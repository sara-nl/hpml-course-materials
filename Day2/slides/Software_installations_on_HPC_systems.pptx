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28.png" ContentType="image/png"/>
  <Override PartName="/ppt/media/image27.jpeg" ContentType="image/jpeg"/>
  <Override PartName="/ppt/media/image25.jpeg" ContentType="image/jpeg"/>
  <Override PartName="/ppt/media/image30.png" ContentType="image/png"/>
  <Override PartName="/ppt/media/image6.png" ContentType="image/png"/>
  <Override PartName="/ppt/media/image7.png" ContentType="image/png"/>
  <Override PartName="/ppt/media/image1.png" ContentType="image/png"/>
  <Override PartName="/ppt/media/image17.jpeg" ContentType="image/jpeg"/>
  <Override PartName="/ppt/media/image33.png" ContentType="image/png"/>
  <Override PartName="/ppt/media/image11.png" ContentType="image/png"/>
  <Override PartName="/ppt/media/image8.png" ContentType="image/png"/>
  <Override PartName="/ppt/media/image12.png" ContentType="image/png"/>
  <Override PartName="/ppt/media/image3.png" ContentType="image/png"/>
  <Override PartName="/ppt/media/image9.png" ContentType="image/png"/>
  <Override PartName="/ppt/media/image31.png" ContentType="image/png"/>
  <Override PartName="/ppt/media/image24.jpeg" ContentType="image/jpeg"/>
  <Override PartName="/ppt/media/image29.png" ContentType="image/png"/>
  <Override PartName="/ppt/media/image4.png" ContentType="image/png"/>
  <Override PartName="/ppt/media/image15.jpeg" ContentType="image/jpeg"/>
  <Override PartName="/ppt/media/image13.png" ContentType="image/png"/>
  <Override PartName="/ppt/media/image32.png" ContentType="image/png"/>
  <Override PartName="/ppt/media/image5.png" ContentType="image/png"/>
  <Override PartName="/ppt/media/image14.png" ContentType="image/png"/>
  <Override PartName="/ppt/media/image26.jpeg" ContentType="image/jpeg"/>
  <Override PartName="/ppt/media/image10.png" ContentType="image/png"/>
  <Override PartName="/ppt/media/image2.svg" ContentType="image/svg"/>
  <Override PartName="/ppt/media/image18.jpeg" ContentType="image/jpeg"/>
  <Override PartName="/ppt/media/image20.jpeg" ContentType="image/jpeg"/>
  <Override PartName="/ppt/media/image19.jpeg" ContentType="image/jpeg"/>
  <Override PartName="/ppt/media/image21.png" ContentType="image/png"/>
  <Override PartName="/ppt/media/image22.png" ContentType="image/png"/>
  <Override PartName="/ppt/media/image16.jpeg" ContentType="image/jpeg"/>
  <Override PartName="/ppt/media/image2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Lst>
  <p:notesMasterIdLst>
    <p:notesMasterId r:id="rId22"/>
  </p:notesMasterIdLst>
  <p:sldIdLst>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notesMaster" Target="notesMasters/notesMaster1.xml"/><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 Id="rId40" Type="http://schemas.openxmlformats.org/officeDocument/2006/relationships/slide" Target="slides/slide18.xml"/><Relationship Id="rId41" Type="http://schemas.openxmlformats.org/officeDocument/2006/relationships/slide" Target="slides/slide19.xml"/><Relationship Id="rId42" Type="http://schemas.openxmlformats.org/officeDocument/2006/relationships/slide" Target="slides/slide20.xml"/><Relationship Id="rId43" Type="http://schemas.openxmlformats.org/officeDocument/2006/relationships/slide" Target="slides/slide21.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34.xml"/><Relationship Id="rId57" Type="http://schemas.openxmlformats.org/officeDocument/2006/relationships/slide" Target="slides/slide35.xml"/><Relationship Id="rId58" Type="http://schemas.openxmlformats.org/officeDocument/2006/relationships/slide" Target="slides/slide36.xml"/><Relationship Id="rId59" Type="http://schemas.openxmlformats.org/officeDocument/2006/relationships/slide" Target="slides/slide37.xml"/><Relationship Id="rId60" Type="http://schemas.openxmlformats.org/officeDocument/2006/relationships/slide" Target="slides/slide38.xml"/><Relationship Id="rId61" Type="http://schemas.openxmlformats.org/officeDocument/2006/relationships/slide" Target="slides/slide39.xml"/><Relationship Id="rId62" Type="http://schemas.openxmlformats.org/officeDocument/2006/relationships/slide" Target="slides/slide40.xml"/><Relationship Id="rId63" Type="http://schemas.openxmlformats.org/officeDocument/2006/relationships/slide" Target="slides/slide41.xml"/><Relationship Id="rId64" Type="http://schemas.openxmlformats.org/officeDocument/2006/relationships/slide" Target="slides/slide42.xml"/><Relationship Id="rId65" Type="http://schemas.openxmlformats.org/officeDocument/2006/relationships/slide" Target="slides/slide43.xml"/><Relationship Id="rId66" Type="http://schemas.openxmlformats.org/officeDocument/2006/relationships/slide" Target="slides/slide44.xml"/><Relationship Id="rId67" Type="http://schemas.openxmlformats.org/officeDocument/2006/relationships/slide" Target="slides/slide45.xml"/><Relationship Id="rId68" Type="http://schemas.openxmlformats.org/officeDocument/2006/relationships/slide" Target="slides/slide46.xml"/><Relationship Id="rId69" Type="http://schemas.openxmlformats.org/officeDocument/2006/relationships/slide" Target="slides/slide47.xml"/><Relationship Id="rId7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nl-NL" sz="1800" spc="-1" strike="noStrike">
                <a:solidFill>
                  <a:schemeClr val="dk1"/>
                </a:solidFill>
                <a:latin typeface="Calibri"/>
              </a:rPr>
              <a:t>Click to move the slide</a:t>
            </a:r>
            <a:endParaRPr b="0" lang="nl-NL" sz="1800" spc="-1" strike="noStrike">
              <a:solidFill>
                <a:schemeClr val="dk1"/>
              </a:solidFill>
              <a:latin typeface="Calibri"/>
            </a:endParaRPr>
          </a:p>
        </p:txBody>
      </p:sp>
      <p:sp>
        <p:nvSpPr>
          <p:cNvPr id="14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41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412" name="PlaceHolder 4"/>
          <p:cNvSpPr>
            <a:spLocks noGrp="1"/>
          </p:cNvSpPr>
          <p:nvPr>
            <p:ph type="dt" idx="49"/>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13" name="PlaceHolder 5"/>
          <p:cNvSpPr>
            <a:spLocks noGrp="1"/>
          </p:cNvSpPr>
          <p:nvPr>
            <p:ph type="ftr" idx="50"/>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14" name="PlaceHolder 6"/>
          <p:cNvSpPr>
            <a:spLocks noGrp="1"/>
          </p:cNvSpPr>
          <p:nvPr>
            <p:ph type="sldNum" idx="51"/>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ED2CF79-D3BD-448F-ACDE-CBFDEF09696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5" name="PlaceHolder 1"/>
          <p:cNvSpPr>
            <a:spLocks noGrp="1"/>
          </p:cNvSpPr>
          <p:nvPr>
            <p:ph type="sldImg"/>
          </p:nvPr>
        </p:nvSpPr>
        <p:spPr>
          <a:xfrm>
            <a:off x="685800" y="1143000"/>
            <a:ext cx="5486040" cy="3085920"/>
          </a:xfrm>
          <a:prstGeom prst="rect">
            <a:avLst/>
          </a:prstGeom>
          <a:ln w="0">
            <a:noFill/>
          </a:ln>
        </p:spPr>
      </p:sp>
      <p:sp>
        <p:nvSpPr>
          <p:cNvPr id="15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77"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nl-NL" sz="1200" spc="-1" strike="noStrike">
                <a:solidFill>
                  <a:schemeClr val="dk1"/>
                </a:solidFill>
                <a:latin typeface="+mn-lt"/>
                <a:ea typeface="+mn-ea"/>
              </a:defRPr>
            </a:lvl1pPr>
          </a:lstStyle>
          <a:p>
            <a:pPr indent="0" algn="r" defTabSz="914400">
              <a:lnSpc>
                <a:spcPct val="100000"/>
              </a:lnSpc>
              <a:buNone/>
            </a:pPr>
            <a:fld id="{59FDAC3C-3FFD-4CAA-BEBF-DD3A8B61F2F4}" type="slidenum">
              <a:rPr b="0" lang="nl-NL"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blad">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8793858-FAC8-4811-9CD0-926592AD584C}"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TO 100%">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C931DD0-BBA8-45BD-B148-153E528A95CB}"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ITAAT - ZWART (100% FOTO)">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36A8D6AA-2D53-464B-B35B-67167814F4B8}"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ITAAT - WIT (100% FOTO)">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28E895B4-FC4E-494E-9721-0743842F94B1}"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LLEEN TITEL">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3643DD0-1AF0-457E-A9F9-A4E5F8CF2DE7}"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ORSTELLEN">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D75A9444-DFB8-4C09-8575-99CFA725500A}"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C-BY">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89D11117-8599-487F-972A-2962467E2DF4}"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FSLUITING">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56570DD5-C7B4-49A7-B98D-8EAA455ABF37}"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fsluiting (2)">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KST DIA (100%)">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C8BF18B3-7382-4959-96D3-6F07DDE6F827}"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KST DIA (100%) (2)">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BF2BB70A-58A0-4896-81BD-D501ECEA4D20}"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KST MET FOTO (50% / 50%)">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7D4A7F5D-515F-4634-9E5C-60C51FA88196}"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KST MET FOTO ANDERSOM (70% / 30%)">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8EBFF5BB-A7F2-4CFD-BD42-E4A94A157D01}" type="slidenum">
              <a:t>&lt;#&gt;</a:t>
            </a:fld>
          </a:p>
        </p:txBody>
      </p:sp>
      <p:sp>
        <p:nvSpPr>
          <p:cNvPr id="4" name="PlaceHolder 3"/>
          <p:cNvSpPr>
            <a:spLocks noGrp="1"/>
          </p:cNvSpPr>
          <p:nvPr>
            <p:ph type="dt" idx="3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KST MET GRAFIEK (50%/ 50%)">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p>
            <a:r>
              <a:t>Footer</a:t>
            </a:r>
          </a:p>
        </p:txBody>
      </p:sp>
      <p:sp>
        <p:nvSpPr>
          <p:cNvPr id="3" name="PlaceHolder 2"/>
          <p:cNvSpPr>
            <a:spLocks noGrp="1"/>
          </p:cNvSpPr>
          <p:nvPr>
            <p:ph type="sldNum" idx="39"/>
          </p:nvPr>
        </p:nvSpPr>
        <p:spPr/>
        <p:txBody>
          <a:bodyPr/>
          <a:p>
            <a:fld id="{2A2042A6-46FC-4B6C-A8D4-278982D24AC7}" type="slidenum">
              <a:t>&lt;#&gt;</a:t>
            </a:fld>
          </a:p>
        </p:txBody>
      </p:sp>
      <p:sp>
        <p:nvSpPr>
          <p:cNvPr id="4" name="PlaceHolder 3"/>
          <p:cNvSpPr>
            <a:spLocks noGrp="1"/>
          </p:cNvSpPr>
          <p:nvPr>
            <p:ph type="dt" idx="37"/>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GRAFIEK (100%)">
    <p:spTree>
      <p:nvGrpSpPr>
        <p:cNvPr id="1" name=""/>
        <p:cNvGrpSpPr/>
        <p:nvPr/>
      </p:nvGrpSpPr>
      <p:grpSpPr>
        <a:xfrm>
          <a:off x="0" y="0"/>
          <a:ext cx="0" cy="0"/>
          <a:chOff x="0" y="0"/>
          <a:chExt cx="0" cy="0"/>
        </a:xfrm>
      </p:grpSpPr>
      <p:sp>
        <p:nvSpPr>
          <p:cNvPr id="2" name="PlaceHolder 1"/>
          <p:cNvSpPr>
            <a:spLocks noGrp="1"/>
          </p:cNvSpPr>
          <p:nvPr>
            <p:ph type="ftr" idx="41"/>
          </p:nvPr>
        </p:nvSpPr>
        <p:spPr/>
        <p:txBody>
          <a:bodyPr/>
          <a:p>
            <a:r>
              <a:t>Footer</a:t>
            </a:r>
          </a:p>
        </p:txBody>
      </p:sp>
      <p:sp>
        <p:nvSpPr>
          <p:cNvPr id="3" name="PlaceHolder 2"/>
          <p:cNvSpPr>
            <a:spLocks noGrp="1"/>
          </p:cNvSpPr>
          <p:nvPr>
            <p:ph type="sldNum" idx="42"/>
          </p:nvPr>
        </p:nvSpPr>
        <p:spPr/>
        <p:txBody>
          <a:bodyPr/>
          <a:p>
            <a:fld id="{8899C4C4-CAC8-4C47-BD0C-D8A6EFE16614}" type="slidenum">
              <a:t>&lt;#&gt;</a:t>
            </a:fld>
          </a:p>
        </p:txBody>
      </p:sp>
      <p:sp>
        <p:nvSpPr>
          <p:cNvPr id="4" name="PlaceHolder 3"/>
          <p:cNvSpPr>
            <a:spLocks noGrp="1"/>
          </p:cNvSpPr>
          <p:nvPr>
            <p:ph type="dt" idx="40"/>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KST MET TABEL (50%/ 50%)">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EE4F5094-9692-4089-AD83-C0C6A160C008}" type="slidenum">
              <a:t>&lt;#&gt;</a:t>
            </a:fld>
          </a:p>
        </p:txBody>
      </p:sp>
      <p:sp>
        <p:nvSpPr>
          <p:cNvPr id="4" name="PlaceHolder 3"/>
          <p:cNvSpPr>
            <a:spLocks noGrp="1"/>
          </p:cNvSpPr>
          <p:nvPr>
            <p:ph type="dt" idx="43"/>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 (100%)">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sldNum" idx="48"/>
          </p:nvPr>
        </p:nvSpPr>
        <p:spPr/>
        <p:txBody>
          <a:bodyPr/>
          <a:p>
            <a:fld id="{7618F6FF-A67F-47CA-A506-C39886249ED6}" type="slidenum">
              <a:t>&lt;#&gt;</a:t>
            </a:fld>
          </a:p>
        </p:txBody>
      </p:sp>
      <p:sp>
        <p:nvSpPr>
          <p:cNvPr id="4" name="PlaceHolder 3"/>
          <p:cNvSpPr>
            <a:spLocks noGrp="1"/>
          </p:cNvSpPr>
          <p:nvPr>
            <p:ph type="dt" idx="4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STRUCTIES: Feedback aanleveren">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STRUCTIES: Video instructies">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STRUCTIES: Dia plakken">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8.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4.png"/><Relationship Id="rId10" Type="http://schemas.openxmlformats.org/officeDocument/2006/relationships/image" Target="../media/image4.png"/><Relationship Id="rId11" Type="http://schemas.openxmlformats.org/officeDocument/2006/relationships/image" Target="../media/image14.png"/><Relationship Id="rId1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4.png"/><Relationship Id="rId10" Type="http://schemas.openxmlformats.org/officeDocument/2006/relationships/image" Target="../media/image4.png"/><Relationship Id="rId11"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4.png"/><Relationship Id="rId10" Type="http://schemas.openxmlformats.org/officeDocument/2006/relationships/image" Target="../media/image1.png"/><Relationship Id="rId11" Type="http://schemas.openxmlformats.org/officeDocument/2006/relationships/image" Target="../media/image2.svg"/><Relationship Id="rId1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8.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5.jpeg"/><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19.jpeg"/><Relationship Id="rId7" Type="http://schemas.openxmlformats.org/officeDocument/2006/relationships/image" Target="../media/image20.jpeg"/><Relationship Id="rId8" Type="http://schemas.openxmlformats.org/officeDocument/2006/relationships/hyperlink" Target="http://www.pptsolutions.nl/" TargetMode="External"/><Relationship Id="rId9"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hyperlink" Target="https://youtu.be/hM16rifWsjU" TargetMode="External"/><Relationship Id="rId3" Type="http://schemas.openxmlformats.org/officeDocument/2006/relationships/hyperlink" Target="https://youtu.be/09yTK-OTEPA" TargetMode="External"/><Relationship Id="rId4" Type="http://schemas.openxmlformats.org/officeDocument/2006/relationships/hyperlink" Target="https://youtu.be/fbByse1_RSY" TargetMode="External"/><Relationship Id="rId5" Type="http://schemas.openxmlformats.org/officeDocument/2006/relationships/hyperlink" Target="https://youtu.be/IIjbiKAotek" TargetMode="External"/><Relationship Id="rId6" Type="http://schemas.openxmlformats.org/officeDocument/2006/relationships/hyperlink" Target="https://youtu.be/H_4HH09zxC0" TargetMode="External"/><Relationship Id="rId7" Type="http://schemas.openxmlformats.org/officeDocument/2006/relationships/hyperlink" Target="http://www.pptsolutions.nl/" TargetMode="External"/><Relationship Id="rId8" Type="http://schemas.openxmlformats.org/officeDocument/2006/relationships/hyperlink" Target="http://www.pptsolutions.nl/" TargetMode="External"/><Relationship Id="rId9"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jpeg"/><Relationship Id="rId6" Type="http://schemas.openxmlformats.org/officeDocument/2006/relationships/image" Target="../media/image25.jpeg"/><Relationship Id="rId7" Type="http://schemas.openxmlformats.org/officeDocument/2006/relationships/image" Target="../media/image26.jpeg"/><Relationship Id="rId8" Type="http://schemas.openxmlformats.org/officeDocument/2006/relationships/hyperlink" Target="http://www.pptsolutions.nl/" TargetMode="External"/><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1" name="GRID"/>
          <p:cNvGrpSpPr/>
          <p:nvPr/>
        </p:nvGrpSpPr>
        <p:grpSpPr>
          <a:xfrm>
            <a:off x="0" y="0"/>
            <a:ext cx="12191760" cy="6857640"/>
            <a:chOff x="0" y="0"/>
            <a:chExt cx="12191760" cy="6857640"/>
          </a:xfrm>
        </p:grpSpPr>
        <p:sp>
          <p:nvSpPr>
            <p:cNvPr id="2"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3" name="KADER"/>
          <p:cNvGrpSpPr/>
          <p:nvPr/>
        </p:nvGrpSpPr>
        <p:grpSpPr>
          <a:xfrm>
            <a:off x="-355680" y="-212040"/>
            <a:ext cx="12894120" cy="7257240"/>
            <a:chOff x="-355680" y="-212040"/>
            <a:chExt cx="12894120" cy="7257240"/>
          </a:xfrm>
        </p:grpSpPr>
        <p:sp>
          <p:nvSpPr>
            <p:cNvPr id="14"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5"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6"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7"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18" name="logoboven" descr=""/>
          <p:cNvPicPr/>
          <p:nvPr/>
        </p:nvPicPr>
        <p:blipFill>
          <a:blip r:embed="rId4"/>
          <a:stretch/>
        </p:blipFill>
        <p:spPr>
          <a:xfrm>
            <a:off x="5615280" y="-1395360"/>
            <a:ext cx="952200" cy="482040"/>
          </a:xfrm>
          <a:prstGeom prst="rect">
            <a:avLst/>
          </a:prstGeom>
          <a:ln w="0">
            <a:noFill/>
          </a:ln>
        </p:spPr>
      </p:pic>
      <p:sp>
        <p:nvSpPr>
          <p:cNvPr id="19" name="Cover logo"/>
          <p:cNvSpPr/>
          <p:nvPr/>
        </p:nvSpPr>
        <p:spPr>
          <a:xfrm>
            <a:off x="10325160" y="5688360"/>
            <a:ext cx="1866600" cy="1169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0" name="PlaceHolder 1"/>
          <p:cNvSpPr>
            <a:spLocks noGrp="1"/>
          </p:cNvSpPr>
          <p:nvPr>
            <p:ph type="dt" idx="1"/>
          </p:nvPr>
        </p:nvSpPr>
        <p:spPr>
          <a:xfrm>
            <a:off x="7645680" y="70041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21" name="PlaceHolder 2"/>
          <p:cNvSpPr>
            <a:spLocks noGrp="1"/>
          </p:cNvSpPr>
          <p:nvPr>
            <p:ph type="ftr" idx="2"/>
          </p:nvPr>
        </p:nvSpPr>
        <p:spPr>
          <a:xfrm>
            <a:off x="927000" y="70041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22" name="PlaceHolder 3"/>
          <p:cNvSpPr>
            <a:spLocks noGrp="1"/>
          </p:cNvSpPr>
          <p:nvPr>
            <p:ph type="body"/>
          </p:nvPr>
        </p:nvSpPr>
        <p:spPr>
          <a:xfrm>
            <a:off x="259200" y="261360"/>
            <a:ext cx="11669760" cy="6343200"/>
          </a:xfrm>
          <a:prstGeom prst="rect">
            <a:avLst/>
          </a:prstGeom>
          <a:solidFill>
            <a:schemeClr val="lt1">
              <a:lumMod val="85000"/>
            </a:schemeClr>
          </a:solidFill>
          <a:ln w="0">
            <a:noFill/>
          </a:ln>
        </p:spPr>
        <p:txBody>
          <a:bodyPr lIns="6480000" rIns="90000" tIns="0" bIns="45000" anchor="ctr">
            <a:noAutofit/>
          </a:bodyPr>
          <a:p>
            <a:pPr indent="0" defTabSz="914400">
              <a:lnSpc>
                <a:spcPct val="100000"/>
              </a:lnSpc>
              <a:buNone/>
              <a:tabLst>
                <a:tab algn="l" pos="0"/>
              </a:tabLst>
            </a:pPr>
            <a:r>
              <a:rPr b="1" lang="nl-NL" sz="1050" spc="-1" strike="noStrike">
                <a:solidFill>
                  <a:schemeClr val="dk1"/>
                </a:solidFill>
                <a:latin typeface="Calibri"/>
              </a:rPr>
              <a:t>Klik op het pictogram hiernaast</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grpSp>
        <p:nvGrpSpPr>
          <p:cNvPr id="23" name="GRID"/>
          <p:cNvGrpSpPr/>
          <p:nvPr/>
        </p:nvGrpSpPr>
        <p:grpSpPr>
          <a:xfrm>
            <a:off x="0" y="0"/>
            <a:ext cx="12191760" cy="6857640"/>
            <a:chOff x="0" y="0"/>
            <a:chExt cx="12191760" cy="6857640"/>
          </a:xfrm>
        </p:grpSpPr>
        <p:sp>
          <p:nvSpPr>
            <p:cNvPr id="24" name="Rechthoek 1"/>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5" name="Rechthoek 87"/>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6" name="Rechthoek 88"/>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7" name="Rechthoek 89"/>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8" name="Rechthoek 90"/>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9" name="Rechthoek 91"/>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0" name="Rechthoek 92"/>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1" name="Rechthoek 93"/>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32" name="Tekstvak 6"/>
          <p:cNvSpPr/>
          <p:nvPr/>
        </p:nvSpPr>
        <p:spPr>
          <a:xfrm>
            <a:off x="5441040" y="-885600"/>
            <a:ext cx="130932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Titelblad</a:t>
            </a:r>
            <a:endParaRPr b="0" lang="en-US" sz="1200" spc="-1" strike="noStrike">
              <a:solidFill>
                <a:srgbClr val="000000"/>
              </a:solidFill>
              <a:latin typeface="Arial"/>
            </a:endParaRPr>
          </a:p>
        </p:txBody>
      </p:sp>
      <p:grpSp>
        <p:nvGrpSpPr>
          <p:cNvPr id="33" name="Groep 59"/>
          <p:cNvGrpSpPr/>
          <p:nvPr/>
        </p:nvGrpSpPr>
        <p:grpSpPr>
          <a:xfrm>
            <a:off x="12391560" y="0"/>
            <a:ext cx="3183480" cy="6589440"/>
            <a:chOff x="12391560" y="0"/>
            <a:chExt cx="3183480" cy="6589440"/>
          </a:xfrm>
        </p:grpSpPr>
        <p:grpSp>
          <p:nvGrpSpPr>
            <p:cNvPr id="34" name="Groep 60"/>
            <p:cNvGrpSpPr/>
            <p:nvPr/>
          </p:nvGrpSpPr>
          <p:grpSpPr>
            <a:xfrm>
              <a:off x="12757320" y="3099960"/>
              <a:ext cx="1499040" cy="678240"/>
              <a:chOff x="12757320" y="3099960"/>
              <a:chExt cx="1499040" cy="678240"/>
            </a:xfrm>
          </p:grpSpPr>
          <p:sp>
            <p:nvSpPr>
              <p:cNvPr id="35" name="Rechthoek 162"/>
              <p:cNvSpPr/>
              <p:nvPr/>
            </p:nvSpPr>
            <p:spPr>
              <a:xfrm>
                <a:off x="12757320" y="309996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36" name="Rechthoek 163"/>
              <p:cNvSpPr/>
              <p:nvPr/>
            </p:nvSpPr>
            <p:spPr>
              <a:xfrm>
                <a:off x="12762000" y="341136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37" name="Tekstvak 164"/>
              <p:cNvSpPr/>
              <p:nvPr/>
            </p:nvSpPr>
            <p:spPr>
              <a:xfrm>
                <a:off x="12997800" y="313920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38" name="Tekstvak 165"/>
              <p:cNvSpPr/>
              <p:nvPr/>
            </p:nvSpPr>
            <p:spPr>
              <a:xfrm>
                <a:off x="12984120" y="346032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39" name="Picture 3" descr=""/>
              <p:cNvPicPr/>
              <p:nvPr/>
            </p:nvPicPr>
            <p:blipFill>
              <a:blip r:embed="rId5"/>
              <a:stretch/>
            </p:blipFill>
            <p:spPr>
              <a:xfrm>
                <a:off x="13938840" y="3547080"/>
                <a:ext cx="142560" cy="231120"/>
              </a:xfrm>
              <a:prstGeom prst="rect">
                <a:avLst/>
              </a:prstGeom>
              <a:ln w="0">
                <a:noFill/>
              </a:ln>
            </p:spPr>
          </p:pic>
          <p:sp>
            <p:nvSpPr>
              <p:cNvPr id="40" name="Gelijkbenige driehoek 167"/>
              <p:cNvSpPr/>
              <p:nvPr/>
            </p:nvSpPr>
            <p:spPr>
              <a:xfrm rot="5400000">
                <a:off x="14094360" y="35280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41" name="Groep 168"/>
              <p:cNvGrpSpPr/>
              <p:nvPr/>
            </p:nvGrpSpPr>
            <p:grpSpPr>
              <a:xfrm>
                <a:off x="12822480" y="3157920"/>
                <a:ext cx="181800" cy="163440"/>
                <a:chOff x="12822480" y="3157920"/>
                <a:chExt cx="181800" cy="163440"/>
              </a:xfrm>
            </p:grpSpPr>
            <p:sp>
              <p:nvSpPr>
                <p:cNvPr id="42" name="Rechthoek 173"/>
                <p:cNvSpPr/>
                <p:nvPr/>
              </p:nvSpPr>
              <p:spPr>
                <a:xfrm>
                  <a:off x="12822480" y="31579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43" name="Rechthoek 174"/>
                <p:cNvSpPr/>
                <p:nvPr/>
              </p:nvSpPr>
              <p:spPr>
                <a:xfrm>
                  <a:off x="12936960" y="325404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44" name="Rechthoek 175"/>
                <p:cNvSpPr/>
                <p:nvPr/>
              </p:nvSpPr>
              <p:spPr>
                <a:xfrm>
                  <a:off x="12856320" y="3182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45" name="Groep 169"/>
              <p:cNvGrpSpPr/>
              <p:nvPr/>
            </p:nvGrpSpPr>
            <p:grpSpPr>
              <a:xfrm>
                <a:off x="12822480" y="3459600"/>
                <a:ext cx="181800" cy="163440"/>
                <a:chOff x="12822480" y="3459600"/>
                <a:chExt cx="181800" cy="163440"/>
              </a:xfrm>
            </p:grpSpPr>
            <p:sp>
              <p:nvSpPr>
                <p:cNvPr id="46" name="Rechthoek 170"/>
                <p:cNvSpPr/>
                <p:nvPr/>
              </p:nvSpPr>
              <p:spPr>
                <a:xfrm>
                  <a:off x="12856320" y="348444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7" name="Rechthoek 171"/>
                <p:cNvSpPr/>
                <p:nvPr/>
              </p:nvSpPr>
              <p:spPr>
                <a:xfrm>
                  <a:off x="12822480" y="34596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48" name="Rechthoek 172"/>
                <p:cNvSpPr/>
                <p:nvPr/>
              </p:nvSpPr>
              <p:spPr>
                <a:xfrm>
                  <a:off x="12936960" y="35557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grpSp>
          <p:nvGrpSpPr>
            <p:cNvPr id="49" name="Meer informatie"/>
            <p:cNvGrpSpPr/>
            <p:nvPr/>
          </p:nvGrpSpPr>
          <p:grpSpPr>
            <a:xfrm>
              <a:off x="12396600" y="5806440"/>
              <a:ext cx="3178440" cy="783000"/>
              <a:chOff x="12396600" y="5806440"/>
              <a:chExt cx="3178440" cy="783000"/>
            </a:xfrm>
          </p:grpSpPr>
          <p:sp>
            <p:nvSpPr>
              <p:cNvPr id="50" name="Freeform 101"/>
              <p:cNvSpPr/>
              <p:nvPr/>
            </p:nvSpPr>
            <p:spPr>
              <a:xfrm>
                <a:off x="12396600" y="580644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51" name="Rechthoek 160"/>
              <p:cNvSpPr/>
              <p:nvPr/>
            </p:nvSpPr>
            <p:spPr>
              <a:xfrm>
                <a:off x="12757320" y="587844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52" name="Rechte verbindingslijn 161"/>
              <p:cNvCxnSpPr/>
              <p:nvPr/>
            </p:nvCxnSpPr>
            <p:spPr>
              <a:xfrm>
                <a:off x="12396960" y="6589440"/>
                <a:ext cx="3178440" cy="360"/>
              </a:xfrm>
              <a:prstGeom prst="straightConnector1">
                <a:avLst/>
              </a:prstGeom>
              <a:ln w="3175">
                <a:solidFill>
                  <a:srgbClr val="ea7600"/>
                </a:solidFill>
                <a:round/>
              </a:ln>
            </p:spPr>
          </p:cxnSp>
        </p:grpSp>
        <p:sp>
          <p:nvSpPr>
            <p:cNvPr id="53" name="Rechthoek 66"/>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Afbeelding invoegen/veranderen</a:t>
              </a:r>
              <a:endParaRPr b="0" lang="en-US" sz="1400" spc="-1" strike="noStrike">
                <a:solidFill>
                  <a:srgbClr val="000000"/>
                </a:solidFill>
                <a:latin typeface="Arial"/>
              </a:endParaRPr>
            </a:p>
          </p:txBody>
        </p:sp>
        <p:sp>
          <p:nvSpPr>
            <p:cNvPr id="54" name="Ovaal 68"/>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55" name="Rechte verbindingslijn 69"/>
            <p:cNvCxnSpPr/>
            <p:nvPr/>
          </p:nvCxnSpPr>
          <p:spPr>
            <a:xfrm>
              <a:off x="12396960" y="241560"/>
              <a:ext cx="3178440" cy="360"/>
            </a:xfrm>
            <a:prstGeom prst="straightConnector1">
              <a:avLst/>
            </a:prstGeom>
            <a:ln w="3175">
              <a:solidFill>
                <a:srgbClr val="ea7600"/>
              </a:solidFill>
              <a:round/>
            </a:ln>
          </p:spPr>
        </p:cxnSp>
        <p:cxnSp>
          <p:nvCxnSpPr>
            <p:cNvPr id="56" name="Rechte verbindingslijn 70"/>
            <p:cNvCxnSpPr/>
            <p:nvPr/>
          </p:nvCxnSpPr>
          <p:spPr>
            <a:xfrm>
              <a:off x="12396960" y="1577880"/>
              <a:ext cx="3178440" cy="360"/>
            </a:xfrm>
            <a:prstGeom prst="straightConnector1">
              <a:avLst/>
            </a:prstGeom>
            <a:ln w="3175">
              <a:solidFill>
                <a:srgbClr val="ea7600"/>
              </a:solidFill>
              <a:round/>
            </a:ln>
          </p:spPr>
        </p:cxnSp>
        <p:sp>
          <p:nvSpPr>
            <p:cNvPr id="57" name="Rechthoek 71"/>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afbeelding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afbeelding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cxnSp>
          <p:nvCxnSpPr>
            <p:cNvPr id="58" name="Rechte verbindingslijn 72"/>
            <p:cNvCxnSpPr/>
            <p:nvPr/>
          </p:nvCxnSpPr>
          <p:spPr>
            <a:xfrm>
              <a:off x="12396960" y="5688360"/>
              <a:ext cx="3178440" cy="360"/>
            </a:xfrm>
            <a:prstGeom prst="straightConnector1">
              <a:avLst/>
            </a:prstGeom>
            <a:ln w="3175">
              <a:solidFill>
                <a:srgbClr val="ea7600"/>
              </a:solidFill>
              <a:round/>
            </a:ln>
          </p:spPr>
        </p:cxnSp>
        <p:sp>
          <p:nvSpPr>
            <p:cNvPr id="59" name="Ovaal 74"/>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60" name="Rechthoek 75"/>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afbeelding</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61" name="Groep 76"/>
            <p:cNvGrpSpPr/>
            <p:nvPr/>
          </p:nvGrpSpPr>
          <p:grpSpPr>
            <a:xfrm>
              <a:off x="12757320" y="2184480"/>
              <a:ext cx="825120" cy="209160"/>
              <a:chOff x="12757320" y="2184480"/>
              <a:chExt cx="825120" cy="209160"/>
            </a:xfrm>
          </p:grpSpPr>
          <p:sp>
            <p:nvSpPr>
              <p:cNvPr id="62" name="Rechthoek 156"/>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63" name="Rechte verbindingslijn 157"/>
              <p:cNvCxnSpPr/>
              <p:nvPr/>
            </p:nvCxnSpPr>
            <p:spPr>
              <a:xfrm>
                <a:off x="13407840" y="2216880"/>
                <a:ext cx="360" cy="142920"/>
              </a:xfrm>
              <a:prstGeom prst="straightConnector1">
                <a:avLst/>
              </a:prstGeom>
              <a:ln w="3175">
                <a:solidFill>
                  <a:srgbClr val="44546a"/>
                </a:solidFill>
                <a:round/>
              </a:ln>
            </p:spPr>
          </p:cxnSp>
          <p:sp>
            <p:nvSpPr>
              <p:cNvPr id="64" name="Gelijkbenige driehoek 158"/>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nvGrpSpPr>
            <p:cNvPr id="65" name="Groep 77"/>
            <p:cNvGrpSpPr/>
            <p:nvPr/>
          </p:nvGrpSpPr>
          <p:grpSpPr>
            <a:xfrm>
              <a:off x="12757320" y="1141560"/>
              <a:ext cx="294120" cy="346320"/>
              <a:chOff x="12757320" y="1141560"/>
              <a:chExt cx="294120" cy="346320"/>
            </a:xfrm>
          </p:grpSpPr>
          <p:sp>
            <p:nvSpPr>
              <p:cNvPr id="66" name="Rechthoek 150"/>
              <p:cNvSpPr/>
              <p:nvPr/>
            </p:nvSpPr>
            <p:spPr>
              <a:xfrm>
                <a:off x="12757320" y="1141560"/>
                <a:ext cx="261360" cy="257400"/>
              </a:xfrm>
              <a:prstGeom prst="rect">
                <a:avLst/>
              </a:prstGeom>
              <a:solidFill>
                <a:schemeClr val="bg1"/>
              </a:solidFill>
              <a:ln>
                <a:solidFill>
                  <a:srgbClr val="c0c0c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67" name="Ovaal 151"/>
              <p:cNvSpPr/>
              <p:nvPr/>
            </p:nvSpPr>
            <p:spPr>
              <a:xfrm>
                <a:off x="12916800" y="1174320"/>
                <a:ext cx="72000" cy="72000"/>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68" name="Vrije vorm: vorm 152"/>
              <p:cNvSpPr/>
              <p:nvPr/>
            </p:nvSpPr>
            <p:spPr>
              <a:xfrm rot="2700000">
                <a:off x="12790440" y="1299960"/>
                <a:ext cx="170640" cy="149040"/>
              </a:xfrm>
              <a:custGeom>
                <a:avLst/>
                <a:gdLst>
                  <a:gd name="textAreaLeft" fmla="*/ 0 w 170640"/>
                  <a:gd name="textAreaRight" fmla="*/ 171000 w 170640"/>
                  <a:gd name="textAreaTop" fmla="*/ 0 h 149040"/>
                  <a:gd name="textAreaBottom" fmla="*/ 149400 h 149040"/>
                </a:gdLst>
                <a:ahLst/>
                <a:rect l="textAreaLeft" t="textAreaTop" r="textAreaRight" b="textAreaBottom"/>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69" name="Rechthoek: afgeronde hoeken 153"/>
              <p:cNvSpPr/>
              <p:nvPr/>
            </p:nvSpPr>
            <p:spPr>
              <a:xfrm>
                <a:off x="12893760" y="1287360"/>
                <a:ext cx="157680" cy="118080"/>
              </a:xfrm>
              <a:prstGeom prst="roundRect">
                <a:avLst>
                  <a:gd name="adj" fmla="val 16667"/>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cxnSp>
            <p:nvCxnSpPr>
              <p:cNvPr id="70" name="Rechte verbindingslijn 154"/>
              <p:cNvCxnSpPr/>
              <p:nvPr/>
            </p:nvCxnSpPr>
            <p:spPr>
              <a:xfrm>
                <a:off x="12930480" y="1452960"/>
                <a:ext cx="84960" cy="360"/>
              </a:xfrm>
              <a:prstGeom prst="straightConnector1">
                <a:avLst/>
              </a:prstGeom>
              <a:ln w="19050">
                <a:solidFill>
                  <a:srgbClr val="8aadd0"/>
                </a:solidFill>
              </a:ln>
            </p:spPr>
          </p:cxnSp>
          <p:cxnSp>
            <p:nvCxnSpPr>
              <p:cNvPr id="71" name="Rechte verbindingslijn 155"/>
              <p:cNvCxnSpPr/>
              <p:nvPr/>
            </p:nvCxnSpPr>
            <p:spPr>
              <a:xfrm flipH="1">
                <a:off x="12972240" y="1405800"/>
                <a:ext cx="1080" cy="44640"/>
              </a:xfrm>
              <a:prstGeom prst="straightConnector1">
                <a:avLst/>
              </a:prstGeom>
              <a:ln w="19050">
                <a:solidFill>
                  <a:srgbClr val="8aadd0"/>
                </a:solidFill>
              </a:ln>
            </p:spPr>
          </p:cxnSp>
        </p:grpSp>
        <p:sp>
          <p:nvSpPr>
            <p:cNvPr id="72" name="Ovaal 78"/>
            <p:cNvSpPr/>
            <p:nvPr/>
          </p:nvSpPr>
          <p:spPr>
            <a:xfrm>
              <a:off x="12391560" y="261792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3</a:t>
              </a:r>
              <a:endParaRPr b="0" lang="en-US" sz="1100" spc="-1" strike="noStrike">
                <a:solidFill>
                  <a:srgbClr val="ffffff"/>
                </a:solidFill>
                <a:latin typeface="Arial"/>
              </a:endParaRPr>
            </a:p>
          </p:txBody>
        </p:sp>
        <p:sp>
          <p:nvSpPr>
            <p:cNvPr id="73" name="Rechthoek 79"/>
            <p:cNvSpPr/>
            <p:nvPr/>
          </p:nvSpPr>
          <p:spPr>
            <a:xfrm>
              <a:off x="12757320" y="2684160"/>
              <a:ext cx="2817720" cy="316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Klik met de rechter muisknop op de afbeelding en kies </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74" name="Rechte verbindingslijn 81"/>
            <p:cNvCxnSpPr/>
            <p:nvPr/>
          </p:nvCxnSpPr>
          <p:spPr>
            <a:xfrm>
              <a:off x="12396960" y="2499480"/>
              <a:ext cx="3178440" cy="360"/>
            </a:xfrm>
            <a:prstGeom prst="straightConnector1">
              <a:avLst/>
            </a:prstGeom>
            <a:ln w="3175">
              <a:solidFill>
                <a:srgbClr val="ea7600"/>
              </a:solidFill>
              <a:round/>
            </a:ln>
          </p:spPr>
        </p:cxnSp>
        <p:grpSp>
          <p:nvGrpSpPr>
            <p:cNvPr id="75" name="Groep 82"/>
            <p:cNvGrpSpPr/>
            <p:nvPr/>
          </p:nvGrpSpPr>
          <p:grpSpPr>
            <a:xfrm>
              <a:off x="12757320" y="4966920"/>
              <a:ext cx="1499040" cy="580680"/>
              <a:chOff x="12757320" y="4966920"/>
              <a:chExt cx="1499040" cy="580680"/>
            </a:xfrm>
          </p:grpSpPr>
          <p:sp>
            <p:nvSpPr>
              <p:cNvPr id="76" name="Rechthoek 136"/>
              <p:cNvSpPr/>
              <p:nvPr/>
            </p:nvSpPr>
            <p:spPr>
              <a:xfrm>
                <a:off x="12757320" y="496692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77" name="Rechthoek 137"/>
              <p:cNvSpPr/>
              <p:nvPr/>
            </p:nvSpPr>
            <p:spPr>
              <a:xfrm>
                <a:off x="12762000" y="499284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700" spc="-1" strike="noStrike">
                  <a:solidFill>
                    <a:schemeClr val="dk1"/>
                  </a:solidFill>
                  <a:latin typeface="Calibri"/>
                </a:endParaRPr>
              </a:p>
            </p:txBody>
          </p:sp>
          <p:sp>
            <p:nvSpPr>
              <p:cNvPr id="78" name="Tekstvak 138"/>
              <p:cNvSpPr/>
              <p:nvPr/>
            </p:nvSpPr>
            <p:spPr>
              <a:xfrm>
                <a:off x="12997800" y="501984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79" name="Tekstvak 139"/>
              <p:cNvSpPr/>
              <p:nvPr/>
            </p:nvSpPr>
            <p:spPr>
              <a:xfrm>
                <a:off x="12984120" y="532728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80" name="Picture 3" descr=""/>
              <p:cNvPicPr/>
              <p:nvPr/>
            </p:nvPicPr>
            <p:blipFill>
              <a:blip r:embed="rId6"/>
              <a:stretch/>
            </p:blipFill>
            <p:spPr>
              <a:xfrm>
                <a:off x="13938840" y="5090040"/>
                <a:ext cx="142560" cy="231120"/>
              </a:xfrm>
              <a:prstGeom prst="rect">
                <a:avLst/>
              </a:prstGeom>
              <a:ln w="0">
                <a:noFill/>
              </a:ln>
            </p:spPr>
          </p:pic>
          <p:sp>
            <p:nvSpPr>
              <p:cNvPr id="81" name="Gelijkbenige driehoek 141"/>
              <p:cNvSpPr/>
              <p:nvPr/>
            </p:nvSpPr>
            <p:spPr>
              <a:xfrm rot="5400000">
                <a:off x="14094360" y="50904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82" name="Groep 142"/>
              <p:cNvGrpSpPr/>
              <p:nvPr/>
            </p:nvGrpSpPr>
            <p:grpSpPr>
              <a:xfrm>
                <a:off x="12822480" y="5024880"/>
                <a:ext cx="181800" cy="163440"/>
                <a:chOff x="12822480" y="5024880"/>
                <a:chExt cx="181800" cy="163440"/>
              </a:xfrm>
            </p:grpSpPr>
            <p:sp>
              <p:nvSpPr>
                <p:cNvPr id="83" name="Rechthoek 147"/>
                <p:cNvSpPr/>
                <p:nvPr/>
              </p:nvSpPr>
              <p:spPr>
                <a:xfrm>
                  <a:off x="12822480" y="50248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84" name="Rechthoek 148"/>
                <p:cNvSpPr/>
                <p:nvPr/>
              </p:nvSpPr>
              <p:spPr>
                <a:xfrm>
                  <a:off x="12936960" y="51210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85" name="Rechthoek 149"/>
                <p:cNvSpPr/>
                <p:nvPr/>
              </p:nvSpPr>
              <p:spPr>
                <a:xfrm>
                  <a:off x="12856320" y="504936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86" name="Groep 143"/>
              <p:cNvGrpSpPr/>
              <p:nvPr/>
            </p:nvGrpSpPr>
            <p:grpSpPr>
              <a:xfrm>
                <a:off x="12822480" y="5326560"/>
                <a:ext cx="181800" cy="163440"/>
                <a:chOff x="12822480" y="5326560"/>
                <a:chExt cx="181800" cy="163440"/>
              </a:xfrm>
            </p:grpSpPr>
            <p:sp>
              <p:nvSpPr>
                <p:cNvPr id="87" name="Rechthoek 144"/>
                <p:cNvSpPr/>
                <p:nvPr/>
              </p:nvSpPr>
              <p:spPr>
                <a:xfrm>
                  <a:off x="12856320" y="5351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8" name="Rechthoek 145"/>
                <p:cNvSpPr/>
                <p:nvPr/>
              </p:nvSpPr>
              <p:spPr>
                <a:xfrm>
                  <a:off x="12822480" y="532656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89" name="Rechthoek 146"/>
                <p:cNvSpPr/>
                <p:nvPr/>
              </p:nvSpPr>
              <p:spPr>
                <a:xfrm>
                  <a:off x="12936960" y="54226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sp>
          <p:nvSpPr>
            <p:cNvPr id="90" name="Ovaal 83"/>
            <p:cNvSpPr/>
            <p:nvPr/>
          </p:nvSpPr>
          <p:spPr>
            <a:xfrm>
              <a:off x="12391560" y="40276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4</a:t>
              </a:r>
              <a:endParaRPr b="0" lang="en-US" sz="1100" spc="-1" strike="noStrike">
                <a:solidFill>
                  <a:srgbClr val="ffffff"/>
                </a:solidFill>
                <a:latin typeface="Arial"/>
              </a:endParaRPr>
            </a:p>
          </p:txBody>
        </p:sp>
        <p:sp>
          <p:nvSpPr>
            <p:cNvPr id="91" name="Rechthoek 84"/>
            <p:cNvSpPr/>
            <p:nvPr/>
          </p:nvSpPr>
          <p:spPr>
            <a:xfrm>
              <a:off x="12757320" y="4093560"/>
              <a:ext cx="2817720" cy="62820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Staat het invoegvenster achter de oranje lijn? Klik dan op de rechtermuisknop en kies </a:t>
              </a:r>
              <a:br>
                <a:rPr sz="1100"/>
              </a:br>
              <a:r>
                <a:rPr b="0" lang="nl-NL" sz="1100" spc="-1" strike="noStrike">
                  <a:solidFill>
                    <a:srgbClr val="000000"/>
                  </a:solidFill>
                  <a:latin typeface="Calibri"/>
                </a:rPr>
                <a:t>‘</a:t>
              </a:r>
              <a:r>
                <a:rPr b="1" lang="nl-NL" sz="1100" spc="-1" strike="noStrike">
                  <a:solidFill>
                    <a:srgbClr val="000000"/>
                  </a:solidFill>
                  <a:latin typeface="Calibri"/>
                </a:rPr>
                <a:t>naar voorgrond</a:t>
              </a:r>
              <a:r>
                <a:rPr b="0" lang="nl-NL" sz="1100" spc="-1" strike="noStrike">
                  <a:solidFill>
                    <a:srgbClr val="000000"/>
                  </a:solidFill>
                  <a:latin typeface="Calibri"/>
                </a:rPr>
                <a:t>’ om deze naar voren </a:t>
              </a:r>
              <a:br>
                <a:rPr sz="1100"/>
              </a:br>
              <a:r>
                <a:rPr b="0" lang="nl-NL" sz="1100" spc="-1" strike="noStrike">
                  <a:solidFill>
                    <a:srgbClr val="000000"/>
                  </a:solidFill>
                  <a:latin typeface="Calibri"/>
                </a:rPr>
                <a:t>te halen. Klik na het invoegen op </a:t>
              </a:r>
              <a:br>
                <a:rPr sz="1100"/>
              </a:br>
              <a:r>
                <a:rPr b="0" lang="nl-NL" sz="1100" spc="-1" strike="noStrike">
                  <a:solidFill>
                    <a:srgbClr val="000000"/>
                  </a:solidFill>
                  <a:latin typeface="Calibri"/>
                </a:rPr>
                <a:t>‘</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92" name="Rechte verbindingslijn 134"/>
            <p:cNvCxnSpPr/>
            <p:nvPr/>
          </p:nvCxnSpPr>
          <p:spPr>
            <a:xfrm>
              <a:off x="12396960" y="3909240"/>
              <a:ext cx="3178440" cy="360"/>
            </a:xfrm>
            <a:prstGeom prst="straightConnector1">
              <a:avLst/>
            </a:prstGeom>
            <a:ln w="3175">
              <a:solidFill>
                <a:srgbClr val="ea7600"/>
              </a:solidFill>
              <a:round/>
            </a:ln>
          </p:spPr>
        </p:cxnSp>
      </p:grpSp>
      <p:sp>
        <p:nvSpPr>
          <p:cNvPr id="93" name="PlaceHolder 4"/>
          <p:cNvSpPr>
            <a:spLocks noGrp="1"/>
          </p:cNvSpPr>
          <p:nvPr>
            <p:ph type="body"/>
          </p:nvPr>
        </p:nvSpPr>
        <p:spPr>
          <a:xfrm>
            <a:off x="423360" y="524520"/>
            <a:ext cx="5556240" cy="2644920"/>
          </a:xfrm>
          <a:prstGeom prst="rect">
            <a:avLst/>
          </a:prstGeom>
          <a:blipFill rotWithShape="0">
            <a:blip r:embed="rId7">
              <a:alphaModFix amt="90000"/>
            </a:blip>
            <a:stretch>
              <a:fillRect l="1577" t="-6" r="1577" b="-6"/>
            </a:stretch>
          </a:blipFill>
          <a:ln w="0">
            <a:noFill/>
          </a:ln>
        </p:spPr>
        <p:txBody>
          <a:bodyPr lIns="900000" rIns="288000" tIns="720000" bIns="1800000" anchor="t">
            <a:noAutofit/>
          </a:bodyPr>
          <a:p>
            <a:pPr indent="0" defTabSz="914400">
              <a:lnSpc>
                <a:spcPct val="80000"/>
              </a:lnSpc>
              <a:spcBef>
                <a:spcPts val="601"/>
              </a:spcBef>
              <a:spcAft>
                <a:spcPts val="601"/>
              </a:spcAft>
              <a:buNone/>
              <a:tabLst>
                <a:tab algn="l" pos="0"/>
              </a:tabLst>
            </a:pPr>
            <a:r>
              <a:rPr b="1" lang="nl-NL" sz="3400" spc="-1" strike="noStrike" cap="all">
                <a:solidFill>
                  <a:schemeClr val="dk1"/>
                </a:solidFill>
                <a:latin typeface="Calibri"/>
              </a:rPr>
              <a:t>Plaats hier de titel van </a:t>
            </a:r>
            <a:r>
              <a:rPr b="1" lang="nl-NL" sz="3400" spc="-1" strike="noStrike" cap="all">
                <a:solidFill>
                  <a:schemeClr val="dk1"/>
                </a:solidFill>
                <a:latin typeface="Calibri"/>
              </a:rPr>
              <a:t>de presentatie</a:t>
            </a:r>
            <a:endParaRPr b="0" lang="nl-NL" sz="3400" spc="-1" strike="noStrike">
              <a:solidFill>
                <a:schemeClr val="dk1"/>
              </a:solidFill>
              <a:latin typeface="Calibri"/>
            </a:endParaRPr>
          </a:p>
        </p:txBody>
      </p:sp>
      <p:sp>
        <p:nvSpPr>
          <p:cNvPr id="94" name="PlaceHolder 5"/>
          <p:cNvSpPr>
            <a:spLocks noGrp="1"/>
          </p:cNvSpPr>
          <p:nvPr>
            <p:ph type="body"/>
          </p:nvPr>
        </p:nvSpPr>
        <p:spPr>
          <a:xfrm>
            <a:off x="1013040" y="2183760"/>
            <a:ext cx="4875120" cy="973800"/>
          </a:xfrm>
          <a:prstGeom prst="rect">
            <a:avLst/>
          </a:prstGeom>
          <a:noFill/>
          <a:ln w="0">
            <a:noFill/>
          </a:ln>
        </p:spPr>
        <p:txBody>
          <a:bodyPr lIns="324000" rIns="252000" tIns="0" bIns="0" anchor="t">
            <a:noAutofit/>
          </a:bodyPr>
          <a:p>
            <a:pPr indent="0" defTabSz="914400">
              <a:lnSpc>
                <a:spcPct val="90000"/>
              </a:lnSpc>
              <a:spcBef>
                <a:spcPts val="99"/>
              </a:spcBef>
              <a:spcAft>
                <a:spcPts val="99"/>
              </a:spcAft>
              <a:buNone/>
              <a:tabLst>
                <a:tab algn="l" pos="0"/>
              </a:tabLst>
            </a:pPr>
            <a:r>
              <a:rPr b="0" lang="nl-NL" sz="1800" spc="-1" strike="noStrike">
                <a:solidFill>
                  <a:schemeClr val="dk1"/>
                </a:solidFill>
                <a:latin typeface="Calibri"/>
              </a:rPr>
              <a:t>Plaats hier de naam van </a:t>
            </a:r>
            <a:br>
              <a:rPr sz="1800"/>
            </a:br>
            <a:r>
              <a:rPr b="0" lang="nl-NL" sz="1800" spc="-1" strike="noStrike">
                <a:solidFill>
                  <a:schemeClr val="dk1"/>
                </a:solidFill>
                <a:latin typeface="Calibri"/>
              </a:rPr>
              <a:t>De spreker óf subtitel</a:t>
            </a:r>
            <a:endParaRPr b="0" lang="nl-NL" sz="1800" spc="-1" strike="noStrike">
              <a:solidFill>
                <a:schemeClr val="dk1"/>
              </a:solidFill>
              <a:latin typeface="Calibri"/>
            </a:endParaRPr>
          </a:p>
        </p:txBody>
      </p:sp>
      <p:sp>
        <p:nvSpPr>
          <p:cNvPr id="95" name="PlaceHolder 6"/>
          <p:cNvSpPr>
            <a:spLocks noGrp="1"/>
          </p:cNvSpPr>
          <p:nvPr>
            <p:ph type="body"/>
          </p:nvPr>
        </p:nvSpPr>
        <p:spPr>
          <a:xfrm>
            <a:off x="10692000" y="5852160"/>
            <a:ext cx="991440" cy="486360"/>
          </a:xfrm>
          <a:prstGeom prst="rect">
            <a:avLst/>
          </a:prstGeom>
          <a:blipFill rotWithShape="0">
            <a:blip r:embed="rId8"/>
            <a:stretch>
              <a:fillRect l="1579" t="-37" r="1579" b="-37"/>
            </a:stretch>
          </a:blipFill>
          <a:ln w="0">
            <a:noFill/>
          </a:ln>
        </p:spPr>
        <p:txBody>
          <a:bodyPr lIns="0" rIns="0" tIns="0" bIns="0" anchor="t">
            <a:noAutofit/>
          </a:bodyPr>
          <a:p>
            <a:pPr indent="0" algn="ctr" defTabSz="914400">
              <a:lnSpc>
                <a:spcPct val="80000"/>
              </a:lnSpc>
              <a:spcBef>
                <a:spcPts val="601"/>
              </a:spcBef>
              <a:spcAft>
                <a:spcPts val="601"/>
              </a:spcAft>
              <a:buNone/>
              <a:tabLst>
                <a:tab algn="l" pos="0"/>
              </a:tabLst>
            </a:pPr>
            <a:r>
              <a:rPr b="0" lang="nl-NL" sz="1600" spc="-1" strike="noStrike">
                <a:solidFill>
                  <a:schemeClr val="dk1"/>
                </a:solidFill>
                <a:latin typeface="Calibri"/>
              </a:rPr>
              <a:t>  </a:t>
            </a:r>
            <a:endParaRPr b="0" lang="nl-NL" sz="1600" spc="-1" strike="noStrike">
              <a:solidFill>
                <a:schemeClr val="dk1"/>
              </a:solidFill>
              <a:latin typeface="Calibri"/>
            </a:endParaRPr>
          </a:p>
        </p:txBody>
      </p:sp>
      <p:sp>
        <p:nvSpPr>
          <p:cNvPr id="96" name="PlaceHolder 7"/>
          <p:cNvSpPr>
            <a:spLocks noGrp="1"/>
          </p:cNvSpPr>
          <p:nvPr>
            <p:ph type="body"/>
          </p:nvPr>
        </p:nvSpPr>
        <p:spPr>
          <a:xfrm>
            <a:off x="9754200" y="0"/>
            <a:ext cx="1918800" cy="6857640"/>
          </a:xfrm>
          <a:prstGeom prst="rect">
            <a:avLst/>
          </a:prstGeom>
          <a:solidFill>
            <a:schemeClr val="accent1"/>
          </a:solid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alpha val="0"/>
                  </a:schemeClr>
                </a:solidFill>
                <a:latin typeface="Calibri"/>
              </a:rPr>
              <a:t>Edit Master text styles</a:t>
            </a:r>
            <a:endParaRPr b="0" lang="nl-NL" sz="100" spc="-1" strike="noStrike">
              <a:solidFill>
                <a:schemeClr val="dk1"/>
              </a:solidFill>
              <a:latin typeface="Calibri"/>
            </a:endParaRPr>
          </a:p>
        </p:txBody>
      </p:sp>
      <p:sp>
        <p:nvSpPr>
          <p:cNvPr id="97" name="PlaceHolder 8"/>
          <p:cNvSpPr>
            <a:spLocks noGrp="1"/>
          </p:cNvSpPr>
          <p:nvPr>
            <p:ph type="sldNum" idx="3"/>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157D4689-1DA7-4D09-B10F-3C6FAF589411}"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
        <p:nvSpPr>
          <p:cNvPr id="98" name="PlaceHolder 9"/>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nl-NL" sz="1800" spc="-1" strike="noStrike">
                <a:solidFill>
                  <a:schemeClr val="dk1"/>
                </a:solidFill>
                <a:latin typeface="Calibri"/>
              </a:rPr>
              <a:t>Click to edit the title text format</a:t>
            </a:r>
            <a:endParaRPr b="0" lang="nl-NL" sz="18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9"/>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9"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100" name="GRID"/>
          <p:cNvGrpSpPr/>
          <p:nvPr/>
        </p:nvGrpSpPr>
        <p:grpSpPr>
          <a:xfrm>
            <a:off x="0" y="0"/>
            <a:ext cx="12191760" cy="6857640"/>
            <a:chOff x="0" y="0"/>
            <a:chExt cx="12191760" cy="6857640"/>
          </a:xfrm>
        </p:grpSpPr>
        <p:sp>
          <p:nvSpPr>
            <p:cNvPr id="101"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2"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3"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4"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5"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6"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7"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9"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0"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12" name="KADER"/>
          <p:cNvGrpSpPr/>
          <p:nvPr/>
        </p:nvGrpSpPr>
        <p:grpSpPr>
          <a:xfrm>
            <a:off x="-355680" y="-212040"/>
            <a:ext cx="12894120" cy="7257240"/>
            <a:chOff x="-355680" y="-212040"/>
            <a:chExt cx="12894120" cy="7257240"/>
          </a:xfrm>
        </p:grpSpPr>
        <p:sp>
          <p:nvSpPr>
            <p:cNvPr id="113"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4"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5"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6"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117" name="logoboven" descr=""/>
          <p:cNvPicPr/>
          <p:nvPr/>
        </p:nvPicPr>
        <p:blipFill>
          <a:blip r:embed="rId4"/>
          <a:stretch/>
        </p:blipFill>
        <p:spPr>
          <a:xfrm>
            <a:off x="5615280" y="-1395360"/>
            <a:ext cx="952200" cy="482040"/>
          </a:xfrm>
          <a:prstGeom prst="rect">
            <a:avLst/>
          </a:prstGeom>
          <a:ln w="0">
            <a:noFill/>
          </a:ln>
        </p:spPr>
      </p:pic>
      <p:sp>
        <p:nvSpPr>
          <p:cNvPr id="118" name="Cover logo"/>
          <p:cNvSpPr/>
          <p:nvPr/>
        </p:nvSpPr>
        <p:spPr>
          <a:xfrm>
            <a:off x="10325160" y="5688360"/>
            <a:ext cx="1866600" cy="1169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9" name="PlaceHolder 1"/>
          <p:cNvSpPr>
            <a:spLocks noGrp="1"/>
          </p:cNvSpPr>
          <p:nvPr>
            <p:ph type="dt" idx="4"/>
          </p:nvPr>
        </p:nvSpPr>
        <p:spPr>
          <a:xfrm>
            <a:off x="7645680" y="70041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120" name="PlaceHolder 2"/>
          <p:cNvSpPr>
            <a:spLocks noGrp="1"/>
          </p:cNvSpPr>
          <p:nvPr>
            <p:ph type="ftr" idx="5"/>
          </p:nvPr>
        </p:nvSpPr>
        <p:spPr>
          <a:xfrm>
            <a:off x="927000" y="70041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121" name="PlaceHolder 3"/>
          <p:cNvSpPr>
            <a:spLocks noGrp="1"/>
          </p:cNvSpPr>
          <p:nvPr>
            <p:ph type="body"/>
          </p:nvPr>
        </p:nvSpPr>
        <p:spPr>
          <a:xfrm>
            <a:off x="259200" y="261360"/>
            <a:ext cx="11669760" cy="6343200"/>
          </a:xfrm>
          <a:prstGeom prst="rect">
            <a:avLst/>
          </a:prstGeom>
          <a:solidFill>
            <a:schemeClr val="lt1">
              <a:lumMod val="85000"/>
            </a:schemeClr>
          </a:solidFill>
          <a:ln w="0">
            <a:noFill/>
          </a:ln>
        </p:spPr>
        <p:txBody>
          <a:bodyPr lIns="6480000" rIns="90000" tIns="0" bIns="45000" anchor="ctr">
            <a:noAutofit/>
          </a:bodyPr>
          <a:p>
            <a:pPr indent="0" defTabSz="914400">
              <a:lnSpc>
                <a:spcPct val="100000"/>
              </a:lnSpc>
              <a:buNone/>
              <a:tabLst>
                <a:tab algn="l" pos="0"/>
              </a:tabLst>
            </a:pPr>
            <a:r>
              <a:rPr b="1" lang="nl-NL" sz="1050" spc="-1" strike="noStrike">
                <a:solidFill>
                  <a:schemeClr val="dk1"/>
                </a:solidFill>
                <a:latin typeface="Calibri"/>
              </a:rPr>
              <a:t>Klik op het pictogram hiernaast</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grpSp>
        <p:nvGrpSpPr>
          <p:cNvPr id="122" name="GRID"/>
          <p:cNvGrpSpPr/>
          <p:nvPr/>
        </p:nvGrpSpPr>
        <p:grpSpPr>
          <a:xfrm>
            <a:off x="0" y="0"/>
            <a:ext cx="12191760" cy="6857640"/>
            <a:chOff x="0" y="0"/>
            <a:chExt cx="12191760" cy="6857640"/>
          </a:xfrm>
        </p:grpSpPr>
        <p:sp>
          <p:nvSpPr>
            <p:cNvPr id="123" name="Rechthoek 1"/>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4" name="Rechthoek 87"/>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5" name="Rechthoek 88"/>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6" name="Rechthoek 89"/>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7" name="Rechthoek 90"/>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8" name="Rechthoek 91"/>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9" name="Rechthoek 92"/>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30" name="Rechthoek 93"/>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131" name="Tekstvak 6"/>
          <p:cNvSpPr/>
          <p:nvPr/>
        </p:nvSpPr>
        <p:spPr>
          <a:xfrm>
            <a:off x="5301360" y="-885600"/>
            <a:ext cx="158904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FOTO (100%)</a:t>
            </a:r>
            <a:endParaRPr b="0" lang="en-US" sz="1200" spc="-1" strike="noStrike">
              <a:solidFill>
                <a:srgbClr val="000000"/>
              </a:solidFill>
              <a:latin typeface="Arial"/>
            </a:endParaRPr>
          </a:p>
        </p:txBody>
      </p:sp>
      <p:grpSp>
        <p:nvGrpSpPr>
          <p:cNvPr id="132" name="Instructies"/>
          <p:cNvGrpSpPr/>
          <p:nvPr/>
        </p:nvGrpSpPr>
        <p:grpSpPr>
          <a:xfrm>
            <a:off x="12391560" y="0"/>
            <a:ext cx="3183480" cy="6589440"/>
            <a:chOff x="12391560" y="0"/>
            <a:chExt cx="3183480" cy="6589440"/>
          </a:xfrm>
        </p:grpSpPr>
        <p:grpSp>
          <p:nvGrpSpPr>
            <p:cNvPr id="133" name="Groep 60"/>
            <p:cNvGrpSpPr/>
            <p:nvPr/>
          </p:nvGrpSpPr>
          <p:grpSpPr>
            <a:xfrm>
              <a:off x="12757320" y="3099960"/>
              <a:ext cx="1499040" cy="678240"/>
              <a:chOff x="12757320" y="3099960"/>
              <a:chExt cx="1499040" cy="678240"/>
            </a:xfrm>
          </p:grpSpPr>
          <p:sp>
            <p:nvSpPr>
              <p:cNvPr id="134" name="Rechthoek 162"/>
              <p:cNvSpPr/>
              <p:nvPr/>
            </p:nvSpPr>
            <p:spPr>
              <a:xfrm>
                <a:off x="12757320" y="309996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135" name="Rechthoek 163"/>
              <p:cNvSpPr/>
              <p:nvPr/>
            </p:nvSpPr>
            <p:spPr>
              <a:xfrm>
                <a:off x="12762000" y="341136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36" name="Tekstvak 164"/>
              <p:cNvSpPr/>
              <p:nvPr/>
            </p:nvSpPr>
            <p:spPr>
              <a:xfrm>
                <a:off x="12997800" y="313920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137" name="Tekstvak 165"/>
              <p:cNvSpPr/>
              <p:nvPr/>
            </p:nvSpPr>
            <p:spPr>
              <a:xfrm>
                <a:off x="12984120" y="346032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138" name="Picture 3" descr=""/>
              <p:cNvPicPr/>
              <p:nvPr/>
            </p:nvPicPr>
            <p:blipFill>
              <a:blip r:embed="rId5"/>
              <a:stretch/>
            </p:blipFill>
            <p:spPr>
              <a:xfrm>
                <a:off x="13938840" y="3547080"/>
                <a:ext cx="142560" cy="231120"/>
              </a:xfrm>
              <a:prstGeom prst="rect">
                <a:avLst/>
              </a:prstGeom>
              <a:ln w="0">
                <a:noFill/>
              </a:ln>
            </p:spPr>
          </p:pic>
          <p:sp>
            <p:nvSpPr>
              <p:cNvPr id="139" name="Gelijkbenige driehoek 167"/>
              <p:cNvSpPr/>
              <p:nvPr/>
            </p:nvSpPr>
            <p:spPr>
              <a:xfrm rot="5400000">
                <a:off x="14094360" y="35280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140" name="Groep 168"/>
              <p:cNvGrpSpPr/>
              <p:nvPr/>
            </p:nvGrpSpPr>
            <p:grpSpPr>
              <a:xfrm>
                <a:off x="12822480" y="3157920"/>
                <a:ext cx="181800" cy="163440"/>
                <a:chOff x="12822480" y="3157920"/>
                <a:chExt cx="181800" cy="163440"/>
              </a:xfrm>
            </p:grpSpPr>
            <p:sp>
              <p:nvSpPr>
                <p:cNvPr id="141" name="Rechthoek 173"/>
                <p:cNvSpPr/>
                <p:nvPr/>
              </p:nvSpPr>
              <p:spPr>
                <a:xfrm>
                  <a:off x="12822480" y="31579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142" name="Rechthoek 174"/>
                <p:cNvSpPr/>
                <p:nvPr/>
              </p:nvSpPr>
              <p:spPr>
                <a:xfrm>
                  <a:off x="12936960" y="325404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143" name="Rechthoek 175"/>
                <p:cNvSpPr/>
                <p:nvPr/>
              </p:nvSpPr>
              <p:spPr>
                <a:xfrm>
                  <a:off x="12856320" y="3182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44" name="Groep 169"/>
              <p:cNvGrpSpPr/>
              <p:nvPr/>
            </p:nvGrpSpPr>
            <p:grpSpPr>
              <a:xfrm>
                <a:off x="12822480" y="3459600"/>
                <a:ext cx="181800" cy="163440"/>
                <a:chOff x="12822480" y="3459600"/>
                <a:chExt cx="181800" cy="163440"/>
              </a:xfrm>
            </p:grpSpPr>
            <p:sp>
              <p:nvSpPr>
                <p:cNvPr id="145" name="Rechthoek 170"/>
                <p:cNvSpPr/>
                <p:nvPr/>
              </p:nvSpPr>
              <p:spPr>
                <a:xfrm>
                  <a:off x="12856320" y="348444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46" name="Rechthoek 171"/>
                <p:cNvSpPr/>
                <p:nvPr/>
              </p:nvSpPr>
              <p:spPr>
                <a:xfrm>
                  <a:off x="12822480" y="34596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147" name="Rechthoek 172"/>
                <p:cNvSpPr/>
                <p:nvPr/>
              </p:nvSpPr>
              <p:spPr>
                <a:xfrm>
                  <a:off x="12936960" y="35557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grpSp>
          <p:nvGrpSpPr>
            <p:cNvPr id="148" name="Meer informatie"/>
            <p:cNvGrpSpPr/>
            <p:nvPr/>
          </p:nvGrpSpPr>
          <p:grpSpPr>
            <a:xfrm>
              <a:off x="12396600" y="5806440"/>
              <a:ext cx="3178440" cy="783000"/>
              <a:chOff x="12396600" y="5806440"/>
              <a:chExt cx="3178440" cy="783000"/>
            </a:xfrm>
          </p:grpSpPr>
          <p:sp>
            <p:nvSpPr>
              <p:cNvPr id="149" name="Freeform 101"/>
              <p:cNvSpPr/>
              <p:nvPr/>
            </p:nvSpPr>
            <p:spPr>
              <a:xfrm>
                <a:off x="12396600" y="580644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150" name="Rechthoek 160"/>
              <p:cNvSpPr/>
              <p:nvPr/>
            </p:nvSpPr>
            <p:spPr>
              <a:xfrm>
                <a:off x="12757320" y="587844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151" name="Rechte verbindingslijn 161"/>
              <p:cNvCxnSpPr/>
              <p:nvPr/>
            </p:nvCxnSpPr>
            <p:spPr>
              <a:xfrm>
                <a:off x="12396960" y="6589440"/>
                <a:ext cx="3178440" cy="360"/>
              </a:xfrm>
              <a:prstGeom prst="straightConnector1">
                <a:avLst/>
              </a:prstGeom>
              <a:ln w="3175">
                <a:solidFill>
                  <a:srgbClr val="ea7600"/>
                </a:solidFill>
                <a:round/>
              </a:ln>
            </p:spPr>
          </p:cxnSp>
        </p:grpSp>
        <p:sp>
          <p:nvSpPr>
            <p:cNvPr id="152" name="Rechthoek 66"/>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Afbeelding invoegen/veranderen</a:t>
              </a:r>
              <a:endParaRPr b="0" lang="en-US" sz="1400" spc="-1" strike="noStrike">
                <a:solidFill>
                  <a:srgbClr val="000000"/>
                </a:solidFill>
                <a:latin typeface="Arial"/>
              </a:endParaRPr>
            </a:p>
          </p:txBody>
        </p:sp>
        <p:sp>
          <p:nvSpPr>
            <p:cNvPr id="153" name="Ovaal 68"/>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154" name="Rechte verbindingslijn 69"/>
            <p:cNvCxnSpPr/>
            <p:nvPr/>
          </p:nvCxnSpPr>
          <p:spPr>
            <a:xfrm>
              <a:off x="12396960" y="241560"/>
              <a:ext cx="3178440" cy="360"/>
            </a:xfrm>
            <a:prstGeom prst="straightConnector1">
              <a:avLst/>
            </a:prstGeom>
            <a:ln w="3175">
              <a:solidFill>
                <a:srgbClr val="ea7600"/>
              </a:solidFill>
              <a:round/>
            </a:ln>
          </p:spPr>
        </p:cxnSp>
        <p:cxnSp>
          <p:nvCxnSpPr>
            <p:cNvPr id="155" name="Rechte verbindingslijn 70"/>
            <p:cNvCxnSpPr/>
            <p:nvPr/>
          </p:nvCxnSpPr>
          <p:spPr>
            <a:xfrm>
              <a:off x="12396960" y="1577880"/>
              <a:ext cx="3178440" cy="360"/>
            </a:xfrm>
            <a:prstGeom prst="straightConnector1">
              <a:avLst/>
            </a:prstGeom>
            <a:ln w="3175">
              <a:solidFill>
                <a:srgbClr val="ea7600"/>
              </a:solidFill>
              <a:round/>
            </a:ln>
          </p:spPr>
        </p:cxnSp>
        <p:sp>
          <p:nvSpPr>
            <p:cNvPr id="156" name="Rechthoek 71"/>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afbeelding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afbeelding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cxnSp>
          <p:nvCxnSpPr>
            <p:cNvPr id="157" name="Rechte verbindingslijn 72"/>
            <p:cNvCxnSpPr/>
            <p:nvPr/>
          </p:nvCxnSpPr>
          <p:spPr>
            <a:xfrm>
              <a:off x="12396960" y="5688360"/>
              <a:ext cx="3178440" cy="360"/>
            </a:xfrm>
            <a:prstGeom prst="straightConnector1">
              <a:avLst/>
            </a:prstGeom>
            <a:ln w="3175">
              <a:solidFill>
                <a:srgbClr val="ea7600"/>
              </a:solidFill>
              <a:round/>
            </a:ln>
          </p:spPr>
        </p:cxnSp>
        <p:sp>
          <p:nvSpPr>
            <p:cNvPr id="158" name="Ovaal 74"/>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159" name="Rechthoek 75"/>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afbeelding</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160" name="Groep 76"/>
            <p:cNvGrpSpPr/>
            <p:nvPr/>
          </p:nvGrpSpPr>
          <p:grpSpPr>
            <a:xfrm>
              <a:off x="12757320" y="2184480"/>
              <a:ext cx="825120" cy="209160"/>
              <a:chOff x="12757320" y="2184480"/>
              <a:chExt cx="825120" cy="209160"/>
            </a:xfrm>
          </p:grpSpPr>
          <p:sp>
            <p:nvSpPr>
              <p:cNvPr id="161" name="Rechthoek 156"/>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162" name="Rechte verbindingslijn 157"/>
              <p:cNvCxnSpPr/>
              <p:nvPr/>
            </p:nvCxnSpPr>
            <p:spPr>
              <a:xfrm>
                <a:off x="13407840" y="2216880"/>
                <a:ext cx="360" cy="142920"/>
              </a:xfrm>
              <a:prstGeom prst="straightConnector1">
                <a:avLst/>
              </a:prstGeom>
              <a:ln w="3175">
                <a:solidFill>
                  <a:srgbClr val="44546a"/>
                </a:solidFill>
                <a:round/>
              </a:ln>
            </p:spPr>
          </p:cxnSp>
          <p:sp>
            <p:nvSpPr>
              <p:cNvPr id="163" name="Gelijkbenige driehoek 158"/>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nvGrpSpPr>
            <p:cNvPr id="164" name="Groep 77"/>
            <p:cNvGrpSpPr/>
            <p:nvPr/>
          </p:nvGrpSpPr>
          <p:grpSpPr>
            <a:xfrm>
              <a:off x="12757320" y="1141560"/>
              <a:ext cx="294120" cy="346320"/>
              <a:chOff x="12757320" y="1141560"/>
              <a:chExt cx="294120" cy="346320"/>
            </a:xfrm>
          </p:grpSpPr>
          <p:sp>
            <p:nvSpPr>
              <p:cNvPr id="165" name="Rechthoek 150"/>
              <p:cNvSpPr/>
              <p:nvPr/>
            </p:nvSpPr>
            <p:spPr>
              <a:xfrm>
                <a:off x="12757320" y="1141560"/>
                <a:ext cx="261360" cy="257400"/>
              </a:xfrm>
              <a:prstGeom prst="rect">
                <a:avLst/>
              </a:prstGeom>
              <a:solidFill>
                <a:schemeClr val="bg1"/>
              </a:solidFill>
              <a:ln>
                <a:solidFill>
                  <a:srgbClr val="c0c0c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166" name="Ovaal 151"/>
              <p:cNvSpPr/>
              <p:nvPr/>
            </p:nvSpPr>
            <p:spPr>
              <a:xfrm>
                <a:off x="12916800" y="1174320"/>
                <a:ext cx="72000" cy="72000"/>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67" name="Vrije vorm: vorm 152"/>
              <p:cNvSpPr/>
              <p:nvPr/>
            </p:nvSpPr>
            <p:spPr>
              <a:xfrm rot="2700000">
                <a:off x="12790440" y="1299960"/>
                <a:ext cx="170640" cy="149040"/>
              </a:xfrm>
              <a:custGeom>
                <a:avLst/>
                <a:gdLst>
                  <a:gd name="textAreaLeft" fmla="*/ 0 w 170640"/>
                  <a:gd name="textAreaRight" fmla="*/ 171000 w 170640"/>
                  <a:gd name="textAreaTop" fmla="*/ 0 h 149040"/>
                  <a:gd name="textAreaBottom" fmla="*/ 149400 h 149040"/>
                </a:gdLst>
                <a:ahLst/>
                <a:rect l="textAreaLeft" t="textAreaTop" r="textAreaRight" b="textAreaBottom"/>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68" name="Rechthoek: afgeronde hoeken 153"/>
              <p:cNvSpPr/>
              <p:nvPr/>
            </p:nvSpPr>
            <p:spPr>
              <a:xfrm>
                <a:off x="12893760" y="1287360"/>
                <a:ext cx="157680" cy="118080"/>
              </a:xfrm>
              <a:prstGeom prst="roundRect">
                <a:avLst>
                  <a:gd name="adj" fmla="val 16667"/>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cxnSp>
            <p:nvCxnSpPr>
              <p:cNvPr id="169" name="Rechte verbindingslijn 154"/>
              <p:cNvCxnSpPr/>
              <p:nvPr/>
            </p:nvCxnSpPr>
            <p:spPr>
              <a:xfrm>
                <a:off x="12930480" y="1452960"/>
                <a:ext cx="84960" cy="360"/>
              </a:xfrm>
              <a:prstGeom prst="straightConnector1">
                <a:avLst/>
              </a:prstGeom>
              <a:ln w="19050">
                <a:solidFill>
                  <a:srgbClr val="8aadd0"/>
                </a:solidFill>
              </a:ln>
            </p:spPr>
          </p:cxnSp>
          <p:cxnSp>
            <p:nvCxnSpPr>
              <p:cNvPr id="170" name="Rechte verbindingslijn 155"/>
              <p:cNvCxnSpPr/>
              <p:nvPr/>
            </p:nvCxnSpPr>
            <p:spPr>
              <a:xfrm flipH="1">
                <a:off x="12972240" y="1405800"/>
                <a:ext cx="1080" cy="44640"/>
              </a:xfrm>
              <a:prstGeom prst="straightConnector1">
                <a:avLst/>
              </a:prstGeom>
              <a:ln w="19050">
                <a:solidFill>
                  <a:srgbClr val="8aadd0"/>
                </a:solidFill>
              </a:ln>
            </p:spPr>
          </p:cxnSp>
        </p:grpSp>
        <p:sp>
          <p:nvSpPr>
            <p:cNvPr id="171" name="Ovaal 78"/>
            <p:cNvSpPr/>
            <p:nvPr/>
          </p:nvSpPr>
          <p:spPr>
            <a:xfrm>
              <a:off x="12391560" y="261792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3</a:t>
              </a:r>
              <a:endParaRPr b="0" lang="en-US" sz="1100" spc="-1" strike="noStrike">
                <a:solidFill>
                  <a:srgbClr val="ffffff"/>
                </a:solidFill>
                <a:latin typeface="Arial"/>
              </a:endParaRPr>
            </a:p>
          </p:txBody>
        </p:sp>
        <p:sp>
          <p:nvSpPr>
            <p:cNvPr id="172" name="Rechthoek 79"/>
            <p:cNvSpPr/>
            <p:nvPr/>
          </p:nvSpPr>
          <p:spPr>
            <a:xfrm>
              <a:off x="12757320" y="2684160"/>
              <a:ext cx="2817720" cy="316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Klik met de rechter muisknop op de afbeelding en kies </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173" name="Rechte verbindingslijn 81"/>
            <p:cNvCxnSpPr/>
            <p:nvPr/>
          </p:nvCxnSpPr>
          <p:spPr>
            <a:xfrm>
              <a:off x="12396960" y="2499480"/>
              <a:ext cx="3178440" cy="360"/>
            </a:xfrm>
            <a:prstGeom prst="straightConnector1">
              <a:avLst/>
            </a:prstGeom>
            <a:ln w="3175">
              <a:solidFill>
                <a:srgbClr val="ea7600"/>
              </a:solidFill>
              <a:round/>
            </a:ln>
          </p:spPr>
        </p:cxnSp>
        <p:grpSp>
          <p:nvGrpSpPr>
            <p:cNvPr id="174" name="Groep 82"/>
            <p:cNvGrpSpPr/>
            <p:nvPr/>
          </p:nvGrpSpPr>
          <p:grpSpPr>
            <a:xfrm>
              <a:off x="12757320" y="4966920"/>
              <a:ext cx="1499040" cy="580680"/>
              <a:chOff x="12757320" y="4966920"/>
              <a:chExt cx="1499040" cy="580680"/>
            </a:xfrm>
          </p:grpSpPr>
          <p:sp>
            <p:nvSpPr>
              <p:cNvPr id="175" name="Rechthoek 136"/>
              <p:cNvSpPr/>
              <p:nvPr/>
            </p:nvSpPr>
            <p:spPr>
              <a:xfrm>
                <a:off x="12757320" y="496692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176" name="Rechthoek 137"/>
              <p:cNvSpPr/>
              <p:nvPr/>
            </p:nvSpPr>
            <p:spPr>
              <a:xfrm>
                <a:off x="12762000" y="499284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700" spc="-1" strike="noStrike">
                  <a:solidFill>
                    <a:schemeClr val="dk1"/>
                  </a:solidFill>
                  <a:latin typeface="Calibri"/>
                </a:endParaRPr>
              </a:p>
            </p:txBody>
          </p:sp>
          <p:sp>
            <p:nvSpPr>
              <p:cNvPr id="177" name="Tekstvak 138"/>
              <p:cNvSpPr/>
              <p:nvPr/>
            </p:nvSpPr>
            <p:spPr>
              <a:xfrm>
                <a:off x="12997800" y="501984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178" name="Tekstvak 139"/>
              <p:cNvSpPr/>
              <p:nvPr/>
            </p:nvSpPr>
            <p:spPr>
              <a:xfrm>
                <a:off x="12984120" y="532728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179" name="Picture 3" descr=""/>
              <p:cNvPicPr/>
              <p:nvPr/>
            </p:nvPicPr>
            <p:blipFill>
              <a:blip r:embed="rId6"/>
              <a:stretch/>
            </p:blipFill>
            <p:spPr>
              <a:xfrm>
                <a:off x="13938840" y="5090040"/>
                <a:ext cx="142560" cy="231120"/>
              </a:xfrm>
              <a:prstGeom prst="rect">
                <a:avLst/>
              </a:prstGeom>
              <a:ln w="0">
                <a:noFill/>
              </a:ln>
            </p:spPr>
          </p:pic>
          <p:sp>
            <p:nvSpPr>
              <p:cNvPr id="180" name="Gelijkbenige driehoek 141"/>
              <p:cNvSpPr/>
              <p:nvPr/>
            </p:nvSpPr>
            <p:spPr>
              <a:xfrm rot="5400000">
                <a:off x="14094360" y="50904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181" name="Groep 142"/>
              <p:cNvGrpSpPr/>
              <p:nvPr/>
            </p:nvGrpSpPr>
            <p:grpSpPr>
              <a:xfrm>
                <a:off x="12822480" y="5024880"/>
                <a:ext cx="181800" cy="163440"/>
                <a:chOff x="12822480" y="5024880"/>
                <a:chExt cx="181800" cy="163440"/>
              </a:xfrm>
            </p:grpSpPr>
            <p:sp>
              <p:nvSpPr>
                <p:cNvPr id="182" name="Rechthoek 147"/>
                <p:cNvSpPr/>
                <p:nvPr/>
              </p:nvSpPr>
              <p:spPr>
                <a:xfrm>
                  <a:off x="12822480" y="50248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183" name="Rechthoek 148"/>
                <p:cNvSpPr/>
                <p:nvPr/>
              </p:nvSpPr>
              <p:spPr>
                <a:xfrm>
                  <a:off x="12936960" y="51210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184" name="Rechthoek 149"/>
                <p:cNvSpPr/>
                <p:nvPr/>
              </p:nvSpPr>
              <p:spPr>
                <a:xfrm>
                  <a:off x="12856320" y="504936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85" name="Groep 143"/>
              <p:cNvGrpSpPr/>
              <p:nvPr/>
            </p:nvGrpSpPr>
            <p:grpSpPr>
              <a:xfrm>
                <a:off x="12822480" y="5326560"/>
                <a:ext cx="181800" cy="163440"/>
                <a:chOff x="12822480" y="5326560"/>
                <a:chExt cx="181800" cy="163440"/>
              </a:xfrm>
            </p:grpSpPr>
            <p:sp>
              <p:nvSpPr>
                <p:cNvPr id="186" name="Rechthoek 144"/>
                <p:cNvSpPr/>
                <p:nvPr/>
              </p:nvSpPr>
              <p:spPr>
                <a:xfrm>
                  <a:off x="12856320" y="5351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87" name="Rechthoek 145"/>
                <p:cNvSpPr/>
                <p:nvPr/>
              </p:nvSpPr>
              <p:spPr>
                <a:xfrm>
                  <a:off x="12822480" y="532656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188" name="Rechthoek 146"/>
                <p:cNvSpPr/>
                <p:nvPr/>
              </p:nvSpPr>
              <p:spPr>
                <a:xfrm>
                  <a:off x="12936960" y="54226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sp>
          <p:nvSpPr>
            <p:cNvPr id="189" name="Ovaal 83"/>
            <p:cNvSpPr/>
            <p:nvPr/>
          </p:nvSpPr>
          <p:spPr>
            <a:xfrm>
              <a:off x="12391560" y="40276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4</a:t>
              </a:r>
              <a:endParaRPr b="0" lang="en-US" sz="1100" spc="-1" strike="noStrike">
                <a:solidFill>
                  <a:srgbClr val="ffffff"/>
                </a:solidFill>
                <a:latin typeface="Arial"/>
              </a:endParaRPr>
            </a:p>
          </p:txBody>
        </p:sp>
        <p:sp>
          <p:nvSpPr>
            <p:cNvPr id="190" name="Rechthoek 84"/>
            <p:cNvSpPr/>
            <p:nvPr/>
          </p:nvSpPr>
          <p:spPr>
            <a:xfrm>
              <a:off x="12757320" y="4093560"/>
              <a:ext cx="2817720" cy="62820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Staat het invoegvenster achter de oranje lijn? Klik dan op de rechtermuisknop en kies </a:t>
              </a:r>
              <a:br>
                <a:rPr sz="1100"/>
              </a:br>
              <a:r>
                <a:rPr b="0" lang="nl-NL" sz="1100" spc="-1" strike="noStrike">
                  <a:solidFill>
                    <a:srgbClr val="000000"/>
                  </a:solidFill>
                  <a:latin typeface="Calibri"/>
                </a:rPr>
                <a:t>‘</a:t>
              </a:r>
              <a:r>
                <a:rPr b="1" lang="nl-NL" sz="1100" spc="-1" strike="noStrike">
                  <a:solidFill>
                    <a:srgbClr val="000000"/>
                  </a:solidFill>
                  <a:latin typeface="Calibri"/>
                </a:rPr>
                <a:t>naar voorgrond</a:t>
              </a:r>
              <a:r>
                <a:rPr b="0" lang="nl-NL" sz="1100" spc="-1" strike="noStrike">
                  <a:solidFill>
                    <a:srgbClr val="000000"/>
                  </a:solidFill>
                  <a:latin typeface="Calibri"/>
                </a:rPr>
                <a:t>’ om deze naar voren </a:t>
              </a:r>
              <a:br>
                <a:rPr sz="1100"/>
              </a:br>
              <a:r>
                <a:rPr b="0" lang="nl-NL" sz="1100" spc="-1" strike="noStrike">
                  <a:solidFill>
                    <a:srgbClr val="000000"/>
                  </a:solidFill>
                  <a:latin typeface="Calibri"/>
                </a:rPr>
                <a:t>te halen. Klik na het invoegen op </a:t>
              </a:r>
              <a:br>
                <a:rPr sz="1100"/>
              </a:br>
              <a:r>
                <a:rPr b="0" lang="nl-NL" sz="1100" spc="-1" strike="noStrike">
                  <a:solidFill>
                    <a:srgbClr val="000000"/>
                  </a:solidFill>
                  <a:latin typeface="Calibri"/>
                </a:rPr>
                <a:t>‘</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191" name="Rechte verbindingslijn 134"/>
            <p:cNvCxnSpPr/>
            <p:nvPr/>
          </p:nvCxnSpPr>
          <p:spPr>
            <a:xfrm>
              <a:off x="12396960" y="3909240"/>
              <a:ext cx="3178440" cy="360"/>
            </a:xfrm>
            <a:prstGeom prst="straightConnector1">
              <a:avLst/>
            </a:prstGeom>
            <a:ln w="3175">
              <a:solidFill>
                <a:srgbClr val="ea7600"/>
              </a:solidFill>
              <a:round/>
            </a:ln>
          </p:spPr>
        </p:cxnSp>
      </p:grpSp>
      <p:sp>
        <p:nvSpPr>
          <p:cNvPr id="192" name="PlaceHolder 4"/>
          <p:cNvSpPr>
            <a:spLocks noGrp="1"/>
          </p:cNvSpPr>
          <p:nvPr>
            <p:ph type="body"/>
          </p:nvPr>
        </p:nvSpPr>
        <p:spPr>
          <a:xfrm>
            <a:off x="10692000" y="5852160"/>
            <a:ext cx="991440" cy="486360"/>
          </a:xfrm>
          <a:prstGeom prst="rect">
            <a:avLst/>
          </a:prstGeom>
          <a:blipFill rotWithShape="0">
            <a:blip r:embed="rId7"/>
            <a:stretch>
              <a:fillRect l="1579" t="-37" r="1579" b="-37"/>
            </a:stretch>
          </a:blipFill>
          <a:ln w="0">
            <a:noFill/>
          </a:ln>
        </p:spPr>
        <p:txBody>
          <a:bodyPr lIns="0" rIns="0" tIns="0" bIns="0" anchor="t">
            <a:noAutofit/>
          </a:bodyPr>
          <a:p>
            <a:pPr indent="0" algn="ctr" defTabSz="914400">
              <a:lnSpc>
                <a:spcPct val="80000"/>
              </a:lnSpc>
              <a:spcBef>
                <a:spcPts val="601"/>
              </a:spcBef>
              <a:spcAft>
                <a:spcPts val="601"/>
              </a:spcAft>
              <a:buNone/>
              <a:tabLst>
                <a:tab algn="l" pos="0"/>
              </a:tabLst>
            </a:pPr>
            <a:r>
              <a:rPr b="0" lang="nl-NL" sz="1600" spc="-1" strike="noStrike">
                <a:solidFill>
                  <a:schemeClr val="dk1"/>
                </a:solidFill>
                <a:latin typeface="Calibri"/>
              </a:rPr>
              <a:t>  </a:t>
            </a:r>
            <a:endParaRPr b="0" lang="nl-NL" sz="1600" spc="-1" strike="noStrike">
              <a:solidFill>
                <a:schemeClr val="dk1"/>
              </a:solidFill>
              <a:latin typeface="Calibri"/>
            </a:endParaRPr>
          </a:p>
        </p:txBody>
      </p:sp>
      <p:sp>
        <p:nvSpPr>
          <p:cNvPr id="193" name="PlaceHolder 5"/>
          <p:cNvSpPr>
            <a:spLocks noGrp="1"/>
          </p:cNvSpPr>
          <p:nvPr>
            <p:ph type="sldNum" idx="6"/>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4EC5C645-3AAD-45D7-8B46-30CAE54E44AF}"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8"/>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4"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195" name="GRID"/>
          <p:cNvGrpSpPr/>
          <p:nvPr/>
        </p:nvGrpSpPr>
        <p:grpSpPr>
          <a:xfrm>
            <a:off x="0" y="0"/>
            <a:ext cx="12191760" cy="6857640"/>
            <a:chOff x="0" y="0"/>
            <a:chExt cx="12191760" cy="6857640"/>
          </a:xfrm>
        </p:grpSpPr>
        <p:sp>
          <p:nvSpPr>
            <p:cNvPr id="196"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97"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98"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99"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00"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01"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02"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03"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04"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05"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06"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207" name="KADER"/>
          <p:cNvGrpSpPr/>
          <p:nvPr/>
        </p:nvGrpSpPr>
        <p:grpSpPr>
          <a:xfrm>
            <a:off x="-355680" y="-212040"/>
            <a:ext cx="12894120" cy="7257240"/>
            <a:chOff x="-355680" y="-212040"/>
            <a:chExt cx="12894120" cy="7257240"/>
          </a:xfrm>
        </p:grpSpPr>
        <p:sp>
          <p:nvSpPr>
            <p:cNvPr id="208"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209"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210"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211"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212" name="logoboven" descr=""/>
          <p:cNvPicPr/>
          <p:nvPr/>
        </p:nvPicPr>
        <p:blipFill>
          <a:blip r:embed="rId4"/>
          <a:stretch/>
        </p:blipFill>
        <p:spPr>
          <a:xfrm>
            <a:off x="5615280" y="-1395360"/>
            <a:ext cx="952200" cy="482040"/>
          </a:xfrm>
          <a:prstGeom prst="rect">
            <a:avLst/>
          </a:prstGeom>
          <a:ln w="0">
            <a:noFill/>
          </a:ln>
        </p:spPr>
      </p:pic>
      <p:sp>
        <p:nvSpPr>
          <p:cNvPr id="213" name="Cover logo"/>
          <p:cNvSpPr/>
          <p:nvPr/>
        </p:nvSpPr>
        <p:spPr>
          <a:xfrm>
            <a:off x="10325160" y="5688360"/>
            <a:ext cx="1866600" cy="1169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14" name="PlaceHolder 1"/>
          <p:cNvSpPr>
            <a:spLocks noGrp="1"/>
          </p:cNvSpPr>
          <p:nvPr>
            <p:ph type="dt" idx="7"/>
          </p:nvPr>
        </p:nvSpPr>
        <p:spPr>
          <a:xfrm>
            <a:off x="7645680" y="70041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215" name="PlaceHolder 2"/>
          <p:cNvSpPr>
            <a:spLocks noGrp="1"/>
          </p:cNvSpPr>
          <p:nvPr>
            <p:ph type="ftr" idx="8"/>
          </p:nvPr>
        </p:nvSpPr>
        <p:spPr>
          <a:xfrm>
            <a:off x="927000" y="70041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216" name="PlaceHolder 3"/>
          <p:cNvSpPr>
            <a:spLocks noGrp="1"/>
          </p:cNvSpPr>
          <p:nvPr>
            <p:ph type="body"/>
          </p:nvPr>
        </p:nvSpPr>
        <p:spPr>
          <a:xfrm>
            <a:off x="259200" y="261360"/>
            <a:ext cx="11669760" cy="6343200"/>
          </a:xfrm>
          <a:prstGeom prst="rect">
            <a:avLst/>
          </a:prstGeom>
          <a:solidFill>
            <a:schemeClr val="lt1">
              <a:lumMod val="85000"/>
            </a:schemeClr>
          </a:solidFill>
          <a:ln w="0">
            <a:noFill/>
          </a:ln>
        </p:spPr>
        <p:txBody>
          <a:bodyPr lIns="6480000" rIns="90000" tIns="0" bIns="45000" anchor="ctr">
            <a:noAutofit/>
          </a:bodyPr>
          <a:p>
            <a:pPr indent="0" defTabSz="914400">
              <a:lnSpc>
                <a:spcPct val="100000"/>
              </a:lnSpc>
              <a:buNone/>
              <a:tabLst>
                <a:tab algn="l" pos="0"/>
              </a:tabLst>
            </a:pPr>
            <a:r>
              <a:rPr b="1" lang="nl-NL" sz="1050" spc="-1" strike="noStrike">
                <a:solidFill>
                  <a:schemeClr val="dk1"/>
                </a:solidFill>
                <a:latin typeface="Calibri"/>
              </a:rPr>
              <a:t>Klik op het pictogram hiernaast</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grpSp>
        <p:nvGrpSpPr>
          <p:cNvPr id="217" name="GRID"/>
          <p:cNvGrpSpPr/>
          <p:nvPr/>
        </p:nvGrpSpPr>
        <p:grpSpPr>
          <a:xfrm>
            <a:off x="0" y="0"/>
            <a:ext cx="12191760" cy="6857640"/>
            <a:chOff x="0" y="0"/>
            <a:chExt cx="12191760" cy="6857640"/>
          </a:xfrm>
        </p:grpSpPr>
        <p:sp>
          <p:nvSpPr>
            <p:cNvPr id="218" name="Rechthoek 1"/>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19" name="Rechthoek 87"/>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20" name="Rechthoek 88"/>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21" name="Rechthoek 89"/>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22" name="Rechthoek 90"/>
            <p:cNvSpPr/>
            <p:nvPr/>
          </p:nvSpPr>
          <p:spPr>
            <a:xfrm>
              <a:off x="0" y="55476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23" name="Rechthoek 91"/>
            <p:cNvSpPr/>
            <p:nvPr/>
          </p:nvSpPr>
          <p:spPr>
            <a:xfrm>
              <a:off x="54864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24" name="Rechthoek 92"/>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25" name="Rechthoek 93"/>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26" name="Rechthoek 85"/>
            <p:cNvSpPr/>
            <p:nvPr/>
          </p:nvSpPr>
          <p:spPr>
            <a:xfrm>
              <a:off x="0" y="607428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227" name="Tekstvak 6"/>
          <p:cNvSpPr/>
          <p:nvPr/>
        </p:nvSpPr>
        <p:spPr>
          <a:xfrm>
            <a:off x="4745880" y="-885600"/>
            <a:ext cx="269964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CITAAT - ZWART (FOTO 100%)</a:t>
            </a:r>
            <a:endParaRPr b="0" lang="en-US" sz="1200" spc="-1" strike="noStrike">
              <a:solidFill>
                <a:srgbClr val="000000"/>
              </a:solidFill>
              <a:latin typeface="Arial"/>
            </a:endParaRPr>
          </a:p>
        </p:txBody>
      </p:sp>
      <p:grpSp>
        <p:nvGrpSpPr>
          <p:cNvPr id="228" name="Instructies"/>
          <p:cNvGrpSpPr/>
          <p:nvPr/>
        </p:nvGrpSpPr>
        <p:grpSpPr>
          <a:xfrm>
            <a:off x="12391560" y="0"/>
            <a:ext cx="3183480" cy="6589440"/>
            <a:chOff x="12391560" y="0"/>
            <a:chExt cx="3183480" cy="6589440"/>
          </a:xfrm>
        </p:grpSpPr>
        <p:grpSp>
          <p:nvGrpSpPr>
            <p:cNvPr id="229" name="Groep 60"/>
            <p:cNvGrpSpPr/>
            <p:nvPr/>
          </p:nvGrpSpPr>
          <p:grpSpPr>
            <a:xfrm>
              <a:off x="12757320" y="3099960"/>
              <a:ext cx="1499040" cy="678240"/>
              <a:chOff x="12757320" y="3099960"/>
              <a:chExt cx="1499040" cy="678240"/>
            </a:xfrm>
          </p:grpSpPr>
          <p:sp>
            <p:nvSpPr>
              <p:cNvPr id="230" name="Rechthoek 162"/>
              <p:cNvSpPr/>
              <p:nvPr/>
            </p:nvSpPr>
            <p:spPr>
              <a:xfrm>
                <a:off x="12757320" y="309996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231" name="Rechthoek 163"/>
              <p:cNvSpPr/>
              <p:nvPr/>
            </p:nvSpPr>
            <p:spPr>
              <a:xfrm>
                <a:off x="12762000" y="341136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232" name="Tekstvak 164"/>
              <p:cNvSpPr/>
              <p:nvPr/>
            </p:nvSpPr>
            <p:spPr>
              <a:xfrm>
                <a:off x="12997800" y="313920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233" name="Tekstvak 165"/>
              <p:cNvSpPr/>
              <p:nvPr/>
            </p:nvSpPr>
            <p:spPr>
              <a:xfrm>
                <a:off x="12984120" y="346032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234" name="Picture 3" descr=""/>
              <p:cNvPicPr/>
              <p:nvPr/>
            </p:nvPicPr>
            <p:blipFill>
              <a:blip r:embed="rId5"/>
              <a:stretch/>
            </p:blipFill>
            <p:spPr>
              <a:xfrm>
                <a:off x="13938840" y="3547080"/>
                <a:ext cx="142560" cy="231120"/>
              </a:xfrm>
              <a:prstGeom prst="rect">
                <a:avLst/>
              </a:prstGeom>
              <a:ln w="0">
                <a:noFill/>
              </a:ln>
            </p:spPr>
          </p:pic>
          <p:sp>
            <p:nvSpPr>
              <p:cNvPr id="235" name="Gelijkbenige driehoek 167"/>
              <p:cNvSpPr/>
              <p:nvPr/>
            </p:nvSpPr>
            <p:spPr>
              <a:xfrm rot="5400000">
                <a:off x="14094360" y="35280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236" name="Groep 168"/>
              <p:cNvGrpSpPr/>
              <p:nvPr/>
            </p:nvGrpSpPr>
            <p:grpSpPr>
              <a:xfrm>
                <a:off x="12822480" y="3157920"/>
                <a:ext cx="181800" cy="163440"/>
                <a:chOff x="12822480" y="3157920"/>
                <a:chExt cx="181800" cy="163440"/>
              </a:xfrm>
            </p:grpSpPr>
            <p:sp>
              <p:nvSpPr>
                <p:cNvPr id="237" name="Rechthoek 173"/>
                <p:cNvSpPr/>
                <p:nvPr/>
              </p:nvSpPr>
              <p:spPr>
                <a:xfrm>
                  <a:off x="12822480" y="31579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238" name="Rechthoek 174"/>
                <p:cNvSpPr/>
                <p:nvPr/>
              </p:nvSpPr>
              <p:spPr>
                <a:xfrm>
                  <a:off x="12936960" y="325404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239" name="Rechthoek 175"/>
                <p:cNvSpPr/>
                <p:nvPr/>
              </p:nvSpPr>
              <p:spPr>
                <a:xfrm>
                  <a:off x="12856320" y="3182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240" name="Groep 169"/>
              <p:cNvGrpSpPr/>
              <p:nvPr/>
            </p:nvGrpSpPr>
            <p:grpSpPr>
              <a:xfrm>
                <a:off x="12822480" y="3459600"/>
                <a:ext cx="181800" cy="163440"/>
                <a:chOff x="12822480" y="3459600"/>
                <a:chExt cx="181800" cy="163440"/>
              </a:xfrm>
            </p:grpSpPr>
            <p:sp>
              <p:nvSpPr>
                <p:cNvPr id="241" name="Rechthoek 170"/>
                <p:cNvSpPr/>
                <p:nvPr/>
              </p:nvSpPr>
              <p:spPr>
                <a:xfrm>
                  <a:off x="12856320" y="348444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42" name="Rechthoek 171"/>
                <p:cNvSpPr/>
                <p:nvPr/>
              </p:nvSpPr>
              <p:spPr>
                <a:xfrm>
                  <a:off x="12822480" y="34596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243" name="Rechthoek 172"/>
                <p:cNvSpPr/>
                <p:nvPr/>
              </p:nvSpPr>
              <p:spPr>
                <a:xfrm>
                  <a:off x="12936960" y="35557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grpSp>
          <p:nvGrpSpPr>
            <p:cNvPr id="244" name="Meer informatie"/>
            <p:cNvGrpSpPr/>
            <p:nvPr/>
          </p:nvGrpSpPr>
          <p:grpSpPr>
            <a:xfrm>
              <a:off x="12396600" y="5806440"/>
              <a:ext cx="3178440" cy="783000"/>
              <a:chOff x="12396600" y="5806440"/>
              <a:chExt cx="3178440" cy="783000"/>
            </a:xfrm>
          </p:grpSpPr>
          <p:sp>
            <p:nvSpPr>
              <p:cNvPr id="245" name="Freeform 101"/>
              <p:cNvSpPr/>
              <p:nvPr/>
            </p:nvSpPr>
            <p:spPr>
              <a:xfrm>
                <a:off x="12396600" y="580644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246" name="Rechthoek 160"/>
              <p:cNvSpPr/>
              <p:nvPr/>
            </p:nvSpPr>
            <p:spPr>
              <a:xfrm>
                <a:off x="12757320" y="587844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247" name="Rechte verbindingslijn 161"/>
              <p:cNvCxnSpPr/>
              <p:nvPr/>
            </p:nvCxnSpPr>
            <p:spPr>
              <a:xfrm>
                <a:off x="12396960" y="6589440"/>
                <a:ext cx="3178440" cy="360"/>
              </a:xfrm>
              <a:prstGeom prst="straightConnector1">
                <a:avLst/>
              </a:prstGeom>
              <a:ln w="3175">
                <a:solidFill>
                  <a:srgbClr val="ea7600"/>
                </a:solidFill>
                <a:round/>
              </a:ln>
            </p:spPr>
          </p:cxnSp>
        </p:grpSp>
        <p:sp>
          <p:nvSpPr>
            <p:cNvPr id="248" name="Rechthoek 66"/>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Afbeelding invoegen/veranderen</a:t>
              </a:r>
              <a:endParaRPr b="0" lang="en-US" sz="1400" spc="-1" strike="noStrike">
                <a:solidFill>
                  <a:srgbClr val="000000"/>
                </a:solidFill>
                <a:latin typeface="Arial"/>
              </a:endParaRPr>
            </a:p>
          </p:txBody>
        </p:sp>
        <p:sp>
          <p:nvSpPr>
            <p:cNvPr id="249" name="Ovaal 68"/>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250" name="Rechte verbindingslijn 69"/>
            <p:cNvCxnSpPr/>
            <p:nvPr/>
          </p:nvCxnSpPr>
          <p:spPr>
            <a:xfrm>
              <a:off x="12396960" y="241560"/>
              <a:ext cx="3178440" cy="360"/>
            </a:xfrm>
            <a:prstGeom prst="straightConnector1">
              <a:avLst/>
            </a:prstGeom>
            <a:ln w="3175">
              <a:solidFill>
                <a:srgbClr val="ea7600"/>
              </a:solidFill>
              <a:round/>
            </a:ln>
          </p:spPr>
        </p:cxnSp>
        <p:cxnSp>
          <p:nvCxnSpPr>
            <p:cNvPr id="251" name="Rechte verbindingslijn 70"/>
            <p:cNvCxnSpPr/>
            <p:nvPr/>
          </p:nvCxnSpPr>
          <p:spPr>
            <a:xfrm>
              <a:off x="12396960" y="1577880"/>
              <a:ext cx="3178440" cy="360"/>
            </a:xfrm>
            <a:prstGeom prst="straightConnector1">
              <a:avLst/>
            </a:prstGeom>
            <a:ln w="3175">
              <a:solidFill>
                <a:srgbClr val="ea7600"/>
              </a:solidFill>
              <a:round/>
            </a:ln>
          </p:spPr>
        </p:cxnSp>
        <p:sp>
          <p:nvSpPr>
            <p:cNvPr id="252" name="Rechthoek 71"/>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afbeelding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afbeelding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cxnSp>
          <p:nvCxnSpPr>
            <p:cNvPr id="253" name="Rechte verbindingslijn 72"/>
            <p:cNvCxnSpPr/>
            <p:nvPr/>
          </p:nvCxnSpPr>
          <p:spPr>
            <a:xfrm>
              <a:off x="12396960" y="5688360"/>
              <a:ext cx="3178440" cy="360"/>
            </a:xfrm>
            <a:prstGeom prst="straightConnector1">
              <a:avLst/>
            </a:prstGeom>
            <a:ln w="3175">
              <a:solidFill>
                <a:srgbClr val="ea7600"/>
              </a:solidFill>
              <a:round/>
            </a:ln>
          </p:spPr>
        </p:cxnSp>
        <p:sp>
          <p:nvSpPr>
            <p:cNvPr id="254" name="Ovaal 74"/>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255" name="Rechthoek 75"/>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afbeelding</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256" name="Groep 76"/>
            <p:cNvGrpSpPr/>
            <p:nvPr/>
          </p:nvGrpSpPr>
          <p:grpSpPr>
            <a:xfrm>
              <a:off x="12757320" y="2184480"/>
              <a:ext cx="825120" cy="209160"/>
              <a:chOff x="12757320" y="2184480"/>
              <a:chExt cx="825120" cy="209160"/>
            </a:xfrm>
          </p:grpSpPr>
          <p:sp>
            <p:nvSpPr>
              <p:cNvPr id="257" name="Rechthoek 156"/>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258" name="Rechte verbindingslijn 157"/>
              <p:cNvCxnSpPr/>
              <p:nvPr/>
            </p:nvCxnSpPr>
            <p:spPr>
              <a:xfrm>
                <a:off x="13407840" y="2216880"/>
                <a:ext cx="360" cy="142920"/>
              </a:xfrm>
              <a:prstGeom prst="straightConnector1">
                <a:avLst/>
              </a:prstGeom>
              <a:ln w="3175">
                <a:solidFill>
                  <a:srgbClr val="44546a"/>
                </a:solidFill>
                <a:round/>
              </a:ln>
            </p:spPr>
          </p:cxnSp>
          <p:sp>
            <p:nvSpPr>
              <p:cNvPr id="259" name="Gelijkbenige driehoek 158"/>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nvGrpSpPr>
            <p:cNvPr id="260" name="Groep 77"/>
            <p:cNvGrpSpPr/>
            <p:nvPr/>
          </p:nvGrpSpPr>
          <p:grpSpPr>
            <a:xfrm>
              <a:off x="12757320" y="1141560"/>
              <a:ext cx="294120" cy="346320"/>
              <a:chOff x="12757320" y="1141560"/>
              <a:chExt cx="294120" cy="346320"/>
            </a:xfrm>
          </p:grpSpPr>
          <p:sp>
            <p:nvSpPr>
              <p:cNvPr id="261" name="Rechthoek 150"/>
              <p:cNvSpPr/>
              <p:nvPr/>
            </p:nvSpPr>
            <p:spPr>
              <a:xfrm>
                <a:off x="12757320" y="1141560"/>
                <a:ext cx="261360" cy="257400"/>
              </a:xfrm>
              <a:prstGeom prst="rect">
                <a:avLst/>
              </a:prstGeom>
              <a:solidFill>
                <a:schemeClr val="bg1"/>
              </a:solidFill>
              <a:ln>
                <a:solidFill>
                  <a:srgbClr val="c0c0c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262" name="Ovaal 151"/>
              <p:cNvSpPr/>
              <p:nvPr/>
            </p:nvSpPr>
            <p:spPr>
              <a:xfrm>
                <a:off x="12916800" y="1174320"/>
                <a:ext cx="72000" cy="72000"/>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263" name="Vrije vorm: vorm 152"/>
              <p:cNvSpPr/>
              <p:nvPr/>
            </p:nvSpPr>
            <p:spPr>
              <a:xfrm rot="2700000">
                <a:off x="12790440" y="1299960"/>
                <a:ext cx="170640" cy="149040"/>
              </a:xfrm>
              <a:custGeom>
                <a:avLst/>
                <a:gdLst>
                  <a:gd name="textAreaLeft" fmla="*/ 0 w 170640"/>
                  <a:gd name="textAreaRight" fmla="*/ 171000 w 170640"/>
                  <a:gd name="textAreaTop" fmla="*/ 0 h 149040"/>
                  <a:gd name="textAreaBottom" fmla="*/ 149400 h 149040"/>
                </a:gdLst>
                <a:ahLst/>
                <a:rect l="textAreaLeft" t="textAreaTop" r="textAreaRight" b="textAreaBottom"/>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264" name="Rechthoek: afgeronde hoeken 153"/>
              <p:cNvSpPr/>
              <p:nvPr/>
            </p:nvSpPr>
            <p:spPr>
              <a:xfrm>
                <a:off x="12893760" y="1287360"/>
                <a:ext cx="157680" cy="118080"/>
              </a:xfrm>
              <a:prstGeom prst="roundRect">
                <a:avLst>
                  <a:gd name="adj" fmla="val 16667"/>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cxnSp>
            <p:nvCxnSpPr>
              <p:cNvPr id="265" name="Rechte verbindingslijn 154"/>
              <p:cNvCxnSpPr/>
              <p:nvPr/>
            </p:nvCxnSpPr>
            <p:spPr>
              <a:xfrm>
                <a:off x="12930480" y="1452960"/>
                <a:ext cx="84960" cy="360"/>
              </a:xfrm>
              <a:prstGeom prst="straightConnector1">
                <a:avLst/>
              </a:prstGeom>
              <a:ln w="19050">
                <a:solidFill>
                  <a:srgbClr val="8aadd0"/>
                </a:solidFill>
              </a:ln>
            </p:spPr>
          </p:cxnSp>
          <p:cxnSp>
            <p:nvCxnSpPr>
              <p:cNvPr id="266" name="Rechte verbindingslijn 155"/>
              <p:cNvCxnSpPr/>
              <p:nvPr/>
            </p:nvCxnSpPr>
            <p:spPr>
              <a:xfrm flipH="1">
                <a:off x="12972240" y="1405800"/>
                <a:ext cx="1080" cy="44640"/>
              </a:xfrm>
              <a:prstGeom prst="straightConnector1">
                <a:avLst/>
              </a:prstGeom>
              <a:ln w="19050">
                <a:solidFill>
                  <a:srgbClr val="8aadd0"/>
                </a:solidFill>
              </a:ln>
            </p:spPr>
          </p:cxnSp>
        </p:grpSp>
        <p:sp>
          <p:nvSpPr>
            <p:cNvPr id="267" name="Ovaal 78"/>
            <p:cNvSpPr/>
            <p:nvPr/>
          </p:nvSpPr>
          <p:spPr>
            <a:xfrm>
              <a:off x="12391560" y="261792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3</a:t>
              </a:r>
              <a:endParaRPr b="0" lang="en-US" sz="1100" spc="-1" strike="noStrike">
                <a:solidFill>
                  <a:srgbClr val="ffffff"/>
                </a:solidFill>
                <a:latin typeface="Arial"/>
              </a:endParaRPr>
            </a:p>
          </p:txBody>
        </p:sp>
        <p:sp>
          <p:nvSpPr>
            <p:cNvPr id="268" name="Rechthoek 79"/>
            <p:cNvSpPr/>
            <p:nvPr/>
          </p:nvSpPr>
          <p:spPr>
            <a:xfrm>
              <a:off x="12757320" y="2684160"/>
              <a:ext cx="2817720" cy="316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Klik met de rechter muisknop op de afbeelding en kies </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269" name="Rechte verbindingslijn 81"/>
            <p:cNvCxnSpPr/>
            <p:nvPr/>
          </p:nvCxnSpPr>
          <p:spPr>
            <a:xfrm>
              <a:off x="12396960" y="2499480"/>
              <a:ext cx="3178440" cy="360"/>
            </a:xfrm>
            <a:prstGeom prst="straightConnector1">
              <a:avLst/>
            </a:prstGeom>
            <a:ln w="3175">
              <a:solidFill>
                <a:srgbClr val="ea7600"/>
              </a:solidFill>
              <a:round/>
            </a:ln>
          </p:spPr>
        </p:cxnSp>
        <p:grpSp>
          <p:nvGrpSpPr>
            <p:cNvPr id="270" name="Groep 82"/>
            <p:cNvGrpSpPr/>
            <p:nvPr/>
          </p:nvGrpSpPr>
          <p:grpSpPr>
            <a:xfrm>
              <a:off x="12757320" y="4966920"/>
              <a:ext cx="1499040" cy="580680"/>
              <a:chOff x="12757320" y="4966920"/>
              <a:chExt cx="1499040" cy="580680"/>
            </a:xfrm>
          </p:grpSpPr>
          <p:sp>
            <p:nvSpPr>
              <p:cNvPr id="271" name="Rechthoek 136"/>
              <p:cNvSpPr/>
              <p:nvPr/>
            </p:nvSpPr>
            <p:spPr>
              <a:xfrm>
                <a:off x="12757320" y="496692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272" name="Rechthoek 137"/>
              <p:cNvSpPr/>
              <p:nvPr/>
            </p:nvSpPr>
            <p:spPr>
              <a:xfrm>
                <a:off x="12762000" y="499284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700" spc="-1" strike="noStrike">
                  <a:solidFill>
                    <a:schemeClr val="dk1"/>
                  </a:solidFill>
                  <a:latin typeface="Calibri"/>
                </a:endParaRPr>
              </a:p>
            </p:txBody>
          </p:sp>
          <p:sp>
            <p:nvSpPr>
              <p:cNvPr id="273" name="Tekstvak 138"/>
              <p:cNvSpPr/>
              <p:nvPr/>
            </p:nvSpPr>
            <p:spPr>
              <a:xfrm>
                <a:off x="12997800" y="501984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274" name="Tekstvak 139"/>
              <p:cNvSpPr/>
              <p:nvPr/>
            </p:nvSpPr>
            <p:spPr>
              <a:xfrm>
                <a:off x="12984120" y="532728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275" name="Picture 3" descr=""/>
              <p:cNvPicPr/>
              <p:nvPr/>
            </p:nvPicPr>
            <p:blipFill>
              <a:blip r:embed="rId6"/>
              <a:stretch/>
            </p:blipFill>
            <p:spPr>
              <a:xfrm>
                <a:off x="13938840" y="5090040"/>
                <a:ext cx="142560" cy="231120"/>
              </a:xfrm>
              <a:prstGeom prst="rect">
                <a:avLst/>
              </a:prstGeom>
              <a:ln w="0">
                <a:noFill/>
              </a:ln>
            </p:spPr>
          </p:pic>
          <p:sp>
            <p:nvSpPr>
              <p:cNvPr id="276" name="Gelijkbenige driehoek 141"/>
              <p:cNvSpPr/>
              <p:nvPr/>
            </p:nvSpPr>
            <p:spPr>
              <a:xfrm rot="5400000">
                <a:off x="14094360" y="50904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277" name="Groep 142"/>
              <p:cNvGrpSpPr/>
              <p:nvPr/>
            </p:nvGrpSpPr>
            <p:grpSpPr>
              <a:xfrm>
                <a:off x="12822480" y="5024880"/>
                <a:ext cx="181800" cy="163440"/>
                <a:chOff x="12822480" y="5024880"/>
                <a:chExt cx="181800" cy="163440"/>
              </a:xfrm>
            </p:grpSpPr>
            <p:sp>
              <p:nvSpPr>
                <p:cNvPr id="278" name="Rechthoek 147"/>
                <p:cNvSpPr/>
                <p:nvPr/>
              </p:nvSpPr>
              <p:spPr>
                <a:xfrm>
                  <a:off x="12822480" y="50248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279" name="Rechthoek 148"/>
                <p:cNvSpPr/>
                <p:nvPr/>
              </p:nvSpPr>
              <p:spPr>
                <a:xfrm>
                  <a:off x="12936960" y="51210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280" name="Rechthoek 149"/>
                <p:cNvSpPr/>
                <p:nvPr/>
              </p:nvSpPr>
              <p:spPr>
                <a:xfrm>
                  <a:off x="12856320" y="504936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281" name="Groep 143"/>
              <p:cNvGrpSpPr/>
              <p:nvPr/>
            </p:nvGrpSpPr>
            <p:grpSpPr>
              <a:xfrm>
                <a:off x="12822480" y="5326560"/>
                <a:ext cx="181800" cy="163440"/>
                <a:chOff x="12822480" y="5326560"/>
                <a:chExt cx="181800" cy="163440"/>
              </a:xfrm>
            </p:grpSpPr>
            <p:sp>
              <p:nvSpPr>
                <p:cNvPr id="282" name="Rechthoek 144"/>
                <p:cNvSpPr/>
                <p:nvPr/>
              </p:nvSpPr>
              <p:spPr>
                <a:xfrm>
                  <a:off x="12856320" y="5351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83" name="Rechthoek 145"/>
                <p:cNvSpPr/>
                <p:nvPr/>
              </p:nvSpPr>
              <p:spPr>
                <a:xfrm>
                  <a:off x="12822480" y="532656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284" name="Rechthoek 146"/>
                <p:cNvSpPr/>
                <p:nvPr/>
              </p:nvSpPr>
              <p:spPr>
                <a:xfrm>
                  <a:off x="12936960" y="54226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sp>
          <p:nvSpPr>
            <p:cNvPr id="285" name="Ovaal 83"/>
            <p:cNvSpPr/>
            <p:nvPr/>
          </p:nvSpPr>
          <p:spPr>
            <a:xfrm>
              <a:off x="12391560" y="40276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4</a:t>
              </a:r>
              <a:endParaRPr b="0" lang="en-US" sz="1100" spc="-1" strike="noStrike">
                <a:solidFill>
                  <a:srgbClr val="ffffff"/>
                </a:solidFill>
                <a:latin typeface="Arial"/>
              </a:endParaRPr>
            </a:p>
          </p:txBody>
        </p:sp>
        <p:sp>
          <p:nvSpPr>
            <p:cNvPr id="286" name="Rechthoek 84"/>
            <p:cNvSpPr/>
            <p:nvPr/>
          </p:nvSpPr>
          <p:spPr>
            <a:xfrm>
              <a:off x="12757320" y="4093560"/>
              <a:ext cx="2817720" cy="62820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Staat het invoegvenster achter de oranje lijn? Klik dan op de rechtermuisknop en kies </a:t>
              </a:r>
              <a:br>
                <a:rPr sz="1100"/>
              </a:br>
              <a:r>
                <a:rPr b="0" lang="nl-NL" sz="1100" spc="-1" strike="noStrike">
                  <a:solidFill>
                    <a:srgbClr val="000000"/>
                  </a:solidFill>
                  <a:latin typeface="Calibri"/>
                </a:rPr>
                <a:t>‘</a:t>
              </a:r>
              <a:r>
                <a:rPr b="1" lang="nl-NL" sz="1100" spc="-1" strike="noStrike">
                  <a:solidFill>
                    <a:srgbClr val="000000"/>
                  </a:solidFill>
                  <a:latin typeface="Calibri"/>
                </a:rPr>
                <a:t>naar voorgrond</a:t>
              </a:r>
              <a:r>
                <a:rPr b="0" lang="nl-NL" sz="1100" spc="-1" strike="noStrike">
                  <a:solidFill>
                    <a:srgbClr val="000000"/>
                  </a:solidFill>
                  <a:latin typeface="Calibri"/>
                </a:rPr>
                <a:t>’ om deze naar voren </a:t>
              </a:r>
              <a:br>
                <a:rPr sz="1100"/>
              </a:br>
              <a:r>
                <a:rPr b="0" lang="nl-NL" sz="1100" spc="-1" strike="noStrike">
                  <a:solidFill>
                    <a:srgbClr val="000000"/>
                  </a:solidFill>
                  <a:latin typeface="Calibri"/>
                </a:rPr>
                <a:t>te halen. Klik na het invoegen op </a:t>
              </a:r>
              <a:br>
                <a:rPr sz="1100"/>
              </a:br>
              <a:r>
                <a:rPr b="0" lang="nl-NL" sz="1100" spc="-1" strike="noStrike">
                  <a:solidFill>
                    <a:srgbClr val="000000"/>
                  </a:solidFill>
                  <a:latin typeface="Calibri"/>
                </a:rPr>
                <a:t>‘</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287" name="Rechte verbindingslijn 134"/>
            <p:cNvCxnSpPr/>
            <p:nvPr/>
          </p:nvCxnSpPr>
          <p:spPr>
            <a:xfrm>
              <a:off x="12396960" y="3909240"/>
              <a:ext cx="3178440" cy="360"/>
            </a:xfrm>
            <a:prstGeom prst="straightConnector1">
              <a:avLst/>
            </a:prstGeom>
            <a:ln w="3175">
              <a:solidFill>
                <a:srgbClr val="ea7600"/>
              </a:solidFill>
              <a:round/>
            </a:ln>
          </p:spPr>
        </p:cxnSp>
      </p:grpSp>
      <p:sp>
        <p:nvSpPr>
          <p:cNvPr id="288" name="PlaceHolder 4"/>
          <p:cNvSpPr>
            <a:spLocks noGrp="1"/>
          </p:cNvSpPr>
          <p:nvPr>
            <p:ph type="body"/>
          </p:nvPr>
        </p:nvSpPr>
        <p:spPr>
          <a:xfrm>
            <a:off x="10692000" y="5852160"/>
            <a:ext cx="991440" cy="486360"/>
          </a:xfrm>
          <a:prstGeom prst="rect">
            <a:avLst/>
          </a:prstGeom>
          <a:blipFill rotWithShape="0">
            <a:blip r:embed="rId7"/>
            <a:stretch>
              <a:fillRect l="1579" t="-37" r="1579" b="-37"/>
            </a:stretch>
          </a:blipFill>
          <a:ln w="0">
            <a:noFill/>
          </a:ln>
        </p:spPr>
        <p:txBody>
          <a:bodyPr lIns="0" rIns="0" tIns="0" bIns="0" anchor="t">
            <a:noAutofit/>
          </a:bodyPr>
          <a:p>
            <a:pPr indent="0" algn="ctr" defTabSz="914400">
              <a:lnSpc>
                <a:spcPct val="80000"/>
              </a:lnSpc>
              <a:spcBef>
                <a:spcPts val="601"/>
              </a:spcBef>
              <a:spcAft>
                <a:spcPts val="601"/>
              </a:spcAft>
              <a:buNone/>
              <a:tabLst>
                <a:tab algn="l" pos="0"/>
              </a:tabLst>
            </a:pPr>
            <a:r>
              <a:rPr b="0" lang="nl-NL" sz="1600" spc="-1" strike="noStrike">
                <a:solidFill>
                  <a:schemeClr val="dk1"/>
                </a:solidFill>
                <a:latin typeface="Calibri"/>
              </a:rPr>
              <a:t>  </a:t>
            </a:r>
            <a:endParaRPr b="0" lang="nl-NL" sz="1600" spc="-1" strike="noStrike">
              <a:solidFill>
                <a:schemeClr val="dk1"/>
              </a:solidFill>
              <a:latin typeface="Calibri"/>
            </a:endParaRPr>
          </a:p>
        </p:txBody>
      </p:sp>
      <p:sp>
        <p:nvSpPr>
          <p:cNvPr id="289" name="Tijdelijke aanduiding voor tekst 4"/>
          <p:cNvSpPr/>
          <p:nvPr/>
        </p:nvSpPr>
        <p:spPr>
          <a:xfrm>
            <a:off x="820440" y="824760"/>
            <a:ext cx="4447800" cy="5233680"/>
          </a:xfrm>
          <a:prstGeom prst="roundRect">
            <a:avLst>
              <a:gd name="adj" fmla="val 3255"/>
            </a:avLst>
          </a:prstGeom>
          <a:solidFill>
            <a:schemeClr val="bg1">
              <a:alpha val="70000"/>
            </a:schemeClr>
          </a:solidFill>
          <a:ln w="12700">
            <a:noFill/>
          </a:ln>
        </p:spPr>
        <p:style>
          <a:lnRef idx="0"/>
          <a:fillRef idx="0"/>
          <a:effectRef idx="0"/>
          <a:fontRef idx="minor"/>
        </p:style>
        <p:txBody>
          <a:bodyPr lIns="180000" rIns="180000" tIns="252000" bIns="252000" anchor="ctr">
            <a:noAutofit/>
          </a:bodyPr>
          <a:p>
            <a:pPr algn="ctr" defTabSz="914400">
              <a:lnSpc>
                <a:spcPct val="100000"/>
              </a:lnSpc>
              <a:spcBef>
                <a:spcPts val="601"/>
              </a:spcBef>
              <a:spcAft>
                <a:spcPts val="601"/>
              </a:spcAft>
              <a:tabLst>
                <a:tab algn="l" pos="0"/>
              </a:tabLst>
            </a:pPr>
            <a:r>
              <a:rPr b="0" lang="nl-NL" sz="4000" spc="-1" strike="noStrike">
                <a:solidFill>
                  <a:schemeClr val="dk1"/>
                </a:solidFill>
                <a:latin typeface="Calibri"/>
              </a:rPr>
              <a:t>‘’</a:t>
            </a:r>
            <a:r>
              <a:rPr b="0" lang="nl-NL" sz="4000" spc="-1" strike="noStrike">
                <a:solidFill>
                  <a:schemeClr val="dk1"/>
                </a:solidFill>
                <a:latin typeface="Calibri"/>
              </a:rPr>
              <a:t>Plaats hier </a:t>
            </a:r>
            <a:br>
              <a:rPr sz="4000"/>
            </a:br>
            <a:r>
              <a:rPr b="0" lang="nl-NL" sz="4000" spc="-1" strike="noStrike">
                <a:solidFill>
                  <a:schemeClr val="dk1"/>
                </a:solidFill>
                <a:latin typeface="Calibri"/>
              </a:rPr>
              <a:t>de citaat’’</a:t>
            </a:r>
            <a:endParaRPr b="0" lang="en-US" sz="4000" spc="-1" strike="noStrike">
              <a:solidFill>
                <a:srgbClr val="000000"/>
              </a:solidFill>
              <a:latin typeface="Arial"/>
            </a:endParaRPr>
          </a:p>
          <a:p>
            <a:pPr algn="ctr" defTabSz="914400">
              <a:lnSpc>
                <a:spcPct val="100000"/>
              </a:lnSpc>
              <a:spcBef>
                <a:spcPts val="601"/>
              </a:spcBef>
              <a:spcAft>
                <a:spcPts val="601"/>
              </a:spcAft>
              <a:tabLst>
                <a:tab algn="l" pos="0"/>
              </a:tabLst>
            </a:pPr>
            <a:r>
              <a:rPr b="0" lang="nl-NL" sz="4000" spc="-1" strike="noStrike">
                <a:solidFill>
                  <a:schemeClr val="dk1"/>
                </a:solidFill>
                <a:latin typeface="Calibri"/>
              </a:rPr>
              <a:t>JU-LEVEL1=Citaat</a:t>
            </a:r>
            <a:endParaRPr b="0" lang="en-US" sz="4000" spc="-1" strike="noStrike">
              <a:solidFill>
                <a:srgbClr val="000000"/>
              </a:solidFill>
              <a:latin typeface="Arial"/>
            </a:endParaRPr>
          </a:p>
        </p:txBody>
      </p:sp>
      <p:sp>
        <p:nvSpPr>
          <p:cNvPr id="290" name="PlaceHolder 5"/>
          <p:cNvSpPr>
            <a:spLocks noGrp="1"/>
          </p:cNvSpPr>
          <p:nvPr>
            <p:ph type="sldNum" idx="9"/>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E405339A-BAD0-40E3-B94E-C54E6511C850}"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8"/>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91"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292" name="GRID"/>
          <p:cNvGrpSpPr/>
          <p:nvPr/>
        </p:nvGrpSpPr>
        <p:grpSpPr>
          <a:xfrm>
            <a:off x="0" y="0"/>
            <a:ext cx="12191760" cy="6857640"/>
            <a:chOff x="0" y="0"/>
            <a:chExt cx="12191760" cy="6857640"/>
          </a:xfrm>
        </p:grpSpPr>
        <p:sp>
          <p:nvSpPr>
            <p:cNvPr id="293"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94"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95"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96"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97"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98"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299"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00"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01"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02"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03"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304" name="KADER"/>
          <p:cNvGrpSpPr/>
          <p:nvPr/>
        </p:nvGrpSpPr>
        <p:grpSpPr>
          <a:xfrm>
            <a:off x="-355680" y="-212040"/>
            <a:ext cx="12894120" cy="7257240"/>
            <a:chOff x="-355680" y="-212040"/>
            <a:chExt cx="12894120" cy="7257240"/>
          </a:xfrm>
        </p:grpSpPr>
        <p:sp>
          <p:nvSpPr>
            <p:cNvPr id="305"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306"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307"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308"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309" name="logoboven" descr=""/>
          <p:cNvPicPr/>
          <p:nvPr/>
        </p:nvPicPr>
        <p:blipFill>
          <a:blip r:embed="rId4"/>
          <a:stretch/>
        </p:blipFill>
        <p:spPr>
          <a:xfrm>
            <a:off x="5615280" y="-1395360"/>
            <a:ext cx="952200" cy="482040"/>
          </a:xfrm>
          <a:prstGeom prst="rect">
            <a:avLst/>
          </a:prstGeom>
          <a:ln w="0">
            <a:noFill/>
          </a:ln>
        </p:spPr>
      </p:pic>
      <p:sp>
        <p:nvSpPr>
          <p:cNvPr id="310" name="Cover logo"/>
          <p:cNvSpPr/>
          <p:nvPr/>
        </p:nvSpPr>
        <p:spPr>
          <a:xfrm>
            <a:off x="10325160" y="5688360"/>
            <a:ext cx="1866600" cy="1169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11" name="PlaceHolder 1"/>
          <p:cNvSpPr>
            <a:spLocks noGrp="1"/>
          </p:cNvSpPr>
          <p:nvPr>
            <p:ph type="dt" idx="10"/>
          </p:nvPr>
        </p:nvSpPr>
        <p:spPr>
          <a:xfrm>
            <a:off x="7645680" y="70041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312" name="PlaceHolder 2"/>
          <p:cNvSpPr>
            <a:spLocks noGrp="1"/>
          </p:cNvSpPr>
          <p:nvPr>
            <p:ph type="ftr" idx="11"/>
          </p:nvPr>
        </p:nvSpPr>
        <p:spPr>
          <a:xfrm>
            <a:off x="927000" y="70041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313" name="PlaceHolder 3"/>
          <p:cNvSpPr>
            <a:spLocks noGrp="1"/>
          </p:cNvSpPr>
          <p:nvPr>
            <p:ph type="body"/>
          </p:nvPr>
        </p:nvSpPr>
        <p:spPr>
          <a:xfrm>
            <a:off x="259200" y="261360"/>
            <a:ext cx="11669760" cy="6343200"/>
          </a:xfrm>
          <a:prstGeom prst="rect">
            <a:avLst/>
          </a:prstGeom>
          <a:solidFill>
            <a:schemeClr val="lt1">
              <a:lumMod val="85000"/>
            </a:schemeClr>
          </a:solidFill>
          <a:ln w="0">
            <a:noFill/>
          </a:ln>
        </p:spPr>
        <p:txBody>
          <a:bodyPr lIns="6480000" rIns="90000" tIns="0" bIns="45000" anchor="ctr">
            <a:noAutofit/>
          </a:bodyPr>
          <a:p>
            <a:pPr indent="0" defTabSz="914400">
              <a:lnSpc>
                <a:spcPct val="100000"/>
              </a:lnSpc>
              <a:buNone/>
              <a:tabLst>
                <a:tab algn="l" pos="0"/>
              </a:tabLst>
            </a:pPr>
            <a:r>
              <a:rPr b="1" lang="nl-NL" sz="1050" spc="-1" strike="noStrike">
                <a:solidFill>
                  <a:schemeClr val="dk1"/>
                </a:solidFill>
                <a:latin typeface="Calibri"/>
              </a:rPr>
              <a:t>Klik op het pictogram hiernaast</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grpSp>
        <p:nvGrpSpPr>
          <p:cNvPr id="314" name="GRID"/>
          <p:cNvGrpSpPr/>
          <p:nvPr/>
        </p:nvGrpSpPr>
        <p:grpSpPr>
          <a:xfrm>
            <a:off x="0" y="0"/>
            <a:ext cx="12191760" cy="6857640"/>
            <a:chOff x="0" y="0"/>
            <a:chExt cx="12191760" cy="6857640"/>
          </a:xfrm>
        </p:grpSpPr>
        <p:sp>
          <p:nvSpPr>
            <p:cNvPr id="315" name="Rechthoek 1"/>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16" name="Rechthoek 87"/>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17" name="Rechthoek 88"/>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18" name="Rechthoek 89"/>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19" name="Rechthoek 90"/>
            <p:cNvSpPr/>
            <p:nvPr/>
          </p:nvSpPr>
          <p:spPr>
            <a:xfrm>
              <a:off x="0" y="55476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20" name="Rechthoek 91"/>
            <p:cNvSpPr/>
            <p:nvPr/>
          </p:nvSpPr>
          <p:spPr>
            <a:xfrm>
              <a:off x="54864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21" name="Rechthoek 92"/>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22" name="Rechthoek 93"/>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23" name="Rechthoek 85"/>
            <p:cNvSpPr/>
            <p:nvPr/>
          </p:nvSpPr>
          <p:spPr>
            <a:xfrm>
              <a:off x="0" y="607428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324" name="Tekstvak 6"/>
          <p:cNvSpPr/>
          <p:nvPr/>
        </p:nvSpPr>
        <p:spPr>
          <a:xfrm>
            <a:off x="4849920" y="-885600"/>
            <a:ext cx="249156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CITAAT - WIT (FOTO 100%)</a:t>
            </a:r>
            <a:endParaRPr b="0" lang="en-US" sz="1200" spc="-1" strike="noStrike">
              <a:solidFill>
                <a:srgbClr val="000000"/>
              </a:solidFill>
              <a:latin typeface="Arial"/>
            </a:endParaRPr>
          </a:p>
        </p:txBody>
      </p:sp>
      <p:grpSp>
        <p:nvGrpSpPr>
          <p:cNvPr id="325" name="Instructies"/>
          <p:cNvGrpSpPr/>
          <p:nvPr/>
        </p:nvGrpSpPr>
        <p:grpSpPr>
          <a:xfrm>
            <a:off x="12391560" y="0"/>
            <a:ext cx="3183480" cy="6589440"/>
            <a:chOff x="12391560" y="0"/>
            <a:chExt cx="3183480" cy="6589440"/>
          </a:xfrm>
        </p:grpSpPr>
        <p:grpSp>
          <p:nvGrpSpPr>
            <p:cNvPr id="326" name="Groep 60"/>
            <p:cNvGrpSpPr/>
            <p:nvPr/>
          </p:nvGrpSpPr>
          <p:grpSpPr>
            <a:xfrm>
              <a:off x="12757320" y="3099960"/>
              <a:ext cx="1499040" cy="678240"/>
              <a:chOff x="12757320" y="3099960"/>
              <a:chExt cx="1499040" cy="678240"/>
            </a:xfrm>
          </p:grpSpPr>
          <p:sp>
            <p:nvSpPr>
              <p:cNvPr id="327" name="Rechthoek 162"/>
              <p:cNvSpPr/>
              <p:nvPr/>
            </p:nvSpPr>
            <p:spPr>
              <a:xfrm>
                <a:off x="12757320" y="309996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328" name="Rechthoek 163"/>
              <p:cNvSpPr/>
              <p:nvPr/>
            </p:nvSpPr>
            <p:spPr>
              <a:xfrm>
                <a:off x="12762000" y="341136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329" name="Tekstvak 164"/>
              <p:cNvSpPr/>
              <p:nvPr/>
            </p:nvSpPr>
            <p:spPr>
              <a:xfrm>
                <a:off x="12997800" y="313920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330" name="Tekstvak 165"/>
              <p:cNvSpPr/>
              <p:nvPr/>
            </p:nvSpPr>
            <p:spPr>
              <a:xfrm>
                <a:off x="12984120" y="346032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331" name="Picture 3" descr=""/>
              <p:cNvPicPr/>
              <p:nvPr/>
            </p:nvPicPr>
            <p:blipFill>
              <a:blip r:embed="rId5"/>
              <a:stretch/>
            </p:blipFill>
            <p:spPr>
              <a:xfrm>
                <a:off x="13938840" y="3547080"/>
                <a:ext cx="142560" cy="231120"/>
              </a:xfrm>
              <a:prstGeom prst="rect">
                <a:avLst/>
              </a:prstGeom>
              <a:ln w="0">
                <a:noFill/>
              </a:ln>
            </p:spPr>
          </p:pic>
          <p:sp>
            <p:nvSpPr>
              <p:cNvPr id="332" name="Gelijkbenige driehoek 167"/>
              <p:cNvSpPr/>
              <p:nvPr/>
            </p:nvSpPr>
            <p:spPr>
              <a:xfrm rot="5400000">
                <a:off x="14094360" y="35280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333" name="Groep 168"/>
              <p:cNvGrpSpPr/>
              <p:nvPr/>
            </p:nvGrpSpPr>
            <p:grpSpPr>
              <a:xfrm>
                <a:off x="12822480" y="3157920"/>
                <a:ext cx="181800" cy="163440"/>
                <a:chOff x="12822480" y="3157920"/>
                <a:chExt cx="181800" cy="163440"/>
              </a:xfrm>
            </p:grpSpPr>
            <p:sp>
              <p:nvSpPr>
                <p:cNvPr id="334" name="Rechthoek 173"/>
                <p:cNvSpPr/>
                <p:nvPr/>
              </p:nvSpPr>
              <p:spPr>
                <a:xfrm>
                  <a:off x="12822480" y="31579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335" name="Rechthoek 174"/>
                <p:cNvSpPr/>
                <p:nvPr/>
              </p:nvSpPr>
              <p:spPr>
                <a:xfrm>
                  <a:off x="12936960" y="325404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336" name="Rechthoek 175"/>
                <p:cNvSpPr/>
                <p:nvPr/>
              </p:nvSpPr>
              <p:spPr>
                <a:xfrm>
                  <a:off x="12856320" y="3182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337" name="Groep 169"/>
              <p:cNvGrpSpPr/>
              <p:nvPr/>
            </p:nvGrpSpPr>
            <p:grpSpPr>
              <a:xfrm>
                <a:off x="12822480" y="3459600"/>
                <a:ext cx="181800" cy="163440"/>
                <a:chOff x="12822480" y="3459600"/>
                <a:chExt cx="181800" cy="163440"/>
              </a:xfrm>
            </p:grpSpPr>
            <p:sp>
              <p:nvSpPr>
                <p:cNvPr id="338" name="Rechthoek 170"/>
                <p:cNvSpPr/>
                <p:nvPr/>
              </p:nvSpPr>
              <p:spPr>
                <a:xfrm>
                  <a:off x="12856320" y="348444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39" name="Rechthoek 171"/>
                <p:cNvSpPr/>
                <p:nvPr/>
              </p:nvSpPr>
              <p:spPr>
                <a:xfrm>
                  <a:off x="12822480" y="34596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340" name="Rechthoek 172"/>
                <p:cNvSpPr/>
                <p:nvPr/>
              </p:nvSpPr>
              <p:spPr>
                <a:xfrm>
                  <a:off x="12936960" y="35557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grpSp>
          <p:nvGrpSpPr>
            <p:cNvPr id="341" name="Meer informatie"/>
            <p:cNvGrpSpPr/>
            <p:nvPr/>
          </p:nvGrpSpPr>
          <p:grpSpPr>
            <a:xfrm>
              <a:off x="12396600" y="5806440"/>
              <a:ext cx="3178440" cy="783000"/>
              <a:chOff x="12396600" y="5806440"/>
              <a:chExt cx="3178440" cy="783000"/>
            </a:xfrm>
          </p:grpSpPr>
          <p:sp>
            <p:nvSpPr>
              <p:cNvPr id="342" name="Freeform 101"/>
              <p:cNvSpPr/>
              <p:nvPr/>
            </p:nvSpPr>
            <p:spPr>
              <a:xfrm>
                <a:off x="12396600" y="580644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343" name="Rechthoek 160"/>
              <p:cNvSpPr/>
              <p:nvPr/>
            </p:nvSpPr>
            <p:spPr>
              <a:xfrm>
                <a:off x="12757320" y="587844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344" name="Rechte verbindingslijn 161"/>
              <p:cNvCxnSpPr/>
              <p:nvPr/>
            </p:nvCxnSpPr>
            <p:spPr>
              <a:xfrm>
                <a:off x="12396960" y="6589440"/>
                <a:ext cx="3178440" cy="360"/>
              </a:xfrm>
              <a:prstGeom prst="straightConnector1">
                <a:avLst/>
              </a:prstGeom>
              <a:ln w="3175">
                <a:solidFill>
                  <a:srgbClr val="ea7600"/>
                </a:solidFill>
                <a:round/>
              </a:ln>
            </p:spPr>
          </p:cxnSp>
        </p:grpSp>
        <p:sp>
          <p:nvSpPr>
            <p:cNvPr id="345" name="Rechthoek 66"/>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Afbeelding invoegen/veranderen</a:t>
              </a:r>
              <a:endParaRPr b="0" lang="en-US" sz="1400" spc="-1" strike="noStrike">
                <a:solidFill>
                  <a:srgbClr val="000000"/>
                </a:solidFill>
                <a:latin typeface="Arial"/>
              </a:endParaRPr>
            </a:p>
          </p:txBody>
        </p:sp>
        <p:sp>
          <p:nvSpPr>
            <p:cNvPr id="346" name="Ovaal 68"/>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347" name="Rechte verbindingslijn 69"/>
            <p:cNvCxnSpPr/>
            <p:nvPr/>
          </p:nvCxnSpPr>
          <p:spPr>
            <a:xfrm>
              <a:off x="12396960" y="241560"/>
              <a:ext cx="3178440" cy="360"/>
            </a:xfrm>
            <a:prstGeom prst="straightConnector1">
              <a:avLst/>
            </a:prstGeom>
            <a:ln w="3175">
              <a:solidFill>
                <a:srgbClr val="ea7600"/>
              </a:solidFill>
              <a:round/>
            </a:ln>
          </p:spPr>
        </p:cxnSp>
        <p:cxnSp>
          <p:nvCxnSpPr>
            <p:cNvPr id="348" name="Rechte verbindingslijn 70"/>
            <p:cNvCxnSpPr/>
            <p:nvPr/>
          </p:nvCxnSpPr>
          <p:spPr>
            <a:xfrm>
              <a:off x="12396960" y="1577880"/>
              <a:ext cx="3178440" cy="360"/>
            </a:xfrm>
            <a:prstGeom prst="straightConnector1">
              <a:avLst/>
            </a:prstGeom>
            <a:ln w="3175">
              <a:solidFill>
                <a:srgbClr val="ea7600"/>
              </a:solidFill>
              <a:round/>
            </a:ln>
          </p:spPr>
        </p:cxnSp>
        <p:sp>
          <p:nvSpPr>
            <p:cNvPr id="349" name="Rechthoek 71"/>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afbeelding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afbeelding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cxnSp>
          <p:nvCxnSpPr>
            <p:cNvPr id="350" name="Rechte verbindingslijn 72"/>
            <p:cNvCxnSpPr/>
            <p:nvPr/>
          </p:nvCxnSpPr>
          <p:spPr>
            <a:xfrm>
              <a:off x="12396960" y="5688360"/>
              <a:ext cx="3178440" cy="360"/>
            </a:xfrm>
            <a:prstGeom prst="straightConnector1">
              <a:avLst/>
            </a:prstGeom>
            <a:ln w="3175">
              <a:solidFill>
                <a:srgbClr val="ea7600"/>
              </a:solidFill>
              <a:round/>
            </a:ln>
          </p:spPr>
        </p:cxnSp>
        <p:sp>
          <p:nvSpPr>
            <p:cNvPr id="351" name="Ovaal 74"/>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352" name="Rechthoek 75"/>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afbeelding</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353" name="Groep 76"/>
            <p:cNvGrpSpPr/>
            <p:nvPr/>
          </p:nvGrpSpPr>
          <p:grpSpPr>
            <a:xfrm>
              <a:off x="12757320" y="2184480"/>
              <a:ext cx="825120" cy="209160"/>
              <a:chOff x="12757320" y="2184480"/>
              <a:chExt cx="825120" cy="209160"/>
            </a:xfrm>
          </p:grpSpPr>
          <p:sp>
            <p:nvSpPr>
              <p:cNvPr id="354" name="Rechthoek 156"/>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355" name="Rechte verbindingslijn 157"/>
              <p:cNvCxnSpPr/>
              <p:nvPr/>
            </p:nvCxnSpPr>
            <p:spPr>
              <a:xfrm>
                <a:off x="13407840" y="2216880"/>
                <a:ext cx="360" cy="142920"/>
              </a:xfrm>
              <a:prstGeom prst="straightConnector1">
                <a:avLst/>
              </a:prstGeom>
              <a:ln w="3175">
                <a:solidFill>
                  <a:srgbClr val="44546a"/>
                </a:solidFill>
                <a:round/>
              </a:ln>
            </p:spPr>
          </p:cxnSp>
          <p:sp>
            <p:nvSpPr>
              <p:cNvPr id="356" name="Gelijkbenige driehoek 158"/>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nvGrpSpPr>
            <p:cNvPr id="357" name="Groep 77"/>
            <p:cNvGrpSpPr/>
            <p:nvPr/>
          </p:nvGrpSpPr>
          <p:grpSpPr>
            <a:xfrm>
              <a:off x="12757320" y="1141560"/>
              <a:ext cx="294120" cy="346320"/>
              <a:chOff x="12757320" y="1141560"/>
              <a:chExt cx="294120" cy="346320"/>
            </a:xfrm>
          </p:grpSpPr>
          <p:sp>
            <p:nvSpPr>
              <p:cNvPr id="358" name="Rechthoek 150"/>
              <p:cNvSpPr/>
              <p:nvPr/>
            </p:nvSpPr>
            <p:spPr>
              <a:xfrm>
                <a:off x="12757320" y="1141560"/>
                <a:ext cx="261360" cy="257400"/>
              </a:xfrm>
              <a:prstGeom prst="rect">
                <a:avLst/>
              </a:prstGeom>
              <a:solidFill>
                <a:schemeClr val="bg1"/>
              </a:solidFill>
              <a:ln>
                <a:solidFill>
                  <a:srgbClr val="c0c0c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359" name="Ovaal 151"/>
              <p:cNvSpPr/>
              <p:nvPr/>
            </p:nvSpPr>
            <p:spPr>
              <a:xfrm>
                <a:off x="12916800" y="1174320"/>
                <a:ext cx="72000" cy="72000"/>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360" name="Vrije vorm: vorm 152"/>
              <p:cNvSpPr/>
              <p:nvPr/>
            </p:nvSpPr>
            <p:spPr>
              <a:xfrm rot="2700000">
                <a:off x="12790440" y="1299960"/>
                <a:ext cx="170640" cy="149040"/>
              </a:xfrm>
              <a:custGeom>
                <a:avLst/>
                <a:gdLst>
                  <a:gd name="textAreaLeft" fmla="*/ 0 w 170640"/>
                  <a:gd name="textAreaRight" fmla="*/ 171000 w 170640"/>
                  <a:gd name="textAreaTop" fmla="*/ 0 h 149040"/>
                  <a:gd name="textAreaBottom" fmla="*/ 149400 h 149040"/>
                </a:gdLst>
                <a:ahLst/>
                <a:rect l="textAreaLeft" t="textAreaTop" r="textAreaRight" b="textAreaBottom"/>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361" name="Rechthoek: afgeronde hoeken 153"/>
              <p:cNvSpPr/>
              <p:nvPr/>
            </p:nvSpPr>
            <p:spPr>
              <a:xfrm>
                <a:off x="12893760" y="1287360"/>
                <a:ext cx="157680" cy="118080"/>
              </a:xfrm>
              <a:prstGeom prst="roundRect">
                <a:avLst>
                  <a:gd name="adj" fmla="val 16667"/>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cxnSp>
            <p:nvCxnSpPr>
              <p:cNvPr id="362" name="Rechte verbindingslijn 154"/>
              <p:cNvCxnSpPr/>
              <p:nvPr/>
            </p:nvCxnSpPr>
            <p:spPr>
              <a:xfrm>
                <a:off x="12930480" y="1452960"/>
                <a:ext cx="84960" cy="360"/>
              </a:xfrm>
              <a:prstGeom prst="straightConnector1">
                <a:avLst/>
              </a:prstGeom>
              <a:ln w="19050">
                <a:solidFill>
                  <a:srgbClr val="8aadd0"/>
                </a:solidFill>
              </a:ln>
            </p:spPr>
          </p:cxnSp>
          <p:cxnSp>
            <p:nvCxnSpPr>
              <p:cNvPr id="363" name="Rechte verbindingslijn 155"/>
              <p:cNvCxnSpPr/>
              <p:nvPr/>
            </p:nvCxnSpPr>
            <p:spPr>
              <a:xfrm flipH="1">
                <a:off x="12972240" y="1405800"/>
                <a:ext cx="1080" cy="44640"/>
              </a:xfrm>
              <a:prstGeom prst="straightConnector1">
                <a:avLst/>
              </a:prstGeom>
              <a:ln w="19050">
                <a:solidFill>
                  <a:srgbClr val="8aadd0"/>
                </a:solidFill>
              </a:ln>
            </p:spPr>
          </p:cxnSp>
        </p:grpSp>
        <p:sp>
          <p:nvSpPr>
            <p:cNvPr id="364" name="Ovaal 78"/>
            <p:cNvSpPr/>
            <p:nvPr/>
          </p:nvSpPr>
          <p:spPr>
            <a:xfrm>
              <a:off x="12391560" y="261792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3</a:t>
              </a:r>
              <a:endParaRPr b="0" lang="en-US" sz="1100" spc="-1" strike="noStrike">
                <a:solidFill>
                  <a:srgbClr val="ffffff"/>
                </a:solidFill>
                <a:latin typeface="Arial"/>
              </a:endParaRPr>
            </a:p>
          </p:txBody>
        </p:sp>
        <p:sp>
          <p:nvSpPr>
            <p:cNvPr id="365" name="Rechthoek 79"/>
            <p:cNvSpPr/>
            <p:nvPr/>
          </p:nvSpPr>
          <p:spPr>
            <a:xfrm>
              <a:off x="12757320" y="2684160"/>
              <a:ext cx="2817720" cy="316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Klik met de rechter muisknop op de afbeelding en kies </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366" name="Rechte verbindingslijn 81"/>
            <p:cNvCxnSpPr/>
            <p:nvPr/>
          </p:nvCxnSpPr>
          <p:spPr>
            <a:xfrm>
              <a:off x="12396960" y="2499480"/>
              <a:ext cx="3178440" cy="360"/>
            </a:xfrm>
            <a:prstGeom prst="straightConnector1">
              <a:avLst/>
            </a:prstGeom>
            <a:ln w="3175">
              <a:solidFill>
                <a:srgbClr val="ea7600"/>
              </a:solidFill>
              <a:round/>
            </a:ln>
          </p:spPr>
        </p:cxnSp>
        <p:grpSp>
          <p:nvGrpSpPr>
            <p:cNvPr id="367" name="Groep 82"/>
            <p:cNvGrpSpPr/>
            <p:nvPr/>
          </p:nvGrpSpPr>
          <p:grpSpPr>
            <a:xfrm>
              <a:off x="12757320" y="4966920"/>
              <a:ext cx="1499040" cy="580680"/>
              <a:chOff x="12757320" y="4966920"/>
              <a:chExt cx="1499040" cy="580680"/>
            </a:xfrm>
          </p:grpSpPr>
          <p:sp>
            <p:nvSpPr>
              <p:cNvPr id="368" name="Rechthoek 136"/>
              <p:cNvSpPr/>
              <p:nvPr/>
            </p:nvSpPr>
            <p:spPr>
              <a:xfrm>
                <a:off x="12757320" y="496692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369" name="Rechthoek 137"/>
              <p:cNvSpPr/>
              <p:nvPr/>
            </p:nvSpPr>
            <p:spPr>
              <a:xfrm>
                <a:off x="12762000" y="499284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700" spc="-1" strike="noStrike">
                  <a:solidFill>
                    <a:schemeClr val="dk1"/>
                  </a:solidFill>
                  <a:latin typeface="Calibri"/>
                </a:endParaRPr>
              </a:p>
            </p:txBody>
          </p:sp>
          <p:sp>
            <p:nvSpPr>
              <p:cNvPr id="370" name="Tekstvak 138"/>
              <p:cNvSpPr/>
              <p:nvPr/>
            </p:nvSpPr>
            <p:spPr>
              <a:xfrm>
                <a:off x="12997800" y="501984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371" name="Tekstvak 139"/>
              <p:cNvSpPr/>
              <p:nvPr/>
            </p:nvSpPr>
            <p:spPr>
              <a:xfrm>
                <a:off x="12984120" y="532728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372" name="Picture 3" descr=""/>
              <p:cNvPicPr/>
              <p:nvPr/>
            </p:nvPicPr>
            <p:blipFill>
              <a:blip r:embed="rId6"/>
              <a:stretch/>
            </p:blipFill>
            <p:spPr>
              <a:xfrm>
                <a:off x="13938840" y="5090040"/>
                <a:ext cx="142560" cy="231120"/>
              </a:xfrm>
              <a:prstGeom prst="rect">
                <a:avLst/>
              </a:prstGeom>
              <a:ln w="0">
                <a:noFill/>
              </a:ln>
            </p:spPr>
          </p:pic>
          <p:sp>
            <p:nvSpPr>
              <p:cNvPr id="373" name="Gelijkbenige driehoek 141"/>
              <p:cNvSpPr/>
              <p:nvPr/>
            </p:nvSpPr>
            <p:spPr>
              <a:xfrm rot="5400000">
                <a:off x="14094360" y="50904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374" name="Groep 142"/>
              <p:cNvGrpSpPr/>
              <p:nvPr/>
            </p:nvGrpSpPr>
            <p:grpSpPr>
              <a:xfrm>
                <a:off x="12822480" y="5024880"/>
                <a:ext cx="181800" cy="163440"/>
                <a:chOff x="12822480" y="5024880"/>
                <a:chExt cx="181800" cy="163440"/>
              </a:xfrm>
            </p:grpSpPr>
            <p:sp>
              <p:nvSpPr>
                <p:cNvPr id="375" name="Rechthoek 147"/>
                <p:cNvSpPr/>
                <p:nvPr/>
              </p:nvSpPr>
              <p:spPr>
                <a:xfrm>
                  <a:off x="12822480" y="50248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376" name="Rechthoek 148"/>
                <p:cNvSpPr/>
                <p:nvPr/>
              </p:nvSpPr>
              <p:spPr>
                <a:xfrm>
                  <a:off x="12936960" y="51210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377" name="Rechthoek 149"/>
                <p:cNvSpPr/>
                <p:nvPr/>
              </p:nvSpPr>
              <p:spPr>
                <a:xfrm>
                  <a:off x="12856320" y="504936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378" name="Groep 143"/>
              <p:cNvGrpSpPr/>
              <p:nvPr/>
            </p:nvGrpSpPr>
            <p:grpSpPr>
              <a:xfrm>
                <a:off x="12822480" y="5326560"/>
                <a:ext cx="181800" cy="163440"/>
                <a:chOff x="12822480" y="5326560"/>
                <a:chExt cx="181800" cy="163440"/>
              </a:xfrm>
            </p:grpSpPr>
            <p:sp>
              <p:nvSpPr>
                <p:cNvPr id="379" name="Rechthoek 144"/>
                <p:cNvSpPr/>
                <p:nvPr/>
              </p:nvSpPr>
              <p:spPr>
                <a:xfrm>
                  <a:off x="12856320" y="5351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80" name="Rechthoek 145"/>
                <p:cNvSpPr/>
                <p:nvPr/>
              </p:nvSpPr>
              <p:spPr>
                <a:xfrm>
                  <a:off x="12822480" y="532656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381" name="Rechthoek 146"/>
                <p:cNvSpPr/>
                <p:nvPr/>
              </p:nvSpPr>
              <p:spPr>
                <a:xfrm>
                  <a:off x="12936960" y="54226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sp>
          <p:nvSpPr>
            <p:cNvPr id="382" name="Ovaal 83"/>
            <p:cNvSpPr/>
            <p:nvPr/>
          </p:nvSpPr>
          <p:spPr>
            <a:xfrm>
              <a:off x="12391560" y="40276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4</a:t>
              </a:r>
              <a:endParaRPr b="0" lang="en-US" sz="1100" spc="-1" strike="noStrike">
                <a:solidFill>
                  <a:srgbClr val="ffffff"/>
                </a:solidFill>
                <a:latin typeface="Arial"/>
              </a:endParaRPr>
            </a:p>
          </p:txBody>
        </p:sp>
        <p:sp>
          <p:nvSpPr>
            <p:cNvPr id="383" name="Rechthoek 84"/>
            <p:cNvSpPr/>
            <p:nvPr/>
          </p:nvSpPr>
          <p:spPr>
            <a:xfrm>
              <a:off x="12757320" y="4093560"/>
              <a:ext cx="2817720" cy="62820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Staat het invoegvenster achter de oranje lijn? Klik dan op de rechtermuisknop en kies </a:t>
              </a:r>
              <a:br>
                <a:rPr sz="1100"/>
              </a:br>
              <a:r>
                <a:rPr b="0" lang="nl-NL" sz="1100" spc="-1" strike="noStrike">
                  <a:solidFill>
                    <a:srgbClr val="000000"/>
                  </a:solidFill>
                  <a:latin typeface="Calibri"/>
                </a:rPr>
                <a:t>‘</a:t>
              </a:r>
              <a:r>
                <a:rPr b="1" lang="nl-NL" sz="1100" spc="-1" strike="noStrike">
                  <a:solidFill>
                    <a:srgbClr val="000000"/>
                  </a:solidFill>
                  <a:latin typeface="Calibri"/>
                </a:rPr>
                <a:t>naar voorgrond</a:t>
              </a:r>
              <a:r>
                <a:rPr b="0" lang="nl-NL" sz="1100" spc="-1" strike="noStrike">
                  <a:solidFill>
                    <a:srgbClr val="000000"/>
                  </a:solidFill>
                  <a:latin typeface="Calibri"/>
                </a:rPr>
                <a:t>’ om deze naar voren </a:t>
              </a:r>
              <a:br>
                <a:rPr sz="1100"/>
              </a:br>
              <a:r>
                <a:rPr b="0" lang="nl-NL" sz="1100" spc="-1" strike="noStrike">
                  <a:solidFill>
                    <a:srgbClr val="000000"/>
                  </a:solidFill>
                  <a:latin typeface="Calibri"/>
                </a:rPr>
                <a:t>te halen. Klik na het invoegen op </a:t>
              </a:r>
              <a:br>
                <a:rPr sz="1100"/>
              </a:br>
              <a:r>
                <a:rPr b="0" lang="nl-NL" sz="1100" spc="-1" strike="noStrike">
                  <a:solidFill>
                    <a:srgbClr val="000000"/>
                  </a:solidFill>
                  <a:latin typeface="Calibri"/>
                </a:rPr>
                <a:t>‘</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384" name="Rechte verbindingslijn 134"/>
            <p:cNvCxnSpPr/>
            <p:nvPr/>
          </p:nvCxnSpPr>
          <p:spPr>
            <a:xfrm>
              <a:off x="12396960" y="3909240"/>
              <a:ext cx="3178440" cy="360"/>
            </a:xfrm>
            <a:prstGeom prst="straightConnector1">
              <a:avLst/>
            </a:prstGeom>
            <a:ln w="3175">
              <a:solidFill>
                <a:srgbClr val="ea7600"/>
              </a:solidFill>
              <a:round/>
            </a:ln>
          </p:spPr>
        </p:cxnSp>
      </p:grpSp>
      <p:sp>
        <p:nvSpPr>
          <p:cNvPr id="385" name="PlaceHolder 4"/>
          <p:cNvSpPr>
            <a:spLocks noGrp="1"/>
          </p:cNvSpPr>
          <p:nvPr>
            <p:ph type="body"/>
          </p:nvPr>
        </p:nvSpPr>
        <p:spPr>
          <a:xfrm>
            <a:off x="10692000" y="5852160"/>
            <a:ext cx="991440" cy="486360"/>
          </a:xfrm>
          <a:prstGeom prst="rect">
            <a:avLst/>
          </a:prstGeom>
          <a:blipFill rotWithShape="0">
            <a:blip r:embed="rId7"/>
            <a:stretch>
              <a:fillRect l="1579" t="-37" r="1579" b="-37"/>
            </a:stretch>
          </a:blipFill>
          <a:ln w="0">
            <a:noFill/>
          </a:ln>
        </p:spPr>
        <p:txBody>
          <a:bodyPr lIns="0" rIns="0" tIns="0" bIns="0" anchor="t">
            <a:noAutofit/>
          </a:bodyPr>
          <a:p>
            <a:pPr indent="0" algn="ctr" defTabSz="914400">
              <a:lnSpc>
                <a:spcPct val="80000"/>
              </a:lnSpc>
              <a:spcBef>
                <a:spcPts val="601"/>
              </a:spcBef>
              <a:spcAft>
                <a:spcPts val="601"/>
              </a:spcAft>
              <a:buNone/>
              <a:tabLst>
                <a:tab algn="l" pos="0"/>
              </a:tabLst>
            </a:pPr>
            <a:r>
              <a:rPr b="0" lang="nl-NL" sz="1600" spc="-1" strike="noStrike">
                <a:solidFill>
                  <a:schemeClr val="dk1"/>
                </a:solidFill>
                <a:latin typeface="Calibri"/>
              </a:rPr>
              <a:t>  </a:t>
            </a:r>
            <a:endParaRPr b="0" lang="nl-NL" sz="1600" spc="-1" strike="noStrike">
              <a:solidFill>
                <a:schemeClr val="dk1"/>
              </a:solidFill>
              <a:latin typeface="Calibri"/>
            </a:endParaRPr>
          </a:p>
        </p:txBody>
      </p:sp>
      <p:sp>
        <p:nvSpPr>
          <p:cNvPr id="386" name="Tijdelijke aanduiding voor tekst 4"/>
          <p:cNvSpPr/>
          <p:nvPr/>
        </p:nvSpPr>
        <p:spPr>
          <a:xfrm>
            <a:off x="820440" y="824760"/>
            <a:ext cx="4447800" cy="5233680"/>
          </a:xfrm>
          <a:prstGeom prst="roundRect">
            <a:avLst>
              <a:gd name="adj" fmla="val 3255"/>
            </a:avLst>
          </a:prstGeom>
          <a:solidFill>
            <a:schemeClr val="bg1">
              <a:alpha val="70000"/>
            </a:schemeClr>
          </a:solidFill>
          <a:ln w="12700">
            <a:noFill/>
          </a:ln>
        </p:spPr>
        <p:style>
          <a:lnRef idx="0"/>
          <a:fillRef idx="0"/>
          <a:effectRef idx="0"/>
          <a:fontRef idx="minor"/>
        </p:style>
        <p:txBody>
          <a:bodyPr lIns="180000" rIns="180000" tIns="252000" bIns="252000" anchor="ctr">
            <a:noAutofit/>
          </a:bodyPr>
          <a:p>
            <a:pPr algn="ctr" defTabSz="914400">
              <a:lnSpc>
                <a:spcPct val="100000"/>
              </a:lnSpc>
              <a:spcBef>
                <a:spcPts val="601"/>
              </a:spcBef>
              <a:spcAft>
                <a:spcPts val="601"/>
              </a:spcAft>
              <a:tabLst>
                <a:tab algn="l" pos="0"/>
              </a:tabLst>
            </a:pPr>
            <a:r>
              <a:rPr b="0" lang="nl-NL" sz="4000" spc="-1" strike="noStrike">
                <a:solidFill>
                  <a:schemeClr val="dk1"/>
                </a:solidFill>
                <a:latin typeface="Calibri"/>
              </a:rPr>
              <a:t>‘’</a:t>
            </a:r>
            <a:r>
              <a:rPr b="0" lang="nl-NL" sz="4000" spc="-1" strike="noStrike">
                <a:solidFill>
                  <a:schemeClr val="dk1"/>
                </a:solidFill>
                <a:latin typeface="Calibri"/>
              </a:rPr>
              <a:t>Plaats hier </a:t>
            </a:r>
            <a:br>
              <a:rPr sz="4000"/>
            </a:br>
            <a:r>
              <a:rPr b="0" lang="nl-NL" sz="4000" spc="-1" strike="noStrike">
                <a:solidFill>
                  <a:schemeClr val="dk1"/>
                </a:solidFill>
                <a:latin typeface="Calibri"/>
              </a:rPr>
              <a:t>de citaat’’</a:t>
            </a:r>
            <a:endParaRPr b="0" lang="en-US" sz="4000" spc="-1" strike="noStrike">
              <a:solidFill>
                <a:srgbClr val="000000"/>
              </a:solidFill>
              <a:latin typeface="Arial"/>
            </a:endParaRPr>
          </a:p>
          <a:p>
            <a:pPr algn="ctr" defTabSz="914400">
              <a:lnSpc>
                <a:spcPct val="100000"/>
              </a:lnSpc>
              <a:spcBef>
                <a:spcPts val="601"/>
              </a:spcBef>
              <a:spcAft>
                <a:spcPts val="601"/>
              </a:spcAft>
              <a:tabLst>
                <a:tab algn="l" pos="0"/>
              </a:tabLst>
            </a:pPr>
            <a:r>
              <a:rPr b="0" lang="nl-NL" sz="4000" spc="-1" strike="noStrike">
                <a:solidFill>
                  <a:schemeClr val="dk1"/>
                </a:solidFill>
                <a:latin typeface="Calibri"/>
              </a:rPr>
              <a:t>JU-LEVEL1=Citaat</a:t>
            </a:r>
            <a:endParaRPr b="0" lang="en-US" sz="4000" spc="-1" strike="noStrike">
              <a:solidFill>
                <a:srgbClr val="000000"/>
              </a:solidFill>
              <a:latin typeface="Arial"/>
            </a:endParaRPr>
          </a:p>
        </p:txBody>
      </p:sp>
      <p:sp>
        <p:nvSpPr>
          <p:cNvPr id="387" name="PlaceHolder 5"/>
          <p:cNvSpPr>
            <a:spLocks noGrp="1"/>
          </p:cNvSpPr>
          <p:nvPr>
            <p:ph type="sldNum" idx="12"/>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A96DFF3A-32F3-4B79-A0A1-7C659919DAA2}"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8"/>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8"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389" name="GRID"/>
          <p:cNvGrpSpPr/>
          <p:nvPr/>
        </p:nvGrpSpPr>
        <p:grpSpPr>
          <a:xfrm>
            <a:off x="0" y="0"/>
            <a:ext cx="12191760" cy="6857640"/>
            <a:chOff x="0" y="0"/>
            <a:chExt cx="12191760" cy="6857640"/>
          </a:xfrm>
        </p:grpSpPr>
        <p:sp>
          <p:nvSpPr>
            <p:cNvPr id="390"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1"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2"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3"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4"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5"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6"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7"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8"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399"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00"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401" name="KADER"/>
          <p:cNvGrpSpPr/>
          <p:nvPr/>
        </p:nvGrpSpPr>
        <p:grpSpPr>
          <a:xfrm>
            <a:off x="-355680" y="-212040"/>
            <a:ext cx="12894120" cy="7257240"/>
            <a:chOff x="-355680" y="-212040"/>
            <a:chExt cx="12894120" cy="7257240"/>
          </a:xfrm>
        </p:grpSpPr>
        <p:sp>
          <p:nvSpPr>
            <p:cNvPr id="402"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403"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404"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405"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406" name="logoboven" descr=""/>
          <p:cNvPicPr/>
          <p:nvPr/>
        </p:nvPicPr>
        <p:blipFill>
          <a:blip r:embed="rId4"/>
          <a:stretch/>
        </p:blipFill>
        <p:spPr>
          <a:xfrm>
            <a:off x="5615280" y="-1395360"/>
            <a:ext cx="952200" cy="482040"/>
          </a:xfrm>
          <a:prstGeom prst="rect">
            <a:avLst/>
          </a:prstGeom>
          <a:ln w="0">
            <a:noFill/>
          </a:ln>
        </p:spPr>
      </p:pic>
      <p:sp>
        <p:nvSpPr>
          <p:cNvPr id="407" name="PlaceHolder 1"/>
          <p:cNvSpPr>
            <a:spLocks noGrp="1"/>
          </p:cNvSpPr>
          <p:nvPr>
            <p:ph type="dt" idx="13"/>
          </p:nvPr>
        </p:nvSpPr>
        <p:spPr>
          <a:xfrm>
            <a:off x="7645680" y="70077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408" name="PlaceHolder 2"/>
          <p:cNvSpPr>
            <a:spLocks noGrp="1"/>
          </p:cNvSpPr>
          <p:nvPr>
            <p:ph type="ftr" idx="14"/>
          </p:nvPr>
        </p:nvSpPr>
        <p:spPr>
          <a:xfrm>
            <a:off x="927000" y="70077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409" name="PlaceHolder 3"/>
          <p:cNvSpPr>
            <a:spLocks noGrp="1"/>
          </p:cNvSpPr>
          <p:nvPr>
            <p:ph type="sldNum" idx="15"/>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17469304-C59D-41F3-9076-464E15966200}"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
        <p:nvSpPr>
          <p:cNvPr id="410" name="Tekstvak 6"/>
          <p:cNvSpPr/>
          <p:nvPr/>
        </p:nvSpPr>
        <p:spPr>
          <a:xfrm>
            <a:off x="5288040" y="-885600"/>
            <a:ext cx="161532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ALLEEN TITEL</a:t>
            </a:r>
            <a:endParaRPr b="0" lang="en-US" sz="1200" spc="-1" strike="noStrike">
              <a:solidFill>
                <a:srgbClr val="000000"/>
              </a:solidFill>
              <a:latin typeface="Arial"/>
            </a:endParaRPr>
          </a:p>
        </p:txBody>
      </p:sp>
      <p:pic>
        <p:nvPicPr>
          <p:cNvPr id="411" name="logo" descr=""/>
          <p:cNvPicPr/>
          <p:nvPr/>
        </p:nvPicPr>
        <p:blipFill>
          <a:blip r:embed="rId5">
            <a:extLst>
              <a:ext uri="{96DAC541-7B7A-43D3-8B79-37D633B846F1}">
                <asvg:svgBlip xmlns:asvg="http://schemas.microsoft.com/office/drawing/2016/SVG/main" r:embed="rId6"/>
              </a:ext>
            </a:extLst>
          </a:blip>
          <a:stretch/>
        </p:blipFill>
        <p:spPr>
          <a:xfrm>
            <a:off x="10987200" y="6122160"/>
            <a:ext cx="951840" cy="482040"/>
          </a:xfrm>
          <a:prstGeom prst="rect">
            <a:avLst/>
          </a:prstGeom>
          <a:ln w="0">
            <a:noFill/>
          </a:ln>
        </p:spPr>
      </p:pic>
      <p:grpSp>
        <p:nvGrpSpPr>
          <p:cNvPr id="412" name="GRID"/>
          <p:cNvGrpSpPr/>
          <p:nvPr/>
        </p:nvGrpSpPr>
        <p:grpSpPr>
          <a:xfrm>
            <a:off x="0" y="0"/>
            <a:ext cx="12191760" cy="6857640"/>
            <a:chOff x="0" y="0"/>
            <a:chExt cx="12191760" cy="6857640"/>
          </a:xfrm>
        </p:grpSpPr>
        <p:sp>
          <p:nvSpPr>
            <p:cNvPr id="413" name="Rechthoek 38"/>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14" name="Rechthoek 39"/>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15" name="Rechthoek 40"/>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16" name="Rechthoek 41"/>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17" name="Rechthoek 42"/>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18" name="Rechthoek 43"/>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19" name="Rechthoek 44"/>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20" name="Rechthoek 45"/>
            <p:cNvSpPr/>
            <p:nvPr/>
          </p:nvSpPr>
          <p:spPr>
            <a:xfrm>
              <a:off x="927000" y="6337440"/>
              <a:ext cx="11264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21" name="Rechthoek 46"/>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22" name="Rechthoek 47"/>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23" name="Rechthoek 48"/>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24" name="Rechthoek 49"/>
            <p:cNvSpPr/>
            <p:nvPr/>
          </p:nvSpPr>
          <p:spPr>
            <a:xfrm>
              <a:off x="596448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425" name="PlaceHolder 4"/>
          <p:cNvSpPr>
            <a:spLocks noGrp="1"/>
          </p:cNvSpPr>
          <p:nvPr>
            <p:ph type="title"/>
          </p:nvPr>
        </p:nvSpPr>
        <p:spPr>
          <a:xfrm>
            <a:off x="522000" y="272160"/>
            <a:ext cx="1114596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426"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Tree>
  </p:cSld>
  <p:clrMap bg1="lt1" bg2="lt2" tx1="dk1" tx2="dk2" accent1="accent1" accent2="accent2" accent3="accent3" accent4="accent4" accent5="accent5" accent6="accent6" hlink="hlink" folHlink="folHlink"/>
  <p:sldLayoutIdLst>
    <p:sldLayoutId id="2147483657" r:id="rId7"/>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7"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428" name="GRID"/>
          <p:cNvGrpSpPr/>
          <p:nvPr/>
        </p:nvGrpSpPr>
        <p:grpSpPr>
          <a:xfrm>
            <a:off x="0" y="0"/>
            <a:ext cx="12191760" cy="6857640"/>
            <a:chOff x="0" y="0"/>
            <a:chExt cx="12191760" cy="6857640"/>
          </a:xfrm>
        </p:grpSpPr>
        <p:sp>
          <p:nvSpPr>
            <p:cNvPr id="429"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0"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1"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2"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3"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4"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5"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6"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7"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8"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39"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440" name="KADER"/>
          <p:cNvGrpSpPr/>
          <p:nvPr/>
        </p:nvGrpSpPr>
        <p:grpSpPr>
          <a:xfrm>
            <a:off x="-355680" y="-212040"/>
            <a:ext cx="12894120" cy="7257240"/>
            <a:chOff x="-355680" y="-212040"/>
            <a:chExt cx="12894120" cy="7257240"/>
          </a:xfrm>
        </p:grpSpPr>
        <p:sp>
          <p:nvSpPr>
            <p:cNvPr id="441"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442"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443"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444"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445" name="logoboven" descr=""/>
          <p:cNvPicPr/>
          <p:nvPr/>
        </p:nvPicPr>
        <p:blipFill>
          <a:blip r:embed="rId4"/>
          <a:stretch/>
        </p:blipFill>
        <p:spPr>
          <a:xfrm>
            <a:off x="5615280" y="-1395360"/>
            <a:ext cx="952200" cy="482040"/>
          </a:xfrm>
          <a:prstGeom prst="rect">
            <a:avLst/>
          </a:prstGeom>
          <a:ln w="0">
            <a:noFill/>
          </a:ln>
        </p:spPr>
      </p:pic>
      <p:sp>
        <p:nvSpPr>
          <p:cNvPr id="446" name="PlaceHolder 1"/>
          <p:cNvSpPr>
            <a:spLocks noGrp="1"/>
          </p:cNvSpPr>
          <p:nvPr>
            <p:ph type="dt" idx="16"/>
          </p:nvPr>
        </p:nvSpPr>
        <p:spPr>
          <a:xfrm>
            <a:off x="7645680" y="69951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447" name="PlaceHolder 2"/>
          <p:cNvSpPr>
            <a:spLocks noGrp="1"/>
          </p:cNvSpPr>
          <p:nvPr>
            <p:ph type="ftr" idx="17"/>
          </p:nvPr>
        </p:nvSpPr>
        <p:spPr>
          <a:xfrm>
            <a:off x="927000" y="6995160"/>
            <a:ext cx="719316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448" name="Tekstvak 6"/>
          <p:cNvSpPr/>
          <p:nvPr/>
        </p:nvSpPr>
        <p:spPr>
          <a:xfrm>
            <a:off x="5259960" y="-885600"/>
            <a:ext cx="167148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VOORSTELLEN</a:t>
            </a:r>
            <a:endParaRPr b="0" lang="en-US" sz="1200" spc="-1" strike="noStrike">
              <a:solidFill>
                <a:srgbClr val="000000"/>
              </a:solidFill>
              <a:latin typeface="Arial"/>
            </a:endParaRPr>
          </a:p>
        </p:txBody>
      </p:sp>
      <p:grpSp>
        <p:nvGrpSpPr>
          <p:cNvPr id="449" name="Instructie"/>
          <p:cNvGrpSpPr/>
          <p:nvPr/>
        </p:nvGrpSpPr>
        <p:grpSpPr>
          <a:xfrm>
            <a:off x="12391560" y="0"/>
            <a:ext cx="3389400" cy="4934160"/>
            <a:chOff x="12391560" y="0"/>
            <a:chExt cx="3389400" cy="4934160"/>
          </a:xfrm>
        </p:grpSpPr>
        <p:grpSp>
          <p:nvGrpSpPr>
            <p:cNvPr id="450" name="Groep 164"/>
            <p:cNvGrpSpPr/>
            <p:nvPr/>
          </p:nvGrpSpPr>
          <p:grpSpPr>
            <a:xfrm>
              <a:off x="12757320" y="3250080"/>
              <a:ext cx="1499040" cy="678240"/>
              <a:chOff x="12757320" y="3250080"/>
              <a:chExt cx="1499040" cy="678240"/>
            </a:xfrm>
          </p:grpSpPr>
          <p:sp>
            <p:nvSpPr>
              <p:cNvPr id="451" name="Rechthoek 191"/>
              <p:cNvSpPr/>
              <p:nvPr/>
            </p:nvSpPr>
            <p:spPr>
              <a:xfrm>
                <a:off x="12757320" y="325008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452" name="Rechthoek 192"/>
              <p:cNvSpPr/>
              <p:nvPr/>
            </p:nvSpPr>
            <p:spPr>
              <a:xfrm>
                <a:off x="12762000" y="356148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453" name="Tekstvak 193"/>
              <p:cNvSpPr/>
              <p:nvPr/>
            </p:nvSpPr>
            <p:spPr>
              <a:xfrm>
                <a:off x="12997800" y="328932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454" name="Tekstvak 194"/>
              <p:cNvSpPr/>
              <p:nvPr/>
            </p:nvSpPr>
            <p:spPr>
              <a:xfrm>
                <a:off x="12984120" y="361044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455" name="Picture 3" descr=""/>
              <p:cNvPicPr/>
              <p:nvPr/>
            </p:nvPicPr>
            <p:blipFill>
              <a:blip r:embed="rId5"/>
              <a:stretch/>
            </p:blipFill>
            <p:spPr>
              <a:xfrm>
                <a:off x="13938840" y="3697200"/>
                <a:ext cx="142560" cy="231120"/>
              </a:xfrm>
              <a:prstGeom prst="rect">
                <a:avLst/>
              </a:prstGeom>
              <a:ln w="0">
                <a:noFill/>
              </a:ln>
            </p:spPr>
          </p:pic>
          <p:sp>
            <p:nvSpPr>
              <p:cNvPr id="456" name="Gelijkbenige driehoek 196"/>
              <p:cNvSpPr/>
              <p:nvPr/>
            </p:nvSpPr>
            <p:spPr>
              <a:xfrm rot="5400000">
                <a:off x="14094360" y="367812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457" name="Groep 197"/>
              <p:cNvGrpSpPr/>
              <p:nvPr/>
            </p:nvGrpSpPr>
            <p:grpSpPr>
              <a:xfrm>
                <a:off x="12822480" y="3308040"/>
                <a:ext cx="181800" cy="163440"/>
                <a:chOff x="12822480" y="3308040"/>
                <a:chExt cx="181800" cy="163440"/>
              </a:xfrm>
            </p:grpSpPr>
            <p:sp>
              <p:nvSpPr>
                <p:cNvPr id="458" name="Rechthoek 202"/>
                <p:cNvSpPr/>
                <p:nvPr/>
              </p:nvSpPr>
              <p:spPr>
                <a:xfrm>
                  <a:off x="12822480" y="330804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459" name="Rechthoek 203"/>
                <p:cNvSpPr/>
                <p:nvPr/>
              </p:nvSpPr>
              <p:spPr>
                <a:xfrm>
                  <a:off x="12936960" y="340416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460" name="Rechthoek 204"/>
                <p:cNvSpPr/>
                <p:nvPr/>
              </p:nvSpPr>
              <p:spPr>
                <a:xfrm>
                  <a:off x="12856320" y="333252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461" name="Groep 198"/>
              <p:cNvGrpSpPr/>
              <p:nvPr/>
            </p:nvGrpSpPr>
            <p:grpSpPr>
              <a:xfrm>
                <a:off x="12822480" y="3609720"/>
                <a:ext cx="181800" cy="163440"/>
                <a:chOff x="12822480" y="3609720"/>
                <a:chExt cx="181800" cy="163440"/>
              </a:xfrm>
            </p:grpSpPr>
            <p:sp>
              <p:nvSpPr>
                <p:cNvPr id="462" name="Rechthoek 199"/>
                <p:cNvSpPr/>
                <p:nvPr/>
              </p:nvSpPr>
              <p:spPr>
                <a:xfrm>
                  <a:off x="12856320" y="363456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463" name="Rechthoek 200"/>
                <p:cNvSpPr/>
                <p:nvPr/>
              </p:nvSpPr>
              <p:spPr>
                <a:xfrm>
                  <a:off x="12822480" y="36097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464" name="Rechthoek 201"/>
                <p:cNvSpPr/>
                <p:nvPr/>
              </p:nvSpPr>
              <p:spPr>
                <a:xfrm>
                  <a:off x="12936960" y="370584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grpSp>
          <p:nvGrpSpPr>
            <p:cNvPr id="465" name="Meer informatie"/>
            <p:cNvGrpSpPr/>
            <p:nvPr/>
          </p:nvGrpSpPr>
          <p:grpSpPr>
            <a:xfrm>
              <a:off x="12396600" y="4151160"/>
              <a:ext cx="3178440" cy="783000"/>
              <a:chOff x="12396600" y="4151160"/>
              <a:chExt cx="3178440" cy="783000"/>
            </a:xfrm>
          </p:grpSpPr>
          <p:sp>
            <p:nvSpPr>
              <p:cNvPr id="466" name="Freeform 101"/>
              <p:cNvSpPr/>
              <p:nvPr/>
            </p:nvSpPr>
            <p:spPr>
              <a:xfrm>
                <a:off x="12396600" y="415116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467" name="Rechthoek 189"/>
              <p:cNvSpPr/>
              <p:nvPr/>
            </p:nvSpPr>
            <p:spPr>
              <a:xfrm>
                <a:off x="12757320" y="422316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468" name="Rechte verbindingslijn 190"/>
              <p:cNvCxnSpPr/>
              <p:nvPr/>
            </p:nvCxnSpPr>
            <p:spPr>
              <a:xfrm>
                <a:off x="12396960" y="4934160"/>
                <a:ext cx="3178440" cy="360"/>
              </a:xfrm>
              <a:prstGeom prst="straightConnector1">
                <a:avLst/>
              </a:prstGeom>
              <a:ln w="3175">
                <a:solidFill>
                  <a:srgbClr val="ea7600"/>
                </a:solidFill>
                <a:round/>
              </a:ln>
            </p:spPr>
          </p:cxnSp>
        </p:grpSp>
        <p:sp>
          <p:nvSpPr>
            <p:cNvPr id="469" name="Rechthoek 166"/>
            <p:cNvSpPr/>
            <p:nvPr/>
          </p:nvSpPr>
          <p:spPr>
            <a:xfrm>
              <a:off x="12397320" y="0"/>
              <a:ext cx="338364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Afbeelding invoegen/veranderen</a:t>
              </a:r>
              <a:endParaRPr b="0" lang="en-US" sz="1400" spc="-1" strike="noStrike">
                <a:solidFill>
                  <a:srgbClr val="000000"/>
                </a:solidFill>
                <a:latin typeface="Arial"/>
              </a:endParaRPr>
            </a:p>
          </p:txBody>
        </p:sp>
        <p:sp>
          <p:nvSpPr>
            <p:cNvPr id="470" name="Ovaal 167"/>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471" name="Rechte verbindingslijn 168"/>
            <p:cNvCxnSpPr/>
            <p:nvPr/>
          </p:nvCxnSpPr>
          <p:spPr>
            <a:xfrm>
              <a:off x="12396960" y="241560"/>
              <a:ext cx="3178440" cy="360"/>
            </a:xfrm>
            <a:prstGeom prst="straightConnector1">
              <a:avLst/>
            </a:prstGeom>
            <a:ln w="3175">
              <a:solidFill>
                <a:srgbClr val="ea7600"/>
              </a:solidFill>
              <a:round/>
            </a:ln>
          </p:spPr>
        </p:cxnSp>
        <p:cxnSp>
          <p:nvCxnSpPr>
            <p:cNvPr id="472" name="Rechte verbindingslijn 169"/>
            <p:cNvCxnSpPr/>
            <p:nvPr/>
          </p:nvCxnSpPr>
          <p:spPr>
            <a:xfrm>
              <a:off x="12396960" y="1728000"/>
              <a:ext cx="3178440" cy="360"/>
            </a:xfrm>
            <a:prstGeom prst="straightConnector1">
              <a:avLst/>
            </a:prstGeom>
            <a:ln w="3175">
              <a:solidFill>
                <a:srgbClr val="ea7600"/>
              </a:solidFill>
              <a:round/>
            </a:ln>
          </p:spPr>
        </p:cxnSp>
        <p:sp>
          <p:nvSpPr>
            <p:cNvPr id="473" name="Rechthoek 170"/>
            <p:cNvSpPr/>
            <p:nvPr/>
          </p:nvSpPr>
          <p:spPr>
            <a:xfrm>
              <a:off x="12757320" y="432720"/>
              <a:ext cx="2817720" cy="73836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afbeelding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afbeelding in te voegen.</a:t>
              </a:r>
              <a:br>
                <a:rPr sz="1100"/>
              </a:b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cxnSp>
          <p:nvCxnSpPr>
            <p:cNvPr id="474" name="Rechte verbindingslijn 171"/>
            <p:cNvCxnSpPr/>
            <p:nvPr/>
          </p:nvCxnSpPr>
          <p:spPr>
            <a:xfrm>
              <a:off x="12396960" y="4033080"/>
              <a:ext cx="3178440" cy="360"/>
            </a:xfrm>
            <a:prstGeom prst="straightConnector1">
              <a:avLst/>
            </a:prstGeom>
            <a:ln w="3175">
              <a:solidFill>
                <a:srgbClr val="ea7600"/>
              </a:solidFill>
              <a:round/>
            </a:ln>
          </p:spPr>
        </p:cxnSp>
        <p:sp>
          <p:nvSpPr>
            <p:cNvPr id="475" name="Ovaal 172"/>
            <p:cNvSpPr/>
            <p:nvPr/>
          </p:nvSpPr>
          <p:spPr>
            <a:xfrm>
              <a:off x="12391560" y="185652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476" name="Rechthoek 173"/>
            <p:cNvSpPr/>
            <p:nvPr/>
          </p:nvSpPr>
          <p:spPr>
            <a:xfrm>
              <a:off x="12757320" y="192276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afbeelding</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477" name="Groep 174"/>
            <p:cNvGrpSpPr/>
            <p:nvPr/>
          </p:nvGrpSpPr>
          <p:grpSpPr>
            <a:xfrm>
              <a:off x="12757320" y="1291680"/>
              <a:ext cx="294120" cy="346320"/>
              <a:chOff x="12757320" y="1291680"/>
              <a:chExt cx="294120" cy="346320"/>
            </a:xfrm>
          </p:grpSpPr>
          <p:sp>
            <p:nvSpPr>
              <p:cNvPr id="478" name="Rechthoek 182"/>
              <p:cNvSpPr/>
              <p:nvPr/>
            </p:nvSpPr>
            <p:spPr>
              <a:xfrm>
                <a:off x="12757320" y="1291680"/>
                <a:ext cx="261360" cy="257400"/>
              </a:xfrm>
              <a:prstGeom prst="rect">
                <a:avLst/>
              </a:prstGeom>
              <a:solidFill>
                <a:schemeClr val="bg1"/>
              </a:solidFill>
              <a:ln>
                <a:solidFill>
                  <a:srgbClr val="c0c0c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479" name="Ovaal 183"/>
              <p:cNvSpPr/>
              <p:nvPr/>
            </p:nvSpPr>
            <p:spPr>
              <a:xfrm>
                <a:off x="12916800" y="1324440"/>
                <a:ext cx="72000" cy="72000"/>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480" name="Vrije vorm: vorm 184"/>
              <p:cNvSpPr/>
              <p:nvPr/>
            </p:nvSpPr>
            <p:spPr>
              <a:xfrm rot="2700000">
                <a:off x="12790440" y="1450080"/>
                <a:ext cx="170640" cy="149040"/>
              </a:xfrm>
              <a:custGeom>
                <a:avLst/>
                <a:gdLst>
                  <a:gd name="textAreaLeft" fmla="*/ 0 w 170640"/>
                  <a:gd name="textAreaRight" fmla="*/ 171000 w 170640"/>
                  <a:gd name="textAreaTop" fmla="*/ 0 h 149040"/>
                  <a:gd name="textAreaBottom" fmla="*/ 149400 h 149040"/>
                </a:gdLst>
                <a:ahLst/>
                <a:rect l="textAreaLeft" t="textAreaTop" r="textAreaRight" b="textAreaBottom"/>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481" name="Rechthoek: afgeronde hoeken 185"/>
              <p:cNvSpPr/>
              <p:nvPr/>
            </p:nvSpPr>
            <p:spPr>
              <a:xfrm>
                <a:off x="12893760" y="1437480"/>
                <a:ext cx="157680" cy="118080"/>
              </a:xfrm>
              <a:prstGeom prst="roundRect">
                <a:avLst>
                  <a:gd name="adj" fmla="val 16667"/>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cxnSp>
            <p:nvCxnSpPr>
              <p:cNvPr id="482" name="Rechte verbindingslijn 186"/>
              <p:cNvCxnSpPr/>
              <p:nvPr/>
            </p:nvCxnSpPr>
            <p:spPr>
              <a:xfrm>
                <a:off x="12930480" y="1603080"/>
                <a:ext cx="84960" cy="360"/>
              </a:xfrm>
              <a:prstGeom prst="straightConnector1">
                <a:avLst/>
              </a:prstGeom>
              <a:ln w="19050">
                <a:solidFill>
                  <a:srgbClr val="8aadd0"/>
                </a:solidFill>
              </a:ln>
            </p:spPr>
          </p:cxnSp>
          <p:cxnSp>
            <p:nvCxnSpPr>
              <p:cNvPr id="483" name="Rechte verbindingslijn 187"/>
              <p:cNvCxnSpPr/>
              <p:nvPr/>
            </p:nvCxnSpPr>
            <p:spPr>
              <a:xfrm flipH="1">
                <a:off x="12972240" y="1555920"/>
                <a:ext cx="1080" cy="44640"/>
              </a:xfrm>
              <a:prstGeom prst="straightConnector1">
                <a:avLst/>
              </a:prstGeom>
              <a:ln w="19050">
                <a:solidFill>
                  <a:srgbClr val="8aadd0"/>
                </a:solidFill>
              </a:ln>
            </p:spPr>
          </p:cxnSp>
        </p:grpSp>
        <p:sp>
          <p:nvSpPr>
            <p:cNvPr id="484" name="Ovaal 175"/>
            <p:cNvSpPr/>
            <p:nvPr/>
          </p:nvSpPr>
          <p:spPr>
            <a:xfrm>
              <a:off x="12391560" y="276804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3</a:t>
              </a:r>
              <a:endParaRPr b="0" lang="en-US" sz="1100" spc="-1" strike="noStrike">
                <a:solidFill>
                  <a:srgbClr val="ffffff"/>
                </a:solidFill>
                <a:latin typeface="Arial"/>
              </a:endParaRPr>
            </a:p>
          </p:txBody>
        </p:sp>
        <p:sp>
          <p:nvSpPr>
            <p:cNvPr id="485" name="Rechthoek 176"/>
            <p:cNvSpPr/>
            <p:nvPr/>
          </p:nvSpPr>
          <p:spPr>
            <a:xfrm>
              <a:off x="12757320" y="2834280"/>
              <a:ext cx="2817720" cy="316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Klik met de rechter muisknop op de afbeelding en kies </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486" name="Rechte verbindingslijn 177"/>
            <p:cNvCxnSpPr/>
            <p:nvPr/>
          </p:nvCxnSpPr>
          <p:spPr>
            <a:xfrm>
              <a:off x="12396960" y="2649600"/>
              <a:ext cx="3178440" cy="360"/>
            </a:xfrm>
            <a:prstGeom prst="straightConnector1">
              <a:avLst/>
            </a:prstGeom>
            <a:ln w="3175">
              <a:solidFill>
                <a:srgbClr val="ea7600"/>
              </a:solidFill>
              <a:round/>
            </a:ln>
          </p:spPr>
        </p:cxnSp>
        <p:grpSp>
          <p:nvGrpSpPr>
            <p:cNvPr id="487" name="Groep 178"/>
            <p:cNvGrpSpPr/>
            <p:nvPr/>
          </p:nvGrpSpPr>
          <p:grpSpPr>
            <a:xfrm>
              <a:off x="12757320" y="2296800"/>
              <a:ext cx="825120" cy="209160"/>
              <a:chOff x="12757320" y="2296800"/>
              <a:chExt cx="825120" cy="209160"/>
            </a:xfrm>
          </p:grpSpPr>
          <p:sp>
            <p:nvSpPr>
              <p:cNvPr id="488" name="Rechthoek 179"/>
              <p:cNvSpPr/>
              <p:nvPr/>
            </p:nvSpPr>
            <p:spPr>
              <a:xfrm>
                <a:off x="12757320" y="2296800"/>
                <a:ext cx="825120" cy="209160"/>
              </a:xfrm>
              <a:prstGeom prst="rect">
                <a:avLst/>
              </a:prstGeom>
              <a:solidFill>
                <a:srgbClr val="ffffff"/>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489" name="Rechte verbindingslijn 180"/>
              <p:cNvCxnSpPr/>
              <p:nvPr/>
            </p:nvCxnSpPr>
            <p:spPr>
              <a:xfrm>
                <a:off x="13407840" y="2328840"/>
                <a:ext cx="360" cy="143280"/>
              </a:xfrm>
              <a:prstGeom prst="straightConnector1">
                <a:avLst/>
              </a:prstGeom>
              <a:ln w="3175">
                <a:solidFill>
                  <a:srgbClr val="44546a"/>
                </a:solidFill>
                <a:round/>
              </a:ln>
            </p:spPr>
          </p:cxnSp>
          <p:sp>
            <p:nvSpPr>
              <p:cNvPr id="490" name="Gelijkbenige driehoek 181"/>
              <p:cNvSpPr/>
              <p:nvPr/>
            </p:nvSpPr>
            <p:spPr>
              <a:xfrm rot="10800000">
                <a:off x="13449240" y="238104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sp>
        <p:nvSpPr>
          <p:cNvPr id="491" name="PlaceHolder 3"/>
          <p:cNvSpPr>
            <a:spLocks noGrp="1"/>
          </p:cNvSpPr>
          <p:nvPr>
            <p:ph type="body"/>
          </p:nvPr>
        </p:nvSpPr>
        <p:spPr>
          <a:xfrm>
            <a:off x="525240" y="1388520"/>
            <a:ext cx="2602080" cy="2887200"/>
          </a:xfrm>
          <a:prstGeom prst="rect">
            <a:avLst/>
          </a:prstGeom>
          <a:solidFill>
            <a:schemeClr val="lt1">
              <a:lumMod val="95000"/>
            </a:schemeClr>
          </a:solidFill>
          <a:ln w="0">
            <a:noFill/>
          </a:ln>
        </p:spPr>
        <p:txBody>
          <a:bodyPr lIns="90000" rIns="90000" tIns="162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sp>
        <p:nvSpPr>
          <p:cNvPr id="492" name="PlaceHolder 4"/>
          <p:cNvSpPr>
            <a:spLocks noGrp="1"/>
          </p:cNvSpPr>
          <p:nvPr>
            <p:ph type="body"/>
          </p:nvPr>
        </p:nvSpPr>
        <p:spPr>
          <a:xfrm>
            <a:off x="3377880" y="1388520"/>
            <a:ext cx="2602080" cy="2887200"/>
          </a:xfrm>
          <a:prstGeom prst="rect">
            <a:avLst/>
          </a:prstGeom>
          <a:solidFill>
            <a:schemeClr val="lt1">
              <a:lumMod val="95000"/>
            </a:schemeClr>
          </a:solidFill>
          <a:ln w="0">
            <a:noFill/>
          </a:ln>
        </p:spPr>
        <p:txBody>
          <a:bodyPr lIns="90000" rIns="90000" tIns="162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sp>
        <p:nvSpPr>
          <p:cNvPr id="493" name="PlaceHolder 5"/>
          <p:cNvSpPr>
            <a:spLocks noGrp="1"/>
          </p:cNvSpPr>
          <p:nvPr>
            <p:ph type="body"/>
          </p:nvPr>
        </p:nvSpPr>
        <p:spPr>
          <a:xfrm>
            <a:off x="6226200" y="1388520"/>
            <a:ext cx="2602080" cy="2887200"/>
          </a:xfrm>
          <a:prstGeom prst="rect">
            <a:avLst/>
          </a:prstGeom>
          <a:solidFill>
            <a:schemeClr val="lt1">
              <a:lumMod val="95000"/>
            </a:schemeClr>
          </a:solidFill>
          <a:ln w="0">
            <a:noFill/>
          </a:ln>
        </p:spPr>
        <p:txBody>
          <a:bodyPr lIns="90000" rIns="90000" tIns="162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sp>
        <p:nvSpPr>
          <p:cNvPr id="494" name="PlaceHolder 6"/>
          <p:cNvSpPr>
            <a:spLocks noGrp="1"/>
          </p:cNvSpPr>
          <p:nvPr>
            <p:ph type="body"/>
          </p:nvPr>
        </p:nvSpPr>
        <p:spPr>
          <a:xfrm>
            <a:off x="9074160" y="1388520"/>
            <a:ext cx="2602080" cy="2887200"/>
          </a:xfrm>
          <a:prstGeom prst="rect">
            <a:avLst/>
          </a:prstGeom>
          <a:solidFill>
            <a:schemeClr val="lt1">
              <a:lumMod val="95000"/>
            </a:schemeClr>
          </a:solidFill>
          <a:ln w="0">
            <a:noFill/>
          </a:ln>
        </p:spPr>
        <p:txBody>
          <a:bodyPr lIns="90000" rIns="90000" tIns="162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sp>
        <p:nvSpPr>
          <p:cNvPr id="495" name="PlaceHolder 7"/>
          <p:cNvSpPr>
            <a:spLocks noGrp="1"/>
          </p:cNvSpPr>
          <p:nvPr>
            <p:ph type="body"/>
          </p:nvPr>
        </p:nvSpPr>
        <p:spPr>
          <a:xfrm>
            <a:off x="525240" y="4530960"/>
            <a:ext cx="2611440" cy="1323000"/>
          </a:xfrm>
          <a:prstGeom prst="rect">
            <a:avLst/>
          </a:prstGeom>
          <a:noFill/>
          <a:ln w="0">
            <a:noFill/>
          </a:ln>
        </p:spPr>
        <p:txBody>
          <a:bodyPr lIns="0" rIns="0" tIns="0" bIns="0" anchor="t">
            <a:noAutofit/>
          </a:bodyPr>
          <a:p>
            <a:pPr indent="0" algn="ctr" defTabSz="914400">
              <a:lnSpc>
                <a:spcPct val="100000"/>
              </a:lnSpc>
              <a:spcBef>
                <a:spcPts val="601"/>
              </a:spcBef>
              <a:spcAft>
                <a:spcPts val="601"/>
              </a:spcAft>
              <a:buNone/>
              <a:tabLst>
                <a:tab algn="l" pos="0"/>
              </a:tabLst>
            </a:pPr>
            <a:r>
              <a:rPr b="1" lang="nl-NL" sz="2000" spc="-1" strike="noStrike">
                <a:solidFill>
                  <a:schemeClr val="dk1"/>
                </a:solidFill>
                <a:latin typeface="Calibri"/>
              </a:rPr>
              <a:t>Naam achternaam</a:t>
            </a:r>
            <a:endParaRPr b="0" lang="nl-NL" sz="2000" spc="-1" strike="noStrike">
              <a:solidFill>
                <a:schemeClr val="dk1"/>
              </a:solidFill>
              <a:latin typeface="Calibri"/>
            </a:endParaRPr>
          </a:p>
          <a:p>
            <a:pPr indent="0" algn="ctr" defTabSz="914400">
              <a:lnSpc>
                <a:spcPct val="100000"/>
              </a:lnSpc>
              <a:spcBef>
                <a:spcPts val="601"/>
              </a:spcBef>
              <a:spcAft>
                <a:spcPts val="601"/>
              </a:spcAft>
              <a:buNone/>
              <a:tabLst>
                <a:tab algn="l" pos="0"/>
              </a:tabLst>
            </a:pPr>
            <a:r>
              <a:rPr b="0" lang="nl-NL" sz="2000" spc="-1" strike="noStrike">
                <a:solidFill>
                  <a:schemeClr val="dk1"/>
                </a:solidFill>
                <a:latin typeface="Calibri"/>
              </a:rPr>
              <a:t>Ruimte voor een </a:t>
            </a:r>
            <a:br>
              <a:rPr sz="2000"/>
            </a:br>
            <a:r>
              <a:rPr b="0" lang="nl-NL" sz="2000" spc="-1" strike="noStrike">
                <a:solidFill>
                  <a:schemeClr val="dk1"/>
                </a:solidFill>
                <a:latin typeface="Calibri"/>
              </a:rPr>
              <a:t>extra toevoeging</a:t>
            </a:r>
            <a:endParaRPr b="0" lang="nl-NL" sz="2000" spc="-1" strike="noStrike">
              <a:solidFill>
                <a:schemeClr val="dk1"/>
              </a:solidFill>
              <a:latin typeface="Calibri"/>
            </a:endParaRPr>
          </a:p>
        </p:txBody>
      </p:sp>
      <p:sp>
        <p:nvSpPr>
          <p:cNvPr id="496" name="PlaceHolder 8"/>
          <p:cNvSpPr>
            <a:spLocks noGrp="1"/>
          </p:cNvSpPr>
          <p:nvPr>
            <p:ph type="body"/>
          </p:nvPr>
        </p:nvSpPr>
        <p:spPr>
          <a:xfrm>
            <a:off x="3368880" y="4530960"/>
            <a:ext cx="2611440" cy="1323000"/>
          </a:xfrm>
          <a:prstGeom prst="rect">
            <a:avLst/>
          </a:prstGeom>
          <a:noFill/>
          <a:ln w="0">
            <a:noFill/>
          </a:ln>
        </p:spPr>
        <p:txBody>
          <a:bodyPr lIns="0" rIns="0" tIns="0" bIns="0" anchor="t">
            <a:noAutofit/>
          </a:bodyPr>
          <a:p>
            <a:pPr indent="0" algn="ctr" defTabSz="914400">
              <a:lnSpc>
                <a:spcPct val="100000"/>
              </a:lnSpc>
              <a:spcBef>
                <a:spcPts val="601"/>
              </a:spcBef>
              <a:spcAft>
                <a:spcPts val="601"/>
              </a:spcAft>
              <a:buNone/>
              <a:tabLst>
                <a:tab algn="l" pos="0"/>
              </a:tabLst>
            </a:pPr>
            <a:r>
              <a:rPr b="1" lang="nl-NL" sz="2000" spc="-1" strike="noStrike">
                <a:solidFill>
                  <a:schemeClr val="dk1"/>
                </a:solidFill>
                <a:latin typeface="Calibri"/>
              </a:rPr>
              <a:t>Naam achternaam</a:t>
            </a:r>
            <a:endParaRPr b="0" lang="nl-NL" sz="2000" spc="-1" strike="noStrike">
              <a:solidFill>
                <a:schemeClr val="dk1"/>
              </a:solidFill>
              <a:latin typeface="Calibri"/>
            </a:endParaRPr>
          </a:p>
          <a:p>
            <a:pPr indent="0" algn="ctr" defTabSz="914400">
              <a:lnSpc>
                <a:spcPct val="100000"/>
              </a:lnSpc>
              <a:spcBef>
                <a:spcPts val="601"/>
              </a:spcBef>
              <a:spcAft>
                <a:spcPts val="601"/>
              </a:spcAft>
              <a:buNone/>
              <a:tabLst>
                <a:tab algn="l" pos="0"/>
              </a:tabLst>
            </a:pPr>
            <a:r>
              <a:rPr b="0" lang="nl-NL" sz="2000" spc="-1" strike="noStrike">
                <a:solidFill>
                  <a:schemeClr val="dk1"/>
                </a:solidFill>
                <a:latin typeface="Calibri"/>
              </a:rPr>
              <a:t>Ruimte voor een </a:t>
            </a:r>
            <a:br>
              <a:rPr sz="2000"/>
            </a:br>
            <a:r>
              <a:rPr b="0" lang="nl-NL" sz="2000" spc="-1" strike="noStrike">
                <a:solidFill>
                  <a:schemeClr val="dk1"/>
                </a:solidFill>
                <a:latin typeface="Calibri"/>
              </a:rPr>
              <a:t>extra toevoeging</a:t>
            </a:r>
            <a:endParaRPr b="0" lang="nl-NL" sz="2000" spc="-1" strike="noStrike">
              <a:solidFill>
                <a:schemeClr val="dk1"/>
              </a:solidFill>
              <a:latin typeface="Calibri"/>
            </a:endParaRPr>
          </a:p>
        </p:txBody>
      </p:sp>
      <p:sp>
        <p:nvSpPr>
          <p:cNvPr id="497" name="PlaceHolder 9"/>
          <p:cNvSpPr>
            <a:spLocks noGrp="1"/>
          </p:cNvSpPr>
          <p:nvPr>
            <p:ph type="body"/>
          </p:nvPr>
        </p:nvSpPr>
        <p:spPr>
          <a:xfrm>
            <a:off x="6217200" y="4530960"/>
            <a:ext cx="2611440" cy="1323000"/>
          </a:xfrm>
          <a:prstGeom prst="rect">
            <a:avLst/>
          </a:prstGeom>
          <a:noFill/>
          <a:ln w="0">
            <a:noFill/>
          </a:ln>
        </p:spPr>
        <p:txBody>
          <a:bodyPr lIns="0" rIns="0" tIns="0" bIns="0" anchor="t">
            <a:noAutofit/>
          </a:bodyPr>
          <a:p>
            <a:pPr indent="0" algn="ctr" defTabSz="914400">
              <a:lnSpc>
                <a:spcPct val="100000"/>
              </a:lnSpc>
              <a:spcBef>
                <a:spcPts val="601"/>
              </a:spcBef>
              <a:spcAft>
                <a:spcPts val="601"/>
              </a:spcAft>
              <a:buNone/>
              <a:tabLst>
                <a:tab algn="l" pos="0"/>
              </a:tabLst>
            </a:pPr>
            <a:r>
              <a:rPr b="1" lang="nl-NL" sz="2000" spc="-1" strike="noStrike">
                <a:solidFill>
                  <a:schemeClr val="dk1"/>
                </a:solidFill>
                <a:latin typeface="Calibri"/>
              </a:rPr>
              <a:t>Naam achternaam</a:t>
            </a:r>
            <a:endParaRPr b="0" lang="nl-NL" sz="2000" spc="-1" strike="noStrike">
              <a:solidFill>
                <a:schemeClr val="dk1"/>
              </a:solidFill>
              <a:latin typeface="Calibri"/>
            </a:endParaRPr>
          </a:p>
          <a:p>
            <a:pPr indent="0" algn="ctr" defTabSz="914400">
              <a:lnSpc>
                <a:spcPct val="100000"/>
              </a:lnSpc>
              <a:spcBef>
                <a:spcPts val="601"/>
              </a:spcBef>
              <a:spcAft>
                <a:spcPts val="601"/>
              </a:spcAft>
              <a:buNone/>
              <a:tabLst>
                <a:tab algn="l" pos="0"/>
              </a:tabLst>
            </a:pPr>
            <a:r>
              <a:rPr b="0" lang="nl-NL" sz="2000" spc="-1" strike="noStrike">
                <a:solidFill>
                  <a:schemeClr val="dk1"/>
                </a:solidFill>
                <a:latin typeface="Calibri"/>
              </a:rPr>
              <a:t>Ruimte voor een </a:t>
            </a:r>
            <a:br>
              <a:rPr sz="2000"/>
            </a:br>
            <a:r>
              <a:rPr b="0" lang="nl-NL" sz="2000" spc="-1" strike="noStrike">
                <a:solidFill>
                  <a:schemeClr val="dk1"/>
                </a:solidFill>
                <a:latin typeface="Calibri"/>
              </a:rPr>
              <a:t>extra toevoeging</a:t>
            </a:r>
            <a:endParaRPr b="0" lang="nl-NL" sz="2000" spc="-1" strike="noStrike">
              <a:solidFill>
                <a:schemeClr val="dk1"/>
              </a:solidFill>
              <a:latin typeface="Calibri"/>
            </a:endParaRPr>
          </a:p>
        </p:txBody>
      </p:sp>
      <p:sp>
        <p:nvSpPr>
          <p:cNvPr id="498" name="PlaceHolder 10"/>
          <p:cNvSpPr>
            <a:spLocks noGrp="1"/>
          </p:cNvSpPr>
          <p:nvPr>
            <p:ph type="body"/>
          </p:nvPr>
        </p:nvSpPr>
        <p:spPr>
          <a:xfrm>
            <a:off x="9069840" y="4530960"/>
            <a:ext cx="2611440" cy="1323000"/>
          </a:xfrm>
          <a:prstGeom prst="rect">
            <a:avLst/>
          </a:prstGeom>
          <a:noFill/>
          <a:ln w="0">
            <a:noFill/>
          </a:ln>
        </p:spPr>
        <p:txBody>
          <a:bodyPr lIns="0" rIns="0" tIns="0" bIns="0" anchor="t">
            <a:noAutofit/>
          </a:bodyPr>
          <a:p>
            <a:pPr indent="0" algn="ctr" defTabSz="914400">
              <a:lnSpc>
                <a:spcPct val="100000"/>
              </a:lnSpc>
              <a:spcBef>
                <a:spcPts val="601"/>
              </a:spcBef>
              <a:spcAft>
                <a:spcPts val="601"/>
              </a:spcAft>
              <a:buNone/>
              <a:tabLst>
                <a:tab algn="l" pos="0"/>
              </a:tabLst>
            </a:pPr>
            <a:r>
              <a:rPr b="1" lang="nl-NL" sz="2000" spc="-1" strike="noStrike">
                <a:solidFill>
                  <a:schemeClr val="dk1"/>
                </a:solidFill>
                <a:latin typeface="Calibri"/>
              </a:rPr>
              <a:t>Naam achternaam</a:t>
            </a:r>
            <a:endParaRPr b="0" lang="nl-NL" sz="2000" spc="-1" strike="noStrike">
              <a:solidFill>
                <a:schemeClr val="dk1"/>
              </a:solidFill>
              <a:latin typeface="Calibri"/>
            </a:endParaRPr>
          </a:p>
          <a:p>
            <a:pPr indent="0" algn="ctr" defTabSz="914400">
              <a:lnSpc>
                <a:spcPct val="100000"/>
              </a:lnSpc>
              <a:spcBef>
                <a:spcPts val="601"/>
              </a:spcBef>
              <a:spcAft>
                <a:spcPts val="601"/>
              </a:spcAft>
              <a:buNone/>
              <a:tabLst>
                <a:tab algn="l" pos="0"/>
              </a:tabLst>
            </a:pPr>
            <a:r>
              <a:rPr b="0" lang="nl-NL" sz="2000" spc="-1" strike="noStrike">
                <a:solidFill>
                  <a:schemeClr val="dk1"/>
                </a:solidFill>
                <a:latin typeface="Calibri"/>
              </a:rPr>
              <a:t>Ruimte voor een </a:t>
            </a:r>
            <a:br>
              <a:rPr sz="2000"/>
            </a:br>
            <a:r>
              <a:rPr b="0" lang="nl-NL" sz="2000" spc="-1" strike="noStrike">
                <a:solidFill>
                  <a:schemeClr val="dk1"/>
                </a:solidFill>
                <a:latin typeface="Calibri"/>
              </a:rPr>
              <a:t>extra toevoeging</a:t>
            </a:r>
            <a:endParaRPr b="0" lang="nl-NL" sz="2000" spc="-1" strike="noStrike">
              <a:solidFill>
                <a:schemeClr val="dk1"/>
              </a:solidFill>
              <a:latin typeface="Calibri"/>
            </a:endParaRPr>
          </a:p>
        </p:txBody>
      </p:sp>
      <p:sp>
        <p:nvSpPr>
          <p:cNvPr id="499" name="PlaceHolder 11"/>
          <p:cNvSpPr>
            <a:spLocks noGrp="1"/>
          </p:cNvSpPr>
          <p:nvPr>
            <p:ph type="title"/>
          </p:nvPr>
        </p:nvSpPr>
        <p:spPr>
          <a:xfrm>
            <a:off x="510480" y="272160"/>
            <a:ext cx="1116612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500"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grpSp>
        <p:nvGrpSpPr>
          <p:cNvPr id="501" name="GRID"/>
          <p:cNvGrpSpPr/>
          <p:nvPr/>
        </p:nvGrpSpPr>
        <p:grpSpPr>
          <a:xfrm>
            <a:off x="0" y="0"/>
            <a:ext cx="12191760" cy="6857640"/>
            <a:chOff x="0" y="0"/>
            <a:chExt cx="12191760" cy="6857640"/>
          </a:xfrm>
        </p:grpSpPr>
        <p:sp>
          <p:nvSpPr>
            <p:cNvPr id="502" name="Rechthoek 64"/>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03" name="Rechthoek 65"/>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04" name="Rechthoek 66"/>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05" name="Rechthoek 67"/>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06" name="Rechthoek 68"/>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07" name="Rechthoek 69"/>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08" name="Rechthoek 70"/>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09" name="Rechthoek 71"/>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10" name="Rechthoek 72"/>
            <p:cNvSpPr/>
            <p:nvPr/>
          </p:nvSpPr>
          <p:spPr>
            <a:xfrm>
              <a:off x="8828640" y="0"/>
              <a:ext cx="24516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11" name="Rechthoek 73"/>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12" name="Rechthoek 74"/>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13" name="Rechthoek 76"/>
            <p:cNvSpPr/>
            <p:nvPr/>
          </p:nvSpPr>
          <p:spPr>
            <a:xfrm>
              <a:off x="5980680" y="0"/>
              <a:ext cx="23796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14" name="Rechthoek 77"/>
            <p:cNvSpPr/>
            <p:nvPr/>
          </p:nvSpPr>
          <p:spPr>
            <a:xfrm>
              <a:off x="3136680" y="0"/>
              <a:ext cx="23796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15" name="Rechthoek 78"/>
            <p:cNvSpPr/>
            <p:nvPr/>
          </p:nvSpPr>
          <p:spPr>
            <a:xfrm>
              <a:off x="0" y="4284360"/>
              <a:ext cx="12191760" cy="2462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516" name="PlaceHolder 12"/>
          <p:cNvSpPr>
            <a:spLocks noGrp="1"/>
          </p:cNvSpPr>
          <p:nvPr>
            <p:ph type="sldNum" idx="18"/>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489A15F2-69C3-43BE-A680-2DD2400F81AB}"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6"/>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17"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518" name="GRID"/>
          <p:cNvGrpSpPr/>
          <p:nvPr/>
        </p:nvGrpSpPr>
        <p:grpSpPr>
          <a:xfrm>
            <a:off x="0" y="0"/>
            <a:ext cx="12191760" cy="6857640"/>
            <a:chOff x="0" y="0"/>
            <a:chExt cx="12191760" cy="6857640"/>
          </a:xfrm>
        </p:grpSpPr>
        <p:sp>
          <p:nvSpPr>
            <p:cNvPr id="519"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0"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1"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2"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3"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4"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5"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6"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7"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8"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29"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530" name="KADER"/>
          <p:cNvGrpSpPr/>
          <p:nvPr/>
        </p:nvGrpSpPr>
        <p:grpSpPr>
          <a:xfrm>
            <a:off x="-355680" y="-212040"/>
            <a:ext cx="12894120" cy="7257240"/>
            <a:chOff x="-355680" y="-212040"/>
            <a:chExt cx="12894120" cy="7257240"/>
          </a:xfrm>
        </p:grpSpPr>
        <p:sp>
          <p:nvSpPr>
            <p:cNvPr id="531"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532"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533"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534"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535" name="logoboven" descr=""/>
          <p:cNvPicPr/>
          <p:nvPr/>
        </p:nvPicPr>
        <p:blipFill>
          <a:blip r:embed="rId4"/>
          <a:stretch/>
        </p:blipFill>
        <p:spPr>
          <a:xfrm>
            <a:off x="5615280" y="-1395360"/>
            <a:ext cx="952200" cy="482040"/>
          </a:xfrm>
          <a:prstGeom prst="rect">
            <a:avLst/>
          </a:prstGeom>
          <a:ln w="0">
            <a:noFill/>
          </a:ln>
        </p:spPr>
      </p:pic>
      <p:grpSp>
        <p:nvGrpSpPr>
          <p:cNvPr id="536" name="GRID"/>
          <p:cNvGrpSpPr/>
          <p:nvPr/>
        </p:nvGrpSpPr>
        <p:grpSpPr>
          <a:xfrm>
            <a:off x="0" y="0"/>
            <a:ext cx="12191760" cy="6857640"/>
            <a:chOff x="0" y="0"/>
            <a:chExt cx="12191760" cy="6857640"/>
          </a:xfrm>
        </p:grpSpPr>
        <p:sp>
          <p:nvSpPr>
            <p:cNvPr id="537" name="Rechthoek 1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38" name="Rechthoek 1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39" name="Rechthoek 1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40" name="Rechthoek 1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41" name="Rechthoek 1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42" name="Rechthoek 1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43" name="Rechthoek 1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44" name="Rechthoek 20"/>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45" name="Rechthoek 22"/>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46" name="Rechthoek 23"/>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47" name="Rechthoek 24"/>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548"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
        <p:nvSpPr>
          <p:cNvPr id="549" name="PlaceHolder 1"/>
          <p:cNvSpPr>
            <a:spLocks noGrp="1"/>
          </p:cNvSpPr>
          <p:nvPr>
            <p:ph type="dt" idx="19"/>
          </p:nvPr>
        </p:nvSpPr>
        <p:spPr>
          <a:xfrm>
            <a:off x="7645680" y="70455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550" name="PlaceHolder 2"/>
          <p:cNvSpPr>
            <a:spLocks noGrp="1"/>
          </p:cNvSpPr>
          <p:nvPr>
            <p:ph type="ftr" idx="20"/>
          </p:nvPr>
        </p:nvSpPr>
        <p:spPr>
          <a:xfrm>
            <a:off x="927000" y="70455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551" name="PlaceHolder 3"/>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552" name="PlaceHolder 4"/>
          <p:cNvSpPr>
            <a:spLocks noGrp="1"/>
          </p:cNvSpPr>
          <p:nvPr>
            <p:ph type="body"/>
          </p:nvPr>
        </p:nvSpPr>
        <p:spPr>
          <a:xfrm>
            <a:off x="523800" y="1400400"/>
            <a:ext cx="8973720" cy="44564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5"/>
              </a:buBlip>
            </a:pPr>
            <a:r>
              <a:rPr b="0" lang="nl-NL" sz="2000" spc="-1" strike="noStrike">
                <a:solidFill>
                  <a:schemeClr val="dk1"/>
                </a:solidFill>
                <a:latin typeface="Calibri"/>
              </a:rPr>
              <a:t>Plaats hier de CC-BY tekst</a:t>
            </a:r>
            <a:endParaRPr b="0" lang="nl-NL" sz="2000" spc="-1" strike="noStrike">
              <a:solidFill>
                <a:schemeClr val="dk1"/>
              </a:solidFill>
              <a:latin typeface="Calibri"/>
            </a:endParaRPr>
          </a:p>
        </p:txBody>
      </p:sp>
      <p:sp>
        <p:nvSpPr>
          <p:cNvPr id="553" name="Tekstvak"/>
          <p:cNvSpPr/>
          <p:nvPr/>
        </p:nvSpPr>
        <p:spPr>
          <a:xfrm>
            <a:off x="5541840" y="-885600"/>
            <a:ext cx="110808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CC-BY</a:t>
            </a:r>
            <a:endParaRPr b="0" lang="en-US" sz="1200" spc="-1" strike="noStrike">
              <a:solidFill>
                <a:srgbClr val="000000"/>
              </a:solidFill>
              <a:latin typeface="Arial"/>
            </a:endParaRPr>
          </a:p>
        </p:txBody>
      </p:sp>
      <p:sp>
        <p:nvSpPr>
          <p:cNvPr id="554" name="PlaceHolder 5"/>
          <p:cNvSpPr>
            <a:spLocks noGrp="1"/>
          </p:cNvSpPr>
          <p:nvPr>
            <p:ph type="body"/>
          </p:nvPr>
        </p:nvSpPr>
        <p:spPr>
          <a:xfrm>
            <a:off x="9754200" y="0"/>
            <a:ext cx="1918800" cy="6857640"/>
          </a:xfrm>
          <a:prstGeom prst="rect">
            <a:avLst/>
          </a:prstGeom>
          <a:solidFill>
            <a:schemeClr val="accent1"/>
          </a:solid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alpha val="0"/>
                  </a:schemeClr>
                </a:solidFill>
                <a:latin typeface="Calibri"/>
              </a:rPr>
              <a:t>Edit Master text styles</a:t>
            </a:r>
            <a:endParaRPr b="0" lang="nl-NL" sz="100" spc="-1" strike="noStrike">
              <a:solidFill>
                <a:schemeClr val="dk1"/>
              </a:solidFill>
              <a:latin typeface="Calibri"/>
            </a:endParaRPr>
          </a:p>
        </p:txBody>
      </p:sp>
      <p:sp>
        <p:nvSpPr>
          <p:cNvPr id="555" name="PlaceHolder 6"/>
          <p:cNvSpPr>
            <a:spLocks noGrp="1"/>
          </p:cNvSpPr>
          <p:nvPr>
            <p:ph type="body"/>
          </p:nvPr>
        </p:nvSpPr>
        <p:spPr>
          <a:xfrm>
            <a:off x="10692000" y="5463000"/>
            <a:ext cx="899280" cy="393840"/>
          </a:xfrm>
          <a:prstGeom prst="rect">
            <a:avLst/>
          </a:prstGeom>
          <a:blipFill rotWithShape="0">
            <a:blip r:embed="rId6"/>
            <a:stretch>
              <a:fillRect l="2301" t="-45" r="2301" b="-45"/>
            </a:stretch>
          </a:blip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solidFill>
                <a:latin typeface="Calibri"/>
              </a:rPr>
              <a:t>Edit Master text styles</a:t>
            </a:r>
            <a:endParaRPr b="0" lang="nl-NL" sz="100" spc="-1" strike="noStrike">
              <a:solidFill>
                <a:schemeClr val="dk1"/>
              </a:solidFill>
              <a:latin typeface="Calibri"/>
            </a:endParaRPr>
          </a:p>
        </p:txBody>
      </p:sp>
      <p:sp>
        <p:nvSpPr>
          <p:cNvPr id="556" name="PlaceHolder 7"/>
          <p:cNvSpPr>
            <a:spLocks noGrp="1"/>
          </p:cNvSpPr>
          <p:nvPr>
            <p:ph type="sldNum" idx="21"/>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BC3FE2A0-FD2F-412F-99BE-3F8E32AF598A}"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7"/>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57"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558" name="GRID"/>
          <p:cNvGrpSpPr/>
          <p:nvPr/>
        </p:nvGrpSpPr>
        <p:grpSpPr>
          <a:xfrm>
            <a:off x="0" y="0"/>
            <a:ext cx="12191760" cy="6857640"/>
            <a:chOff x="0" y="0"/>
            <a:chExt cx="12191760" cy="6857640"/>
          </a:xfrm>
        </p:grpSpPr>
        <p:sp>
          <p:nvSpPr>
            <p:cNvPr id="559"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0"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1"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2"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3"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4"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5"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6"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7"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8"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69"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570" name="KADER"/>
          <p:cNvGrpSpPr/>
          <p:nvPr/>
        </p:nvGrpSpPr>
        <p:grpSpPr>
          <a:xfrm>
            <a:off x="-355680" y="-212040"/>
            <a:ext cx="12894120" cy="7257240"/>
            <a:chOff x="-355680" y="-212040"/>
            <a:chExt cx="12894120" cy="7257240"/>
          </a:xfrm>
        </p:grpSpPr>
        <p:sp>
          <p:nvSpPr>
            <p:cNvPr id="571"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572"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573"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574"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575" name="logoboven" descr=""/>
          <p:cNvPicPr/>
          <p:nvPr/>
        </p:nvPicPr>
        <p:blipFill>
          <a:blip r:embed="rId4"/>
          <a:stretch/>
        </p:blipFill>
        <p:spPr>
          <a:xfrm>
            <a:off x="5615280" y="-1395360"/>
            <a:ext cx="952200" cy="482040"/>
          </a:xfrm>
          <a:prstGeom prst="rect">
            <a:avLst/>
          </a:prstGeom>
          <a:ln w="0">
            <a:noFill/>
          </a:ln>
        </p:spPr>
      </p:pic>
      <p:sp>
        <p:nvSpPr>
          <p:cNvPr id="576" name="Cover Logo"/>
          <p:cNvSpPr/>
          <p:nvPr/>
        </p:nvSpPr>
        <p:spPr>
          <a:xfrm>
            <a:off x="10464840" y="5725080"/>
            <a:ext cx="1726920" cy="1060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77" name="PlaceHolder 1"/>
          <p:cNvSpPr>
            <a:spLocks noGrp="1"/>
          </p:cNvSpPr>
          <p:nvPr>
            <p:ph type="body"/>
          </p:nvPr>
        </p:nvSpPr>
        <p:spPr>
          <a:xfrm>
            <a:off x="259200" y="261360"/>
            <a:ext cx="11669760" cy="6343200"/>
          </a:xfrm>
          <a:prstGeom prst="rect">
            <a:avLst/>
          </a:prstGeom>
          <a:solidFill>
            <a:schemeClr val="lt1">
              <a:lumMod val="85000"/>
            </a:schemeClr>
          </a:solidFill>
          <a:ln w="0">
            <a:noFill/>
          </a:ln>
        </p:spPr>
        <p:txBody>
          <a:bodyPr lIns="6480000" rIns="90000" tIns="0" bIns="45000" anchor="ctr">
            <a:noAutofit/>
          </a:bodyPr>
          <a:p>
            <a:pPr indent="0" defTabSz="914400">
              <a:lnSpc>
                <a:spcPct val="100000"/>
              </a:lnSpc>
              <a:buNone/>
              <a:tabLst>
                <a:tab algn="l" pos="0"/>
              </a:tabLst>
            </a:pPr>
            <a:r>
              <a:rPr b="1" lang="nl-NL" sz="1050" spc="-1" strike="noStrike">
                <a:solidFill>
                  <a:schemeClr val="dk1"/>
                </a:solidFill>
                <a:latin typeface="Calibri"/>
              </a:rPr>
              <a:t>Klik op het pictogram hiernaast</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grpSp>
        <p:nvGrpSpPr>
          <p:cNvPr id="578" name="GRID"/>
          <p:cNvGrpSpPr/>
          <p:nvPr/>
        </p:nvGrpSpPr>
        <p:grpSpPr>
          <a:xfrm>
            <a:off x="0" y="0"/>
            <a:ext cx="12191760" cy="6857640"/>
            <a:chOff x="0" y="0"/>
            <a:chExt cx="12191760" cy="6857640"/>
          </a:xfrm>
        </p:grpSpPr>
        <p:sp>
          <p:nvSpPr>
            <p:cNvPr id="579" name="Rechthoek 1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0" name="Rechthoek 1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1" name="Rechthoek 1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2" name="Rechthoek 1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3" name="Rechthoek 1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4" name="Rechthoek 1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5" name="Rechthoek 1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6" name="Rechthoek 20"/>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7" name="Rechthoek 22"/>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8" name="Rechthoek 23"/>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589" name="Rechthoek 24"/>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590" name="PlaceHolder 2"/>
          <p:cNvSpPr>
            <a:spLocks noGrp="1"/>
          </p:cNvSpPr>
          <p:nvPr>
            <p:ph type="dt" idx="22"/>
          </p:nvPr>
        </p:nvSpPr>
        <p:spPr>
          <a:xfrm>
            <a:off x="7645680" y="70455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591" name="PlaceHolder 3"/>
          <p:cNvSpPr>
            <a:spLocks noGrp="1"/>
          </p:cNvSpPr>
          <p:nvPr>
            <p:ph type="ftr" idx="23"/>
          </p:nvPr>
        </p:nvSpPr>
        <p:spPr>
          <a:xfrm>
            <a:off x="927000" y="70455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592" name="Tekstvak"/>
          <p:cNvSpPr/>
          <p:nvPr/>
        </p:nvSpPr>
        <p:spPr>
          <a:xfrm>
            <a:off x="5340960" y="-885600"/>
            <a:ext cx="150948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AFSLUITING</a:t>
            </a:r>
            <a:endParaRPr b="0" lang="en-US" sz="1200" spc="-1" strike="noStrike">
              <a:solidFill>
                <a:srgbClr val="000000"/>
              </a:solidFill>
              <a:latin typeface="Arial"/>
            </a:endParaRPr>
          </a:p>
        </p:txBody>
      </p:sp>
      <p:sp>
        <p:nvSpPr>
          <p:cNvPr id="593" name="Tijdelijke aanduiding voor tekst 4"/>
          <p:cNvSpPr/>
          <p:nvPr/>
        </p:nvSpPr>
        <p:spPr>
          <a:xfrm>
            <a:off x="870840" y="3264120"/>
            <a:ext cx="4347000" cy="2134800"/>
          </a:xfrm>
          <a:prstGeom prst="roundRect">
            <a:avLst>
              <a:gd name="adj" fmla="val 7360"/>
            </a:avLst>
          </a:prstGeom>
          <a:solidFill>
            <a:schemeClr val="accent1"/>
          </a:solidFill>
          <a:ln w="12700">
            <a:solidFill>
              <a:srgbClr val="ea7600"/>
            </a:solidFill>
            <a:round/>
          </a:ln>
        </p:spPr>
        <p:style>
          <a:lnRef idx="0"/>
          <a:fillRef idx="0"/>
          <a:effectRef idx="0"/>
          <a:fontRef idx="minor"/>
        </p:style>
        <p:txBody>
          <a:bodyPr lIns="612000" rIns="180000" tIns="180000" bIns="252000" anchor="ctr">
            <a:noAutofit/>
          </a:bodyPr>
          <a:p>
            <a:pPr defTabSz="914400">
              <a:lnSpc>
                <a:spcPct val="150000"/>
              </a:lnSpc>
              <a:spcBef>
                <a:spcPts val="601"/>
              </a:spcBef>
              <a:spcAft>
                <a:spcPts val="601"/>
              </a:spcAft>
              <a:tabLst>
                <a:tab algn="l" pos="0"/>
              </a:tabLst>
            </a:pPr>
            <a:r>
              <a:rPr b="1" lang="en-US" sz="1600" spc="-1" strike="noStrike">
                <a:solidFill>
                  <a:schemeClr val="accent1"/>
                </a:solidFill>
                <a:latin typeface="Calibri"/>
              </a:rPr>
              <a:t>Edit Master text styles</a:t>
            </a:r>
            <a:endParaRPr b="0" lang="en-US" sz="1600" spc="-1" strike="noStrike">
              <a:solidFill>
                <a:srgbClr val="ffffff"/>
              </a:solidFill>
              <a:latin typeface="Arial"/>
            </a:endParaRPr>
          </a:p>
        </p:txBody>
      </p:sp>
      <p:sp>
        <p:nvSpPr>
          <p:cNvPr id="594" name="PlaceHolder 4"/>
          <p:cNvSpPr>
            <a:spLocks noGrp="1"/>
          </p:cNvSpPr>
          <p:nvPr>
            <p:ph type="body"/>
          </p:nvPr>
        </p:nvSpPr>
        <p:spPr>
          <a:xfrm>
            <a:off x="9754200" y="0"/>
            <a:ext cx="1918800" cy="6857640"/>
          </a:xfrm>
          <a:prstGeom prst="rect">
            <a:avLst/>
          </a:prstGeom>
          <a:solidFill>
            <a:schemeClr val="accent1"/>
          </a:solid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alpha val="0"/>
                  </a:schemeClr>
                </a:solidFill>
                <a:latin typeface="Calibri"/>
              </a:rPr>
              <a:t>Edit Master text styles</a:t>
            </a:r>
            <a:endParaRPr b="0" lang="nl-NL" sz="100" spc="-1" strike="noStrike">
              <a:solidFill>
                <a:schemeClr val="dk1"/>
              </a:solidFill>
              <a:latin typeface="Calibri"/>
            </a:endParaRPr>
          </a:p>
        </p:txBody>
      </p:sp>
      <p:sp>
        <p:nvSpPr>
          <p:cNvPr id="595" name="PlaceHolder 5"/>
          <p:cNvSpPr>
            <a:spLocks noGrp="1"/>
          </p:cNvSpPr>
          <p:nvPr>
            <p:ph type="body"/>
          </p:nvPr>
        </p:nvSpPr>
        <p:spPr>
          <a:xfrm>
            <a:off x="10692000" y="5852160"/>
            <a:ext cx="991440" cy="486360"/>
          </a:xfrm>
          <a:prstGeom prst="rect">
            <a:avLst/>
          </a:prstGeom>
          <a:blipFill rotWithShape="0">
            <a:blip r:embed="rId5"/>
            <a:stretch>
              <a:fillRect l="1579" t="-37" r="1579" b="-37"/>
            </a:stretch>
          </a:blipFill>
          <a:ln w="0">
            <a:noFill/>
          </a:ln>
        </p:spPr>
        <p:txBody>
          <a:bodyPr lIns="0" rIns="0" tIns="0" bIns="0" anchor="t">
            <a:noAutofit/>
          </a:bodyPr>
          <a:p>
            <a:pPr indent="0" algn="ctr" defTabSz="914400">
              <a:lnSpc>
                <a:spcPct val="80000"/>
              </a:lnSpc>
              <a:spcBef>
                <a:spcPts val="601"/>
              </a:spcBef>
              <a:spcAft>
                <a:spcPts val="601"/>
              </a:spcAft>
              <a:buNone/>
              <a:tabLst>
                <a:tab algn="l" pos="0"/>
              </a:tabLst>
            </a:pPr>
            <a:r>
              <a:rPr b="0" lang="nl-NL" sz="1600" spc="-1" strike="noStrike">
                <a:solidFill>
                  <a:schemeClr val="dk1"/>
                </a:solidFill>
                <a:latin typeface="Calibri"/>
              </a:rPr>
              <a:t>  </a:t>
            </a:r>
            <a:endParaRPr b="0" lang="nl-NL" sz="1600" spc="-1" strike="noStrike">
              <a:solidFill>
                <a:schemeClr val="dk1"/>
              </a:solidFill>
              <a:latin typeface="Calibri"/>
            </a:endParaRPr>
          </a:p>
        </p:txBody>
      </p:sp>
      <p:sp>
        <p:nvSpPr>
          <p:cNvPr id="596" name="PlaceHolder 6"/>
          <p:cNvSpPr>
            <a:spLocks noGrp="1"/>
          </p:cNvSpPr>
          <p:nvPr>
            <p:ph type="body"/>
          </p:nvPr>
        </p:nvSpPr>
        <p:spPr>
          <a:xfrm>
            <a:off x="423360" y="524520"/>
            <a:ext cx="4875120" cy="2320560"/>
          </a:xfrm>
          <a:prstGeom prst="rect">
            <a:avLst/>
          </a:prstGeom>
          <a:blipFill rotWithShape="0">
            <a:blip r:embed="rId6">
              <a:alphaModFix amt="90000"/>
            </a:blip>
            <a:stretch>
              <a:fillRect l="1576" t="-7" r="1576" b="-7"/>
            </a:stretch>
          </a:blipFill>
          <a:ln w="0">
            <a:noFill/>
          </a:ln>
        </p:spPr>
        <p:txBody>
          <a:bodyPr lIns="900000" rIns="288000" tIns="620280" bIns="1700280" anchor="t">
            <a:noAutofit/>
          </a:bodyPr>
          <a:p>
            <a:pPr indent="0" defTabSz="914400">
              <a:lnSpc>
                <a:spcPct val="80000"/>
              </a:lnSpc>
              <a:spcBef>
                <a:spcPts val="601"/>
              </a:spcBef>
              <a:spcAft>
                <a:spcPts val="601"/>
              </a:spcAft>
              <a:buNone/>
              <a:tabLst>
                <a:tab algn="l" pos="0"/>
              </a:tabLst>
            </a:pPr>
            <a:r>
              <a:rPr b="1" lang="nl-NL" sz="3400" spc="-1" strike="noStrike" cap="all">
                <a:solidFill>
                  <a:schemeClr val="dk1"/>
                </a:solidFill>
                <a:latin typeface="Calibri"/>
              </a:rPr>
              <a:t>Plaats hier de afsluitingszin</a:t>
            </a:r>
            <a:endParaRPr b="0" lang="nl-NL" sz="3400" spc="-1" strike="noStrike">
              <a:solidFill>
                <a:schemeClr val="dk1"/>
              </a:solidFill>
              <a:latin typeface="Calibri"/>
            </a:endParaRPr>
          </a:p>
        </p:txBody>
      </p:sp>
      <p:sp>
        <p:nvSpPr>
          <p:cNvPr id="597" name="PlaceHolder 7"/>
          <p:cNvSpPr>
            <a:spLocks noGrp="1"/>
          </p:cNvSpPr>
          <p:nvPr>
            <p:ph type="sldNum" idx="24"/>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8EBC91C7-41DB-454C-8623-DF2EE5E05192}"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
        <p:nvSpPr>
          <p:cNvPr id="598" name="PlaceHolder 8"/>
          <p:cNvSpPr>
            <a:spLocks noGrp="1"/>
          </p:cNvSpPr>
          <p:nvPr>
            <p:ph type="body"/>
          </p:nvPr>
        </p:nvSpPr>
        <p:spPr>
          <a:xfrm>
            <a:off x="1571040" y="3443400"/>
            <a:ext cx="3200040" cy="261000"/>
          </a:xfrm>
          <a:prstGeom prst="rect">
            <a:avLst/>
          </a:prstGeom>
          <a:noFill/>
          <a:ln w="0">
            <a:noFill/>
          </a:ln>
        </p:spPr>
        <p:txBody>
          <a:bodyPr lIns="0" rIns="0" tIns="0" bIns="0" anchor="t">
            <a:noAutofit/>
          </a:bodyPr>
          <a:p>
            <a:pPr indent="0" defTabSz="914400">
              <a:lnSpc>
                <a:spcPct val="100000"/>
              </a:lnSpc>
              <a:buNone/>
              <a:tabLst>
                <a:tab algn="l" pos="0"/>
              </a:tabLst>
            </a:pPr>
            <a:r>
              <a:rPr b="1" lang="nl-NL" sz="1600" spc="-1" strike="noStrike">
                <a:solidFill>
                  <a:schemeClr val="lt1"/>
                </a:solidFill>
                <a:latin typeface="Calibri"/>
              </a:rPr>
              <a:t>Naam + achternaam</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p:txBody>
      </p:sp>
      <p:sp>
        <p:nvSpPr>
          <p:cNvPr id="599" name="PlaceHolder 9"/>
          <p:cNvSpPr>
            <a:spLocks noGrp="1"/>
          </p:cNvSpPr>
          <p:nvPr>
            <p:ph type="body"/>
          </p:nvPr>
        </p:nvSpPr>
        <p:spPr>
          <a:xfrm>
            <a:off x="1571040" y="3949200"/>
            <a:ext cx="3200040" cy="26100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1" lang="nl-NL" sz="1600" spc="-1" strike="noStrike">
                <a:solidFill>
                  <a:schemeClr val="lt1"/>
                </a:solidFill>
                <a:latin typeface="Calibri"/>
              </a:rPr>
              <a:t>E-mail:</a:t>
            </a:r>
            <a:endParaRPr b="0" lang="nl-NL" sz="1600" spc="-1" strike="noStrike">
              <a:solidFill>
                <a:schemeClr val="dk1"/>
              </a:solidFill>
              <a:latin typeface="Calibri"/>
            </a:endParaRPr>
          </a:p>
        </p:txBody>
      </p:sp>
      <p:sp>
        <p:nvSpPr>
          <p:cNvPr id="600" name="PlaceHolder 10"/>
          <p:cNvSpPr>
            <a:spLocks noGrp="1"/>
          </p:cNvSpPr>
          <p:nvPr>
            <p:ph type="body"/>
          </p:nvPr>
        </p:nvSpPr>
        <p:spPr>
          <a:xfrm>
            <a:off x="1571040" y="4454640"/>
            <a:ext cx="3200040" cy="26100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1" lang="nl-NL" sz="1600" spc="-1" strike="noStrike">
                <a:solidFill>
                  <a:schemeClr val="lt1"/>
                </a:solidFill>
                <a:latin typeface="Calibri"/>
              </a:rPr>
              <a:t>Website:</a:t>
            </a:r>
            <a:endParaRPr b="0" lang="nl-NL" sz="1600" spc="-1" strike="noStrike">
              <a:solidFill>
                <a:schemeClr val="dk1"/>
              </a:solidFill>
              <a:latin typeface="Calibri"/>
            </a:endParaRPr>
          </a:p>
        </p:txBody>
      </p:sp>
      <p:sp>
        <p:nvSpPr>
          <p:cNvPr id="601" name="PlaceHolder 11"/>
          <p:cNvSpPr>
            <a:spLocks noGrp="1"/>
          </p:cNvSpPr>
          <p:nvPr>
            <p:ph type="body"/>
          </p:nvPr>
        </p:nvSpPr>
        <p:spPr>
          <a:xfrm>
            <a:off x="1571040" y="4960440"/>
            <a:ext cx="3200040" cy="26100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1" lang="nl-NL" sz="1600" spc="-1" strike="noStrike">
                <a:solidFill>
                  <a:schemeClr val="lt1"/>
                </a:solidFill>
                <a:latin typeface="Calibri"/>
              </a:rPr>
              <a:t>Social media:</a:t>
            </a:r>
            <a:endParaRPr b="0" lang="nl-NL" sz="1600" spc="-1" strike="noStrike">
              <a:solidFill>
                <a:schemeClr val="dk1"/>
              </a:solidFill>
              <a:latin typeface="Calibri"/>
            </a:endParaRPr>
          </a:p>
        </p:txBody>
      </p:sp>
      <p:sp>
        <p:nvSpPr>
          <p:cNvPr id="602" name="PlaceHolder 12"/>
          <p:cNvSpPr>
            <a:spLocks noGrp="1"/>
          </p:cNvSpPr>
          <p:nvPr>
            <p:ph type="body"/>
          </p:nvPr>
        </p:nvSpPr>
        <p:spPr>
          <a:xfrm>
            <a:off x="883440" y="5681520"/>
            <a:ext cx="8438760" cy="59616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1" lang="nl-NL" sz="4000" spc="-1" strike="noStrike">
                <a:solidFill>
                  <a:schemeClr val="lt1"/>
                </a:solidFill>
                <a:latin typeface="Calibri"/>
              </a:rPr>
              <a:t>Samen aanjagen van vernieuwing</a:t>
            </a:r>
            <a:endParaRPr b="0" lang="nl-NL" sz="4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3" r:id="rId7"/>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03"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604" name="GRID"/>
          <p:cNvGrpSpPr/>
          <p:nvPr/>
        </p:nvGrpSpPr>
        <p:grpSpPr>
          <a:xfrm>
            <a:off x="0" y="0"/>
            <a:ext cx="12191760" cy="6857640"/>
            <a:chOff x="0" y="0"/>
            <a:chExt cx="12191760" cy="6857640"/>
          </a:xfrm>
        </p:grpSpPr>
        <p:sp>
          <p:nvSpPr>
            <p:cNvPr id="605"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06"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07"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08"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09"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10"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11"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12"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13"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14"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15"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616" name="KADER"/>
          <p:cNvGrpSpPr/>
          <p:nvPr/>
        </p:nvGrpSpPr>
        <p:grpSpPr>
          <a:xfrm>
            <a:off x="-355680" y="-212040"/>
            <a:ext cx="12894120" cy="7257240"/>
            <a:chOff x="-355680" y="-212040"/>
            <a:chExt cx="12894120" cy="7257240"/>
          </a:xfrm>
        </p:grpSpPr>
        <p:sp>
          <p:nvSpPr>
            <p:cNvPr id="617"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18"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19"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20"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621" name="logoboven" descr=""/>
          <p:cNvPicPr/>
          <p:nvPr/>
        </p:nvPicPr>
        <p:blipFill>
          <a:blip r:embed="rId4"/>
          <a:stretch/>
        </p:blipFill>
        <p:spPr>
          <a:xfrm>
            <a:off x="5615280" y="-1395360"/>
            <a:ext cx="952200" cy="482040"/>
          </a:xfrm>
          <a:prstGeom prst="rect">
            <a:avLst/>
          </a:prstGeom>
          <a:ln w="0">
            <a:noFill/>
          </a:ln>
        </p:spPr>
      </p:pic>
      <p:sp>
        <p:nvSpPr>
          <p:cNvPr id="622" name="Rechthoek 5"/>
          <p:cNvSpPr/>
          <p:nvPr/>
        </p:nvSpPr>
        <p:spPr>
          <a:xfrm>
            <a:off x="0" y="0"/>
            <a:ext cx="1219176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23" name="PlaceHolder 1"/>
          <p:cNvSpPr>
            <a:spLocks noGrp="1"/>
          </p:cNvSpPr>
          <p:nvPr>
            <p:ph type="body"/>
          </p:nvPr>
        </p:nvSpPr>
        <p:spPr>
          <a:xfrm>
            <a:off x="10692000" y="5852160"/>
            <a:ext cx="991440" cy="486360"/>
          </a:xfrm>
          <a:prstGeom prst="rect">
            <a:avLst/>
          </a:prstGeom>
          <a:blipFill rotWithShape="0">
            <a:blip r:embed="rId5"/>
            <a:stretch>
              <a:fillRect l="1579" t="-37" r="1579" b="-37"/>
            </a:stretch>
          </a:blipFill>
          <a:ln w="0">
            <a:noFill/>
          </a:ln>
        </p:spPr>
        <p:txBody>
          <a:bodyPr lIns="0" rIns="0" tIns="0" bIns="0" anchor="t">
            <a:noAutofit/>
          </a:bodyPr>
          <a:p>
            <a:pPr indent="0" algn="ctr" defTabSz="914400">
              <a:lnSpc>
                <a:spcPct val="80000"/>
              </a:lnSpc>
              <a:spcBef>
                <a:spcPts val="601"/>
              </a:spcBef>
              <a:spcAft>
                <a:spcPts val="601"/>
              </a:spcAft>
              <a:buNone/>
              <a:tabLst>
                <a:tab algn="l" pos="0"/>
              </a:tabLst>
            </a:pPr>
            <a:r>
              <a:rPr b="0" lang="nl-NL" sz="1600" spc="-1" strike="noStrike">
                <a:solidFill>
                  <a:schemeClr val="dk1"/>
                </a:solidFill>
                <a:latin typeface="Calibri"/>
              </a:rPr>
              <a:t>  </a:t>
            </a:r>
            <a:endParaRPr b="0" lang="nl-NL" sz="1600" spc="-1" strike="noStrike">
              <a:solidFill>
                <a:schemeClr val="dk1"/>
              </a:solidFill>
              <a:latin typeface="Calibri"/>
            </a:endParaRPr>
          </a:p>
        </p:txBody>
      </p:sp>
      <p:sp>
        <p:nvSpPr>
          <p:cNvPr id="624" name="Tekstvak"/>
          <p:cNvSpPr/>
          <p:nvPr/>
        </p:nvSpPr>
        <p:spPr>
          <a:xfrm>
            <a:off x="5340960" y="-885600"/>
            <a:ext cx="150948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AFSLUITING</a:t>
            </a:r>
            <a:endParaRPr b="0" lang="en-US" sz="1200" spc="-1" strike="noStrike">
              <a:solidFill>
                <a:srgbClr val="000000"/>
              </a:solidFill>
              <a:latin typeface="Arial"/>
            </a:endParaRPr>
          </a:p>
        </p:txBody>
      </p:sp>
      <p:sp>
        <p:nvSpPr>
          <p:cNvPr id="625" name="PlaceHolder 2"/>
          <p:cNvSpPr>
            <a:spLocks noGrp="1"/>
          </p:cNvSpPr>
          <p:nvPr>
            <p:ph type="body"/>
          </p:nvPr>
        </p:nvSpPr>
        <p:spPr>
          <a:xfrm>
            <a:off x="9754200" y="0"/>
            <a:ext cx="1918800" cy="6857640"/>
          </a:xfrm>
          <a:prstGeom prst="rect">
            <a:avLst/>
          </a:prstGeom>
          <a:solidFill>
            <a:schemeClr val="lt1"/>
          </a:solid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alpha val="0"/>
                  </a:schemeClr>
                </a:solidFill>
                <a:latin typeface="Calibri"/>
              </a:rPr>
              <a:t>Edit Master text styles</a:t>
            </a:r>
            <a:endParaRPr b="0" lang="nl-NL" sz="100" spc="-1" strike="noStrike">
              <a:solidFill>
                <a:schemeClr val="dk1"/>
              </a:solidFill>
              <a:latin typeface="Calibri"/>
            </a:endParaRPr>
          </a:p>
        </p:txBody>
      </p:sp>
      <p:sp>
        <p:nvSpPr>
          <p:cNvPr id="626" name="PlaceHolder 3"/>
          <p:cNvSpPr>
            <a:spLocks noGrp="1"/>
          </p:cNvSpPr>
          <p:nvPr>
            <p:ph type="body"/>
          </p:nvPr>
        </p:nvSpPr>
        <p:spPr>
          <a:xfrm>
            <a:off x="883440" y="5681520"/>
            <a:ext cx="8438760" cy="59616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1" lang="nl-NL" sz="4000" spc="-1" strike="noStrike">
                <a:solidFill>
                  <a:schemeClr val="lt1"/>
                </a:solidFill>
                <a:latin typeface="Calibri"/>
              </a:rPr>
              <a:t>Samen aanjagen van vernieuwing</a:t>
            </a:r>
            <a:endParaRPr b="0" lang="nl-NL" sz="4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6"/>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27"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628" name="GRID"/>
          <p:cNvGrpSpPr/>
          <p:nvPr/>
        </p:nvGrpSpPr>
        <p:grpSpPr>
          <a:xfrm>
            <a:off x="0" y="0"/>
            <a:ext cx="12191760" cy="6857640"/>
            <a:chOff x="0" y="0"/>
            <a:chExt cx="12191760" cy="6857640"/>
          </a:xfrm>
        </p:grpSpPr>
        <p:sp>
          <p:nvSpPr>
            <p:cNvPr id="629"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0"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1"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2"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3"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4"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5"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6"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7"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8"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39"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640" name="KADER"/>
          <p:cNvGrpSpPr/>
          <p:nvPr/>
        </p:nvGrpSpPr>
        <p:grpSpPr>
          <a:xfrm>
            <a:off x="-355680" y="-212040"/>
            <a:ext cx="12894120" cy="7257240"/>
            <a:chOff x="-355680" y="-212040"/>
            <a:chExt cx="12894120" cy="7257240"/>
          </a:xfrm>
        </p:grpSpPr>
        <p:sp>
          <p:nvSpPr>
            <p:cNvPr id="641"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42"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43"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44"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645" name="logoboven" descr=""/>
          <p:cNvPicPr/>
          <p:nvPr/>
        </p:nvPicPr>
        <p:blipFill>
          <a:blip r:embed="rId4"/>
          <a:stretch/>
        </p:blipFill>
        <p:spPr>
          <a:xfrm>
            <a:off x="5615280" y="-1395360"/>
            <a:ext cx="952200" cy="482040"/>
          </a:xfrm>
          <a:prstGeom prst="rect">
            <a:avLst/>
          </a:prstGeom>
          <a:ln w="0">
            <a:noFill/>
          </a:ln>
        </p:spPr>
      </p:pic>
      <p:grpSp>
        <p:nvGrpSpPr>
          <p:cNvPr id="646" name="GRID"/>
          <p:cNvGrpSpPr/>
          <p:nvPr/>
        </p:nvGrpSpPr>
        <p:grpSpPr>
          <a:xfrm>
            <a:off x="0" y="0"/>
            <a:ext cx="12191760" cy="6857640"/>
            <a:chOff x="0" y="0"/>
            <a:chExt cx="12191760" cy="6857640"/>
          </a:xfrm>
        </p:grpSpPr>
        <p:sp>
          <p:nvSpPr>
            <p:cNvPr id="647" name="Rechthoek 1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48" name="Rechthoek 1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49" name="Rechthoek 1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50" name="Rechthoek 1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51" name="Rechthoek 1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52" name="Rechthoek 1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53" name="Rechthoek 1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54" name="Rechthoek 20"/>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55" name="Rechthoek 22"/>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56" name="Rechthoek 23"/>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57" name="Rechthoek 24"/>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658"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
        <p:nvSpPr>
          <p:cNvPr id="659" name="PlaceHolder 1"/>
          <p:cNvSpPr>
            <a:spLocks noGrp="1"/>
          </p:cNvSpPr>
          <p:nvPr>
            <p:ph type="dt" idx="25"/>
          </p:nvPr>
        </p:nvSpPr>
        <p:spPr>
          <a:xfrm>
            <a:off x="7645680" y="70455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660" name="PlaceHolder 2"/>
          <p:cNvSpPr>
            <a:spLocks noGrp="1"/>
          </p:cNvSpPr>
          <p:nvPr>
            <p:ph type="ftr" idx="26"/>
          </p:nvPr>
        </p:nvSpPr>
        <p:spPr>
          <a:xfrm>
            <a:off x="927000" y="70455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661" name="PlaceHolder 3"/>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662" name="PlaceHolder 4"/>
          <p:cNvSpPr>
            <a:spLocks noGrp="1"/>
          </p:cNvSpPr>
          <p:nvPr>
            <p:ph type="body"/>
          </p:nvPr>
        </p:nvSpPr>
        <p:spPr>
          <a:xfrm>
            <a:off x="523800" y="1400400"/>
            <a:ext cx="8973720" cy="44564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5"/>
              </a:buBlip>
            </a:pPr>
            <a:r>
              <a:rPr b="0" lang="nl-NL" sz="2000" spc="-1" strike="noStrike">
                <a:solidFill>
                  <a:schemeClr val="dk1"/>
                </a:solidFill>
                <a:latin typeface="Calibri"/>
              </a:rPr>
              <a:t>Klik hier om een bullet te plaatsen. Andere bullet of tekststijl nodig? Gebruik het menu Tekstopmaak.</a:t>
            </a:r>
            <a:endParaRPr b="0" lang="nl-NL" sz="2000" spc="-1" strike="noStrike">
              <a:solidFill>
                <a:schemeClr val="dk1"/>
              </a:solidFill>
              <a:latin typeface="Calibri"/>
            </a:endParaRPr>
          </a:p>
          <a:p>
            <a:pPr lvl="1" marL="270000" indent="-270000" defTabSz="914400">
              <a:lnSpc>
                <a:spcPct val="100000"/>
              </a:lnSpc>
              <a:spcBef>
                <a:spcPts val="601"/>
              </a:spcBef>
              <a:spcAft>
                <a:spcPts val="601"/>
              </a:spcAft>
              <a:buSzPct val="100000"/>
              <a:buBlip>
                <a:blip r:embed="rId6"/>
              </a:buBlip>
            </a:pPr>
            <a:r>
              <a:rPr b="0" lang="nl-NL" sz="2000" spc="-1" strike="noStrike">
                <a:solidFill>
                  <a:schemeClr val="dk1"/>
                </a:solidFill>
                <a:latin typeface="Calibri"/>
              </a:rPr>
              <a:t>Sub-bullet</a:t>
            </a:r>
            <a:endParaRPr b="0" lang="nl-NL" sz="2000" spc="-1" strike="noStrike">
              <a:solidFill>
                <a:schemeClr val="dk1"/>
              </a:solidFill>
              <a:latin typeface="Calibri"/>
            </a:endParaRPr>
          </a:p>
          <a:p>
            <a:pPr lvl="2" marL="270000" indent="-270000" defTabSz="914400">
              <a:lnSpc>
                <a:spcPct val="100000"/>
              </a:lnSpc>
              <a:spcBef>
                <a:spcPts val="601"/>
              </a:spcBef>
              <a:spcAft>
                <a:spcPts val="601"/>
              </a:spcAft>
              <a:buSzPct val="100000"/>
              <a:buBlip>
                <a:blip r:embed="rId7"/>
              </a:buBlip>
            </a:pPr>
            <a:r>
              <a:rPr b="0" lang="nl-NL" sz="2000" spc="-1" strike="noStrike">
                <a:solidFill>
                  <a:schemeClr val="dk1"/>
                </a:solidFill>
                <a:latin typeface="Calibri"/>
              </a:rPr>
              <a:t>Leestekst</a:t>
            </a:r>
            <a:endParaRPr b="0" lang="nl-NL" sz="2000" spc="-1" strike="noStrike">
              <a:solidFill>
                <a:schemeClr val="dk1"/>
              </a:solidFill>
              <a:latin typeface="Calibri"/>
            </a:endParaRPr>
          </a:p>
          <a:p>
            <a:pPr lvl="3" marL="270000" indent="-270000" defTabSz="914400">
              <a:lnSpc>
                <a:spcPct val="100000"/>
              </a:lnSpc>
              <a:spcBef>
                <a:spcPts val="601"/>
              </a:spcBef>
              <a:spcAft>
                <a:spcPts val="601"/>
              </a:spcAft>
              <a:buSzPct val="100000"/>
              <a:buBlip>
                <a:blip r:embed="rId8"/>
              </a:buBlip>
            </a:pPr>
            <a:r>
              <a:rPr b="0" lang="nl-NL" sz="2000" spc="-1" strike="noStrike">
                <a:solidFill>
                  <a:schemeClr val="dk1"/>
                </a:solidFill>
                <a:latin typeface="Calibri"/>
              </a:rPr>
              <a:t>Subtitel</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Numerieke bullet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1" lang="nl-NL" sz="2000" spc="-1" strike="noStrike">
                <a:solidFill>
                  <a:schemeClr val="dk1"/>
                </a:solidFill>
                <a:latin typeface="Calibri"/>
              </a:rPr>
              <a:t>Bullet</a:t>
            </a:r>
            <a:endParaRPr b="0" lang="nl-NL" sz="2000" spc="-1" strike="noStrike">
              <a:solidFill>
                <a:schemeClr val="dk1"/>
              </a:solidFill>
              <a:latin typeface="Calibri"/>
            </a:endParaRPr>
          </a:p>
          <a:p>
            <a:pPr lvl="6" marL="533520" indent="-271440" defTabSz="914400">
              <a:lnSpc>
                <a:spcPct val="100000"/>
              </a:lnSpc>
              <a:spcBef>
                <a:spcPts val="601"/>
              </a:spcBef>
              <a:spcAft>
                <a:spcPts val="601"/>
              </a:spcAft>
              <a:buClr>
                <a:srgbClr val="000000"/>
              </a:buClr>
              <a:buFont typeface="Calibri"/>
              <a:buChar char="→"/>
              <a:tabLst>
                <a:tab algn="l" pos="0"/>
              </a:tabLst>
            </a:pPr>
            <a:r>
              <a:rPr b="0" lang="nl-NL" sz="2000" spc="-1" strike="noStrike">
                <a:solidFill>
                  <a:schemeClr val="dk1"/>
                </a:solidFill>
                <a:latin typeface="Calibri"/>
              </a:rPr>
              <a:t>Sub-bullet</a:t>
            </a:r>
            <a:endParaRPr b="0" lang="nl-NL" sz="2000" spc="-1" strike="noStrike">
              <a:solidFill>
                <a:schemeClr val="dk1"/>
              </a:solidFill>
              <a:latin typeface="Calibri"/>
            </a:endParaRPr>
          </a:p>
          <a:p>
            <a:pPr lvl="7" marL="262080" indent="-2620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Leestekst</a:t>
            </a:r>
            <a:endParaRPr b="0" lang="nl-NL" sz="2000" spc="-1" strike="noStrike">
              <a:solidFill>
                <a:schemeClr val="dk1"/>
              </a:solidFill>
              <a:latin typeface="Calibri"/>
            </a:endParaRPr>
          </a:p>
          <a:p>
            <a:pPr lvl="8" marL="536400" indent="-2746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Subtitel</a:t>
            </a:r>
            <a:endParaRPr b="0" lang="nl-NL" sz="2000" spc="-1" strike="noStrike">
              <a:solidFill>
                <a:schemeClr val="dk1"/>
              </a:solidFill>
              <a:latin typeface="Calibri"/>
            </a:endParaRPr>
          </a:p>
        </p:txBody>
      </p:sp>
      <p:sp>
        <p:nvSpPr>
          <p:cNvPr id="663" name="Tekstvak"/>
          <p:cNvSpPr/>
          <p:nvPr/>
        </p:nvSpPr>
        <p:spPr>
          <a:xfrm>
            <a:off x="5141160" y="-885600"/>
            <a:ext cx="190944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TEKST DIA (100%)</a:t>
            </a:r>
            <a:endParaRPr b="0" lang="en-US" sz="1200" spc="-1" strike="noStrike">
              <a:solidFill>
                <a:srgbClr val="000000"/>
              </a:solidFill>
              <a:latin typeface="Arial"/>
            </a:endParaRPr>
          </a:p>
        </p:txBody>
      </p:sp>
      <p:sp>
        <p:nvSpPr>
          <p:cNvPr id="664" name="PlaceHolder 5"/>
          <p:cNvSpPr>
            <a:spLocks noGrp="1"/>
          </p:cNvSpPr>
          <p:nvPr>
            <p:ph type="body"/>
          </p:nvPr>
        </p:nvSpPr>
        <p:spPr>
          <a:xfrm>
            <a:off x="10706400" y="0"/>
            <a:ext cx="1480320" cy="6857640"/>
          </a:xfrm>
          <a:prstGeom prst="rect">
            <a:avLst/>
          </a:prstGeom>
          <a:solidFill>
            <a:schemeClr val="accent1"/>
          </a:solid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alpha val="0"/>
                  </a:schemeClr>
                </a:solidFill>
                <a:latin typeface="Calibri"/>
              </a:rPr>
              <a:t>Edit Master text styles</a:t>
            </a:r>
            <a:endParaRPr b="0" lang="nl-NL" sz="100" spc="-1" strike="noStrike">
              <a:solidFill>
                <a:schemeClr val="dk1"/>
              </a:solidFill>
              <a:latin typeface="Calibri"/>
            </a:endParaRPr>
          </a:p>
        </p:txBody>
      </p:sp>
      <p:sp>
        <p:nvSpPr>
          <p:cNvPr id="665" name="PlaceHolder 6"/>
          <p:cNvSpPr>
            <a:spLocks noGrp="1"/>
          </p:cNvSpPr>
          <p:nvPr>
            <p:ph type="sldNum" idx="27"/>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77EA120C-7808-42BB-B52E-A730CBC26060}"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9"/>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66"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667" name="GRID"/>
          <p:cNvGrpSpPr/>
          <p:nvPr/>
        </p:nvGrpSpPr>
        <p:grpSpPr>
          <a:xfrm>
            <a:off x="0" y="0"/>
            <a:ext cx="12191760" cy="6857640"/>
            <a:chOff x="0" y="0"/>
            <a:chExt cx="12191760" cy="6857640"/>
          </a:xfrm>
        </p:grpSpPr>
        <p:sp>
          <p:nvSpPr>
            <p:cNvPr id="668"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69"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0"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1"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2"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3"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4"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5"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6"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7"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78"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679" name="KADER"/>
          <p:cNvGrpSpPr/>
          <p:nvPr/>
        </p:nvGrpSpPr>
        <p:grpSpPr>
          <a:xfrm>
            <a:off x="-355680" y="-212040"/>
            <a:ext cx="12894120" cy="7257240"/>
            <a:chOff x="-355680" y="-212040"/>
            <a:chExt cx="12894120" cy="7257240"/>
          </a:xfrm>
        </p:grpSpPr>
        <p:sp>
          <p:nvSpPr>
            <p:cNvPr id="680"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81"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82"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683"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684" name="logoboven" descr=""/>
          <p:cNvPicPr/>
          <p:nvPr/>
        </p:nvPicPr>
        <p:blipFill>
          <a:blip r:embed="rId4"/>
          <a:stretch/>
        </p:blipFill>
        <p:spPr>
          <a:xfrm>
            <a:off x="5615280" y="-1395360"/>
            <a:ext cx="952200" cy="482040"/>
          </a:xfrm>
          <a:prstGeom prst="rect">
            <a:avLst/>
          </a:prstGeom>
          <a:ln w="0">
            <a:noFill/>
          </a:ln>
        </p:spPr>
      </p:pic>
      <p:grpSp>
        <p:nvGrpSpPr>
          <p:cNvPr id="685" name="GRID"/>
          <p:cNvGrpSpPr/>
          <p:nvPr/>
        </p:nvGrpSpPr>
        <p:grpSpPr>
          <a:xfrm>
            <a:off x="0" y="0"/>
            <a:ext cx="12191760" cy="6857640"/>
            <a:chOff x="0" y="0"/>
            <a:chExt cx="12191760" cy="6857640"/>
          </a:xfrm>
        </p:grpSpPr>
        <p:sp>
          <p:nvSpPr>
            <p:cNvPr id="686" name="Rechthoek 1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87" name="Rechthoek 1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88" name="Rechthoek 1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89" name="Rechthoek 1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90" name="Rechthoek 1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91" name="Rechthoek 1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92" name="Rechthoek 1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93" name="Rechthoek 20"/>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94" name="Rechthoek 22"/>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95" name="Rechthoek 23"/>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96" name="Rechthoek 24"/>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697" name="Rechthoek 27"/>
            <p:cNvSpPr/>
            <p:nvPr/>
          </p:nvSpPr>
          <p:spPr>
            <a:xfrm>
              <a:off x="485712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698"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
        <p:nvSpPr>
          <p:cNvPr id="699" name="PlaceHolder 1"/>
          <p:cNvSpPr>
            <a:spLocks noGrp="1"/>
          </p:cNvSpPr>
          <p:nvPr>
            <p:ph type="dt" idx="28"/>
          </p:nvPr>
        </p:nvSpPr>
        <p:spPr>
          <a:xfrm>
            <a:off x="7645680" y="70455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700" name="PlaceHolder 2"/>
          <p:cNvSpPr>
            <a:spLocks noGrp="1"/>
          </p:cNvSpPr>
          <p:nvPr>
            <p:ph type="ftr" idx="29"/>
          </p:nvPr>
        </p:nvSpPr>
        <p:spPr>
          <a:xfrm>
            <a:off x="927000" y="70455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701" name="PlaceHolder 3"/>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702" name="PlaceHolder 4"/>
          <p:cNvSpPr>
            <a:spLocks noGrp="1"/>
          </p:cNvSpPr>
          <p:nvPr>
            <p:ph type="body"/>
          </p:nvPr>
        </p:nvSpPr>
        <p:spPr>
          <a:xfrm>
            <a:off x="523800" y="1400400"/>
            <a:ext cx="4319640" cy="44564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5"/>
              </a:buBlip>
            </a:pPr>
            <a:r>
              <a:rPr b="0" lang="nl-NL" sz="2000" spc="-1" strike="noStrike">
                <a:solidFill>
                  <a:schemeClr val="dk1"/>
                </a:solidFill>
                <a:latin typeface="Calibri"/>
              </a:rPr>
              <a:t>Klik hier om een bullet te plaatsen. Andere bullet of tekststijl nodig? Gebruik het menu Tekstopmaak.</a:t>
            </a:r>
            <a:endParaRPr b="0" lang="nl-NL" sz="2000" spc="-1" strike="noStrike">
              <a:solidFill>
                <a:schemeClr val="dk1"/>
              </a:solidFill>
              <a:latin typeface="Calibri"/>
            </a:endParaRPr>
          </a:p>
          <a:p>
            <a:pPr lvl="1" marL="270000" indent="-270000" defTabSz="914400">
              <a:lnSpc>
                <a:spcPct val="100000"/>
              </a:lnSpc>
              <a:spcBef>
                <a:spcPts val="601"/>
              </a:spcBef>
              <a:spcAft>
                <a:spcPts val="601"/>
              </a:spcAft>
              <a:buSzPct val="100000"/>
              <a:buBlip>
                <a:blip r:embed="rId6"/>
              </a:buBlip>
            </a:pPr>
            <a:r>
              <a:rPr b="0" lang="nl-NL" sz="2000" spc="-1" strike="noStrike">
                <a:solidFill>
                  <a:schemeClr val="dk1"/>
                </a:solidFill>
                <a:latin typeface="Calibri"/>
              </a:rPr>
              <a:t>Sub-bullet</a:t>
            </a:r>
            <a:endParaRPr b="0" lang="nl-NL" sz="2000" spc="-1" strike="noStrike">
              <a:solidFill>
                <a:schemeClr val="dk1"/>
              </a:solidFill>
              <a:latin typeface="Calibri"/>
            </a:endParaRPr>
          </a:p>
          <a:p>
            <a:pPr lvl="2" marL="270000" indent="-270000" defTabSz="914400">
              <a:lnSpc>
                <a:spcPct val="100000"/>
              </a:lnSpc>
              <a:spcBef>
                <a:spcPts val="601"/>
              </a:spcBef>
              <a:spcAft>
                <a:spcPts val="601"/>
              </a:spcAft>
              <a:buSzPct val="100000"/>
              <a:buBlip>
                <a:blip r:embed="rId7"/>
              </a:buBlip>
            </a:pPr>
            <a:r>
              <a:rPr b="0" lang="nl-NL" sz="2000" spc="-1" strike="noStrike">
                <a:solidFill>
                  <a:schemeClr val="dk1"/>
                </a:solidFill>
                <a:latin typeface="Calibri"/>
              </a:rPr>
              <a:t>Leestekst</a:t>
            </a:r>
            <a:endParaRPr b="0" lang="nl-NL" sz="2000" spc="-1" strike="noStrike">
              <a:solidFill>
                <a:schemeClr val="dk1"/>
              </a:solidFill>
              <a:latin typeface="Calibri"/>
            </a:endParaRPr>
          </a:p>
          <a:p>
            <a:pPr lvl="3" marL="270000" indent="-270000" defTabSz="914400">
              <a:lnSpc>
                <a:spcPct val="100000"/>
              </a:lnSpc>
              <a:spcBef>
                <a:spcPts val="601"/>
              </a:spcBef>
              <a:spcAft>
                <a:spcPts val="601"/>
              </a:spcAft>
              <a:buSzPct val="100000"/>
              <a:buBlip>
                <a:blip r:embed="rId8"/>
              </a:buBlip>
            </a:pPr>
            <a:r>
              <a:rPr b="0" lang="nl-NL" sz="2000" spc="-1" strike="noStrike">
                <a:solidFill>
                  <a:schemeClr val="dk1"/>
                </a:solidFill>
                <a:latin typeface="Calibri"/>
              </a:rPr>
              <a:t>Subtitel</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Numerieke bullet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1" lang="nl-NL" sz="2000" spc="-1" strike="noStrike">
                <a:solidFill>
                  <a:schemeClr val="dk1"/>
                </a:solidFill>
                <a:latin typeface="Calibri"/>
              </a:rPr>
              <a:t>Bullet</a:t>
            </a:r>
            <a:endParaRPr b="0" lang="nl-NL" sz="2000" spc="-1" strike="noStrike">
              <a:solidFill>
                <a:schemeClr val="dk1"/>
              </a:solidFill>
              <a:latin typeface="Calibri"/>
            </a:endParaRPr>
          </a:p>
          <a:p>
            <a:pPr lvl="6" marL="533520" indent="-271440" defTabSz="914400">
              <a:lnSpc>
                <a:spcPct val="100000"/>
              </a:lnSpc>
              <a:spcBef>
                <a:spcPts val="601"/>
              </a:spcBef>
              <a:spcAft>
                <a:spcPts val="601"/>
              </a:spcAft>
              <a:buClr>
                <a:srgbClr val="000000"/>
              </a:buClr>
              <a:buFont typeface="Calibri"/>
              <a:buChar char="→"/>
              <a:tabLst>
                <a:tab algn="l" pos="0"/>
              </a:tabLst>
            </a:pPr>
            <a:r>
              <a:rPr b="0" lang="nl-NL" sz="2000" spc="-1" strike="noStrike">
                <a:solidFill>
                  <a:schemeClr val="dk1"/>
                </a:solidFill>
                <a:latin typeface="Calibri"/>
              </a:rPr>
              <a:t>Sub-bullet</a:t>
            </a:r>
            <a:endParaRPr b="0" lang="nl-NL" sz="2000" spc="-1" strike="noStrike">
              <a:solidFill>
                <a:schemeClr val="dk1"/>
              </a:solidFill>
              <a:latin typeface="Calibri"/>
            </a:endParaRPr>
          </a:p>
          <a:p>
            <a:pPr lvl="7" marL="262080" indent="-2620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Leestekst</a:t>
            </a:r>
            <a:endParaRPr b="0" lang="nl-NL" sz="2000" spc="-1" strike="noStrike">
              <a:solidFill>
                <a:schemeClr val="dk1"/>
              </a:solidFill>
              <a:latin typeface="Calibri"/>
            </a:endParaRPr>
          </a:p>
          <a:p>
            <a:pPr lvl="8" marL="536400" indent="-2746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Subtitel</a:t>
            </a:r>
            <a:endParaRPr b="0" lang="nl-NL" sz="2000" spc="-1" strike="noStrike">
              <a:solidFill>
                <a:schemeClr val="dk1"/>
              </a:solidFill>
              <a:latin typeface="Calibri"/>
            </a:endParaRPr>
          </a:p>
        </p:txBody>
      </p:sp>
      <p:sp>
        <p:nvSpPr>
          <p:cNvPr id="703" name="Tekstvak"/>
          <p:cNvSpPr/>
          <p:nvPr/>
        </p:nvSpPr>
        <p:spPr>
          <a:xfrm>
            <a:off x="5141160" y="-885600"/>
            <a:ext cx="190944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TEKST DIA (100%)</a:t>
            </a:r>
            <a:endParaRPr b="0" lang="en-US" sz="1200" spc="-1" strike="noStrike">
              <a:solidFill>
                <a:srgbClr val="000000"/>
              </a:solidFill>
              <a:latin typeface="Arial"/>
            </a:endParaRPr>
          </a:p>
        </p:txBody>
      </p:sp>
      <p:sp>
        <p:nvSpPr>
          <p:cNvPr id="704" name="PlaceHolder 5"/>
          <p:cNvSpPr>
            <a:spLocks noGrp="1"/>
          </p:cNvSpPr>
          <p:nvPr>
            <p:ph type="body"/>
          </p:nvPr>
        </p:nvSpPr>
        <p:spPr>
          <a:xfrm>
            <a:off x="5156280" y="1386000"/>
            <a:ext cx="4319640" cy="44564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9"/>
              </a:buBlip>
            </a:pPr>
            <a:r>
              <a:rPr b="0" lang="nl-NL" sz="2000" spc="-1" strike="noStrike">
                <a:solidFill>
                  <a:schemeClr val="dk1"/>
                </a:solidFill>
                <a:latin typeface="Calibri"/>
              </a:rPr>
              <a:t>Klik hier om een bullet te plaatsen. Andere bullet of tekststijl nodig? Gebruik het menu Tekstopmaak.</a:t>
            </a:r>
            <a:endParaRPr b="0" lang="nl-NL" sz="2000" spc="-1" strike="noStrike">
              <a:solidFill>
                <a:schemeClr val="dk1"/>
              </a:solidFill>
              <a:latin typeface="Calibri"/>
            </a:endParaRPr>
          </a:p>
          <a:p>
            <a:pPr lvl="1" marL="270000" indent="-270000" defTabSz="914400">
              <a:lnSpc>
                <a:spcPct val="100000"/>
              </a:lnSpc>
              <a:spcBef>
                <a:spcPts val="601"/>
              </a:spcBef>
              <a:spcAft>
                <a:spcPts val="601"/>
              </a:spcAft>
              <a:buSzPct val="100000"/>
              <a:buBlip>
                <a:blip r:embed="rId10"/>
              </a:buBlip>
            </a:pPr>
            <a:r>
              <a:rPr b="0" lang="nl-NL" sz="2000" spc="-1" strike="noStrike">
                <a:solidFill>
                  <a:schemeClr val="dk1"/>
                </a:solidFill>
                <a:latin typeface="Calibri"/>
              </a:rPr>
              <a:t>Sub-bullet</a:t>
            </a:r>
            <a:endParaRPr b="0" lang="nl-NL" sz="2000" spc="-1" strike="noStrike">
              <a:solidFill>
                <a:schemeClr val="dk1"/>
              </a:solidFill>
              <a:latin typeface="Calibri"/>
            </a:endParaRPr>
          </a:p>
          <a:p>
            <a:pPr lvl="2" marL="270000" indent="-270000" defTabSz="914400">
              <a:lnSpc>
                <a:spcPct val="100000"/>
              </a:lnSpc>
              <a:spcBef>
                <a:spcPts val="601"/>
              </a:spcBef>
              <a:spcAft>
                <a:spcPts val="601"/>
              </a:spcAft>
              <a:buSzPct val="100000"/>
              <a:buBlip>
                <a:blip r:embed="rId11"/>
              </a:buBlip>
            </a:pPr>
            <a:r>
              <a:rPr b="0" lang="nl-NL" sz="2000" spc="-1" strike="noStrike">
                <a:solidFill>
                  <a:schemeClr val="dk1"/>
                </a:solidFill>
                <a:latin typeface="Calibri"/>
              </a:rPr>
              <a:t>Leestekst</a:t>
            </a:r>
            <a:endParaRPr b="0" lang="nl-NL" sz="2000" spc="-1" strike="noStrike">
              <a:solidFill>
                <a:schemeClr val="dk1"/>
              </a:solidFill>
              <a:latin typeface="Calibri"/>
            </a:endParaRPr>
          </a:p>
          <a:p>
            <a:pPr lvl="3" marL="270000" indent="-270000" defTabSz="914400">
              <a:lnSpc>
                <a:spcPct val="100000"/>
              </a:lnSpc>
              <a:spcBef>
                <a:spcPts val="601"/>
              </a:spcBef>
              <a:spcAft>
                <a:spcPts val="601"/>
              </a:spcAft>
              <a:buSzPct val="100000"/>
              <a:buBlip>
                <a:blip r:embed="rId12"/>
              </a:buBlip>
            </a:pPr>
            <a:r>
              <a:rPr b="0" lang="nl-NL" sz="2000" spc="-1" strike="noStrike">
                <a:solidFill>
                  <a:schemeClr val="dk1"/>
                </a:solidFill>
                <a:latin typeface="Calibri"/>
              </a:rPr>
              <a:t>Subtitel</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Numerieke bullet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1" lang="nl-NL" sz="2000" spc="-1" strike="noStrike">
                <a:solidFill>
                  <a:schemeClr val="dk1"/>
                </a:solidFill>
                <a:latin typeface="Calibri"/>
              </a:rPr>
              <a:t>Bullet</a:t>
            </a:r>
            <a:endParaRPr b="0" lang="nl-NL" sz="2000" spc="-1" strike="noStrike">
              <a:solidFill>
                <a:schemeClr val="dk1"/>
              </a:solidFill>
              <a:latin typeface="Calibri"/>
            </a:endParaRPr>
          </a:p>
          <a:p>
            <a:pPr lvl="6" marL="533520" indent="-271440" defTabSz="914400">
              <a:lnSpc>
                <a:spcPct val="100000"/>
              </a:lnSpc>
              <a:spcBef>
                <a:spcPts val="601"/>
              </a:spcBef>
              <a:spcAft>
                <a:spcPts val="601"/>
              </a:spcAft>
              <a:buClr>
                <a:srgbClr val="000000"/>
              </a:buClr>
              <a:buFont typeface="Calibri"/>
              <a:buChar char="→"/>
              <a:tabLst>
                <a:tab algn="l" pos="0"/>
              </a:tabLst>
            </a:pPr>
            <a:r>
              <a:rPr b="0" lang="nl-NL" sz="2000" spc="-1" strike="noStrike">
                <a:solidFill>
                  <a:schemeClr val="dk1"/>
                </a:solidFill>
                <a:latin typeface="Calibri"/>
              </a:rPr>
              <a:t>Sub-bullet</a:t>
            </a:r>
            <a:endParaRPr b="0" lang="nl-NL" sz="2000" spc="-1" strike="noStrike">
              <a:solidFill>
                <a:schemeClr val="dk1"/>
              </a:solidFill>
              <a:latin typeface="Calibri"/>
            </a:endParaRPr>
          </a:p>
          <a:p>
            <a:pPr lvl="7" marL="262080" indent="-2620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Leestekst</a:t>
            </a:r>
            <a:endParaRPr b="0" lang="nl-NL" sz="2000" spc="-1" strike="noStrike">
              <a:solidFill>
                <a:schemeClr val="dk1"/>
              </a:solidFill>
              <a:latin typeface="Calibri"/>
            </a:endParaRPr>
          </a:p>
          <a:p>
            <a:pPr lvl="8" marL="536400" indent="-2746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Subtitel</a:t>
            </a:r>
            <a:endParaRPr b="0" lang="nl-NL" sz="2000" spc="-1" strike="noStrike">
              <a:solidFill>
                <a:schemeClr val="dk1"/>
              </a:solidFill>
              <a:latin typeface="Calibri"/>
            </a:endParaRPr>
          </a:p>
        </p:txBody>
      </p:sp>
      <p:sp>
        <p:nvSpPr>
          <p:cNvPr id="705" name="PlaceHolder 6"/>
          <p:cNvSpPr>
            <a:spLocks noGrp="1"/>
          </p:cNvSpPr>
          <p:nvPr>
            <p:ph type="sldNum" idx="30"/>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98E5FD41-7FAA-49B7-B570-7849A393D7C0}"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
        <p:nvSpPr>
          <p:cNvPr id="706" name="PlaceHolder 7"/>
          <p:cNvSpPr>
            <a:spLocks noGrp="1"/>
          </p:cNvSpPr>
          <p:nvPr>
            <p:ph type="body"/>
          </p:nvPr>
        </p:nvSpPr>
        <p:spPr>
          <a:xfrm>
            <a:off x="10785960" y="0"/>
            <a:ext cx="1400760" cy="6857640"/>
          </a:xfrm>
          <a:prstGeom prst="rect">
            <a:avLst/>
          </a:prstGeom>
          <a:solidFill>
            <a:schemeClr val="accent1"/>
          </a:solid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alpha val="0"/>
                  </a:schemeClr>
                </a:solidFill>
                <a:latin typeface="Calibri"/>
              </a:rPr>
              <a:t>Edit Master text styles</a:t>
            </a:r>
            <a:endParaRPr b="0" lang="nl-NL" sz="1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9" r:id="rId1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07"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708" name="GRID"/>
          <p:cNvGrpSpPr/>
          <p:nvPr/>
        </p:nvGrpSpPr>
        <p:grpSpPr>
          <a:xfrm>
            <a:off x="0" y="0"/>
            <a:ext cx="12191760" cy="6857640"/>
            <a:chOff x="0" y="0"/>
            <a:chExt cx="12191760" cy="6857640"/>
          </a:xfrm>
        </p:grpSpPr>
        <p:sp>
          <p:nvSpPr>
            <p:cNvPr id="709"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0"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1"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2"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3"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4"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5"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6"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7"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8"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19"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720" name="KADER"/>
          <p:cNvGrpSpPr/>
          <p:nvPr/>
        </p:nvGrpSpPr>
        <p:grpSpPr>
          <a:xfrm>
            <a:off x="-355680" y="-212040"/>
            <a:ext cx="12894120" cy="7257240"/>
            <a:chOff x="-355680" y="-212040"/>
            <a:chExt cx="12894120" cy="7257240"/>
          </a:xfrm>
        </p:grpSpPr>
        <p:sp>
          <p:nvSpPr>
            <p:cNvPr id="721"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722"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723"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724"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725" name="logoboven" descr=""/>
          <p:cNvPicPr/>
          <p:nvPr/>
        </p:nvPicPr>
        <p:blipFill>
          <a:blip r:embed="rId4"/>
          <a:stretch/>
        </p:blipFill>
        <p:spPr>
          <a:xfrm>
            <a:off x="5615280" y="-1395360"/>
            <a:ext cx="952200" cy="482040"/>
          </a:xfrm>
          <a:prstGeom prst="rect">
            <a:avLst/>
          </a:prstGeom>
          <a:ln w="0">
            <a:noFill/>
          </a:ln>
        </p:spPr>
      </p:pic>
      <p:grpSp>
        <p:nvGrpSpPr>
          <p:cNvPr id="726" name="GRID"/>
          <p:cNvGrpSpPr/>
          <p:nvPr/>
        </p:nvGrpSpPr>
        <p:grpSpPr>
          <a:xfrm>
            <a:off x="0" y="0"/>
            <a:ext cx="12191760" cy="6857640"/>
            <a:chOff x="0" y="0"/>
            <a:chExt cx="12191760" cy="6857640"/>
          </a:xfrm>
        </p:grpSpPr>
        <p:sp>
          <p:nvSpPr>
            <p:cNvPr id="727" name="Rechthoek 114"/>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28" name="Rechthoek 115"/>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29" name="Rechthoek 116"/>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0" name="Rechthoek 117"/>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1" name="Rechthoek 118"/>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2" name="Rechthoek 119"/>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3" name="Rechthoek 120"/>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4" name="Rechthoek 121"/>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5" name="Rechthoek 122"/>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6" name="Rechthoek 123"/>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7" name="Rechthoek 124"/>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38" name="Rechthoek 125"/>
            <p:cNvSpPr/>
            <p:nvPr/>
          </p:nvSpPr>
          <p:spPr>
            <a:xfrm>
              <a:off x="596448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739"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
        <p:nvSpPr>
          <p:cNvPr id="740" name="PlaceHolder 1"/>
          <p:cNvSpPr>
            <a:spLocks noGrp="1"/>
          </p:cNvSpPr>
          <p:nvPr>
            <p:ph type="dt" idx="31"/>
          </p:nvPr>
        </p:nvSpPr>
        <p:spPr>
          <a:xfrm>
            <a:off x="7645680" y="69951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741" name="PlaceHolder 2"/>
          <p:cNvSpPr>
            <a:spLocks noGrp="1"/>
          </p:cNvSpPr>
          <p:nvPr>
            <p:ph type="ftr" idx="32"/>
          </p:nvPr>
        </p:nvSpPr>
        <p:spPr>
          <a:xfrm>
            <a:off x="927000" y="6995160"/>
            <a:ext cx="719316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742" name="PlaceHolder 3"/>
          <p:cNvSpPr>
            <a:spLocks noGrp="1"/>
          </p:cNvSpPr>
          <p:nvPr>
            <p:ph type="body"/>
          </p:nvPr>
        </p:nvSpPr>
        <p:spPr>
          <a:xfrm>
            <a:off x="6227280" y="259560"/>
            <a:ext cx="6077880" cy="6526080"/>
          </a:xfrm>
          <a:prstGeom prst="rect">
            <a:avLst/>
          </a:prstGeom>
          <a:solidFill>
            <a:schemeClr val="lt1">
              <a:lumMod val="95000"/>
            </a:schemeClr>
          </a:solidFill>
          <a:ln w="0">
            <a:noFill/>
          </a:ln>
        </p:spPr>
        <p:txBody>
          <a:bodyPr lIns="90000" rIns="90000" tIns="288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sp>
        <p:nvSpPr>
          <p:cNvPr id="743" name="PlaceHolder 4"/>
          <p:cNvSpPr>
            <a:spLocks noGrp="1"/>
          </p:cNvSpPr>
          <p:nvPr>
            <p:ph type="title"/>
          </p:nvPr>
        </p:nvSpPr>
        <p:spPr>
          <a:xfrm>
            <a:off x="522000" y="272160"/>
            <a:ext cx="542448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744" name="PlaceHolder 5"/>
          <p:cNvSpPr>
            <a:spLocks noGrp="1"/>
          </p:cNvSpPr>
          <p:nvPr>
            <p:ph type="body"/>
          </p:nvPr>
        </p:nvSpPr>
        <p:spPr>
          <a:xfrm>
            <a:off x="523080" y="1396440"/>
            <a:ext cx="5424480" cy="44690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5"/>
              </a:buBlip>
            </a:pPr>
            <a:r>
              <a:rPr b="0" lang="nl-NL" sz="2000" spc="-1" strike="noStrike">
                <a:solidFill>
                  <a:schemeClr val="dk1"/>
                </a:solidFill>
                <a:latin typeface="Calibri"/>
              </a:rPr>
              <a:t>Klik hier om een bullet te plaatsen. Andere bullet of tekststijl nodig? Gebruik het menu Tekstopmaak.</a:t>
            </a:r>
            <a:endParaRPr b="0" lang="nl-NL" sz="2000" spc="-1" strike="noStrike">
              <a:solidFill>
                <a:schemeClr val="dk1"/>
              </a:solidFill>
              <a:latin typeface="Calibri"/>
            </a:endParaRPr>
          </a:p>
          <a:p>
            <a:pPr lvl="1" marL="270000" indent="-270000" defTabSz="914400">
              <a:lnSpc>
                <a:spcPct val="100000"/>
              </a:lnSpc>
              <a:spcBef>
                <a:spcPts val="601"/>
              </a:spcBef>
              <a:spcAft>
                <a:spcPts val="601"/>
              </a:spcAft>
              <a:buSzPct val="100000"/>
              <a:buBlip>
                <a:blip r:embed="rId6"/>
              </a:buBlip>
            </a:pPr>
            <a:r>
              <a:rPr b="0" lang="nl-NL" sz="2000" spc="-1" strike="noStrike">
                <a:solidFill>
                  <a:schemeClr val="dk1"/>
                </a:solidFill>
                <a:latin typeface="Calibri"/>
              </a:rPr>
              <a:t>Sub-bullet</a:t>
            </a:r>
            <a:endParaRPr b="0" lang="nl-NL" sz="2000" spc="-1" strike="noStrike">
              <a:solidFill>
                <a:schemeClr val="dk1"/>
              </a:solidFill>
              <a:latin typeface="Calibri"/>
            </a:endParaRPr>
          </a:p>
          <a:p>
            <a:pPr lvl="2" marL="270000" indent="-270000" defTabSz="914400">
              <a:lnSpc>
                <a:spcPct val="100000"/>
              </a:lnSpc>
              <a:spcBef>
                <a:spcPts val="601"/>
              </a:spcBef>
              <a:spcAft>
                <a:spcPts val="601"/>
              </a:spcAft>
              <a:buSzPct val="100000"/>
              <a:buBlip>
                <a:blip r:embed="rId7"/>
              </a:buBlip>
            </a:pPr>
            <a:r>
              <a:rPr b="0" lang="nl-NL" sz="2000" spc="-1" strike="noStrike">
                <a:solidFill>
                  <a:schemeClr val="dk1"/>
                </a:solidFill>
                <a:latin typeface="Calibri"/>
              </a:rPr>
              <a:t>Leestekst</a:t>
            </a:r>
            <a:endParaRPr b="0" lang="nl-NL" sz="2000" spc="-1" strike="noStrike">
              <a:solidFill>
                <a:schemeClr val="dk1"/>
              </a:solidFill>
              <a:latin typeface="Calibri"/>
            </a:endParaRPr>
          </a:p>
          <a:p>
            <a:pPr lvl="3" marL="270000" indent="-270000" defTabSz="914400">
              <a:lnSpc>
                <a:spcPct val="100000"/>
              </a:lnSpc>
              <a:spcBef>
                <a:spcPts val="601"/>
              </a:spcBef>
              <a:spcAft>
                <a:spcPts val="601"/>
              </a:spcAft>
              <a:buSzPct val="100000"/>
              <a:buBlip>
                <a:blip r:embed="rId8"/>
              </a:buBlip>
            </a:pPr>
            <a:r>
              <a:rPr b="0" lang="nl-NL" sz="2000" spc="-1" strike="noStrike">
                <a:solidFill>
                  <a:schemeClr val="dk1"/>
                </a:solidFill>
                <a:latin typeface="Calibri"/>
              </a:rPr>
              <a:t>Subtitel</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Numerieke bullet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1" lang="nl-NL" sz="2000" spc="-1" strike="noStrike">
                <a:solidFill>
                  <a:schemeClr val="dk1"/>
                </a:solidFill>
                <a:latin typeface="Calibri"/>
              </a:rPr>
              <a:t>Bullet</a:t>
            </a:r>
            <a:endParaRPr b="0" lang="nl-NL" sz="2000" spc="-1" strike="noStrike">
              <a:solidFill>
                <a:schemeClr val="dk1"/>
              </a:solidFill>
              <a:latin typeface="Calibri"/>
            </a:endParaRPr>
          </a:p>
          <a:p>
            <a:pPr lvl="6" marL="533520" indent="-271440" defTabSz="914400">
              <a:lnSpc>
                <a:spcPct val="100000"/>
              </a:lnSpc>
              <a:spcBef>
                <a:spcPts val="601"/>
              </a:spcBef>
              <a:spcAft>
                <a:spcPts val="601"/>
              </a:spcAft>
              <a:buClr>
                <a:srgbClr val="000000"/>
              </a:buClr>
              <a:buFont typeface="Calibri"/>
              <a:buChar char="→"/>
              <a:tabLst>
                <a:tab algn="l" pos="0"/>
              </a:tabLst>
            </a:pPr>
            <a:r>
              <a:rPr b="0" lang="nl-NL" sz="2000" spc="-1" strike="noStrike">
                <a:solidFill>
                  <a:schemeClr val="dk1"/>
                </a:solidFill>
                <a:latin typeface="Calibri"/>
              </a:rPr>
              <a:t>Sub-bullet</a:t>
            </a:r>
            <a:endParaRPr b="0" lang="nl-NL" sz="2000" spc="-1" strike="noStrike">
              <a:solidFill>
                <a:schemeClr val="dk1"/>
              </a:solidFill>
              <a:latin typeface="Calibri"/>
            </a:endParaRPr>
          </a:p>
          <a:p>
            <a:pPr lvl="7" marL="262080" indent="-2620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Leestekst</a:t>
            </a:r>
            <a:endParaRPr b="0" lang="nl-NL" sz="2000" spc="-1" strike="noStrike">
              <a:solidFill>
                <a:schemeClr val="dk1"/>
              </a:solidFill>
              <a:latin typeface="Calibri"/>
            </a:endParaRPr>
          </a:p>
          <a:p>
            <a:pPr lvl="8" marL="536400" indent="-2746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Subtitel</a:t>
            </a:r>
            <a:endParaRPr b="0" lang="nl-NL" sz="2000" spc="-1" strike="noStrike">
              <a:solidFill>
                <a:schemeClr val="dk1"/>
              </a:solidFill>
              <a:latin typeface="Calibri"/>
            </a:endParaRPr>
          </a:p>
        </p:txBody>
      </p:sp>
      <p:sp>
        <p:nvSpPr>
          <p:cNvPr id="745" name="Tekstvak 6"/>
          <p:cNvSpPr/>
          <p:nvPr/>
        </p:nvSpPr>
        <p:spPr>
          <a:xfrm>
            <a:off x="4736880" y="-885600"/>
            <a:ext cx="271800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TEKST MET FOTO (50% / 50%)</a:t>
            </a:r>
            <a:endParaRPr b="0" lang="en-US" sz="1200" spc="-1" strike="noStrike">
              <a:solidFill>
                <a:srgbClr val="000000"/>
              </a:solidFill>
              <a:latin typeface="Arial"/>
            </a:endParaRPr>
          </a:p>
        </p:txBody>
      </p:sp>
      <p:grpSp>
        <p:nvGrpSpPr>
          <p:cNvPr id="746" name="Instructies"/>
          <p:cNvGrpSpPr/>
          <p:nvPr/>
        </p:nvGrpSpPr>
        <p:grpSpPr>
          <a:xfrm>
            <a:off x="12391560" y="0"/>
            <a:ext cx="3183480" cy="6589440"/>
            <a:chOff x="12391560" y="0"/>
            <a:chExt cx="3183480" cy="6589440"/>
          </a:xfrm>
        </p:grpSpPr>
        <p:grpSp>
          <p:nvGrpSpPr>
            <p:cNvPr id="747" name="Groep 53"/>
            <p:cNvGrpSpPr/>
            <p:nvPr/>
          </p:nvGrpSpPr>
          <p:grpSpPr>
            <a:xfrm>
              <a:off x="12757320" y="3099960"/>
              <a:ext cx="1499040" cy="678240"/>
              <a:chOff x="12757320" y="3099960"/>
              <a:chExt cx="1499040" cy="678240"/>
            </a:xfrm>
          </p:grpSpPr>
          <p:sp>
            <p:nvSpPr>
              <p:cNvPr id="748" name="Rechthoek 98"/>
              <p:cNvSpPr/>
              <p:nvPr/>
            </p:nvSpPr>
            <p:spPr>
              <a:xfrm>
                <a:off x="12757320" y="309996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749" name="Rechthoek 99"/>
              <p:cNvSpPr/>
              <p:nvPr/>
            </p:nvSpPr>
            <p:spPr>
              <a:xfrm>
                <a:off x="12762000" y="341136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750" name="Tekstvak 100"/>
              <p:cNvSpPr/>
              <p:nvPr/>
            </p:nvSpPr>
            <p:spPr>
              <a:xfrm>
                <a:off x="12997800" y="313920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751" name="Tekstvak 101"/>
              <p:cNvSpPr/>
              <p:nvPr/>
            </p:nvSpPr>
            <p:spPr>
              <a:xfrm>
                <a:off x="12984120" y="346032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752" name="Picture 3" descr=""/>
              <p:cNvPicPr/>
              <p:nvPr/>
            </p:nvPicPr>
            <p:blipFill>
              <a:blip r:embed="rId9"/>
              <a:stretch/>
            </p:blipFill>
            <p:spPr>
              <a:xfrm>
                <a:off x="13938840" y="3547080"/>
                <a:ext cx="142560" cy="231120"/>
              </a:xfrm>
              <a:prstGeom prst="rect">
                <a:avLst/>
              </a:prstGeom>
              <a:ln w="0">
                <a:noFill/>
              </a:ln>
            </p:spPr>
          </p:pic>
          <p:sp>
            <p:nvSpPr>
              <p:cNvPr id="753" name="Gelijkbenige driehoek 103"/>
              <p:cNvSpPr/>
              <p:nvPr/>
            </p:nvSpPr>
            <p:spPr>
              <a:xfrm rot="5400000">
                <a:off x="14094360" y="35280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754" name="Groep 104"/>
              <p:cNvGrpSpPr/>
              <p:nvPr/>
            </p:nvGrpSpPr>
            <p:grpSpPr>
              <a:xfrm>
                <a:off x="12822480" y="3157920"/>
                <a:ext cx="181800" cy="163440"/>
                <a:chOff x="12822480" y="3157920"/>
                <a:chExt cx="181800" cy="163440"/>
              </a:xfrm>
            </p:grpSpPr>
            <p:sp>
              <p:nvSpPr>
                <p:cNvPr id="755" name="Rechthoek 109"/>
                <p:cNvSpPr/>
                <p:nvPr/>
              </p:nvSpPr>
              <p:spPr>
                <a:xfrm>
                  <a:off x="12822480" y="31579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756" name="Rechthoek 110"/>
                <p:cNvSpPr/>
                <p:nvPr/>
              </p:nvSpPr>
              <p:spPr>
                <a:xfrm>
                  <a:off x="12936960" y="325404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757" name="Rechthoek 111"/>
                <p:cNvSpPr/>
                <p:nvPr/>
              </p:nvSpPr>
              <p:spPr>
                <a:xfrm>
                  <a:off x="12856320" y="3182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758" name="Groep 105"/>
              <p:cNvGrpSpPr/>
              <p:nvPr/>
            </p:nvGrpSpPr>
            <p:grpSpPr>
              <a:xfrm>
                <a:off x="12822480" y="3459600"/>
                <a:ext cx="181800" cy="163440"/>
                <a:chOff x="12822480" y="3459600"/>
                <a:chExt cx="181800" cy="163440"/>
              </a:xfrm>
            </p:grpSpPr>
            <p:sp>
              <p:nvSpPr>
                <p:cNvPr id="759" name="Rechthoek 106"/>
                <p:cNvSpPr/>
                <p:nvPr/>
              </p:nvSpPr>
              <p:spPr>
                <a:xfrm>
                  <a:off x="12856320" y="348444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760" name="Rechthoek 107"/>
                <p:cNvSpPr/>
                <p:nvPr/>
              </p:nvSpPr>
              <p:spPr>
                <a:xfrm>
                  <a:off x="12822480" y="34596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761" name="Rechthoek 108"/>
                <p:cNvSpPr/>
                <p:nvPr/>
              </p:nvSpPr>
              <p:spPr>
                <a:xfrm>
                  <a:off x="12936960" y="35557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grpSp>
          <p:nvGrpSpPr>
            <p:cNvPr id="762" name="Meer informatie"/>
            <p:cNvGrpSpPr/>
            <p:nvPr/>
          </p:nvGrpSpPr>
          <p:grpSpPr>
            <a:xfrm>
              <a:off x="12396600" y="5806440"/>
              <a:ext cx="3178440" cy="783000"/>
              <a:chOff x="12396600" y="5806440"/>
              <a:chExt cx="3178440" cy="783000"/>
            </a:xfrm>
          </p:grpSpPr>
          <p:sp>
            <p:nvSpPr>
              <p:cNvPr id="763" name="Freeform 101"/>
              <p:cNvSpPr/>
              <p:nvPr/>
            </p:nvSpPr>
            <p:spPr>
              <a:xfrm>
                <a:off x="12396600" y="580644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764" name="Rechthoek 96"/>
              <p:cNvSpPr/>
              <p:nvPr/>
            </p:nvSpPr>
            <p:spPr>
              <a:xfrm>
                <a:off x="12757320" y="587844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765" name="Rechte verbindingslijn 97"/>
              <p:cNvCxnSpPr/>
              <p:nvPr/>
            </p:nvCxnSpPr>
            <p:spPr>
              <a:xfrm>
                <a:off x="12396960" y="6589440"/>
                <a:ext cx="3178440" cy="360"/>
              </a:xfrm>
              <a:prstGeom prst="straightConnector1">
                <a:avLst/>
              </a:prstGeom>
              <a:ln w="3175">
                <a:solidFill>
                  <a:srgbClr val="ea7600"/>
                </a:solidFill>
                <a:round/>
              </a:ln>
            </p:spPr>
          </p:cxnSp>
        </p:grpSp>
        <p:sp>
          <p:nvSpPr>
            <p:cNvPr id="766" name="Rechthoek 55"/>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Afbeelding invoegen/veranderen</a:t>
              </a:r>
              <a:endParaRPr b="0" lang="en-US" sz="1400" spc="-1" strike="noStrike">
                <a:solidFill>
                  <a:srgbClr val="000000"/>
                </a:solidFill>
                <a:latin typeface="Arial"/>
              </a:endParaRPr>
            </a:p>
          </p:txBody>
        </p:sp>
        <p:sp>
          <p:nvSpPr>
            <p:cNvPr id="767" name="Ovaal 56"/>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768" name="Rechte verbindingslijn 57"/>
            <p:cNvCxnSpPr/>
            <p:nvPr/>
          </p:nvCxnSpPr>
          <p:spPr>
            <a:xfrm>
              <a:off x="12396960" y="241560"/>
              <a:ext cx="3178440" cy="360"/>
            </a:xfrm>
            <a:prstGeom prst="straightConnector1">
              <a:avLst/>
            </a:prstGeom>
            <a:ln w="3175">
              <a:solidFill>
                <a:srgbClr val="ea7600"/>
              </a:solidFill>
              <a:round/>
            </a:ln>
          </p:spPr>
        </p:cxnSp>
        <p:cxnSp>
          <p:nvCxnSpPr>
            <p:cNvPr id="769" name="Rechte verbindingslijn 58"/>
            <p:cNvCxnSpPr/>
            <p:nvPr/>
          </p:nvCxnSpPr>
          <p:spPr>
            <a:xfrm>
              <a:off x="12396960" y="1577880"/>
              <a:ext cx="3178440" cy="360"/>
            </a:xfrm>
            <a:prstGeom prst="straightConnector1">
              <a:avLst/>
            </a:prstGeom>
            <a:ln w="3175">
              <a:solidFill>
                <a:srgbClr val="ea7600"/>
              </a:solidFill>
              <a:round/>
            </a:ln>
          </p:spPr>
        </p:cxnSp>
        <p:sp>
          <p:nvSpPr>
            <p:cNvPr id="770" name="Rechthoek 59"/>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afbeelding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afbeelding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cxnSp>
          <p:nvCxnSpPr>
            <p:cNvPr id="771" name="Rechte verbindingslijn 60"/>
            <p:cNvCxnSpPr/>
            <p:nvPr/>
          </p:nvCxnSpPr>
          <p:spPr>
            <a:xfrm>
              <a:off x="12396960" y="5688360"/>
              <a:ext cx="3178440" cy="360"/>
            </a:xfrm>
            <a:prstGeom prst="straightConnector1">
              <a:avLst/>
            </a:prstGeom>
            <a:ln w="3175">
              <a:solidFill>
                <a:srgbClr val="ea7600"/>
              </a:solidFill>
              <a:round/>
            </a:ln>
          </p:spPr>
        </p:cxnSp>
        <p:sp>
          <p:nvSpPr>
            <p:cNvPr id="772" name="Ovaal 61"/>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773" name="Rechthoek 62"/>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afbeelding</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774" name="Groep 63"/>
            <p:cNvGrpSpPr/>
            <p:nvPr/>
          </p:nvGrpSpPr>
          <p:grpSpPr>
            <a:xfrm>
              <a:off x="12757320" y="2184480"/>
              <a:ext cx="825120" cy="209160"/>
              <a:chOff x="12757320" y="2184480"/>
              <a:chExt cx="825120" cy="209160"/>
            </a:xfrm>
          </p:grpSpPr>
          <p:sp>
            <p:nvSpPr>
              <p:cNvPr id="775" name="Rechthoek 92"/>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776" name="Rechte verbindingslijn 93"/>
              <p:cNvCxnSpPr/>
              <p:nvPr/>
            </p:nvCxnSpPr>
            <p:spPr>
              <a:xfrm>
                <a:off x="13407840" y="2216880"/>
                <a:ext cx="360" cy="142920"/>
              </a:xfrm>
              <a:prstGeom prst="straightConnector1">
                <a:avLst/>
              </a:prstGeom>
              <a:ln w="3175">
                <a:solidFill>
                  <a:srgbClr val="44546a"/>
                </a:solidFill>
                <a:round/>
              </a:ln>
            </p:spPr>
          </p:cxnSp>
          <p:sp>
            <p:nvSpPr>
              <p:cNvPr id="777" name="Gelijkbenige driehoek 94"/>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nvGrpSpPr>
            <p:cNvPr id="778" name="Groep 64"/>
            <p:cNvGrpSpPr/>
            <p:nvPr/>
          </p:nvGrpSpPr>
          <p:grpSpPr>
            <a:xfrm>
              <a:off x="12757320" y="1141560"/>
              <a:ext cx="294120" cy="346320"/>
              <a:chOff x="12757320" y="1141560"/>
              <a:chExt cx="294120" cy="346320"/>
            </a:xfrm>
          </p:grpSpPr>
          <p:sp>
            <p:nvSpPr>
              <p:cNvPr id="779" name="Rechthoek 86"/>
              <p:cNvSpPr/>
              <p:nvPr/>
            </p:nvSpPr>
            <p:spPr>
              <a:xfrm>
                <a:off x="12757320" y="1141560"/>
                <a:ext cx="261360" cy="257400"/>
              </a:xfrm>
              <a:prstGeom prst="rect">
                <a:avLst/>
              </a:prstGeom>
              <a:solidFill>
                <a:schemeClr val="bg1"/>
              </a:solidFill>
              <a:ln>
                <a:solidFill>
                  <a:srgbClr val="c0c0c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780" name="Ovaal 87"/>
              <p:cNvSpPr/>
              <p:nvPr/>
            </p:nvSpPr>
            <p:spPr>
              <a:xfrm>
                <a:off x="12916800" y="1174320"/>
                <a:ext cx="72000" cy="72000"/>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781" name="Vrije vorm: vorm 88"/>
              <p:cNvSpPr/>
              <p:nvPr/>
            </p:nvSpPr>
            <p:spPr>
              <a:xfrm rot="2700000">
                <a:off x="12790440" y="1299960"/>
                <a:ext cx="170640" cy="149040"/>
              </a:xfrm>
              <a:custGeom>
                <a:avLst/>
                <a:gdLst>
                  <a:gd name="textAreaLeft" fmla="*/ 0 w 170640"/>
                  <a:gd name="textAreaRight" fmla="*/ 171000 w 170640"/>
                  <a:gd name="textAreaTop" fmla="*/ 0 h 149040"/>
                  <a:gd name="textAreaBottom" fmla="*/ 149400 h 149040"/>
                </a:gdLst>
                <a:ahLst/>
                <a:rect l="textAreaLeft" t="textAreaTop" r="textAreaRight" b="textAreaBottom"/>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782" name="Rechthoek: afgeronde hoeken 89"/>
              <p:cNvSpPr/>
              <p:nvPr/>
            </p:nvSpPr>
            <p:spPr>
              <a:xfrm>
                <a:off x="12893760" y="1287360"/>
                <a:ext cx="157680" cy="118080"/>
              </a:xfrm>
              <a:prstGeom prst="roundRect">
                <a:avLst>
                  <a:gd name="adj" fmla="val 16667"/>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cxnSp>
            <p:nvCxnSpPr>
              <p:cNvPr id="783" name="Rechte verbindingslijn 90"/>
              <p:cNvCxnSpPr/>
              <p:nvPr/>
            </p:nvCxnSpPr>
            <p:spPr>
              <a:xfrm>
                <a:off x="12930480" y="1452960"/>
                <a:ext cx="84960" cy="360"/>
              </a:xfrm>
              <a:prstGeom prst="straightConnector1">
                <a:avLst/>
              </a:prstGeom>
              <a:ln w="19050">
                <a:solidFill>
                  <a:srgbClr val="8aadd0"/>
                </a:solidFill>
              </a:ln>
            </p:spPr>
          </p:cxnSp>
          <p:cxnSp>
            <p:nvCxnSpPr>
              <p:cNvPr id="784" name="Rechte verbindingslijn 91"/>
              <p:cNvCxnSpPr/>
              <p:nvPr/>
            </p:nvCxnSpPr>
            <p:spPr>
              <a:xfrm flipH="1">
                <a:off x="12972240" y="1405800"/>
                <a:ext cx="1080" cy="44640"/>
              </a:xfrm>
              <a:prstGeom prst="straightConnector1">
                <a:avLst/>
              </a:prstGeom>
              <a:ln w="19050">
                <a:solidFill>
                  <a:srgbClr val="8aadd0"/>
                </a:solidFill>
              </a:ln>
            </p:spPr>
          </p:cxnSp>
        </p:grpSp>
        <p:sp>
          <p:nvSpPr>
            <p:cNvPr id="785" name="Ovaal 65"/>
            <p:cNvSpPr/>
            <p:nvPr/>
          </p:nvSpPr>
          <p:spPr>
            <a:xfrm>
              <a:off x="12391560" y="261792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3</a:t>
              </a:r>
              <a:endParaRPr b="0" lang="en-US" sz="1100" spc="-1" strike="noStrike">
                <a:solidFill>
                  <a:srgbClr val="ffffff"/>
                </a:solidFill>
                <a:latin typeface="Arial"/>
              </a:endParaRPr>
            </a:p>
          </p:txBody>
        </p:sp>
        <p:sp>
          <p:nvSpPr>
            <p:cNvPr id="786" name="Rechthoek 66"/>
            <p:cNvSpPr/>
            <p:nvPr/>
          </p:nvSpPr>
          <p:spPr>
            <a:xfrm>
              <a:off x="12757320" y="2684160"/>
              <a:ext cx="2817720" cy="316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Klik met de rechter muisknop op de afbeelding en kies </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787" name="Rechte verbindingslijn 67"/>
            <p:cNvCxnSpPr/>
            <p:nvPr/>
          </p:nvCxnSpPr>
          <p:spPr>
            <a:xfrm>
              <a:off x="12396960" y="2499480"/>
              <a:ext cx="3178440" cy="360"/>
            </a:xfrm>
            <a:prstGeom prst="straightConnector1">
              <a:avLst/>
            </a:prstGeom>
            <a:ln w="3175">
              <a:solidFill>
                <a:srgbClr val="ea7600"/>
              </a:solidFill>
              <a:round/>
            </a:ln>
          </p:spPr>
        </p:cxnSp>
        <p:grpSp>
          <p:nvGrpSpPr>
            <p:cNvPr id="788" name="Groep 68"/>
            <p:cNvGrpSpPr/>
            <p:nvPr/>
          </p:nvGrpSpPr>
          <p:grpSpPr>
            <a:xfrm>
              <a:off x="12757320" y="4966920"/>
              <a:ext cx="1499040" cy="580680"/>
              <a:chOff x="12757320" y="4966920"/>
              <a:chExt cx="1499040" cy="580680"/>
            </a:xfrm>
          </p:grpSpPr>
          <p:sp>
            <p:nvSpPr>
              <p:cNvPr id="789" name="Rechthoek 72"/>
              <p:cNvSpPr/>
              <p:nvPr/>
            </p:nvSpPr>
            <p:spPr>
              <a:xfrm>
                <a:off x="12757320" y="496692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790" name="Rechthoek 73"/>
              <p:cNvSpPr/>
              <p:nvPr/>
            </p:nvSpPr>
            <p:spPr>
              <a:xfrm>
                <a:off x="12762000" y="499284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700" spc="-1" strike="noStrike">
                  <a:solidFill>
                    <a:schemeClr val="dk1"/>
                  </a:solidFill>
                  <a:latin typeface="Calibri"/>
                </a:endParaRPr>
              </a:p>
            </p:txBody>
          </p:sp>
          <p:sp>
            <p:nvSpPr>
              <p:cNvPr id="791" name="Tekstvak 74"/>
              <p:cNvSpPr/>
              <p:nvPr/>
            </p:nvSpPr>
            <p:spPr>
              <a:xfrm>
                <a:off x="12997800" y="501984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792" name="Tekstvak 75"/>
              <p:cNvSpPr/>
              <p:nvPr/>
            </p:nvSpPr>
            <p:spPr>
              <a:xfrm>
                <a:off x="12984120" y="532728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793" name="Picture 3" descr=""/>
              <p:cNvPicPr/>
              <p:nvPr/>
            </p:nvPicPr>
            <p:blipFill>
              <a:blip r:embed="rId10"/>
              <a:stretch/>
            </p:blipFill>
            <p:spPr>
              <a:xfrm>
                <a:off x="13938840" y="5090040"/>
                <a:ext cx="142560" cy="231120"/>
              </a:xfrm>
              <a:prstGeom prst="rect">
                <a:avLst/>
              </a:prstGeom>
              <a:ln w="0">
                <a:noFill/>
              </a:ln>
            </p:spPr>
          </p:pic>
          <p:sp>
            <p:nvSpPr>
              <p:cNvPr id="794" name="Gelijkbenige driehoek 77"/>
              <p:cNvSpPr/>
              <p:nvPr/>
            </p:nvSpPr>
            <p:spPr>
              <a:xfrm rot="5400000">
                <a:off x="14094360" y="50904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795" name="Groep 78"/>
              <p:cNvGrpSpPr/>
              <p:nvPr/>
            </p:nvGrpSpPr>
            <p:grpSpPr>
              <a:xfrm>
                <a:off x="12822480" y="5024880"/>
                <a:ext cx="181800" cy="163440"/>
                <a:chOff x="12822480" y="5024880"/>
                <a:chExt cx="181800" cy="163440"/>
              </a:xfrm>
            </p:grpSpPr>
            <p:sp>
              <p:nvSpPr>
                <p:cNvPr id="796" name="Rechthoek 83"/>
                <p:cNvSpPr/>
                <p:nvPr/>
              </p:nvSpPr>
              <p:spPr>
                <a:xfrm>
                  <a:off x="12822480" y="50248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797" name="Rechthoek 84"/>
                <p:cNvSpPr/>
                <p:nvPr/>
              </p:nvSpPr>
              <p:spPr>
                <a:xfrm>
                  <a:off x="12936960" y="51210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798" name="Rechthoek 85"/>
                <p:cNvSpPr/>
                <p:nvPr/>
              </p:nvSpPr>
              <p:spPr>
                <a:xfrm>
                  <a:off x="12856320" y="504936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799" name="Groep 79"/>
              <p:cNvGrpSpPr/>
              <p:nvPr/>
            </p:nvGrpSpPr>
            <p:grpSpPr>
              <a:xfrm>
                <a:off x="12822480" y="5326560"/>
                <a:ext cx="181800" cy="163440"/>
                <a:chOff x="12822480" y="5326560"/>
                <a:chExt cx="181800" cy="163440"/>
              </a:xfrm>
            </p:grpSpPr>
            <p:sp>
              <p:nvSpPr>
                <p:cNvPr id="800" name="Rechthoek 80"/>
                <p:cNvSpPr/>
                <p:nvPr/>
              </p:nvSpPr>
              <p:spPr>
                <a:xfrm>
                  <a:off x="12856320" y="5351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01" name="Rechthoek 81"/>
                <p:cNvSpPr/>
                <p:nvPr/>
              </p:nvSpPr>
              <p:spPr>
                <a:xfrm>
                  <a:off x="12822480" y="532656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802" name="Rechthoek 82"/>
                <p:cNvSpPr/>
                <p:nvPr/>
              </p:nvSpPr>
              <p:spPr>
                <a:xfrm>
                  <a:off x="12936960" y="54226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sp>
          <p:nvSpPr>
            <p:cNvPr id="803" name="Ovaal 69"/>
            <p:cNvSpPr/>
            <p:nvPr/>
          </p:nvSpPr>
          <p:spPr>
            <a:xfrm>
              <a:off x="12391560" y="40276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4</a:t>
              </a:r>
              <a:endParaRPr b="0" lang="en-US" sz="1100" spc="-1" strike="noStrike">
                <a:solidFill>
                  <a:srgbClr val="ffffff"/>
                </a:solidFill>
                <a:latin typeface="Arial"/>
              </a:endParaRPr>
            </a:p>
          </p:txBody>
        </p:sp>
        <p:sp>
          <p:nvSpPr>
            <p:cNvPr id="804" name="Rechthoek 70"/>
            <p:cNvSpPr/>
            <p:nvPr/>
          </p:nvSpPr>
          <p:spPr>
            <a:xfrm>
              <a:off x="12757320" y="4093560"/>
              <a:ext cx="2817720" cy="62820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Staat het invoegvenster achter de oranje lijn? Klik dan op de rechtermuisknop en kies </a:t>
              </a:r>
              <a:br>
                <a:rPr sz="1100"/>
              </a:br>
              <a:r>
                <a:rPr b="0" lang="nl-NL" sz="1100" spc="-1" strike="noStrike">
                  <a:solidFill>
                    <a:srgbClr val="000000"/>
                  </a:solidFill>
                  <a:latin typeface="Calibri"/>
                </a:rPr>
                <a:t>‘</a:t>
              </a:r>
              <a:r>
                <a:rPr b="1" lang="nl-NL" sz="1100" spc="-1" strike="noStrike">
                  <a:solidFill>
                    <a:srgbClr val="000000"/>
                  </a:solidFill>
                  <a:latin typeface="Calibri"/>
                </a:rPr>
                <a:t>naar voorgrond</a:t>
              </a:r>
              <a:r>
                <a:rPr b="0" lang="nl-NL" sz="1100" spc="-1" strike="noStrike">
                  <a:solidFill>
                    <a:srgbClr val="000000"/>
                  </a:solidFill>
                  <a:latin typeface="Calibri"/>
                </a:rPr>
                <a:t>’ om deze naar voren </a:t>
              </a:r>
              <a:br>
                <a:rPr sz="1100"/>
              </a:br>
              <a:r>
                <a:rPr b="0" lang="nl-NL" sz="1100" spc="-1" strike="noStrike">
                  <a:solidFill>
                    <a:srgbClr val="000000"/>
                  </a:solidFill>
                  <a:latin typeface="Calibri"/>
                </a:rPr>
                <a:t>te halen. Klik na het invoegen op </a:t>
              </a:r>
              <a:br>
                <a:rPr sz="1100"/>
              </a:br>
              <a:r>
                <a:rPr b="0" lang="nl-NL" sz="1100" spc="-1" strike="noStrike">
                  <a:solidFill>
                    <a:srgbClr val="000000"/>
                  </a:solidFill>
                  <a:latin typeface="Calibri"/>
                </a:rPr>
                <a:t>‘</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805" name="Rechte verbindingslijn 71"/>
            <p:cNvCxnSpPr/>
            <p:nvPr/>
          </p:nvCxnSpPr>
          <p:spPr>
            <a:xfrm>
              <a:off x="12396960" y="3909240"/>
              <a:ext cx="3178440" cy="360"/>
            </a:xfrm>
            <a:prstGeom prst="straightConnector1">
              <a:avLst/>
            </a:prstGeom>
            <a:ln w="3175">
              <a:solidFill>
                <a:srgbClr val="ea7600"/>
              </a:solidFill>
              <a:round/>
            </a:ln>
          </p:spPr>
        </p:cxnSp>
      </p:grpSp>
      <p:sp>
        <p:nvSpPr>
          <p:cNvPr id="806" name="PlaceHolder 6"/>
          <p:cNvSpPr>
            <a:spLocks noGrp="1"/>
          </p:cNvSpPr>
          <p:nvPr>
            <p:ph type="body"/>
          </p:nvPr>
        </p:nvSpPr>
        <p:spPr>
          <a:xfrm>
            <a:off x="10987560" y="6122160"/>
            <a:ext cx="953640" cy="482040"/>
          </a:xfrm>
          <a:prstGeom prst="rect">
            <a:avLst/>
          </a:prstGeom>
          <a:blipFill rotWithShape="0">
            <a:blip r:embed="rId11"/>
            <a:stretch>
              <a:fillRect l="94" t="-37" r="94" b="-37"/>
            </a:stretch>
          </a:blipFill>
          <a:ln w="0">
            <a:noFill/>
          </a:ln>
        </p:spPr>
        <p:txBody>
          <a:bodyPr lIns="0" rIns="0" tIns="0" bIns="0" anchor="t">
            <a:noAutofit/>
          </a:bodyPr>
          <a:p>
            <a:pPr indent="0" algn="ctr" defTabSz="914400">
              <a:lnSpc>
                <a:spcPct val="80000"/>
              </a:lnSpc>
              <a:spcBef>
                <a:spcPts val="601"/>
              </a:spcBef>
              <a:spcAft>
                <a:spcPts val="601"/>
              </a:spcAft>
              <a:buNone/>
              <a:tabLst>
                <a:tab algn="l" pos="0"/>
              </a:tabLst>
            </a:pPr>
            <a:r>
              <a:rPr b="0" lang="nl-NL" sz="1600" spc="-1" strike="noStrike">
                <a:solidFill>
                  <a:schemeClr val="dk1"/>
                </a:solidFill>
                <a:latin typeface="Calibri"/>
              </a:rPr>
              <a:t>  </a:t>
            </a:r>
            <a:endParaRPr b="0" lang="nl-NL" sz="1600" spc="-1" strike="noStrike">
              <a:solidFill>
                <a:schemeClr val="dk1"/>
              </a:solidFill>
              <a:latin typeface="Calibri"/>
            </a:endParaRPr>
          </a:p>
        </p:txBody>
      </p:sp>
      <p:sp>
        <p:nvSpPr>
          <p:cNvPr id="807" name="PlaceHolder 7"/>
          <p:cNvSpPr>
            <a:spLocks noGrp="1"/>
          </p:cNvSpPr>
          <p:nvPr>
            <p:ph type="sldNum" idx="33"/>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71D46900-F678-433E-A69F-693683603D79}"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
        <p:nvSpPr>
          <p:cNvPr id="808" name="PlaceHolder 8"/>
          <p:cNvSpPr>
            <a:spLocks noGrp="1"/>
          </p:cNvSpPr>
          <p:nvPr>
            <p:ph type="body"/>
          </p:nvPr>
        </p:nvSpPr>
        <p:spPr>
          <a:xfrm>
            <a:off x="10785960" y="0"/>
            <a:ext cx="1400760" cy="6857640"/>
          </a:xfrm>
          <a:prstGeom prst="rect">
            <a:avLst/>
          </a:prstGeom>
          <a:solidFill>
            <a:schemeClr val="accent1"/>
          </a:solid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alpha val="0"/>
                  </a:schemeClr>
                </a:solidFill>
                <a:latin typeface="Calibri"/>
              </a:rPr>
              <a:t>Edit Master text styles</a:t>
            </a:r>
            <a:endParaRPr b="0" lang="nl-NL" sz="1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71" r:id="rId1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09"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810" name="GRID"/>
          <p:cNvGrpSpPr/>
          <p:nvPr/>
        </p:nvGrpSpPr>
        <p:grpSpPr>
          <a:xfrm>
            <a:off x="0" y="0"/>
            <a:ext cx="12191760" cy="6857640"/>
            <a:chOff x="0" y="0"/>
            <a:chExt cx="12191760" cy="6857640"/>
          </a:xfrm>
        </p:grpSpPr>
        <p:sp>
          <p:nvSpPr>
            <p:cNvPr id="811"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12"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13"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14"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15"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16"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17"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18"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19"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20"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21"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822" name="KADER"/>
          <p:cNvGrpSpPr/>
          <p:nvPr/>
        </p:nvGrpSpPr>
        <p:grpSpPr>
          <a:xfrm>
            <a:off x="-355680" y="-212040"/>
            <a:ext cx="12894120" cy="7257240"/>
            <a:chOff x="-355680" y="-212040"/>
            <a:chExt cx="12894120" cy="7257240"/>
          </a:xfrm>
        </p:grpSpPr>
        <p:sp>
          <p:nvSpPr>
            <p:cNvPr id="823"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824"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825"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826"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827" name="logoboven" descr=""/>
          <p:cNvPicPr/>
          <p:nvPr/>
        </p:nvPicPr>
        <p:blipFill>
          <a:blip r:embed="rId4"/>
          <a:stretch/>
        </p:blipFill>
        <p:spPr>
          <a:xfrm>
            <a:off x="5615280" y="-1395360"/>
            <a:ext cx="952200" cy="482040"/>
          </a:xfrm>
          <a:prstGeom prst="rect">
            <a:avLst/>
          </a:prstGeom>
          <a:ln w="0">
            <a:noFill/>
          </a:ln>
        </p:spPr>
      </p:pic>
      <p:sp>
        <p:nvSpPr>
          <p:cNvPr id="828" name="PlaceHolder 1"/>
          <p:cNvSpPr>
            <a:spLocks noGrp="1"/>
          </p:cNvSpPr>
          <p:nvPr>
            <p:ph type="body"/>
          </p:nvPr>
        </p:nvSpPr>
        <p:spPr>
          <a:xfrm>
            <a:off x="-199440" y="276840"/>
            <a:ext cx="4766040" cy="6508440"/>
          </a:xfrm>
          <a:prstGeom prst="rect">
            <a:avLst/>
          </a:prstGeom>
          <a:solidFill>
            <a:schemeClr val="lt1">
              <a:lumMod val="95000"/>
            </a:schemeClr>
          </a:solidFill>
          <a:ln w="0">
            <a:noFill/>
          </a:ln>
        </p:spPr>
        <p:txBody>
          <a:bodyPr lIns="90000" rIns="90000" tIns="288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afbeelding in te voegen</a:t>
            </a:r>
            <a:endParaRPr b="0" lang="nl-NL" sz="1050" spc="-1" strike="noStrike">
              <a:solidFill>
                <a:schemeClr val="dk1"/>
              </a:solidFill>
              <a:latin typeface="Calibri"/>
            </a:endParaRPr>
          </a:p>
        </p:txBody>
      </p:sp>
      <p:sp>
        <p:nvSpPr>
          <p:cNvPr id="829"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grpSp>
        <p:nvGrpSpPr>
          <p:cNvPr id="830" name="GRID"/>
          <p:cNvGrpSpPr/>
          <p:nvPr/>
        </p:nvGrpSpPr>
        <p:grpSpPr>
          <a:xfrm>
            <a:off x="0" y="0"/>
            <a:ext cx="12191760" cy="6857640"/>
            <a:chOff x="0" y="0"/>
            <a:chExt cx="12191760" cy="6857640"/>
          </a:xfrm>
        </p:grpSpPr>
        <p:sp>
          <p:nvSpPr>
            <p:cNvPr id="831" name="Rechthoek 11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32" name="Rechthoek 11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33" name="Rechthoek 11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34" name="Rechthoek 11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35" name="Rechthoek 11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36" name="Rechthoek 11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37" name="Rechthoek 11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38" name="Rechthoek 120"/>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39" name="Rechthoek 121"/>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40" name="Rechthoek 122"/>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41" name="Rechthoek 123"/>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42" name="Rechthoek 124"/>
            <p:cNvSpPr/>
            <p:nvPr/>
          </p:nvSpPr>
          <p:spPr>
            <a:xfrm>
              <a:off x="45723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843" name="PlaceHolder 2"/>
          <p:cNvSpPr>
            <a:spLocks noGrp="1"/>
          </p:cNvSpPr>
          <p:nvPr>
            <p:ph type="dt" idx="34"/>
          </p:nvPr>
        </p:nvSpPr>
        <p:spPr>
          <a:xfrm>
            <a:off x="7645680" y="69951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844" name="PlaceHolder 3"/>
          <p:cNvSpPr>
            <a:spLocks noGrp="1"/>
          </p:cNvSpPr>
          <p:nvPr>
            <p:ph type="ftr" idx="35"/>
          </p:nvPr>
        </p:nvSpPr>
        <p:spPr>
          <a:xfrm>
            <a:off x="927000" y="6997680"/>
            <a:ext cx="719316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845" name="PlaceHolder 4"/>
          <p:cNvSpPr>
            <a:spLocks noGrp="1"/>
          </p:cNvSpPr>
          <p:nvPr>
            <p:ph type="title"/>
          </p:nvPr>
        </p:nvSpPr>
        <p:spPr>
          <a:xfrm>
            <a:off x="4852080" y="272160"/>
            <a:ext cx="707580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846" name="PlaceHolder 5"/>
          <p:cNvSpPr>
            <a:spLocks noGrp="1"/>
          </p:cNvSpPr>
          <p:nvPr>
            <p:ph type="body"/>
          </p:nvPr>
        </p:nvSpPr>
        <p:spPr>
          <a:xfrm>
            <a:off x="4852080" y="1399320"/>
            <a:ext cx="6815520" cy="447840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5"/>
              </a:buBlip>
            </a:pPr>
            <a:r>
              <a:rPr b="0" lang="nl-NL" sz="2000" spc="-1" strike="noStrike">
                <a:solidFill>
                  <a:schemeClr val="dk1"/>
                </a:solidFill>
                <a:latin typeface="Calibri"/>
              </a:rPr>
              <a:t>Klik hier om een bullet te plaatsen. Andere bullet of tekststijl nodig? Gebruik het menu Tekstopmaak.</a:t>
            </a:r>
            <a:endParaRPr b="0" lang="nl-NL" sz="2000" spc="-1" strike="noStrike">
              <a:solidFill>
                <a:schemeClr val="dk1"/>
              </a:solidFill>
              <a:latin typeface="Calibri"/>
            </a:endParaRPr>
          </a:p>
          <a:p>
            <a:pPr lvl="1" marL="270000" indent="-270000" defTabSz="914400">
              <a:lnSpc>
                <a:spcPct val="100000"/>
              </a:lnSpc>
              <a:spcBef>
                <a:spcPts val="601"/>
              </a:spcBef>
              <a:spcAft>
                <a:spcPts val="601"/>
              </a:spcAft>
              <a:buSzPct val="100000"/>
              <a:buBlip>
                <a:blip r:embed="rId6"/>
              </a:buBlip>
            </a:pPr>
            <a:r>
              <a:rPr b="0" lang="nl-NL" sz="2000" spc="-1" strike="noStrike">
                <a:solidFill>
                  <a:schemeClr val="dk1"/>
                </a:solidFill>
                <a:latin typeface="Calibri"/>
              </a:rPr>
              <a:t>Sub-bullet</a:t>
            </a:r>
            <a:endParaRPr b="0" lang="nl-NL" sz="2000" spc="-1" strike="noStrike">
              <a:solidFill>
                <a:schemeClr val="dk1"/>
              </a:solidFill>
              <a:latin typeface="Calibri"/>
            </a:endParaRPr>
          </a:p>
          <a:p>
            <a:pPr lvl="2" marL="270000" indent="-270000" defTabSz="914400">
              <a:lnSpc>
                <a:spcPct val="100000"/>
              </a:lnSpc>
              <a:spcBef>
                <a:spcPts val="601"/>
              </a:spcBef>
              <a:spcAft>
                <a:spcPts val="601"/>
              </a:spcAft>
              <a:buSzPct val="100000"/>
              <a:buBlip>
                <a:blip r:embed="rId7"/>
              </a:buBlip>
            </a:pPr>
            <a:r>
              <a:rPr b="0" lang="nl-NL" sz="2000" spc="-1" strike="noStrike">
                <a:solidFill>
                  <a:schemeClr val="dk1"/>
                </a:solidFill>
                <a:latin typeface="Calibri"/>
              </a:rPr>
              <a:t>Leestekst</a:t>
            </a:r>
            <a:endParaRPr b="0" lang="nl-NL" sz="2000" spc="-1" strike="noStrike">
              <a:solidFill>
                <a:schemeClr val="dk1"/>
              </a:solidFill>
              <a:latin typeface="Calibri"/>
            </a:endParaRPr>
          </a:p>
          <a:p>
            <a:pPr lvl="3" marL="270000" indent="-270000" defTabSz="914400">
              <a:lnSpc>
                <a:spcPct val="100000"/>
              </a:lnSpc>
              <a:spcBef>
                <a:spcPts val="601"/>
              </a:spcBef>
              <a:spcAft>
                <a:spcPts val="601"/>
              </a:spcAft>
              <a:buSzPct val="100000"/>
              <a:buBlip>
                <a:blip r:embed="rId8"/>
              </a:buBlip>
            </a:pPr>
            <a:r>
              <a:rPr b="0" lang="nl-NL" sz="2000" spc="-1" strike="noStrike">
                <a:solidFill>
                  <a:schemeClr val="dk1"/>
                </a:solidFill>
                <a:latin typeface="Calibri"/>
              </a:rPr>
              <a:t>Subtitel</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Numerieke bullet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1" lang="nl-NL" sz="2000" spc="-1" strike="noStrike">
                <a:solidFill>
                  <a:schemeClr val="dk1"/>
                </a:solidFill>
                <a:latin typeface="Calibri"/>
              </a:rPr>
              <a:t>Bullet</a:t>
            </a:r>
            <a:endParaRPr b="0" lang="nl-NL" sz="2000" spc="-1" strike="noStrike">
              <a:solidFill>
                <a:schemeClr val="dk1"/>
              </a:solidFill>
              <a:latin typeface="Calibri"/>
            </a:endParaRPr>
          </a:p>
          <a:p>
            <a:pPr lvl="6" marL="533520" indent="-271440" defTabSz="914400">
              <a:lnSpc>
                <a:spcPct val="100000"/>
              </a:lnSpc>
              <a:spcBef>
                <a:spcPts val="601"/>
              </a:spcBef>
              <a:spcAft>
                <a:spcPts val="601"/>
              </a:spcAft>
              <a:buClr>
                <a:srgbClr val="000000"/>
              </a:buClr>
              <a:buFont typeface="Calibri"/>
              <a:buChar char="→"/>
              <a:tabLst>
                <a:tab algn="l" pos="0"/>
              </a:tabLst>
            </a:pPr>
            <a:r>
              <a:rPr b="0" lang="nl-NL" sz="2000" spc="-1" strike="noStrike">
                <a:solidFill>
                  <a:schemeClr val="dk1"/>
                </a:solidFill>
                <a:latin typeface="Calibri"/>
              </a:rPr>
              <a:t>Sub-bullet</a:t>
            </a:r>
            <a:endParaRPr b="0" lang="nl-NL" sz="2000" spc="-1" strike="noStrike">
              <a:solidFill>
                <a:schemeClr val="dk1"/>
              </a:solidFill>
              <a:latin typeface="Calibri"/>
            </a:endParaRPr>
          </a:p>
          <a:p>
            <a:pPr lvl="7" marL="262080" indent="-2620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Leestekst</a:t>
            </a:r>
            <a:endParaRPr b="0" lang="nl-NL" sz="2000" spc="-1" strike="noStrike">
              <a:solidFill>
                <a:schemeClr val="dk1"/>
              </a:solidFill>
              <a:latin typeface="Calibri"/>
            </a:endParaRPr>
          </a:p>
          <a:p>
            <a:pPr lvl="8" marL="536400" indent="-2746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Subtitel</a:t>
            </a:r>
            <a:endParaRPr b="0" lang="nl-NL" sz="2000" spc="-1" strike="noStrike">
              <a:solidFill>
                <a:schemeClr val="dk1"/>
              </a:solidFill>
              <a:latin typeface="Calibri"/>
            </a:endParaRPr>
          </a:p>
        </p:txBody>
      </p:sp>
      <p:sp>
        <p:nvSpPr>
          <p:cNvPr id="847" name="Tekstvak 6"/>
          <p:cNvSpPr/>
          <p:nvPr/>
        </p:nvSpPr>
        <p:spPr>
          <a:xfrm>
            <a:off x="4322160" y="-885600"/>
            <a:ext cx="354744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TEKST MET FOTO ANDERSOM (70% / 30%)</a:t>
            </a:r>
            <a:endParaRPr b="0" lang="en-US" sz="1200" spc="-1" strike="noStrike">
              <a:solidFill>
                <a:srgbClr val="000000"/>
              </a:solidFill>
              <a:latin typeface="Arial"/>
            </a:endParaRPr>
          </a:p>
        </p:txBody>
      </p:sp>
      <p:grpSp>
        <p:nvGrpSpPr>
          <p:cNvPr id="848" name="Groep 52"/>
          <p:cNvGrpSpPr/>
          <p:nvPr/>
        </p:nvGrpSpPr>
        <p:grpSpPr>
          <a:xfrm>
            <a:off x="12391560" y="0"/>
            <a:ext cx="3183480" cy="6589440"/>
            <a:chOff x="12391560" y="0"/>
            <a:chExt cx="3183480" cy="6589440"/>
          </a:xfrm>
        </p:grpSpPr>
        <p:grpSp>
          <p:nvGrpSpPr>
            <p:cNvPr id="849" name="Groep 53"/>
            <p:cNvGrpSpPr/>
            <p:nvPr/>
          </p:nvGrpSpPr>
          <p:grpSpPr>
            <a:xfrm>
              <a:off x="12757320" y="3099960"/>
              <a:ext cx="1499040" cy="678240"/>
              <a:chOff x="12757320" y="3099960"/>
              <a:chExt cx="1499040" cy="678240"/>
            </a:xfrm>
          </p:grpSpPr>
          <p:sp>
            <p:nvSpPr>
              <p:cNvPr id="850" name="Rechthoek 98"/>
              <p:cNvSpPr/>
              <p:nvPr/>
            </p:nvSpPr>
            <p:spPr>
              <a:xfrm>
                <a:off x="12757320" y="309996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851" name="Rechthoek 99"/>
              <p:cNvSpPr/>
              <p:nvPr/>
            </p:nvSpPr>
            <p:spPr>
              <a:xfrm>
                <a:off x="12762000" y="341136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852" name="Tekstvak 100"/>
              <p:cNvSpPr/>
              <p:nvPr/>
            </p:nvSpPr>
            <p:spPr>
              <a:xfrm>
                <a:off x="12997800" y="313920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853" name="Tekstvak 101"/>
              <p:cNvSpPr/>
              <p:nvPr/>
            </p:nvSpPr>
            <p:spPr>
              <a:xfrm>
                <a:off x="12984120" y="346032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854" name="Picture 3" descr=""/>
              <p:cNvPicPr/>
              <p:nvPr/>
            </p:nvPicPr>
            <p:blipFill>
              <a:blip r:embed="rId9"/>
              <a:stretch/>
            </p:blipFill>
            <p:spPr>
              <a:xfrm>
                <a:off x="13938840" y="3547080"/>
                <a:ext cx="142560" cy="231120"/>
              </a:xfrm>
              <a:prstGeom prst="rect">
                <a:avLst/>
              </a:prstGeom>
              <a:ln w="0">
                <a:noFill/>
              </a:ln>
            </p:spPr>
          </p:pic>
          <p:sp>
            <p:nvSpPr>
              <p:cNvPr id="855" name="Gelijkbenige driehoek 103"/>
              <p:cNvSpPr/>
              <p:nvPr/>
            </p:nvSpPr>
            <p:spPr>
              <a:xfrm rot="5400000">
                <a:off x="14094360" y="35280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856" name="Groep 104"/>
              <p:cNvGrpSpPr/>
              <p:nvPr/>
            </p:nvGrpSpPr>
            <p:grpSpPr>
              <a:xfrm>
                <a:off x="12822480" y="3157920"/>
                <a:ext cx="181800" cy="163440"/>
                <a:chOff x="12822480" y="3157920"/>
                <a:chExt cx="181800" cy="163440"/>
              </a:xfrm>
            </p:grpSpPr>
            <p:sp>
              <p:nvSpPr>
                <p:cNvPr id="857" name="Rechthoek 109"/>
                <p:cNvSpPr/>
                <p:nvPr/>
              </p:nvSpPr>
              <p:spPr>
                <a:xfrm>
                  <a:off x="12822480" y="31579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858" name="Rechthoek 110"/>
                <p:cNvSpPr/>
                <p:nvPr/>
              </p:nvSpPr>
              <p:spPr>
                <a:xfrm>
                  <a:off x="12936960" y="325404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859" name="Rechthoek 111"/>
                <p:cNvSpPr/>
                <p:nvPr/>
              </p:nvSpPr>
              <p:spPr>
                <a:xfrm>
                  <a:off x="12856320" y="3182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860" name="Groep 105"/>
              <p:cNvGrpSpPr/>
              <p:nvPr/>
            </p:nvGrpSpPr>
            <p:grpSpPr>
              <a:xfrm>
                <a:off x="12822480" y="3459600"/>
                <a:ext cx="181800" cy="163440"/>
                <a:chOff x="12822480" y="3459600"/>
                <a:chExt cx="181800" cy="163440"/>
              </a:xfrm>
            </p:grpSpPr>
            <p:sp>
              <p:nvSpPr>
                <p:cNvPr id="861" name="Rechthoek 106"/>
                <p:cNvSpPr/>
                <p:nvPr/>
              </p:nvSpPr>
              <p:spPr>
                <a:xfrm>
                  <a:off x="12856320" y="348444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862" name="Rechthoek 107"/>
                <p:cNvSpPr/>
                <p:nvPr/>
              </p:nvSpPr>
              <p:spPr>
                <a:xfrm>
                  <a:off x="12822480" y="34596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863" name="Rechthoek 108"/>
                <p:cNvSpPr/>
                <p:nvPr/>
              </p:nvSpPr>
              <p:spPr>
                <a:xfrm>
                  <a:off x="12936960" y="355572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grpSp>
          <p:nvGrpSpPr>
            <p:cNvPr id="864" name="Meer informatie"/>
            <p:cNvGrpSpPr/>
            <p:nvPr/>
          </p:nvGrpSpPr>
          <p:grpSpPr>
            <a:xfrm>
              <a:off x="12396600" y="5806440"/>
              <a:ext cx="3178440" cy="783000"/>
              <a:chOff x="12396600" y="5806440"/>
              <a:chExt cx="3178440" cy="783000"/>
            </a:xfrm>
          </p:grpSpPr>
          <p:sp>
            <p:nvSpPr>
              <p:cNvPr id="865" name="Freeform 101"/>
              <p:cNvSpPr/>
              <p:nvPr/>
            </p:nvSpPr>
            <p:spPr>
              <a:xfrm>
                <a:off x="12396600" y="580644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866" name="Rechthoek 96"/>
              <p:cNvSpPr/>
              <p:nvPr/>
            </p:nvSpPr>
            <p:spPr>
              <a:xfrm>
                <a:off x="12757320" y="587844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867" name="Rechte verbindingslijn 97"/>
              <p:cNvCxnSpPr/>
              <p:nvPr/>
            </p:nvCxnSpPr>
            <p:spPr>
              <a:xfrm>
                <a:off x="12396960" y="6589440"/>
                <a:ext cx="3178440" cy="360"/>
              </a:xfrm>
              <a:prstGeom prst="straightConnector1">
                <a:avLst/>
              </a:prstGeom>
              <a:ln w="3175">
                <a:solidFill>
                  <a:srgbClr val="ea7600"/>
                </a:solidFill>
                <a:round/>
              </a:ln>
            </p:spPr>
          </p:cxnSp>
        </p:grpSp>
        <p:sp>
          <p:nvSpPr>
            <p:cNvPr id="868" name="Rechthoek 55"/>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Afbeelding invoegen/veranderen</a:t>
              </a:r>
              <a:endParaRPr b="0" lang="en-US" sz="1400" spc="-1" strike="noStrike">
                <a:solidFill>
                  <a:srgbClr val="000000"/>
                </a:solidFill>
                <a:latin typeface="Arial"/>
              </a:endParaRPr>
            </a:p>
          </p:txBody>
        </p:sp>
        <p:sp>
          <p:nvSpPr>
            <p:cNvPr id="869" name="Ovaal 56"/>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870" name="Rechte verbindingslijn 57"/>
            <p:cNvCxnSpPr/>
            <p:nvPr/>
          </p:nvCxnSpPr>
          <p:spPr>
            <a:xfrm>
              <a:off x="12396960" y="241560"/>
              <a:ext cx="3178440" cy="360"/>
            </a:xfrm>
            <a:prstGeom prst="straightConnector1">
              <a:avLst/>
            </a:prstGeom>
            <a:ln w="3175">
              <a:solidFill>
                <a:srgbClr val="ea7600"/>
              </a:solidFill>
              <a:round/>
            </a:ln>
          </p:spPr>
        </p:cxnSp>
        <p:cxnSp>
          <p:nvCxnSpPr>
            <p:cNvPr id="871" name="Rechte verbindingslijn 58"/>
            <p:cNvCxnSpPr/>
            <p:nvPr/>
          </p:nvCxnSpPr>
          <p:spPr>
            <a:xfrm>
              <a:off x="12396960" y="1577880"/>
              <a:ext cx="3178440" cy="360"/>
            </a:xfrm>
            <a:prstGeom prst="straightConnector1">
              <a:avLst/>
            </a:prstGeom>
            <a:ln w="3175">
              <a:solidFill>
                <a:srgbClr val="ea7600"/>
              </a:solidFill>
              <a:round/>
            </a:ln>
          </p:spPr>
        </p:cxnSp>
        <p:sp>
          <p:nvSpPr>
            <p:cNvPr id="872" name="Rechthoek 59"/>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afbeelding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afbeelding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cxnSp>
          <p:nvCxnSpPr>
            <p:cNvPr id="873" name="Rechte verbindingslijn 60"/>
            <p:cNvCxnSpPr/>
            <p:nvPr/>
          </p:nvCxnSpPr>
          <p:spPr>
            <a:xfrm>
              <a:off x="12396960" y="5688360"/>
              <a:ext cx="3178440" cy="360"/>
            </a:xfrm>
            <a:prstGeom prst="straightConnector1">
              <a:avLst/>
            </a:prstGeom>
            <a:ln w="3175">
              <a:solidFill>
                <a:srgbClr val="ea7600"/>
              </a:solidFill>
              <a:round/>
            </a:ln>
          </p:spPr>
        </p:cxnSp>
        <p:sp>
          <p:nvSpPr>
            <p:cNvPr id="874" name="Ovaal 61"/>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875" name="Rechthoek 62"/>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afbeelding</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876" name="Groep 63"/>
            <p:cNvGrpSpPr/>
            <p:nvPr/>
          </p:nvGrpSpPr>
          <p:grpSpPr>
            <a:xfrm>
              <a:off x="12757320" y="2184480"/>
              <a:ext cx="825120" cy="209160"/>
              <a:chOff x="12757320" y="2184480"/>
              <a:chExt cx="825120" cy="209160"/>
            </a:xfrm>
          </p:grpSpPr>
          <p:sp>
            <p:nvSpPr>
              <p:cNvPr id="877" name="Rechthoek 92"/>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878" name="Rechte verbindingslijn 93"/>
              <p:cNvCxnSpPr/>
              <p:nvPr/>
            </p:nvCxnSpPr>
            <p:spPr>
              <a:xfrm>
                <a:off x="13407840" y="2216880"/>
                <a:ext cx="360" cy="142920"/>
              </a:xfrm>
              <a:prstGeom prst="straightConnector1">
                <a:avLst/>
              </a:prstGeom>
              <a:ln w="3175">
                <a:solidFill>
                  <a:srgbClr val="44546a"/>
                </a:solidFill>
                <a:round/>
              </a:ln>
            </p:spPr>
          </p:cxnSp>
          <p:sp>
            <p:nvSpPr>
              <p:cNvPr id="879" name="Gelijkbenige driehoek 94"/>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nvGrpSpPr>
            <p:cNvPr id="880" name="Groep 64"/>
            <p:cNvGrpSpPr/>
            <p:nvPr/>
          </p:nvGrpSpPr>
          <p:grpSpPr>
            <a:xfrm>
              <a:off x="12757320" y="1141560"/>
              <a:ext cx="294120" cy="346320"/>
              <a:chOff x="12757320" y="1141560"/>
              <a:chExt cx="294120" cy="346320"/>
            </a:xfrm>
          </p:grpSpPr>
          <p:sp>
            <p:nvSpPr>
              <p:cNvPr id="881" name="Rechthoek 86"/>
              <p:cNvSpPr/>
              <p:nvPr/>
            </p:nvSpPr>
            <p:spPr>
              <a:xfrm>
                <a:off x="12757320" y="1141560"/>
                <a:ext cx="261360" cy="257400"/>
              </a:xfrm>
              <a:prstGeom prst="rect">
                <a:avLst/>
              </a:prstGeom>
              <a:solidFill>
                <a:schemeClr val="bg1"/>
              </a:solidFill>
              <a:ln>
                <a:solidFill>
                  <a:srgbClr val="c0c0c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882" name="Ovaal 87"/>
              <p:cNvSpPr/>
              <p:nvPr/>
            </p:nvSpPr>
            <p:spPr>
              <a:xfrm>
                <a:off x="12916800" y="1174320"/>
                <a:ext cx="72000" cy="72000"/>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883" name="Vrije vorm: vorm 88"/>
              <p:cNvSpPr/>
              <p:nvPr/>
            </p:nvSpPr>
            <p:spPr>
              <a:xfrm rot="2700000">
                <a:off x="12790440" y="1299960"/>
                <a:ext cx="170640" cy="149040"/>
              </a:xfrm>
              <a:custGeom>
                <a:avLst/>
                <a:gdLst>
                  <a:gd name="textAreaLeft" fmla="*/ 0 w 170640"/>
                  <a:gd name="textAreaRight" fmla="*/ 171000 w 170640"/>
                  <a:gd name="textAreaTop" fmla="*/ 0 h 149040"/>
                  <a:gd name="textAreaBottom" fmla="*/ 149400 h 149040"/>
                </a:gdLst>
                <a:ahLst/>
                <a:rect l="textAreaLeft" t="textAreaTop" r="textAreaRight" b="textAreaBottom"/>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884" name="Rechthoek: afgeronde hoeken 89"/>
              <p:cNvSpPr/>
              <p:nvPr/>
            </p:nvSpPr>
            <p:spPr>
              <a:xfrm>
                <a:off x="12893760" y="1287360"/>
                <a:ext cx="157680" cy="118080"/>
              </a:xfrm>
              <a:prstGeom prst="roundRect">
                <a:avLst>
                  <a:gd name="adj" fmla="val 16667"/>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cxnSp>
            <p:nvCxnSpPr>
              <p:cNvPr id="885" name="Rechte verbindingslijn 90"/>
              <p:cNvCxnSpPr/>
              <p:nvPr/>
            </p:nvCxnSpPr>
            <p:spPr>
              <a:xfrm>
                <a:off x="12930480" y="1452960"/>
                <a:ext cx="84960" cy="360"/>
              </a:xfrm>
              <a:prstGeom prst="straightConnector1">
                <a:avLst/>
              </a:prstGeom>
              <a:ln w="19050">
                <a:solidFill>
                  <a:srgbClr val="8aadd0"/>
                </a:solidFill>
              </a:ln>
            </p:spPr>
          </p:cxnSp>
          <p:cxnSp>
            <p:nvCxnSpPr>
              <p:cNvPr id="886" name="Rechte verbindingslijn 91"/>
              <p:cNvCxnSpPr/>
              <p:nvPr/>
            </p:nvCxnSpPr>
            <p:spPr>
              <a:xfrm flipH="1">
                <a:off x="12972240" y="1405800"/>
                <a:ext cx="1080" cy="44640"/>
              </a:xfrm>
              <a:prstGeom prst="straightConnector1">
                <a:avLst/>
              </a:prstGeom>
              <a:ln w="19050">
                <a:solidFill>
                  <a:srgbClr val="8aadd0"/>
                </a:solidFill>
              </a:ln>
            </p:spPr>
          </p:cxnSp>
        </p:grpSp>
        <p:sp>
          <p:nvSpPr>
            <p:cNvPr id="887" name="Ovaal 65"/>
            <p:cNvSpPr/>
            <p:nvPr/>
          </p:nvSpPr>
          <p:spPr>
            <a:xfrm>
              <a:off x="12391560" y="261792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3</a:t>
              </a:r>
              <a:endParaRPr b="0" lang="en-US" sz="1100" spc="-1" strike="noStrike">
                <a:solidFill>
                  <a:srgbClr val="ffffff"/>
                </a:solidFill>
                <a:latin typeface="Arial"/>
              </a:endParaRPr>
            </a:p>
          </p:txBody>
        </p:sp>
        <p:sp>
          <p:nvSpPr>
            <p:cNvPr id="888" name="Rechthoek 66"/>
            <p:cNvSpPr/>
            <p:nvPr/>
          </p:nvSpPr>
          <p:spPr>
            <a:xfrm>
              <a:off x="12757320" y="2684160"/>
              <a:ext cx="2817720" cy="316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Klik met de rechter muisknop op de afbeelding en kies </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889" name="Rechte verbindingslijn 67"/>
            <p:cNvCxnSpPr/>
            <p:nvPr/>
          </p:nvCxnSpPr>
          <p:spPr>
            <a:xfrm>
              <a:off x="12396960" y="2499480"/>
              <a:ext cx="3178440" cy="360"/>
            </a:xfrm>
            <a:prstGeom prst="straightConnector1">
              <a:avLst/>
            </a:prstGeom>
            <a:ln w="3175">
              <a:solidFill>
                <a:srgbClr val="ea7600"/>
              </a:solidFill>
              <a:round/>
            </a:ln>
          </p:spPr>
        </p:cxnSp>
        <p:grpSp>
          <p:nvGrpSpPr>
            <p:cNvPr id="890" name="Groep 68"/>
            <p:cNvGrpSpPr/>
            <p:nvPr/>
          </p:nvGrpSpPr>
          <p:grpSpPr>
            <a:xfrm>
              <a:off x="12757320" y="4966920"/>
              <a:ext cx="1499040" cy="580680"/>
              <a:chOff x="12757320" y="4966920"/>
              <a:chExt cx="1499040" cy="580680"/>
            </a:xfrm>
          </p:grpSpPr>
          <p:sp>
            <p:nvSpPr>
              <p:cNvPr id="891" name="Rechthoek 72"/>
              <p:cNvSpPr/>
              <p:nvPr/>
            </p:nvSpPr>
            <p:spPr>
              <a:xfrm>
                <a:off x="12757320" y="4966920"/>
                <a:ext cx="149904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892" name="Rechthoek 73"/>
              <p:cNvSpPr/>
              <p:nvPr/>
            </p:nvSpPr>
            <p:spPr>
              <a:xfrm>
                <a:off x="12762000" y="4992840"/>
                <a:ext cx="1478520" cy="25704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700" spc="-1" strike="noStrike">
                  <a:solidFill>
                    <a:schemeClr val="dk1"/>
                  </a:solidFill>
                  <a:latin typeface="Calibri"/>
                </a:endParaRPr>
              </a:p>
            </p:txBody>
          </p:sp>
          <p:sp>
            <p:nvSpPr>
              <p:cNvPr id="893" name="Tekstvak 74"/>
              <p:cNvSpPr/>
              <p:nvPr/>
            </p:nvSpPr>
            <p:spPr>
              <a:xfrm>
                <a:off x="12997800" y="5019840"/>
                <a:ext cx="95760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voorgrond</a:t>
                </a:r>
                <a:endParaRPr b="0" lang="en-US" sz="800" spc="-1" strike="noStrike">
                  <a:solidFill>
                    <a:srgbClr val="000000"/>
                  </a:solidFill>
                  <a:latin typeface="Arial"/>
                </a:endParaRPr>
              </a:p>
            </p:txBody>
          </p:sp>
          <p:sp>
            <p:nvSpPr>
              <p:cNvPr id="894" name="Tekstvak 75"/>
              <p:cNvSpPr/>
              <p:nvPr/>
            </p:nvSpPr>
            <p:spPr>
              <a:xfrm>
                <a:off x="12984120" y="5327280"/>
                <a:ext cx="1165320" cy="1990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800" spc="-1" strike="noStrike">
                    <a:solidFill>
                      <a:schemeClr val="dk1"/>
                    </a:solidFill>
                    <a:latin typeface="Arial"/>
                  </a:rPr>
                  <a:t>Naar achtergrond</a:t>
                </a:r>
                <a:endParaRPr b="0" lang="en-US" sz="800" spc="-1" strike="noStrike">
                  <a:solidFill>
                    <a:srgbClr val="000000"/>
                  </a:solidFill>
                  <a:latin typeface="Arial"/>
                </a:endParaRPr>
              </a:p>
            </p:txBody>
          </p:sp>
          <p:pic>
            <p:nvPicPr>
              <p:cNvPr id="895" name="Picture 3" descr=""/>
              <p:cNvPicPr/>
              <p:nvPr/>
            </p:nvPicPr>
            <p:blipFill>
              <a:blip r:embed="rId10"/>
              <a:stretch/>
            </p:blipFill>
            <p:spPr>
              <a:xfrm>
                <a:off x="13938840" y="5090040"/>
                <a:ext cx="142560" cy="231120"/>
              </a:xfrm>
              <a:prstGeom prst="rect">
                <a:avLst/>
              </a:prstGeom>
              <a:ln w="0">
                <a:noFill/>
              </a:ln>
            </p:spPr>
          </p:pic>
          <p:sp>
            <p:nvSpPr>
              <p:cNvPr id="896" name="Gelijkbenige driehoek 77"/>
              <p:cNvSpPr/>
              <p:nvPr/>
            </p:nvSpPr>
            <p:spPr>
              <a:xfrm rot="5400000">
                <a:off x="14094360" y="509040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897" name="Groep 78"/>
              <p:cNvGrpSpPr/>
              <p:nvPr/>
            </p:nvGrpSpPr>
            <p:grpSpPr>
              <a:xfrm>
                <a:off x="12822480" y="5024880"/>
                <a:ext cx="181800" cy="163440"/>
                <a:chOff x="12822480" y="5024880"/>
                <a:chExt cx="181800" cy="163440"/>
              </a:xfrm>
            </p:grpSpPr>
            <p:sp>
              <p:nvSpPr>
                <p:cNvPr id="898" name="Rechthoek 83"/>
                <p:cNvSpPr/>
                <p:nvPr/>
              </p:nvSpPr>
              <p:spPr>
                <a:xfrm>
                  <a:off x="12822480" y="50248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899" name="Rechthoek 84"/>
                <p:cNvSpPr/>
                <p:nvPr/>
              </p:nvSpPr>
              <p:spPr>
                <a:xfrm>
                  <a:off x="12936960" y="512100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900" name="Rechthoek 85"/>
                <p:cNvSpPr/>
                <p:nvPr/>
              </p:nvSpPr>
              <p:spPr>
                <a:xfrm>
                  <a:off x="12856320" y="504936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901" name="Groep 79"/>
              <p:cNvGrpSpPr/>
              <p:nvPr/>
            </p:nvGrpSpPr>
            <p:grpSpPr>
              <a:xfrm>
                <a:off x="12822480" y="5326560"/>
                <a:ext cx="181800" cy="163440"/>
                <a:chOff x="12822480" y="5326560"/>
                <a:chExt cx="181800" cy="163440"/>
              </a:xfrm>
            </p:grpSpPr>
            <p:sp>
              <p:nvSpPr>
                <p:cNvPr id="902" name="Rechthoek 80"/>
                <p:cNvSpPr/>
                <p:nvPr/>
              </p:nvSpPr>
              <p:spPr>
                <a:xfrm>
                  <a:off x="12856320" y="5351400"/>
                  <a:ext cx="114120" cy="114120"/>
                </a:xfrm>
                <a:prstGeom prst="rect">
                  <a:avLst/>
                </a:prstGeom>
                <a:solidFill>
                  <a:srgbClr val="eabe7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03" name="Rechthoek 81"/>
                <p:cNvSpPr/>
                <p:nvPr/>
              </p:nvSpPr>
              <p:spPr>
                <a:xfrm>
                  <a:off x="12822480" y="532656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sp>
              <p:nvSpPr>
                <p:cNvPr id="904" name="Rechthoek 82"/>
                <p:cNvSpPr/>
                <p:nvPr/>
              </p:nvSpPr>
              <p:spPr>
                <a:xfrm>
                  <a:off x="12936960" y="5422680"/>
                  <a:ext cx="67320" cy="67320"/>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22680" bIns="22680" anchor="ctr">
                  <a:noAutofit/>
                </a:bodyPr>
                <a:p>
                  <a:pPr algn="ctr" defTabSz="914400">
                    <a:lnSpc>
                      <a:spcPct val="100000"/>
                    </a:lnSpc>
                  </a:pPr>
                  <a:endParaRPr b="0" lang="nl-NL" sz="1800" spc="-1" strike="noStrike">
                    <a:solidFill>
                      <a:schemeClr val="lt1"/>
                    </a:solidFill>
                    <a:latin typeface="Calibri"/>
                  </a:endParaRPr>
                </a:p>
              </p:txBody>
            </p:sp>
          </p:grpSp>
        </p:grpSp>
        <p:sp>
          <p:nvSpPr>
            <p:cNvPr id="905" name="Ovaal 69"/>
            <p:cNvSpPr/>
            <p:nvPr/>
          </p:nvSpPr>
          <p:spPr>
            <a:xfrm>
              <a:off x="12391560" y="40276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4</a:t>
              </a:r>
              <a:endParaRPr b="0" lang="en-US" sz="1100" spc="-1" strike="noStrike">
                <a:solidFill>
                  <a:srgbClr val="ffffff"/>
                </a:solidFill>
                <a:latin typeface="Arial"/>
              </a:endParaRPr>
            </a:p>
          </p:txBody>
        </p:sp>
        <p:sp>
          <p:nvSpPr>
            <p:cNvPr id="906" name="Rechthoek 70"/>
            <p:cNvSpPr/>
            <p:nvPr/>
          </p:nvSpPr>
          <p:spPr>
            <a:xfrm>
              <a:off x="12757320" y="4093560"/>
              <a:ext cx="2817720" cy="62820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Staat het invoegvenster achter de oranje lijn? Klik dan op de rechtermuisknop en kies </a:t>
              </a:r>
              <a:br>
                <a:rPr sz="1100"/>
              </a:br>
              <a:r>
                <a:rPr b="0" lang="nl-NL" sz="1100" spc="-1" strike="noStrike">
                  <a:solidFill>
                    <a:srgbClr val="000000"/>
                  </a:solidFill>
                  <a:latin typeface="Calibri"/>
                </a:rPr>
                <a:t>‘</a:t>
              </a:r>
              <a:r>
                <a:rPr b="1" lang="nl-NL" sz="1100" spc="-1" strike="noStrike">
                  <a:solidFill>
                    <a:srgbClr val="000000"/>
                  </a:solidFill>
                  <a:latin typeface="Calibri"/>
                </a:rPr>
                <a:t>naar voorgrond</a:t>
              </a:r>
              <a:r>
                <a:rPr b="0" lang="nl-NL" sz="1100" spc="-1" strike="noStrike">
                  <a:solidFill>
                    <a:srgbClr val="000000"/>
                  </a:solidFill>
                  <a:latin typeface="Calibri"/>
                </a:rPr>
                <a:t>’ om deze naar voren </a:t>
              </a:r>
              <a:br>
                <a:rPr sz="1100"/>
              </a:br>
              <a:r>
                <a:rPr b="0" lang="nl-NL" sz="1100" spc="-1" strike="noStrike">
                  <a:solidFill>
                    <a:srgbClr val="000000"/>
                  </a:solidFill>
                  <a:latin typeface="Calibri"/>
                </a:rPr>
                <a:t>te halen. Klik na het invoegen op </a:t>
              </a:r>
              <a:br>
                <a:rPr sz="1100"/>
              </a:br>
              <a:r>
                <a:rPr b="0" lang="nl-NL" sz="1100" spc="-1" strike="noStrike">
                  <a:solidFill>
                    <a:srgbClr val="000000"/>
                  </a:solidFill>
                  <a:latin typeface="Calibri"/>
                </a:rPr>
                <a:t>‘</a:t>
              </a:r>
              <a:r>
                <a:rPr b="1" lang="nl-NL" sz="1100" spc="-1" strike="noStrike">
                  <a:solidFill>
                    <a:srgbClr val="000000"/>
                  </a:solidFill>
                  <a:latin typeface="Calibri"/>
                </a:rPr>
                <a:t>Naar achtergrond</a:t>
              </a:r>
              <a:r>
                <a:rPr b="0" lang="nl-NL" sz="1100" spc="-1" strike="noStrike">
                  <a:solidFill>
                    <a:srgbClr val="000000"/>
                  </a:solidFill>
                  <a:latin typeface="Calibri"/>
                </a:rPr>
                <a:t>’.</a:t>
              </a:r>
              <a:endParaRPr b="0" lang="en-US" sz="1100" spc="-1" strike="noStrike">
                <a:solidFill>
                  <a:srgbClr val="000000"/>
                </a:solidFill>
                <a:latin typeface="Arial"/>
              </a:endParaRPr>
            </a:p>
          </p:txBody>
        </p:sp>
        <p:cxnSp>
          <p:nvCxnSpPr>
            <p:cNvPr id="907" name="Rechte verbindingslijn 71"/>
            <p:cNvCxnSpPr/>
            <p:nvPr/>
          </p:nvCxnSpPr>
          <p:spPr>
            <a:xfrm>
              <a:off x="12396960" y="3909240"/>
              <a:ext cx="3178440" cy="360"/>
            </a:xfrm>
            <a:prstGeom prst="straightConnector1">
              <a:avLst/>
            </a:prstGeom>
            <a:ln w="3175">
              <a:solidFill>
                <a:srgbClr val="ea7600"/>
              </a:solidFill>
              <a:round/>
            </a:ln>
          </p:spPr>
        </p:cxnSp>
      </p:grpSp>
      <p:sp>
        <p:nvSpPr>
          <p:cNvPr id="908" name="PlaceHolder 6"/>
          <p:cNvSpPr>
            <a:spLocks noGrp="1"/>
          </p:cNvSpPr>
          <p:nvPr>
            <p:ph type="body"/>
          </p:nvPr>
        </p:nvSpPr>
        <p:spPr>
          <a:xfrm>
            <a:off x="265680" y="0"/>
            <a:ext cx="1918800" cy="6857640"/>
          </a:xfrm>
          <a:prstGeom prst="rect">
            <a:avLst/>
          </a:prstGeom>
          <a:solidFill>
            <a:schemeClr val="accent1"/>
          </a:solid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00" spc="-1" strike="noStrike">
                <a:solidFill>
                  <a:schemeClr val="dk1">
                    <a:alpha val="0"/>
                  </a:schemeClr>
                </a:solidFill>
                <a:latin typeface="Calibri"/>
              </a:rPr>
              <a:t>Edit Master text styles</a:t>
            </a:r>
            <a:endParaRPr b="0" lang="nl-NL" sz="100" spc="-1" strike="noStrike">
              <a:solidFill>
                <a:schemeClr val="dk1"/>
              </a:solidFill>
              <a:latin typeface="Calibri"/>
            </a:endParaRPr>
          </a:p>
        </p:txBody>
      </p:sp>
      <p:sp>
        <p:nvSpPr>
          <p:cNvPr id="909" name="PlaceHolder 7"/>
          <p:cNvSpPr>
            <a:spLocks noGrp="1"/>
          </p:cNvSpPr>
          <p:nvPr>
            <p:ph type="sldNum" idx="36"/>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B7767150-3377-4BC3-95E9-D6E0005F08C0}"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11"/>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10"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911" name="GRID"/>
          <p:cNvGrpSpPr/>
          <p:nvPr/>
        </p:nvGrpSpPr>
        <p:grpSpPr>
          <a:xfrm>
            <a:off x="0" y="0"/>
            <a:ext cx="12191760" cy="6857640"/>
            <a:chOff x="0" y="0"/>
            <a:chExt cx="12191760" cy="6857640"/>
          </a:xfrm>
        </p:grpSpPr>
        <p:sp>
          <p:nvSpPr>
            <p:cNvPr id="912"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13"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14"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15"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16"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17"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18"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19"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20"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21"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22"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923" name="KADER"/>
          <p:cNvGrpSpPr/>
          <p:nvPr/>
        </p:nvGrpSpPr>
        <p:grpSpPr>
          <a:xfrm>
            <a:off x="-355680" y="-212040"/>
            <a:ext cx="12894120" cy="7257240"/>
            <a:chOff x="-355680" y="-212040"/>
            <a:chExt cx="12894120" cy="7257240"/>
          </a:xfrm>
        </p:grpSpPr>
        <p:sp>
          <p:nvSpPr>
            <p:cNvPr id="924"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925"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926"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927"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928" name="logoboven" descr=""/>
          <p:cNvPicPr/>
          <p:nvPr/>
        </p:nvPicPr>
        <p:blipFill>
          <a:blip r:embed="rId4"/>
          <a:stretch/>
        </p:blipFill>
        <p:spPr>
          <a:xfrm>
            <a:off x="5615280" y="-1395360"/>
            <a:ext cx="952200" cy="482040"/>
          </a:xfrm>
          <a:prstGeom prst="rect">
            <a:avLst/>
          </a:prstGeom>
          <a:ln w="0">
            <a:noFill/>
          </a:ln>
        </p:spPr>
      </p:pic>
      <p:grpSp>
        <p:nvGrpSpPr>
          <p:cNvPr id="929" name="GRID"/>
          <p:cNvGrpSpPr/>
          <p:nvPr/>
        </p:nvGrpSpPr>
        <p:grpSpPr>
          <a:xfrm>
            <a:off x="0" y="0"/>
            <a:ext cx="12191760" cy="6857640"/>
            <a:chOff x="0" y="0"/>
            <a:chExt cx="12191760" cy="6857640"/>
          </a:xfrm>
        </p:grpSpPr>
        <p:sp>
          <p:nvSpPr>
            <p:cNvPr id="930" name="Rechthoek 72"/>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1" name="Rechthoek 73"/>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2" name="Rechthoek 74"/>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3" name="Rechthoek 75"/>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4" name="Rechthoek 76"/>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5" name="Rechthoek 77"/>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6" name="Rechthoek 78"/>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7" name="Rechthoek 79"/>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8" name="Rechthoek 80"/>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39" name="Rechthoek 81"/>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40" name="Rechthoek 82"/>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941" name="Rechthoek 83"/>
            <p:cNvSpPr/>
            <p:nvPr/>
          </p:nvSpPr>
          <p:spPr>
            <a:xfrm>
              <a:off x="596448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942" name="PlaceHolder 1"/>
          <p:cNvSpPr>
            <a:spLocks noGrp="1"/>
          </p:cNvSpPr>
          <p:nvPr>
            <p:ph type="dt" idx="37"/>
          </p:nvPr>
        </p:nvSpPr>
        <p:spPr>
          <a:xfrm>
            <a:off x="7645680" y="701460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943" name="PlaceHolder 2"/>
          <p:cNvSpPr>
            <a:spLocks noGrp="1"/>
          </p:cNvSpPr>
          <p:nvPr>
            <p:ph type="ftr" idx="38"/>
          </p:nvPr>
        </p:nvSpPr>
        <p:spPr>
          <a:xfrm>
            <a:off x="927000" y="701460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944" name="PlaceHolder 3"/>
          <p:cNvSpPr>
            <a:spLocks noGrp="1"/>
          </p:cNvSpPr>
          <p:nvPr>
            <p:ph type="title"/>
          </p:nvPr>
        </p:nvSpPr>
        <p:spPr>
          <a:xfrm>
            <a:off x="522000" y="272160"/>
            <a:ext cx="1140696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945" name="PlaceHolder 4"/>
          <p:cNvSpPr>
            <a:spLocks noGrp="1"/>
          </p:cNvSpPr>
          <p:nvPr>
            <p:ph type="body"/>
          </p:nvPr>
        </p:nvSpPr>
        <p:spPr>
          <a:xfrm>
            <a:off x="522000" y="1401480"/>
            <a:ext cx="5426280" cy="44510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5"/>
              </a:buBlip>
            </a:pPr>
            <a:r>
              <a:rPr b="0" lang="nl-NL" sz="2000" spc="-1" strike="noStrike">
                <a:solidFill>
                  <a:schemeClr val="dk1"/>
                </a:solidFill>
                <a:latin typeface="Calibri"/>
              </a:rPr>
              <a:t>Klik hier om een bullet te plaatsen. Andere bullet of tekststijl nodig? Gebruik het menu Tekstopmaak.</a:t>
            </a:r>
            <a:endParaRPr b="0" lang="nl-NL" sz="2000" spc="-1" strike="noStrike">
              <a:solidFill>
                <a:schemeClr val="dk1"/>
              </a:solidFill>
              <a:latin typeface="Calibri"/>
            </a:endParaRPr>
          </a:p>
          <a:p>
            <a:pPr lvl="1" marL="270000" indent="-270000" defTabSz="914400">
              <a:lnSpc>
                <a:spcPct val="100000"/>
              </a:lnSpc>
              <a:spcBef>
                <a:spcPts val="601"/>
              </a:spcBef>
              <a:spcAft>
                <a:spcPts val="601"/>
              </a:spcAft>
              <a:buSzPct val="100000"/>
              <a:buBlip>
                <a:blip r:embed="rId6"/>
              </a:buBlip>
            </a:pPr>
            <a:r>
              <a:rPr b="0" lang="nl-NL" sz="2000" spc="-1" strike="noStrike">
                <a:solidFill>
                  <a:schemeClr val="dk1"/>
                </a:solidFill>
                <a:latin typeface="Calibri"/>
              </a:rPr>
              <a:t>Sub-bullet</a:t>
            </a:r>
            <a:endParaRPr b="0" lang="nl-NL" sz="2000" spc="-1" strike="noStrike">
              <a:solidFill>
                <a:schemeClr val="dk1"/>
              </a:solidFill>
              <a:latin typeface="Calibri"/>
            </a:endParaRPr>
          </a:p>
          <a:p>
            <a:pPr lvl="2" marL="270000" indent="-270000" defTabSz="914400">
              <a:lnSpc>
                <a:spcPct val="100000"/>
              </a:lnSpc>
              <a:spcBef>
                <a:spcPts val="601"/>
              </a:spcBef>
              <a:spcAft>
                <a:spcPts val="601"/>
              </a:spcAft>
              <a:buSzPct val="100000"/>
              <a:buBlip>
                <a:blip r:embed="rId7"/>
              </a:buBlip>
            </a:pPr>
            <a:r>
              <a:rPr b="0" lang="nl-NL" sz="2000" spc="-1" strike="noStrike">
                <a:solidFill>
                  <a:schemeClr val="dk1"/>
                </a:solidFill>
                <a:latin typeface="Calibri"/>
              </a:rPr>
              <a:t>Leestekst</a:t>
            </a:r>
            <a:endParaRPr b="0" lang="nl-NL" sz="2000" spc="-1" strike="noStrike">
              <a:solidFill>
                <a:schemeClr val="dk1"/>
              </a:solidFill>
              <a:latin typeface="Calibri"/>
            </a:endParaRPr>
          </a:p>
          <a:p>
            <a:pPr lvl="3" marL="270000" indent="-270000" defTabSz="914400">
              <a:lnSpc>
                <a:spcPct val="100000"/>
              </a:lnSpc>
              <a:spcBef>
                <a:spcPts val="601"/>
              </a:spcBef>
              <a:spcAft>
                <a:spcPts val="601"/>
              </a:spcAft>
              <a:buSzPct val="100000"/>
              <a:buBlip>
                <a:blip r:embed="rId8"/>
              </a:buBlip>
            </a:pPr>
            <a:r>
              <a:rPr b="0" lang="nl-NL" sz="2000" spc="-1" strike="noStrike">
                <a:solidFill>
                  <a:schemeClr val="dk1"/>
                </a:solidFill>
                <a:latin typeface="Calibri"/>
              </a:rPr>
              <a:t>Subtitel</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Numerieke bullet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1" lang="nl-NL" sz="2000" spc="-1" strike="noStrike">
                <a:solidFill>
                  <a:schemeClr val="dk1"/>
                </a:solidFill>
                <a:latin typeface="Calibri"/>
              </a:rPr>
              <a:t>Bullet</a:t>
            </a:r>
            <a:endParaRPr b="0" lang="nl-NL" sz="2000" spc="-1" strike="noStrike">
              <a:solidFill>
                <a:schemeClr val="dk1"/>
              </a:solidFill>
              <a:latin typeface="Calibri"/>
            </a:endParaRPr>
          </a:p>
          <a:p>
            <a:pPr lvl="6" marL="533520" indent="-271440" defTabSz="914400">
              <a:lnSpc>
                <a:spcPct val="100000"/>
              </a:lnSpc>
              <a:spcBef>
                <a:spcPts val="601"/>
              </a:spcBef>
              <a:spcAft>
                <a:spcPts val="601"/>
              </a:spcAft>
              <a:buClr>
                <a:srgbClr val="000000"/>
              </a:buClr>
              <a:buFont typeface="Calibri"/>
              <a:buChar char="→"/>
              <a:tabLst>
                <a:tab algn="l" pos="0"/>
              </a:tabLst>
            </a:pPr>
            <a:r>
              <a:rPr b="0" lang="nl-NL" sz="2000" spc="-1" strike="noStrike">
                <a:solidFill>
                  <a:schemeClr val="dk1"/>
                </a:solidFill>
                <a:latin typeface="Calibri"/>
              </a:rPr>
              <a:t>Sub-bullet</a:t>
            </a:r>
            <a:endParaRPr b="0" lang="nl-NL" sz="2000" spc="-1" strike="noStrike">
              <a:solidFill>
                <a:schemeClr val="dk1"/>
              </a:solidFill>
              <a:latin typeface="Calibri"/>
            </a:endParaRPr>
          </a:p>
          <a:p>
            <a:pPr lvl="7" marL="262080" indent="-2620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Leestekst</a:t>
            </a:r>
            <a:endParaRPr b="0" lang="nl-NL" sz="2000" spc="-1" strike="noStrike">
              <a:solidFill>
                <a:schemeClr val="dk1"/>
              </a:solidFill>
              <a:latin typeface="Calibri"/>
            </a:endParaRPr>
          </a:p>
          <a:p>
            <a:pPr lvl="8" marL="536400" indent="-2746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Subtitel</a:t>
            </a:r>
            <a:endParaRPr b="0" lang="nl-NL" sz="2000" spc="-1" strike="noStrike">
              <a:solidFill>
                <a:schemeClr val="dk1"/>
              </a:solidFill>
              <a:latin typeface="Calibri"/>
            </a:endParaRPr>
          </a:p>
        </p:txBody>
      </p:sp>
      <p:sp>
        <p:nvSpPr>
          <p:cNvPr id="946" name="Tekstvak 6"/>
          <p:cNvSpPr/>
          <p:nvPr/>
        </p:nvSpPr>
        <p:spPr>
          <a:xfrm>
            <a:off x="4651200" y="-885600"/>
            <a:ext cx="288936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TEKST MET GRAFIEK (50%/ 50%)</a:t>
            </a:r>
            <a:endParaRPr b="0" lang="en-US" sz="1200" spc="-1" strike="noStrike">
              <a:solidFill>
                <a:srgbClr val="000000"/>
              </a:solidFill>
              <a:latin typeface="Arial"/>
            </a:endParaRPr>
          </a:p>
        </p:txBody>
      </p:sp>
      <p:sp>
        <p:nvSpPr>
          <p:cNvPr id="947" name="PlaceHolder 5"/>
          <p:cNvSpPr>
            <a:spLocks noGrp="1"/>
          </p:cNvSpPr>
          <p:nvPr>
            <p:ph type="body"/>
          </p:nvPr>
        </p:nvSpPr>
        <p:spPr>
          <a:xfrm>
            <a:off x="6227280" y="1401480"/>
            <a:ext cx="5437800" cy="4422240"/>
          </a:xfrm>
          <a:prstGeom prst="rect">
            <a:avLst/>
          </a:prstGeom>
          <a:solidFill>
            <a:schemeClr val="lt1">
              <a:lumMod val="95000"/>
            </a:schemeClr>
          </a:solidFill>
          <a:ln w="0">
            <a:noFill/>
          </a:ln>
        </p:spPr>
        <p:txBody>
          <a:bodyPr lIns="90000" rIns="90000" tIns="162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grafiek in te voegen</a:t>
            </a:r>
            <a:endParaRPr b="0" lang="nl-NL" sz="1050" spc="-1" strike="noStrike">
              <a:solidFill>
                <a:schemeClr val="dk1"/>
              </a:solidFill>
              <a:latin typeface="Calibri"/>
            </a:endParaRPr>
          </a:p>
        </p:txBody>
      </p:sp>
      <p:grpSp>
        <p:nvGrpSpPr>
          <p:cNvPr id="948" name="Instructie"/>
          <p:cNvGrpSpPr/>
          <p:nvPr/>
        </p:nvGrpSpPr>
        <p:grpSpPr>
          <a:xfrm>
            <a:off x="12389760" y="3046320"/>
            <a:ext cx="3183480" cy="2546280"/>
            <a:chOff x="12389760" y="3046320"/>
            <a:chExt cx="3183480" cy="2546280"/>
          </a:xfrm>
        </p:grpSpPr>
        <p:grpSp>
          <p:nvGrpSpPr>
            <p:cNvPr id="949" name="Meer informatie"/>
            <p:cNvGrpSpPr/>
            <p:nvPr/>
          </p:nvGrpSpPr>
          <p:grpSpPr>
            <a:xfrm>
              <a:off x="12394800" y="4809600"/>
              <a:ext cx="3178440" cy="783000"/>
              <a:chOff x="12394800" y="4809600"/>
              <a:chExt cx="3178440" cy="783000"/>
            </a:xfrm>
          </p:grpSpPr>
          <p:sp>
            <p:nvSpPr>
              <p:cNvPr id="950" name="Freeform 101"/>
              <p:cNvSpPr/>
              <p:nvPr/>
            </p:nvSpPr>
            <p:spPr>
              <a:xfrm>
                <a:off x="12394800" y="480960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951" name="Rechthoek 132"/>
              <p:cNvSpPr/>
              <p:nvPr/>
            </p:nvSpPr>
            <p:spPr>
              <a:xfrm>
                <a:off x="12755520" y="488160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952" name="Rechte verbindingslijn 133"/>
              <p:cNvCxnSpPr/>
              <p:nvPr/>
            </p:nvCxnSpPr>
            <p:spPr>
              <a:xfrm>
                <a:off x="12395160" y="5592600"/>
                <a:ext cx="3178440" cy="360"/>
              </a:xfrm>
              <a:prstGeom prst="straightConnector1">
                <a:avLst/>
              </a:prstGeom>
              <a:ln w="3175">
                <a:solidFill>
                  <a:srgbClr val="ea7600"/>
                </a:solidFill>
                <a:round/>
              </a:ln>
            </p:spPr>
          </p:cxnSp>
        </p:grpSp>
        <p:cxnSp>
          <p:nvCxnSpPr>
            <p:cNvPr id="953" name="Rechte verbindingslijn 94"/>
            <p:cNvCxnSpPr/>
            <p:nvPr/>
          </p:nvCxnSpPr>
          <p:spPr>
            <a:xfrm>
              <a:off x="12395160" y="4682520"/>
              <a:ext cx="3178440" cy="360"/>
            </a:xfrm>
            <a:prstGeom prst="straightConnector1">
              <a:avLst/>
            </a:prstGeom>
            <a:ln w="3175">
              <a:solidFill>
                <a:srgbClr val="ea7600"/>
              </a:solidFill>
              <a:round/>
            </a:ln>
          </p:spPr>
        </p:cxnSp>
        <p:sp>
          <p:nvSpPr>
            <p:cNvPr id="954" name="Rechthoek 95"/>
            <p:cNvSpPr/>
            <p:nvPr/>
          </p:nvSpPr>
          <p:spPr>
            <a:xfrm>
              <a:off x="12395520" y="304632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Data van de Grafiek Bewerken</a:t>
              </a:r>
              <a:endParaRPr b="0" lang="en-US" sz="1400" spc="-1" strike="noStrike">
                <a:solidFill>
                  <a:srgbClr val="000000"/>
                </a:solidFill>
                <a:latin typeface="Arial"/>
              </a:endParaRPr>
            </a:p>
          </p:txBody>
        </p:sp>
        <p:sp>
          <p:nvSpPr>
            <p:cNvPr id="955" name="Ovaal 96"/>
            <p:cNvSpPr/>
            <p:nvPr/>
          </p:nvSpPr>
          <p:spPr>
            <a:xfrm>
              <a:off x="12389760" y="3425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956" name="Rechte verbindingslijn 97"/>
            <p:cNvCxnSpPr/>
            <p:nvPr/>
          </p:nvCxnSpPr>
          <p:spPr>
            <a:xfrm>
              <a:off x="12395160" y="3303720"/>
              <a:ext cx="3178440" cy="360"/>
            </a:xfrm>
            <a:prstGeom prst="straightConnector1">
              <a:avLst/>
            </a:prstGeom>
            <a:ln w="3175">
              <a:solidFill>
                <a:srgbClr val="ea7600"/>
              </a:solidFill>
              <a:round/>
            </a:ln>
          </p:spPr>
        </p:cxnSp>
        <p:sp>
          <p:nvSpPr>
            <p:cNvPr id="957" name="Rechthoek 98"/>
            <p:cNvSpPr/>
            <p:nvPr/>
          </p:nvSpPr>
          <p:spPr>
            <a:xfrm>
              <a:off x="12755520" y="3491280"/>
              <a:ext cx="2817720" cy="313920"/>
            </a:xfrm>
            <a:prstGeom prst="rect">
              <a:avLst/>
            </a:prstGeom>
            <a:noFill/>
            <a:ln w="25400">
              <a:noFill/>
            </a:ln>
          </p:spPr>
          <p:style>
            <a:lnRef idx="0"/>
            <a:fillRef idx="0"/>
            <a:effectRef idx="0"/>
            <a:fontRef idx="minor"/>
          </p:style>
          <p:txBody>
            <a:bodyPr lIns="0" rIns="0" tIns="0" bIns="0" anchor="t">
              <a:noAutofit/>
            </a:bodyPr>
            <a:p>
              <a:pPr defTabSz="914400">
                <a:lnSpc>
                  <a:spcPct val="100000"/>
                </a:lnSpc>
              </a:pPr>
              <a:r>
                <a:rPr b="0" lang="nl-NL" sz="1100" spc="-1" strike="noStrike">
                  <a:solidFill>
                    <a:schemeClr val="dk1"/>
                  </a:solidFill>
                  <a:latin typeface="Calibri"/>
                </a:rPr>
                <a:t>Selecteer de grafiek, klik met de rechter muisknop en kies </a:t>
              </a:r>
              <a:r>
                <a:rPr b="1" lang="nl-NL" sz="1100" spc="-1" strike="noStrike">
                  <a:solidFill>
                    <a:schemeClr val="dk1"/>
                  </a:solidFill>
                  <a:latin typeface="Calibri"/>
                </a:rPr>
                <a:t>‘Gegevens bewerken’</a:t>
              </a:r>
              <a:endParaRPr b="0" lang="en-US" sz="1100" spc="-1" strike="noStrike">
                <a:solidFill>
                  <a:srgbClr val="000000"/>
                </a:solidFill>
                <a:latin typeface="Arial"/>
              </a:endParaRPr>
            </a:p>
          </p:txBody>
        </p:sp>
        <p:grpSp>
          <p:nvGrpSpPr>
            <p:cNvPr id="958" name="Groep 99"/>
            <p:cNvGrpSpPr/>
            <p:nvPr/>
          </p:nvGrpSpPr>
          <p:grpSpPr>
            <a:xfrm>
              <a:off x="12755520" y="3942000"/>
              <a:ext cx="1713960" cy="639360"/>
              <a:chOff x="12755520" y="3942000"/>
              <a:chExt cx="1713960" cy="639360"/>
            </a:xfrm>
          </p:grpSpPr>
          <p:sp>
            <p:nvSpPr>
              <p:cNvPr id="959" name="Rechthoek 100"/>
              <p:cNvSpPr/>
              <p:nvPr/>
            </p:nvSpPr>
            <p:spPr>
              <a:xfrm>
                <a:off x="12755520" y="3942000"/>
                <a:ext cx="162648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960" name="Rechthoek 101"/>
              <p:cNvSpPr/>
              <p:nvPr/>
            </p:nvSpPr>
            <p:spPr>
              <a:xfrm>
                <a:off x="12766320" y="4253400"/>
                <a:ext cx="1608840" cy="26100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961" name="Tekstvak 102"/>
              <p:cNvSpPr/>
              <p:nvPr/>
            </p:nvSpPr>
            <p:spPr>
              <a:xfrm>
                <a:off x="12995640" y="3981240"/>
                <a:ext cx="1247760" cy="2134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900" spc="-1" strike="noStrike">
                    <a:solidFill>
                      <a:schemeClr val="dk1"/>
                    </a:solidFill>
                    <a:latin typeface="Arial"/>
                  </a:rPr>
                  <a:t>Grafiektype wijzigen</a:t>
                </a:r>
                <a:endParaRPr b="0" lang="en-US" sz="900" spc="-1" strike="noStrike">
                  <a:solidFill>
                    <a:srgbClr val="000000"/>
                  </a:solidFill>
                  <a:latin typeface="Arial"/>
                </a:endParaRPr>
              </a:p>
            </p:txBody>
          </p:sp>
          <p:sp>
            <p:nvSpPr>
              <p:cNvPr id="962" name="Tekstvak 103"/>
              <p:cNvSpPr/>
              <p:nvPr/>
            </p:nvSpPr>
            <p:spPr>
              <a:xfrm>
                <a:off x="12982320" y="4302360"/>
                <a:ext cx="1274400" cy="2134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900" spc="-1" strike="noStrike">
                    <a:solidFill>
                      <a:schemeClr val="dk1"/>
                    </a:solidFill>
                    <a:latin typeface="Arial"/>
                  </a:rPr>
                  <a:t>Gegevens bewerken</a:t>
                </a:r>
                <a:endParaRPr b="0" lang="en-US" sz="900" spc="-1" strike="noStrike">
                  <a:solidFill>
                    <a:srgbClr val="000000"/>
                  </a:solidFill>
                  <a:latin typeface="Arial"/>
                </a:endParaRPr>
              </a:p>
            </p:txBody>
          </p:sp>
          <p:pic>
            <p:nvPicPr>
              <p:cNvPr id="963" name="Picture 3" descr=""/>
              <p:cNvPicPr/>
              <p:nvPr/>
            </p:nvPicPr>
            <p:blipFill>
              <a:blip r:embed="rId9"/>
              <a:stretch/>
            </p:blipFill>
            <p:spPr>
              <a:xfrm>
                <a:off x="14326920" y="4350240"/>
                <a:ext cx="142560" cy="231120"/>
              </a:xfrm>
              <a:prstGeom prst="rect">
                <a:avLst/>
              </a:prstGeom>
              <a:ln w="0">
                <a:noFill/>
              </a:ln>
            </p:spPr>
          </p:pic>
          <p:grpSp>
            <p:nvGrpSpPr>
              <p:cNvPr id="964" name="Groep 105"/>
              <p:cNvGrpSpPr/>
              <p:nvPr/>
            </p:nvGrpSpPr>
            <p:grpSpPr>
              <a:xfrm>
                <a:off x="12829320" y="4008600"/>
                <a:ext cx="139320" cy="151920"/>
                <a:chOff x="12829320" y="4008600"/>
                <a:chExt cx="139320" cy="151920"/>
              </a:xfrm>
            </p:grpSpPr>
            <p:sp>
              <p:nvSpPr>
                <p:cNvPr id="965" name="Rechthoek 128"/>
                <p:cNvSpPr/>
                <p:nvPr/>
              </p:nvSpPr>
              <p:spPr>
                <a:xfrm>
                  <a:off x="12829320" y="4056120"/>
                  <a:ext cx="37800" cy="104400"/>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2000" spc="-1" strike="noStrike">
                    <a:solidFill>
                      <a:schemeClr val="dk2"/>
                    </a:solidFill>
                    <a:latin typeface="Calibri"/>
                  </a:endParaRPr>
                </a:p>
              </p:txBody>
            </p:sp>
            <p:sp>
              <p:nvSpPr>
                <p:cNvPr id="966" name="Rechthoek 129"/>
                <p:cNvSpPr/>
                <p:nvPr/>
              </p:nvSpPr>
              <p:spPr>
                <a:xfrm>
                  <a:off x="12879720" y="4008600"/>
                  <a:ext cx="37800" cy="151920"/>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2000" spc="-1" strike="noStrike">
                    <a:solidFill>
                      <a:schemeClr val="dk2"/>
                    </a:solidFill>
                    <a:latin typeface="Calibri"/>
                  </a:endParaRPr>
                </a:p>
              </p:txBody>
            </p:sp>
            <p:sp>
              <p:nvSpPr>
                <p:cNvPr id="967" name="Rechthoek 130"/>
                <p:cNvSpPr/>
                <p:nvPr/>
              </p:nvSpPr>
              <p:spPr>
                <a:xfrm>
                  <a:off x="12930840" y="4042440"/>
                  <a:ext cx="37800" cy="11808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2000" spc="-1" strike="noStrike">
                    <a:solidFill>
                      <a:schemeClr val="dk2"/>
                    </a:solidFill>
                    <a:latin typeface="Calibri"/>
                  </a:endParaRPr>
                </a:p>
              </p:txBody>
            </p:sp>
          </p:grpSp>
          <p:grpSp>
            <p:nvGrpSpPr>
              <p:cNvPr id="968" name="Groep 106"/>
              <p:cNvGrpSpPr/>
              <p:nvPr/>
            </p:nvGrpSpPr>
            <p:grpSpPr>
              <a:xfrm>
                <a:off x="12828960" y="4325040"/>
                <a:ext cx="174600" cy="168120"/>
                <a:chOff x="12828960" y="4325040"/>
                <a:chExt cx="174600" cy="168120"/>
              </a:xfrm>
            </p:grpSpPr>
            <p:sp>
              <p:nvSpPr>
                <p:cNvPr id="969" name="Rechthoek 107"/>
                <p:cNvSpPr/>
                <p:nvPr/>
              </p:nvSpPr>
              <p:spPr>
                <a:xfrm>
                  <a:off x="12829320" y="4345920"/>
                  <a:ext cx="136440" cy="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1760" bIns="41760" anchor="ctr">
                  <a:noAutofit/>
                </a:bodyPr>
                <a:p>
                  <a:pPr algn="ctr" defTabSz="914400">
                    <a:lnSpc>
                      <a:spcPct val="100000"/>
                    </a:lnSpc>
                  </a:pPr>
                  <a:endParaRPr b="0" lang="nl-NL" sz="1800" spc="-1" strike="noStrike">
                    <a:solidFill>
                      <a:schemeClr val="lt1"/>
                    </a:solidFill>
                    <a:latin typeface="Calibri"/>
                  </a:endParaRPr>
                </a:p>
              </p:txBody>
            </p:sp>
            <p:grpSp>
              <p:nvGrpSpPr>
                <p:cNvPr id="970" name="Groep 108"/>
                <p:cNvGrpSpPr/>
                <p:nvPr/>
              </p:nvGrpSpPr>
              <p:grpSpPr>
                <a:xfrm>
                  <a:off x="12828960" y="4325040"/>
                  <a:ext cx="174600" cy="168120"/>
                  <a:chOff x="12828960" y="4325040"/>
                  <a:chExt cx="174600" cy="168120"/>
                </a:xfrm>
              </p:grpSpPr>
              <p:grpSp>
                <p:nvGrpSpPr>
                  <p:cNvPr id="971" name="Groep 109"/>
                  <p:cNvGrpSpPr/>
                  <p:nvPr/>
                </p:nvGrpSpPr>
                <p:grpSpPr>
                  <a:xfrm>
                    <a:off x="12828960" y="4325040"/>
                    <a:ext cx="137880" cy="107640"/>
                    <a:chOff x="12828960" y="4325040"/>
                    <a:chExt cx="137880" cy="107640"/>
                  </a:xfrm>
                </p:grpSpPr>
                <p:sp>
                  <p:nvSpPr>
                    <p:cNvPr id="972" name="Rechthoek 114"/>
                    <p:cNvSpPr/>
                    <p:nvPr/>
                  </p:nvSpPr>
                  <p:spPr>
                    <a:xfrm>
                      <a:off x="12829320" y="4325040"/>
                      <a:ext cx="136440" cy="2232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p:style>
                  <p:txBody>
                    <a:bodyPr lIns="90000" rIns="90000" tIns="-22320" bIns="-22320" anchor="ctr">
                      <a:noAutofit/>
                    </a:bodyPr>
                    <a:p>
                      <a:pPr algn="ctr" defTabSz="914400">
                        <a:lnSpc>
                          <a:spcPct val="100000"/>
                        </a:lnSpc>
                      </a:pPr>
                      <a:endParaRPr b="0" lang="nl-NL" sz="1800" spc="-1" strike="noStrike">
                        <a:solidFill>
                          <a:schemeClr val="lt1"/>
                        </a:solidFill>
                        <a:latin typeface="Calibri"/>
                      </a:endParaRPr>
                    </a:p>
                  </p:txBody>
                </p:sp>
                <p:grpSp>
                  <p:nvGrpSpPr>
                    <p:cNvPr id="973" name="Groep 115"/>
                    <p:cNvGrpSpPr/>
                    <p:nvPr/>
                  </p:nvGrpSpPr>
                  <p:grpSpPr>
                    <a:xfrm>
                      <a:off x="12828960" y="4325760"/>
                      <a:ext cx="135360" cy="106920"/>
                      <a:chOff x="12828960" y="4325760"/>
                      <a:chExt cx="135360" cy="106920"/>
                    </a:xfrm>
                  </p:grpSpPr>
                  <p:cxnSp>
                    <p:nvCxnSpPr>
                      <p:cNvPr id="974" name="Rechte verbindingslijn 121"/>
                      <p:cNvCxnSpPr/>
                      <p:nvPr/>
                    </p:nvCxnSpPr>
                    <p:spPr>
                      <a:xfrm>
                        <a:off x="12828960" y="4325760"/>
                        <a:ext cx="360" cy="107280"/>
                      </a:xfrm>
                      <a:prstGeom prst="straightConnector1">
                        <a:avLst/>
                      </a:prstGeom>
                      <a:ln>
                        <a:solidFill>
                          <a:srgbClr val="818181"/>
                        </a:solidFill>
                      </a:ln>
                    </p:spPr>
                  </p:cxnSp>
                  <p:cxnSp>
                    <p:nvCxnSpPr>
                      <p:cNvPr id="975" name="Rechte verbindingslijn 122"/>
                      <p:cNvCxnSpPr/>
                      <p:nvPr/>
                    </p:nvCxnSpPr>
                    <p:spPr>
                      <a:xfrm>
                        <a:off x="12964320" y="4325760"/>
                        <a:ext cx="360" cy="107280"/>
                      </a:xfrm>
                      <a:prstGeom prst="straightConnector1">
                        <a:avLst/>
                      </a:prstGeom>
                      <a:ln>
                        <a:solidFill>
                          <a:srgbClr val="818181"/>
                        </a:solidFill>
                      </a:ln>
                    </p:spPr>
                  </p:cxnSp>
                  <p:grpSp>
                    <p:nvGrpSpPr>
                      <p:cNvPr id="976" name="Groep 123"/>
                      <p:cNvGrpSpPr/>
                      <p:nvPr/>
                    </p:nvGrpSpPr>
                    <p:grpSpPr>
                      <a:xfrm>
                        <a:off x="12856680" y="4325760"/>
                        <a:ext cx="82080" cy="106920"/>
                        <a:chOff x="12856680" y="4325760"/>
                        <a:chExt cx="82080" cy="106920"/>
                      </a:xfrm>
                    </p:grpSpPr>
                    <p:cxnSp>
                      <p:nvCxnSpPr>
                        <p:cNvPr id="977" name="Rechte verbindingslijn 124"/>
                        <p:cNvCxnSpPr/>
                        <p:nvPr/>
                      </p:nvCxnSpPr>
                      <p:spPr>
                        <a:xfrm>
                          <a:off x="12884040" y="4325760"/>
                          <a:ext cx="360" cy="107280"/>
                        </a:xfrm>
                        <a:prstGeom prst="straightConnector1">
                          <a:avLst/>
                        </a:prstGeom>
                        <a:ln>
                          <a:solidFill>
                            <a:srgbClr val="818181"/>
                          </a:solidFill>
                        </a:ln>
                      </p:spPr>
                    </p:cxnSp>
                    <p:cxnSp>
                      <p:nvCxnSpPr>
                        <p:cNvPr id="978" name="Rechte verbindingslijn 125"/>
                        <p:cNvCxnSpPr/>
                        <p:nvPr/>
                      </p:nvCxnSpPr>
                      <p:spPr>
                        <a:xfrm>
                          <a:off x="12856680" y="4325760"/>
                          <a:ext cx="360" cy="107280"/>
                        </a:xfrm>
                        <a:prstGeom prst="straightConnector1">
                          <a:avLst/>
                        </a:prstGeom>
                        <a:ln>
                          <a:solidFill>
                            <a:srgbClr val="818181"/>
                          </a:solidFill>
                        </a:ln>
                      </p:spPr>
                    </p:cxnSp>
                    <p:cxnSp>
                      <p:nvCxnSpPr>
                        <p:cNvPr id="979" name="Rechte verbindingslijn 126"/>
                        <p:cNvCxnSpPr/>
                        <p:nvPr/>
                      </p:nvCxnSpPr>
                      <p:spPr>
                        <a:xfrm>
                          <a:off x="12911400" y="4325760"/>
                          <a:ext cx="360" cy="107280"/>
                        </a:xfrm>
                        <a:prstGeom prst="straightConnector1">
                          <a:avLst/>
                        </a:prstGeom>
                        <a:ln>
                          <a:solidFill>
                            <a:srgbClr val="818181"/>
                          </a:solidFill>
                        </a:ln>
                      </p:spPr>
                    </p:cxnSp>
                    <p:cxnSp>
                      <p:nvCxnSpPr>
                        <p:cNvPr id="980" name="Rechte verbindingslijn 127"/>
                        <p:cNvCxnSpPr/>
                        <p:nvPr/>
                      </p:nvCxnSpPr>
                      <p:spPr>
                        <a:xfrm>
                          <a:off x="12938760" y="4325760"/>
                          <a:ext cx="360" cy="107280"/>
                        </a:xfrm>
                        <a:prstGeom prst="straightConnector1">
                          <a:avLst/>
                        </a:prstGeom>
                        <a:ln>
                          <a:solidFill>
                            <a:srgbClr val="818181"/>
                          </a:solidFill>
                        </a:ln>
                      </p:spPr>
                    </p:cxnSp>
                  </p:grpSp>
                </p:grpSp>
                <p:cxnSp>
                  <p:nvCxnSpPr>
                    <p:cNvPr id="981" name="Rechte verbindingslijn 116"/>
                    <p:cNvCxnSpPr/>
                    <p:nvPr/>
                  </p:nvCxnSpPr>
                  <p:spPr>
                    <a:xfrm flipH="1">
                      <a:off x="12829680" y="4432680"/>
                      <a:ext cx="137520" cy="360"/>
                    </a:xfrm>
                    <a:prstGeom prst="straightConnector1">
                      <a:avLst/>
                    </a:prstGeom>
                    <a:ln>
                      <a:solidFill>
                        <a:srgbClr val="818181"/>
                      </a:solidFill>
                    </a:ln>
                  </p:spPr>
                </p:cxnSp>
                <p:grpSp>
                  <p:nvGrpSpPr>
                    <p:cNvPr id="982" name="Groep 117"/>
                    <p:cNvGrpSpPr/>
                    <p:nvPr/>
                  </p:nvGrpSpPr>
                  <p:grpSpPr>
                    <a:xfrm>
                      <a:off x="12828960" y="4367880"/>
                      <a:ext cx="137160" cy="43200"/>
                      <a:chOff x="12828960" y="4367880"/>
                      <a:chExt cx="137160" cy="43200"/>
                    </a:xfrm>
                  </p:grpSpPr>
                  <p:cxnSp>
                    <p:nvCxnSpPr>
                      <p:cNvPr id="983" name="Rechte verbindingslijn 118"/>
                      <p:cNvCxnSpPr/>
                      <p:nvPr/>
                    </p:nvCxnSpPr>
                    <p:spPr>
                      <a:xfrm flipH="1">
                        <a:off x="12828960" y="4411080"/>
                        <a:ext cx="137520" cy="360"/>
                      </a:xfrm>
                      <a:prstGeom prst="straightConnector1">
                        <a:avLst/>
                      </a:prstGeom>
                      <a:ln>
                        <a:solidFill>
                          <a:srgbClr val="818181"/>
                        </a:solidFill>
                      </a:ln>
                    </p:spPr>
                  </p:cxnSp>
                  <p:cxnSp>
                    <p:nvCxnSpPr>
                      <p:cNvPr id="984" name="Rechte verbindingslijn 119"/>
                      <p:cNvCxnSpPr/>
                      <p:nvPr/>
                    </p:nvCxnSpPr>
                    <p:spPr>
                      <a:xfrm flipH="1">
                        <a:off x="12828960" y="4389480"/>
                        <a:ext cx="137520" cy="360"/>
                      </a:xfrm>
                      <a:prstGeom prst="straightConnector1">
                        <a:avLst/>
                      </a:prstGeom>
                      <a:ln>
                        <a:solidFill>
                          <a:srgbClr val="818181"/>
                        </a:solidFill>
                      </a:ln>
                    </p:spPr>
                  </p:cxnSp>
                  <p:cxnSp>
                    <p:nvCxnSpPr>
                      <p:cNvPr id="985" name="Rechte verbindingslijn 120"/>
                      <p:cNvCxnSpPr/>
                      <p:nvPr/>
                    </p:nvCxnSpPr>
                    <p:spPr>
                      <a:xfrm flipH="1">
                        <a:off x="12828960" y="4367880"/>
                        <a:ext cx="137520" cy="360"/>
                      </a:xfrm>
                      <a:prstGeom prst="straightConnector1">
                        <a:avLst/>
                      </a:prstGeom>
                      <a:ln>
                        <a:solidFill>
                          <a:srgbClr val="818181"/>
                        </a:solidFill>
                      </a:ln>
                    </p:spPr>
                  </p:cxnSp>
                </p:grpSp>
              </p:grpSp>
              <p:grpSp>
                <p:nvGrpSpPr>
                  <p:cNvPr id="986" name="Groep 110"/>
                  <p:cNvGrpSpPr/>
                  <p:nvPr/>
                </p:nvGrpSpPr>
                <p:grpSpPr>
                  <a:xfrm>
                    <a:off x="12875040" y="4363920"/>
                    <a:ext cx="128520" cy="129240"/>
                    <a:chOff x="12875040" y="4363920"/>
                    <a:chExt cx="128520" cy="129240"/>
                  </a:xfrm>
                </p:grpSpPr>
                <p:sp>
                  <p:nvSpPr>
                    <p:cNvPr id="987" name="Rechthoek 111"/>
                    <p:cNvSpPr/>
                    <p:nvPr/>
                  </p:nvSpPr>
                  <p:spPr>
                    <a:xfrm rot="2700000">
                      <a:off x="12930840" y="4384800"/>
                      <a:ext cx="32760" cy="70200"/>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25560" bIns="25560" anchor="ctr">
                      <a:noAutofit/>
                    </a:bodyPr>
                    <a:p>
                      <a:pPr algn="ctr" defTabSz="914400">
                        <a:lnSpc>
                          <a:spcPct val="100000"/>
                        </a:lnSpc>
                      </a:pPr>
                      <a:endParaRPr b="0" lang="nl-NL" sz="1800" spc="-1" strike="noStrike">
                        <a:solidFill>
                          <a:schemeClr val="lt1"/>
                        </a:solidFill>
                        <a:latin typeface="Calibri"/>
                      </a:endParaRPr>
                    </a:p>
                  </p:txBody>
                </p:sp>
                <p:sp>
                  <p:nvSpPr>
                    <p:cNvPr id="988" name="Rechthoek: afgeronde bovenhoeken 112"/>
                    <p:cNvSpPr/>
                    <p:nvPr/>
                  </p:nvSpPr>
                  <p:spPr>
                    <a:xfrm rot="2700000">
                      <a:off x="12967920" y="4372200"/>
                      <a:ext cx="32760" cy="21600"/>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25920" bIns="-25920" anchor="ctr">
                      <a:noAutofit/>
                    </a:bodyPr>
                    <a:p>
                      <a:pPr algn="ctr" defTabSz="914400">
                        <a:lnSpc>
                          <a:spcPct val="100000"/>
                        </a:lnSpc>
                      </a:pPr>
                      <a:endParaRPr b="0" lang="nl-NL" sz="1800" spc="-1" strike="noStrike">
                        <a:solidFill>
                          <a:schemeClr val="lt1"/>
                        </a:solidFill>
                        <a:latin typeface="Calibri"/>
                      </a:endParaRPr>
                    </a:p>
                  </p:txBody>
                </p:sp>
                <p:sp>
                  <p:nvSpPr>
                    <p:cNvPr id="989" name="Gelijkbenige driehoek 113"/>
                    <p:cNvSpPr/>
                    <p:nvPr/>
                  </p:nvSpPr>
                  <p:spPr>
                    <a:xfrm rot="13500000">
                      <a:off x="12885840" y="4443120"/>
                      <a:ext cx="32760" cy="44640"/>
                    </a:xfrm>
                    <a:prstGeom prst="triangle">
                      <a:avLst>
                        <a:gd name="adj" fmla="val 50000"/>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22320" bIns="-22320" anchor="ctr">
                      <a:noAutofit/>
                    </a:bodyPr>
                    <a:p>
                      <a:pPr algn="ctr" defTabSz="914400">
                        <a:lnSpc>
                          <a:spcPct val="100000"/>
                        </a:lnSpc>
                      </a:pPr>
                      <a:endParaRPr b="0" lang="nl-NL" sz="1800" spc="-1" strike="noStrike">
                        <a:solidFill>
                          <a:schemeClr val="lt1"/>
                        </a:solidFill>
                        <a:latin typeface="Calibri"/>
                      </a:endParaRPr>
                    </a:p>
                  </p:txBody>
                </p:sp>
              </p:grpSp>
            </p:grpSp>
          </p:grpSp>
        </p:grpSp>
      </p:grpSp>
      <p:grpSp>
        <p:nvGrpSpPr>
          <p:cNvPr id="990" name="Instructie"/>
          <p:cNvGrpSpPr/>
          <p:nvPr/>
        </p:nvGrpSpPr>
        <p:grpSpPr>
          <a:xfrm>
            <a:off x="12391560" y="0"/>
            <a:ext cx="3183480" cy="2499480"/>
            <a:chOff x="12391560" y="0"/>
            <a:chExt cx="3183480" cy="2499480"/>
          </a:xfrm>
        </p:grpSpPr>
        <p:sp>
          <p:nvSpPr>
            <p:cNvPr id="991" name="Rechthoek 135"/>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Grafiek invoegen/veranderen</a:t>
              </a:r>
              <a:endParaRPr b="0" lang="en-US" sz="1400" spc="-1" strike="noStrike">
                <a:solidFill>
                  <a:srgbClr val="000000"/>
                </a:solidFill>
                <a:latin typeface="Arial"/>
              </a:endParaRPr>
            </a:p>
          </p:txBody>
        </p:sp>
        <p:sp>
          <p:nvSpPr>
            <p:cNvPr id="992" name="Ovaal 136"/>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993" name="Rechte verbindingslijn 137"/>
            <p:cNvCxnSpPr/>
            <p:nvPr/>
          </p:nvCxnSpPr>
          <p:spPr>
            <a:xfrm>
              <a:off x="12396960" y="241560"/>
              <a:ext cx="3178440" cy="360"/>
            </a:xfrm>
            <a:prstGeom prst="straightConnector1">
              <a:avLst/>
            </a:prstGeom>
            <a:ln w="3175">
              <a:solidFill>
                <a:srgbClr val="ea7600"/>
              </a:solidFill>
              <a:round/>
            </a:ln>
          </p:spPr>
        </p:cxnSp>
        <p:cxnSp>
          <p:nvCxnSpPr>
            <p:cNvPr id="994" name="Rechte verbindingslijn 138"/>
            <p:cNvCxnSpPr/>
            <p:nvPr/>
          </p:nvCxnSpPr>
          <p:spPr>
            <a:xfrm>
              <a:off x="12396960" y="1577880"/>
              <a:ext cx="3178440" cy="360"/>
            </a:xfrm>
            <a:prstGeom prst="straightConnector1">
              <a:avLst/>
            </a:prstGeom>
            <a:ln w="3175">
              <a:solidFill>
                <a:srgbClr val="ea7600"/>
              </a:solidFill>
              <a:round/>
            </a:ln>
          </p:spPr>
        </p:cxnSp>
        <p:sp>
          <p:nvSpPr>
            <p:cNvPr id="995" name="Rechthoek 139"/>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grafiek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grafiek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sp>
          <p:nvSpPr>
            <p:cNvPr id="996" name="Ovaal 140"/>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997" name="Rechthoek 141"/>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grafiek</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998" name="Groep 142"/>
            <p:cNvGrpSpPr/>
            <p:nvPr/>
          </p:nvGrpSpPr>
          <p:grpSpPr>
            <a:xfrm>
              <a:off x="12757320" y="2184480"/>
              <a:ext cx="825120" cy="209160"/>
              <a:chOff x="12757320" y="2184480"/>
              <a:chExt cx="825120" cy="209160"/>
            </a:xfrm>
          </p:grpSpPr>
          <p:sp>
            <p:nvSpPr>
              <p:cNvPr id="999" name="Rechthoek 148"/>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1000" name="Rechte verbindingslijn 149"/>
              <p:cNvCxnSpPr/>
              <p:nvPr/>
            </p:nvCxnSpPr>
            <p:spPr>
              <a:xfrm>
                <a:off x="13407840" y="2216880"/>
                <a:ext cx="360" cy="142920"/>
              </a:xfrm>
              <a:prstGeom prst="straightConnector1">
                <a:avLst/>
              </a:prstGeom>
              <a:ln w="3175">
                <a:solidFill>
                  <a:srgbClr val="44546a"/>
                </a:solidFill>
                <a:round/>
              </a:ln>
            </p:spPr>
          </p:cxnSp>
          <p:sp>
            <p:nvSpPr>
              <p:cNvPr id="1001" name="Gelijkbenige driehoek 150"/>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cxnSp>
          <p:nvCxnSpPr>
            <p:cNvPr id="1002" name="Rechte verbindingslijn 143"/>
            <p:cNvCxnSpPr/>
            <p:nvPr/>
          </p:nvCxnSpPr>
          <p:spPr>
            <a:xfrm>
              <a:off x="12396960" y="2499480"/>
              <a:ext cx="3178440" cy="360"/>
            </a:xfrm>
            <a:prstGeom prst="straightConnector1">
              <a:avLst/>
            </a:prstGeom>
            <a:ln w="3175">
              <a:solidFill>
                <a:srgbClr val="ea7600"/>
              </a:solidFill>
              <a:round/>
            </a:ln>
          </p:spPr>
        </p:cxnSp>
        <p:grpSp>
          <p:nvGrpSpPr>
            <p:cNvPr id="1003" name="Groep 144"/>
            <p:cNvGrpSpPr/>
            <p:nvPr/>
          </p:nvGrpSpPr>
          <p:grpSpPr>
            <a:xfrm>
              <a:off x="12751560" y="1147680"/>
              <a:ext cx="289080" cy="314640"/>
              <a:chOff x="12751560" y="1147680"/>
              <a:chExt cx="289080" cy="314640"/>
            </a:xfrm>
          </p:grpSpPr>
          <p:sp>
            <p:nvSpPr>
              <p:cNvPr id="1004" name="Rechthoek 145"/>
              <p:cNvSpPr/>
              <p:nvPr/>
            </p:nvSpPr>
            <p:spPr>
              <a:xfrm>
                <a:off x="12751560" y="1246320"/>
                <a:ext cx="78840" cy="216000"/>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05" name="Rechthoek 146"/>
              <p:cNvSpPr/>
              <p:nvPr/>
            </p:nvSpPr>
            <p:spPr>
              <a:xfrm>
                <a:off x="12855960" y="1147680"/>
                <a:ext cx="78840" cy="314640"/>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06" name="Rechthoek 147"/>
              <p:cNvSpPr/>
              <p:nvPr/>
            </p:nvSpPr>
            <p:spPr>
              <a:xfrm>
                <a:off x="12961800" y="1217880"/>
                <a:ext cx="78840" cy="24444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pic>
        <p:nvPicPr>
          <p:cNvPr id="1007" name="logo" descr=""/>
          <p:cNvPicPr/>
          <p:nvPr/>
        </p:nvPicPr>
        <p:blipFill>
          <a:blip r:embed="rId10">
            <a:extLst>
              <a:ext uri="{96DAC541-7B7A-43D3-8B79-37D633B846F1}">
                <asvg:svgBlip xmlns:asvg="http://schemas.microsoft.com/office/drawing/2016/SVG/main" r:embed="rId11"/>
              </a:ext>
            </a:extLst>
          </a:blip>
          <a:stretch/>
        </p:blipFill>
        <p:spPr>
          <a:xfrm>
            <a:off x="10987200" y="6122160"/>
            <a:ext cx="951840" cy="482040"/>
          </a:xfrm>
          <a:prstGeom prst="rect">
            <a:avLst/>
          </a:prstGeom>
          <a:ln w="0">
            <a:noFill/>
          </a:ln>
        </p:spPr>
      </p:pic>
      <p:sp>
        <p:nvSpPr>
          <p:cNvPr id="1008"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
        <p:nvSpPr>
          <p:cNvPr id="1009" name="PlaceHolder 6"/>
          <p:cNvSpPr>
            <a:spLocks noGrp="1"/>
          </p:cNvSpPr>
          <p:nvPr>
            <p:ph type="sldNum" idx="39"/>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CE57F3B5-9108-49F1-ACEA-1BF8FCA63A00}"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1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10"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1011" name="GRID"/>
          <p:cNvGrpSpPr/>
          <p:nvPr/>
        </p:nvGrpSpPr>
        <p:grpSpPr>
          <a:xfrm>
            <a:off x="0" y="0"/>
            <a:ext cx="12191760" cy="6857640"/>
            <a:chOff x="0" y="0"/>
            <a:chExt cx="12191760" cy="6857640"/>
          </a:xfrm>
        </p:grpSpPr>
        <p:sp>
          <p:nvSpPr>
            <p:cNvPr id="1012"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13"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14"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15"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16"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17"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18"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19"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20"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21"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22"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023" name="KADER"/>
          <p:cNvGrpSpPr/>
          <p:nvPr/>
        </p:nvGrpSpPr>
        <p:grpSpPr>
          <a:xfrm>
            <a:off x="-355680" y="-212040"/>
            <a:ext cx="12894120" cy="7257240"/>
            <a:chOff x="-355680" y="-212040"/>
            <a:chExt cx="12894120" cy="7257240"/>
          </a:xfrm>
        </p:grpSpPr>
        <p:sp>
          <p:nvSpPr>
            <p:cNvPr id="1024"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025"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026"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027"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1028" name="logoboven" descr=""/>
          <p:cNvPicPr/>
          <p:nvPr/>
        </p:nvPicPr>
        <p:blipFill>
          <a:blip r:embed="rId4"/>
          <a:stretch/>
        </p:blipFill>
        <p:spPr>
          <a:xfrm>
            <a:off x="5615280" y="-1395360"/>
            <a:ext cx="952200" cy="482040"/>
          </a:xfrm>
          <a:prstGeom prst="rect">
            <a:avLst/>
          </a:prstGeom>
          <a:ln w="0">
            <a:noFill/>
          </a:ln>
        </p:spPr>
      </p:pic>
      <p:sp>
        <p:nvSpPr>
          <p:cNvPr id="1029" name="PlaceHolder 1"/>
          <p:cNvSpPr>
            <a:spLocks noGrp="1"/>
          </p:cNvSpPr>
          <p:nvPr>
            <p:ph type="dt" idx="40"/>
          </p:nvPr>
        </p:nvSpPr>
        <p:spPr>
          <a:xfrm>
            <a:off x="7645680" y="698724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1030" name="PlaceHolder 2"/>
          <p:cNvSpPr>
            <a:spLocks noGrp="1"/>
          </p:cNvSpPr>
          <p:nvPr>
            <p:ph type="ftr" idx="41"/>
          </p:nvPr>
        </p:nvSpPr>
        <p:spPr>
          <a:xfrm>
            <a:off x="927000" y="698724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1031" name="PlaceHolder 3"/>
          <p:cNvSpPr>
            <a:spLocks noGrp="1"/>
          </p:cNvSpPr>
          <p:nvPr>
            <p:ph type="title"/>
          </p:nvPr>
        </p:nvSpPr>
        <p:spPr>
          <a:xfrm>
            <a:off x="522000" y="272160"/>
            <a:ext cx="1114596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1032" name="Tekstvak 6"/>
          <p:cNvSpPr/>
          <p:nvPr/>
        </p:nvSpPr>
        <p:spPr>
          <a:xfrm>
            <a:off x="5195520" y="-885600"/>
            <a:ext cx="180036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GRAFIEK (100%)</a:t>
            </a:r>
            <a:endParaRPr b="0" lang="en-US" sz="1200" spc="-1" strike="noStrike">
              <a:solidFill>
                <a:srgbClr val="000000"/>
              </a:solidFill>
              <a:latin typeface="Arial"/>
            </a:endParaRPr>
          </a:p>
        </p:txBody>
      </p:sp>
      <p:sp>
        <p:nvSpPr>
          <p:cNvPr id="1033" name="PlaceHolder 4"/>
          <p:cNvSpPr>
            <a:spLocks noGrp="1"/>
          </p:cNvSpPr>
          <p:nvPr>
            <p:ph type="body"/>
          </p:nvPr>
        </p:nvSpPr>
        <p:spPr>
          <a:xfrm>
            <a:off x="522000" y="1388880"/>
            <a:ext cx="11133000" cy="4469040"/>
          </a:xfrm>
          <a:prstGeom prst="rect">
            <a:avLst/>
          </a:prstGeom>
          <a:solidFill>
            <a:schemeClr val="lt1">
              <a:lumMod val="95000"/>
            </a:schemeClr>
          </a:solidFill>
          <a:ln w="0">
            <a:noFill/>
          </a:ln>
        </p:spPr>
        <p:txBody>
          <a:bodyPr lIns="90000" rIns="90000" tIns="162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grafiek in te voegen</a:t>
            </a:r>
            <a:endParaRPr b="0" lang="nl-NL" sz="1050" spc="-1" strike="noStrike">
              <a:solidFill>
                <a:schemeClr val="dk1"/>
              </a:solidFill>
              <a:latin typeface="Calibri"/>
            </a:endParaRPr>
          </a:p>
        </p:txBody>
      </p:sp>
      <p:grpSp>
        <p:nvGrpSpPr>
          <p:cNvPr id="1034" name="Instructie"/>
          <p:cNvGrpSpPr/>
          <p:nvPr/>
        </p:nvGrpSpPr>
        <p:grpSpPr>
          <a:xfrm>
            <a:off x="12389760" y="3046320"/>
            <a:ext cx="3183480" cy="2546280"/>
            <a:chOff x="12389760" y="3046320"/>
            <a:chExt cx="3183480" cy="2546280"/>
          </a:xfrm>
        </p:grpSpPr>
        <p:grpSp>
          <p:nvGrpSpPr>
            <p:cNvPr id="1035" name="Meer informatie"/>
            <p:cNvGrpSpPr/>
            <p:nvPr/>
          </p:nvGrpSpPr>
          <p:grpSpPr>
            <a:xfrm>
              <a:off x="12394800" y="4809600"/>
              <a:ext cx="3178440" cy="783000"/>
              <a:chOff x="12394800" y="4809600"/>
              <a:chExt cx="3178440" cy="783000"/>
            </a:xfrm>
          </p:grpSpPr>
          <p:sp>
            <p:nvSpPr>
              <p:cNvPr id="1036" name="Freeform 101"/>
              <p:cNvSpPr/>
              <p:nvPr/>
            </p:nvSpPr>
            <p:spPr>
              <a:xfrm>
                <a:off x="12394800" y="480960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1037" name="Rechthoek 132"/>
              <p:cNvSpPr/>
              <p:nvPr/>
            </p:nvSpPr>
            <p:spPr>
              <a:xfrm>
                <a:off x="12755520" y="488160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1038" name="Rechte verbindingslijn 133"/>
              <p:cNvCxnSpPr/>
              <p:nvPr/>
            </p:nvCxnSpPr>
            <p:spPr>
              <a:xfrm>
                <a:off x="12395160" y="5592600"/>
                <a:ext cx="3178440" cy="360"/>
              </a:xfrm>
              <a:prstGeom prst="straightConnector1">
                <a:avLst/>
              </a:prstGeom>
              <a:ln w="3175">
                <a:solidFill>
                  <a:srgbClr val="ea7600"/>
                </a:solidFill>
                <a:round/>
              </a:ln>
            </p:spPr>
          </p:cxnSp>
        </p:grpSp>
        <p:cxnSp>
          <p:nvCxnSpPr>
            <p:cNvPr id="1039" name="Rechte verbindingslijn 94"/>
            <p:cNvCxnSpPr/>
            <p:nvPr/>
          </p:nvCxnSpPr>
          <p:spPr>
            <a:xfrm>
              <a:off x="12395160" y="4682520"/>
              <a:ext cx="3178440" cy="360"/>
            </a:xfrm>
            <a:prstGeom prst="straightConnector1">
              <a:avLst/>
            </a:prstGeom>
            <a:ln w="3175">
              <a:solidFill>
                <a:srgbClr val="ea7600"/>
              </a:solidFill>
              <a:round/>
            </a:ln>
          </p:spPr>
        </p:cxnSp>
        <p:sp>
          <p:nvSpPr>
            <p:cNvPr id="1040" name="Rechthoek 95"/>
            <p:cNvSpPr/>
            <p:nvPr/>
          </p:nvSpPr>
          <p:spPr>
            <a:xfrm>
              <a:off x="12395520" y="304632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Data van de Grafiek Bewerken</a:t>
              </a:r>
              <a:endParaRPr b="0" lang="en-US" sz="1400" spc="-1" strike="noStrike">
                <a:solidFill>
                  <a:srgbClr val="000000"/>
                </a:solidFill>
                <a:latin typeface="Arial"/>
              </a:endParaRPr>
            </a:p>
          </p:txBody>
        </p:sp>
        <p:sp>
          <p:nvSpPr>
            <p:cNvPr id="1041" name="Ovaal 96"/>
            <p:cNvSpPr/>
            <p:nvPr/>
          </p:nvSpPr>
          <p:spPr>
            <a:xfrm>
              <a:off x="12389760" y="3425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1042" name="Rechte verbindingslijn 97"/>
            <p:cNvCxnSpPr/>
            <p:nvPr/>
          </p:nvCxnSpPr>
          <p:spPr>
            <a:xfrm>
              <a:off x="12395160" y="3303720"/>
              <a:ext cx="3178440" cy="360"/>
            </a:xfrm>
            <a:prstGeom prst="straightConnector1">
              <a:avLst/>
            </a:prstGeom>
            <a:ln w="3175">
              <a:solidFill>
                <a:srgbClr val="ea7600"/>
              </a:solidFill>
              <a:round/>
            </a:ln>
          </p:spPr>
        </p:cxnSp>
        <p:sp>
          <p:nvSpPr>
            <p:cNvPr id="1043" name="Rechthoek 98"/>
            <p:cNvSpPr/>
            <p:nvPr/>
          </p:nvSpPr>
          <p:spPr>
            <a:xfrm>
              <a:off x="12755520" y="3491280"/>
              <a:ext cx="2817720" cy="313920"/>
            </a:xfrm>
            <a:prstGeom prst="rect">
              <a:avLst/>
            </a:prstGeom>
            <a:noFill/>
            <a:ln w="25400">
              <a:noFill/>
            </a:ln>
          </p:spPr>
          <p:style>
            <a:lnRef idx="0"/>
            <a:fillRef idx="0"/>
            <a:effectRef idx="0"/>
            <a:fontRef idx="minor"/>
          </p:style>
          <p:txBody>
            <a:bodyPr lIns="0" rIns="0" tIns="0" bIns="0" anchor="t">
              <a:noAutofit/>
            </a:bodyPr>
            <a:p>
              <a:pPr defTabSz="914400">
                <a:lnSpc>
                  <a:spcPct val="100000"/>
                </a:lnSpc>
              </a:pPr>
              <a:r>
                <a:rPr b="0" lang="nl-NL" sz="1100" spc="-1" strike="noStrike">
                  <a:solidFill>
                    <a:schemeClr val="dk1"/>
                  </a:solidFill>
                  <a:latin typeface="Calibri"/>
                </a:rPr>
                <a:t>Selecteer de grafiek, klik met de rechter muisknop en kies </a:t>
              </a:r>
              <a:r>
                <a:rPr b="1" lang="nl-NL" sz="1100" spc="-1" strike="noStrike">
                  <a:solidFill>
                    <a:schemeClr val="dk1"/>
                  </a:solidFill>
                  <a:latin typeface="Calibri"/>
                </a:rPr>
                <a:t>‘Gegevens bewerken’</a:t>
              </a:r>
              <a:endParaRPr b="0" lang="en-US" sz="1100" spc="-1" strike="noStrike">
                <a:solidFill>
                  <a:srgbClr val="000000"/>
                </a:solidFill>
                <a:latin typeface="Arial"/>
              </a:endParaRPr>
            </a:p>
          </p:txBody>
        </p:sp>
        <p:grpSp>
          <p:nvGrpSpPr>
            <p:cNvPr id="1044" name="Groep 99"/>
            <p:cNvGrpSpPr/>
            <p:nvPr/>
          </p:nvGrpSpPr>
          <p:grpSpPr>
            <a:xfrm>
              <a:off x="12755520" y="3942000"/>
              <a:ext cx="1713960" cy="639360"/>
              <a:chOff x="12755520" y="3942000"/>
              <a:chExt cx="1713960" cy="639360"/>
            </a:xfrm>
          </p:grpSpPr>
          <p:sp>
            <p:nvSpPr>
              <p:cNvPr id="1045" name="Rechthoek 100"/>
              <p:cNvSpPr/>
              <p:nvPr/>
            </p:nvSpPr>
            <p:spPr>
              <a:xfrm>
                <a:off x="12755520" y="3942000"/>
                <a:ext cx="1626480" cy="580680"/>
              </a:xfrm>
              <a:prstGeom prst="rect">
                <a:avLst/>
              </a:prstGeom>
              <a:solidFill>
                <a:schemeClr val="bg1"/>
              </a:solidFill>
              <a:ln>
                <a:solidFill>
                  <a:srgbClr val="d1d1d1"/>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1046" name="Rechthoek 101"/>
              <p:cNvSpPr/>
              <p:nvPr/>
            </p:nvSpPr>
            <p:spPr>
              <a:xfrm>
                <a:off x="12766320" y="4253400"/>
                <a:ext cx="1608840" cy="261000"/>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047" name="Tekstvak 102"/>
              <p:cNvSpPr/>
              <p:nvPr/>
            </p:nvSpPr>
            <p:spPr>
              <a:xfrm>
                <a:off x="12995640" y="3981240"/>
                <a:ext cx="1247760" cy="2134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900" spc="-1" strike="noStrike">
                    <a:solidFill>
                      <a:schemeClr val="dk1"/>
                    </a:solidFill>
                    <a:latin typeface="Arial"/>
                  </a:rPr>
                  <a:t>Grafiektype wijzigen</a:t>
                </a:r>
                <a:endParaRPr b="0" lang="en-US" sz="900" spc="-1" strike="noStrike">
                  <a:solidFill>
                    <a:srgbClr val="000000"/>
                  </a:solidFill>
                  <a:latin typeface="Arial"/>
                </a:endParaRPr>
              </a:p>
            </p:txBody>
          </p:sp>
          <p:sp>
            <p:nvSpPr>
              <p:cNvPr id="1048" name="Tekstvak 103"/>
              <p:cNvSpPr/>
              <p:nvPr/>
            </p:nvSpPr>
            <p:spPr>
              <a:xfrm>
                <a:off x="12982320" y="4302360"/>
                <a:ext cx="1274400" cy="213480"/>
              </a:xfrm>
              <a:prstGeom prst="rect">
                <a:avLst/>
              </a:prstGeom>
              <a:noFill/>
              <a:ln w="0">
                <a:noFill/>
              </a:ln>
            </p:spPr>
            <p:style>
              <a:lnRef idx="0"/>
              <a:fillRef idx="0"/>
              <a:effectRef idx="0"/>
              <a:fontRef idx="minor"/>
            </p:style>
            <p:txBody>
              <a:bodyPr lIns="90000" rIns="90000" tIns="45000" bIns="45000" anchor="t">
                <a:spAutoFit/>
              </a:bodyPr>
              <a:p>
                <a:pPr defTabSz="1217520">
                  <a:lnSpc>
                    <a:spcPct val="90000"/>
                  </a:lnSpc>
                  <a:spcBef>
                    <a:spcPts val="601"/>
                  </a:spcBef>
                  <a:spcAft>
                    <a:spcPts val="601"/>
                  </a:spcAft>
                </a:pPr>
                <a:r>
                  <a:rPr b="0" lang="nl-NL" sz="900" spc="-1" strike="noStrike">
                    <a:solidFill>
                      <a:schemeClr val="dk1"/>
                    </a:solidFill>
                    <a:latin typeface="Arial"/>
                  </a:rPr>
                  <a:t>Gegevens bewerken</a:t>
                </a:r>
                <a:endParaRPr b="0" lang="en-US" sz="900" spc="-1" strike="noStrike">
                  <a:solidFill>
                    <a:srgbClr val="000000"/>
                  </a:solidFill>
                  <a:latin typeface="Arial"/>
                </a:endParaRPr>
              </a:p>
            </p:txBody>
          </p:sp>
          <p:pic>
            <p:nvPicPr>
              <p:cNvPr id="1049" name="Picture 3" descr=""/>
              <p:cNvPicPr/>
              <p:nvPr/>
            </p:nvPicPr>
            <p:blipFill>
              <a:blip r:embed="rId5"/>
              <a:stretch/>
            </p:blipFill>
            <p:spPr>
              <a:xfrm>
                <a:off x="14326920" y="4350240"/>
                <a:ext cx="142560" cy="231120"/>
              </a:xfrm>
              <a:prstGeom prst="rect">
                <a:avLst/>
              </a:prstGeom>
              <a:ln w="0">
                <a:noFill/>
              </a:ln>
            </p:spPr>
          </p:pic>
          <p:grpSp>
            <p:nvGrpSpPr>
              <p:cNvPr id="1050" name="Groep 105"/>
              <p:cNvGrpSpPr/>
              <p:nvPr/>
            </p:nvGrpSpPr>
            <p:grpSpPr>
              <a:xfrm>
                <a:off x="12829320" y="4008600"/>
                <a:ext cx="139320" cy="151920"/>
                <a:chOff x="12829320" y="4008600"/>
                <a:chExt cx="139320" cy="151920"/>
              </a:xfrm>
            </p:grpSpPr>
            <p:sp>
              <p:nvSpPr>
                <p:cNvPr id="1051" name="Rechthoek 128"/>
                <p:cNvSpPr/>
                <p:nvPr/>
              </p:nvSpPr>
              <p:spPr>
                <a:xfrm>
                  <a:off x="12829320" y="4056120"/>
                  <a:ext cx="37800" cy="104400"/>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2000" spc="-1" strike="noStrike">
                    <a:solidFill>
                      <a:schemeClr val="dk2"/>
                    </a:solidFill>
                    <a:latin typeface="Calibri"/>
                  </a:endParaRPr>
                </a:p>
              </p:txBody>
            </p:sp>
            <p:sp>
              <p:nvSpPr>
                <p:cNvPr id="1052" name="Rechthoek 129"/>
                <p:cNvSpPr/>
                <p:nvPr/>
              </p:nvSpPr>
              <p:spPr>
                <a:xfrm>
                  <a:off x="12879720" y="4008600"/>
                  <a:ext cx="37800" cy="151920"/>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2000" spc="-1" strike="noStrike">
                    <a:solidFill>
                      <a:schemeClr val="dk2"/>
                    </a:solidFill>
                    <a:latin typeface="Calibri"/>
                  </a:endParaRPr>
                </a:p>
              </p:txBody>
            </p:sp>
            <p:sp>
              <p:nvSpPr>
                <p:cNvPr id="1053" name="Rechthoek 130"/>
                <p:cNvSpPr/>
                <p:nvPr/>
              </p:nvSpPr>
              <p:spPr>
                <a:xfrm>
                  <a:off x="12930840" y="4042440"/>
                  <a:ext cx="37800" cy="11808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2000" spc="-1" strike="noStrike">
                    <a:solidFill>
                      <a:schemeClr val="dk2"/>
                    </a:solidFill>
                    <a:latin typeface="Calibri"/>
                  </a:endParaRPr>
                </a:p>
              </p:txBody>
            </p:sp>
          </p:grpSp>
          <p:grpSp>
            <p:nvGrpSpPr>
              <p:cNvPr id="1054" name="Groep 106"/>
              <p:cNvGrpSpPr/>
              <p:nvPr/>
            </p:nvGrpSpPr>
            <p:grpSpPr>
              <a:xfrm>
                <a:off x="12828960" y="4325040"/>
                <a:ext cx="174600" cy="168120"/>
                <a:chOff x="12828960" y="4325040"/>
                <a:chExt cx="174600" cy="168120"/>
              </a:xfrm>
            </p:grpSpPr>
            <p:sp>
              <p:nvSpPr>
                <p:cNvPr id="1055" name="Rechthoek 107"/>
                <p:cNvSpPr/>
                <p:nvPr/>
              </p:nvSpPr>
              <p:spPr>
                <a:xfrm>
                  <a:off x="12829320" y="4345920"/>
                  <a:ext cx="136440" cy="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1760" bIns="41760" anchor="ctr">
                  <a:noAutofit/>
                </a:bodyPr>
                <a:p>
                  <a:pPr algn="ctr" defTabSz="914400">
                    <a:lnSpc>
                      <a:spcPct val="100000"/>
                    </a:lnSpc>
                  </a:pPr>
                  <a:endParaRPr b="0" lang="nl-NL" sz="1800" spc="-1" strike="noStrike">
                    <a:solidFill>
                      <a:schemeClr val="lt1"/>
                    </a:solidFill>
                    <a:latin typeface="Calibri"/>
                  </a:endParaRPr>
                </a:p>
              </p:txBody>
            </p:sp>
            <p:grpSp>
              <p:nvGrpSpPr>
                <p:cNvPr id="1056" name="Groep 108"/>
                <p:cNvGrpSpPr/>
                <p:nvPr/>
              </p:nvGrpSpPr>
              <p:grpSpPr>
                <a:xfrm>
                  <a:off x="12828960" y="4325040"/>
                  <a:ext cx="174600" cy="168120"/>
                  <a:chOff x="12828960" y="4325040"/>
                  <a:chExt cx="174600" cy="168120"/>
                </a:xfrm>
              </p:grpSpPr>
              <p:grpSp>
                <p:nvGrpSpPr>
                  <p:cNvPr id="1057" name="Groep 109"/>
                  <p:cNvGrpSpPr/>
                  <p:nvPr/>
                </p:nvGrpSpPr>
                <p:grpSpPr>
                  <a:xfrm>
                    <a:off x="12828960" y="4325040"/>
                    <a:ext cx="137880" cy="107640"/>
                    <a:chOff x="12828960" y="4325040"/>
                    <a:chExt cx="137880" cy="107640"/>
                  </a:xfrm>
                </p:grpSpPr>
                <p:sp>
                  <p:nvSpPr>
                    <p:cNvPr id="1058" name="Rechthoek 114"/>
                    <p:cNvSpPr/>
                    <p:nvPr/>
                  </p:nvSpPr>
                  <p:spPr>
                    <a:xfrm>
                      <a:off x="12829320" y="4325040"/>
                      <a:ext cx="136440" cy="2232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p:style>
                  <p:txBody>
                    <a:bodyPr lIns="90000" rIns="90000" tIns="-22320" bIns="-22320" anchor="ctr">
                      <a:noAutofit/>
                    </a:bodyPr>
                    <a:p>
                      <a:pPr algn="ctr" defTabSz="914400">
                        <a:lnSpc>
                          <a:spcPct val="100000"/>
                        </a:lnSpc>
                      </a:pPr>
                      <a:endParaRPr b="0" lang="nl-NL" sz="1800" spc="-1" strike="noStrike">
                        <a:solidFill>
                          <a:schemeClr val="lt1"/>
                        </a:solidFill>
                        <a:latin typeface="Calibri"/>
                      </a:endParaRPr>
                    </a:p>
                  </p:txBody>
                </p:sp>
                <p:grpSp>
                  <p:nvGrpSpPr>
                    <p:cNvPr id="1059" name="Groep 115"/>
                    <p:cNvGrpSpPr/>
                    <p:nvPr/>
                  </p:nvGrpSpPr>
                  <p:grpSpPr>
                    <a:xfrm>
                      <a:off x="12828960" y="4325760"/>
                      <a:ext cx="135360" cy="106920"/>
                      <a:chOff x="12828960" y="4325760"/>
                      <a:chExt cx="135360" cy="106920"/>
                    </a:xfrm>
                  </p:grpSpPr>
                  <p:cxnSp>
                    <p:nvCxnSpPr>
                      <p:cNvPr id="1060" name="Rechte verbindingslijn 121"/>
                      <p:cNvCxnSpPr/>
                      <p:nvPr/>
                    </p:nvCxnSpPr>
                    <p:spPr>
                      <a:xfrm>
                        <a:off x="12828960" y="4325760"/>
                        <a:ext cx="360" cy="107280"/>
                      </a:xfrm>
                      <a:prstGeom prst="straightConnector1">
                        <a:avLst/>
                      </a:prstGeom>
                      <a:ln>
                        <a:solidFill>
                          <a:srgbClr val="818181"/>
                        </a:solidFill>
                      </a:ln>
                    </p:spPr>
                  </p:cxnSp>
                  <p:cxnSp>
                    <p:nvCxnSpPr>
                      <p:cNvPr id="1061" name="Rechte verbindingslijn 122"/>
                      <p:cNvCxnSpPr/>
                      <p:nvPr/>
                    </p:nvCxnSpPr>
                    <p:spPr>
                      <a:xfrm>
                        <a:off x="12964320" y="4325760"/>
                        <a:ext cx="360" cy="107280"/>
                      </a:xfrm>
                      <a:prstGeom prst="straightConnector1">
                        <a:avLst/>
                      </a:prstGeom>
                      <a:ln>
                        <a:solidFill>
                          <a:srgbClr val="818181"/>
                        </a:solidFill>
                      </a:ln>
                    </p:spPr>
                  </p:cxnSp>
                  <p:grpSp>
                    <p:nvGrpSpPr>
                      <p:cNvPr id="1062" name="Groep 123"/>
                      <p:cNvGrpSpPr/>
                      <p:nvPr/>
                    </p:nvGrpSpPr>
                    <p:grpSpPr>
                      <a:xfrm>
                        <a:off x="12856680" y="4325760"/>
                        <a:ext cx="82080" cy="106920"/>
                        <a:chOff x="12856680" y="4325760"/>
                        <a:chExt cx="82080" cy="106920"/>
                      </a:xfrm>
                    </p:grpSpPr>
                    <p:cxnSp>
                      <p:nvCxnSpPr>
                        <p:cNvPr id="1063" name="Rechte verbindingslijn 124"/>
                        <p:cNvCxnSpPr/>
                        <p:nvPr/>
                      </p:nvCxnSpPr>
                      <p:spPr>
                        <a:xfrm>
                          <a:off x="12884040" y="4325760"/>
                          <a:ext cx="360" cy="107280"/>
                        </a:xfrm>
                        <a:prstGeom prst="straightConnector1">
                          <a:avLst/>
                        </a:prstGeom>
                        <a:ln>
                          <a:solidFill>
                            <a:srgbClr val="818181"/>
                          </a:solidFill>
                        </a:ln>
                      </p:spPr>
                    </p:cxnSp>
                    <p:cxnSp>
                      <p:nvCxnSpPr>
                        <p:cNvPr id="1064" name="Rechte verbindingslijn 125"/>
                        <p:cNvCxnSpPr/>
                        <p:nvPr/>
                      </p:nvCxnSpPr>
                      <p:spPr>
                        <a:xfrm>
                          <a:off x="12856680" y="4325760"/>
                          <a:ext cx="360" cy="107280"/>
                        </a:xfrm>
                        <a:prstGeom prst="straightConnector1">
                          <a:avLst/>
                        </a:prstGeom>
                        <a:ln>
                          <a:solidFill>
                            <a:srgbClr val="818181"/>
                          </a:solidFill>
                        </a:ln>
                      </p:spPr>
                    </p:cxnSp>
                    <p:cxnSp>
                      <p:nvCxnSpPr>
                        <p:cNvPr id="1065" name="Rechte verbindingslijn 126"/>
                        <p:cNvCxnSpPr/>
                        <p:nvPr/>
                      </p:nvCxnSpPr>
                      <p:spPr>
                        <a:xfrm>
                          <a:off x="12911400" y="4325760"/>
                          <a:ext cx="360" cy="107280"/>
                        </a:xfrm>
                        <a:prstGeom prst="straightConnector1">
                          <a:avLst/>
                        </a:prstGeom>
                        <a:ln>
                          <a:solidFill>
                            <a:srgbClr val="818181"/>
                          </a:solidFill>
                        </a:ln>
                      </p:spPr>
                    </p:cxnSp>
                    <p:cxnSp>
                      <p:nvCxnSpPr>
                        <p:cNvPr id="1066" name="Rechte verbindingslijn 127"/>
                        <p:cNvCxnSpPr/>
                        <p:nvPr/>
                      </p:nvCxnSpPr>
                      <p:spPr>
                        <a:xfrm>
                          <a:off x="12938760" y="4325760"/>
                          <a:ext cx="360" cy="107280"/>
                        </a:xfrm>
                        <a:prstGeom prst="straightConnector1">
                          <a:avLst/>
                        </a:prstGeom>
                        <a:ln>
                          <a:solidFill>
                            <a:srgbClr val="818181"/>
                          </a:solidFill>
                        </a:ln>
                      </p:spPr>
                    </p:cxnSp>
                  </p:grpSp>
                </p:grpSp>
                <p:cxnSp>
                  <p:nvCxnSpPr>
                    <p:cNvPr id="1067" name="Rechte verbindingslijn 116"/>
                    <p:cNvCxnSpPr/>
                    <p:nvPr/>
                  </p:nvCxnSpPr>
                  <p:spPr>
                    <a:xfrm flipH="1">
                      <a:off x="12829680" y="4432680"/>
                      <a:ext cx="137520" cy="360"/>
                    </a:xfrm>
                    <a:prstGeom prst="straightConnector1">
                      <a:avLst/>
                    </a:prstGeom>
                    <a:ln>
                      <a:solidFill>
                        <a:srgbClr val="818181"/>
                      </a:solidFill>
                    </a:ln>
                  </p:spPr>
                </p:cxnSp>
                <p:grpSp>
                  <p:nvGrpSpPr>
                    <p:cNvPr id="1068" name="Groep 117"/>
                    <p:cNvGrpSpPr/>
                    <p:nvPr/>
                  </p:nvGrpSpPr>
                  <p:grpSpPr>
                    <a:xfrm>
                      <a:off x="12828960" y="4367880"/>
                      <a:ext cx="137160" cy="43200"/>
                      <a:chOff x="12828960" y="4367880"/>
                      <a:chExt cx="137160" cy="43200"/>
                    </a:xfrm>
                  </p:grpSpPr>
                  <p:cxnSp>
                    <p:nvCxnSpPr>
                      <p:cNvPr id="1069" name="Rechte verbindingslijn 118"/>
                      <p:cNvCxnSpPr/>
                      <p:nvPr/>
                    </p:nvCxnSpPr>
                    <p:spPr>
                      <a:xfrm flipH="1">
                        <a:off x="12828960" y="4411080"/>
                        <a:ext cx="137520" cy="360"/>
                      </a:xfrm>
                      <a:prstGeom prst="straightConnector1">
                        <a:avLst/>
                      </a:prstGeom>
                      <a:ln>
                        <a:solidFill>
                          <a:srgbClr val="818181"/>
                        </a:solidFill>
                      </a:ln>
                    </p:spPr>
                  </p:cxnSp>
                  <p:cxnSp>
                    <p:nvCxnSpPr>
                      <p:cNvPr id="1070" name="Rechte verbindingslijn 119"/>
                      <p:cNvCxnSpPr/>
                      <p:nvPr/>
                    </p:nvCxnSpPr>
                    <p:spPr>
                      <a:xfrm flipH="1">
                        <a:off x="12828960" y="4389480"/>
                        <a:ext cx="137520" cy="360"/>
                      </a:xfrm>
                      <a:prstGeom prst="straightConnector1">
                        <a:avLst/>
                      </a:prstGeom>
                      <a:ln>
                        <a:solidFill>
                          <a:srgbClr val="818181"/>
                        </a:solidFill>
                      </a:ln>
                    </p:spPr>
                  </p:cxnSp>
                  <p:cxnSp>
                    <p:nvCxnSpPr>
                      <p:cNvPr id="1071" name="Rechte verbindingslijn 120"/>
                      <p:cNvCxnSpPr/>
                      <p:nvPr/>
                    </p:nvCxnSpPr>
                    <p:spPr>
                      <a:xfrm flipH="1">
                        <a:off x="12828960" y="4367880"/>
                        <a:ext cx="137520" cy="360"/>
                      </a:xfrm>
                      <a:prstGeom prst="straightConnector1">
                        <a:avLst/>
                      </a:prstGeom>
                      <a:ln>
                        <a:solidFill>
                          <a:srgbClr val="818181"/>
                        </a:solidFill>
                      </a:ln>
                    </p:spPr>
                  </p:cxnSp>
                </p:grpSp>
              </p:grpSp>
              <p:grpSp>
                <p:nvGrpSpPr>
                  <p:cNvPr id="1072" name="Groep 110"/>
                  <p:cNvGrpSpPr/>
                  <p:nvPr/>
                </p:nvGrpSpPr>
                <p:grpSpPr>
                  <a:xfrm>
                    <a:off x="12875040" y="4363920"/>
                    <a:ext cx="128520" cy="129240"/>
                    <a:chOff x="12875040" y="4363920"/>
                    <a:chExt cx="128520" cy="129240"/>
                  </a:xfrm>
                </p:grpSpPr>
                <p:sp>
                  <p:nvSpPr>
                    <p:cNvPr id="1073" name="Rechthoek 111"/>
                    <p:cNvSpPr/>
                    <p:nvPr/>
                  </p:nvSpPr>
                  <p:spPr>
                    <a:xfrm rot="2700000">
                      <a:off x="12930840" y="4384800"/>
                      <a:ext cx="32760" cy="70200"/>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25560" bIns="25560" anchor="ctr">
                      <a:noAutofit/>
                    </a:bodyPr>
                    <a:p>
                      <a:pPr algn="ctr" defTabSz="914400">
                        <a:lnSpc>
                          <a:spcPct val="100000"/>
                        </a:lnSpc>
                      </a:pPr>
                      <a:endParaRPr b="0" lang="nl-NL" sz="1800" spc="-1" strike="noStrike">
                        <a:solidFill>
                          <a:schemeClr val="lt1"/>
                        </a:solidFill>
                        <a:latin typeface="Calibri"/>
                      </a:endParaRPr>
                    </a:p>
                  </p:txBody>
                </p:sp>
                <p:sp>
                  <p:nvSpPr>
                    <p:cNvPr id="1074" name="Rechthoek: afgeronde bovenhoeken 112"/>
                    <p:cNvSpPr/>
                    <p:nvPr/>
                  </p:nvSpPr>
                  <p:spPr>
                    <a:xfrm rot="2700000">
                      <a:off x="12967920" y="4372200"/>
                      <a:ext cx="32760" cy="21600"/>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25920" bIns="-25920" anchor="ctr">
                      <a:noAutofit/>
                    </a:bodyPr>
                    <a:p>
                      <a:pPr algn="ctr" defTabSz="914400">
                        <a:lnSpc>
                          <a:spcPct val="100000"/>
                        </a:lnSpc>
                      </a:pPr>
                      <a:endParaRPr b="0" lang="nl-NL" sz="1800" spc="-1" strike="noStrike">
                        <a:solidFill>
                          <a:schemeClr val="lt1"/>
                        </a:solidFill>
                        <a:latin typeface="Calibri"/>
                      </a:endParaRPr>
                    </a:p>
                  </p:txBody>
                </p:sp>
                <p:sp>
                  <p:nvSpPr>
                    <p:cNvPr id="1075" name="Gelijkbenige driehoek 113"/>
                    <p:cNvSpPr/>
                    <p:nvPr/>
                  </p:nvSpPr>
                  <p:spPr>
                    <a:xfrm rot="13500000">
                      <a:off x="12885840" y="4443120"/>
                      <a:ext cx="32760" cy="44640"/>
                    </a:xfrm>
                    <a:prstGeom prst="triangle">
                      <a:avLst>
                        <a:gd name="adj" fmla="val 50000"/>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22320" bIns="-22320" anchor="ctr">
                      <a:noAutofit/>
                    </a:bodyPr>
                    <a:p>
                      <a:pPr algn="ctr" defTabSz="914400">
                        <a:lnSpc>
                          <a:spcPct val="100000"/>
                        </a:lnSpc>
                      </a:pPr>
                      <a:endParaRPr b="0" lang="nl-NL" sz="1800" spc="-1" strike="noStrike">
                        <a:solidFill>
                          <a:schemeClr val="lt1"/>
                        </a:solidFill>
                        <a:latin typeface="Calibri"/>
                      </a:endParaRPr>
                    </a:p>
                  </p:txBody>
                </p:sp>
              </p:grpSp>
            </p:grpSp>
          </p:grpSp>
        </p:grpSp>
      </p:grpSp>
      <p:grpSp>
        <p:nvGrpSpPr>
          <p:cNvPr id="1076" name="GRID"/>
          <p:cNvGrpSpPr/>
          <p:nvPr/>
        </p:nvGrpSpPr>
        <p:grpSpPr>
          <a:xfrm>
            <a:off x="0" y="0"/>
            <a:ext cx="12191760" cy="6857640"/>
            <a:chOff x="0" y="0"/>
            <a:chExt cx="12191760" cy="6857640"/>
          </a:xfrm>
        </p:grpSpPr>
        <p:sp>
          <p:nvSpPr>
            <p:cNvPr id="1077" name="Rechthoek 7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78" name="Rechthoek 7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79" name="Rechthoek 7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0" name="Rechthoek 7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1" name="Rechthoek 7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2" name="Rechthoek 7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3" name="Rechthoek 7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4" name="Rechthoek 80"/>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5" name="Rechthoek 81"/>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6" name="Rechthoek 82"/>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7" name="Rechthoek 83"/>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088" name="Rechthoek 84"/>
            <p:cNvSpPr/>
            <p:nvPr/>
          </p:nvSpPr>
          <p:spPr>
            <a:xfrm>
              <a:off x="596448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089" name="Instructie"/>
          <p:cNvGrpSpPr/>
          <p:nvPr/>
        </p:nvGrpSpPr>
        <p:grpSpPr>
          <a:xfrm>
            <a:off x="12391560" y="0"/>
            <a:ext cx="3183480" cy="2499480"/>
            <a:chOff x="12391560" y="0"/>
            <a:chExt cx="3183480" cy="2499480"/>
          </a:xfrm>
        </p:grpSpPr>
        <p:sp>
          <p:nvSpPr>
            <p:cNvPr id="1090" name="Rechthoek 135"/>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Grafiek invoegen/veranderen</a:t>
              </a:r>
              <a:endParaRPr b="0" lang="en-US" sz="1400" spc="-1" strike="noStrike">
                <a:solidFill>
                  <a:srgbClr val="000000"/>
                </a:solidFill>
                <a:latin typeface="Arial"/>
              </a:endParaRPr>
            </a:p>
          </p:txBody>
        </p:sp>
        <p:sp>
          <p:nvSpPr>
            <p:cNvPr id="1091" name="Ovaal 136"/>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1092" name="Rechte verbindingslijn 137"/>
            <p:cNvCxnSpPr/>
            <p:nvPr/>
          </p:nvCxnSpPr>
          <p:spPr>
            <a:xfrm>
              <a:off x="12396960" y="241560"/>
              <a:ext cx="3178440" cy="360"/>
            </a:xfrm>
            <a:prstGeom prst="straightConnector1">
              <a:avLst/>
            </a:prstGeom>
            <a:ln w="3175">
              <a:solidFill>
                <a:srgbClr val="ea7600"/>
              </a:solidFill>
              <a:round/>
            </a:ln>
          </p:spPr>
        </p:cxnSp>
        <p:cxnSp>
          <p:nvCxnSpPr>
            <p:cNvPr id="1093" name="Rechte verbindingslijn 138"/>
            <p:cNvCxnSpPr/>
            <p:nvPr/>
          </p:nvCxnSpPr>
          <p:spPr>
            <a:xfrm>
              <a:off x="12396960" y="1577880"/>
              <a:ext cx="3178440" cy="360"/>
            </a:xfrm>
            <a:prstGeom prst="straightConnector1">
              <a:avLst/>
            </a:prstGeom>
            <a:ln w="3175">
              <a:solidFill>
                <a:srgbClr val="ea7600"/>
              </a:solidFill>
              <a:round/>
            </a:ln>
          </p:spPr>
        </p:cxnSp>
        <p:sp>
          <p:nvSpPr>
            <p:cNvPr id="1094" name="Rechthoek 139"/>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grafiek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grafiek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sp>
          <p:nvSpPr>
            <p:cNvPr id="1095" name="Ovaal 140"/>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1096" name="Rechthoek 141"/>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de gewenste grafiek</a:t>
              </a:r>
              <a:br>
                <a:rPr sz="1100"/>
              </a:br>
              <a:r>
                <a:rPr b="0" lang="nl-NL" sz="1100" spc="-1" strike="noStrike">
                  <a:solidFill>
                    <a:srgbClr val="000000"/>
                  </a:solidFill>
                  <a:latin typeface="Calibri"/>
                </a:rPr>
                <a:t>en klik op </a:t>
              </a:r>
              <a:r>
                <a:rPr b="1" lang="nl-NL" sz="1100" spc="-1" strike="noStrike">
                  <a:solidFill>
                    <a:srgbClr val="000000"/>
                  </a:solidFill>
                  <a:latin typeface="Calibri"/>
                </a:rPr>
                <a:t>‘Invoegen’</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1097" name="Groep 142"/>
            <p:cNvGrpSpPr/>
            <p:nvPr/>
          </p:nvGrpSpPr>
          <p:grpSpPr>
            <a:xfrm>
              <a:off x="12757320" y="2184480"/>
              <a:ext cx="825120" cy="209160"/>
              <a:chOff x="12757320" y="2184480"/>
              <a:chExt cx="825120" cy="209160"/>
            </a:xfrm>
          </p:grpSpPr>
          <p:sp>
            <p:nvSpPr>
              <p:cNvPr id="1098" name="Rechthoek 148"/>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108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Invoegen</a:t>
                </a:r>
                <a:endParaRPr b="0" lang="en-US" sz="800" spc="-1" strike="noStrike">
                  <a:solidFill>
                    <a:srgbClr val="000000"/>
                  </a:solidFill>
                  <a:latin typeface="Arial"/>
                </a:endParaRPr>
              </a:p>
            </p:txBody>
          </p:sp>
          <p:cxnSp>
            <p:nvCxnSpPr>
              <p:cNvPr id="1099" name="Rechte verbindingslijn 149"/>
              <p:cNvCxnSpPr/>
              <p:nvPr/>
            </p:nvCxnSpPr>
            <p:spPr>
              <a:xfrm>
                <a:off x="13407840" y="2216880"/>
                <a:ext cx="360" cy="142920"/>
              </a:xfrm>
              <a:prstGeom prst="straightConnector1">
                <a:avLst/>
              </a:prstGeom>
              <a:ln w="3175">
                <a:solidFill>
                  <a:srgbClr val="44546a"/>
                </a:solidFill>
                <a:round/>
              </a:ln>
            </p:spPr>
          </p:cxnSp>
          <p:sp>
            <p:nvSpPr>
              <p:cNvPr id="1100" name="Gelijkbenige driehoek 150"/>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cxnSp>
          <p:nvCxnSpPr>
            <p:cNvPr id="1101" name="Rechte verbindingslijn 143"/>
            <p:cNvCxnSpPr/>
            <p:nvPr/>
          </p:nvCxnSpPr>
          <p:spPr>
            <a:xfrm>
              <a:off x="12396960" y="2499480"/>
              <a:ext cx="3178440" cy="360"/>
            </a:xfrm>
            <a:prstGeom prst="straightConnector1">
              <a:avLst/>
            </a:prstGeom>
            <a:ln w="3175">
              <a:solidFill>
                <a:srgbClr val="ea7600"/>
              </a:solidFill>
              <a:round/>
            </a:ln>
          </p:spPr>
        </p:cxnSp>
        <p:grpSp>
          <p:nvGrpSpPr>
            <p:cNvPr id="1102" name="Groep 144"/>
            <p:cNvGrpSpPr/>
            <p:nvPr/>
          </p:nvGrpSpPr>
          <p:grpSpPr>
            <a:xfrm>
              <a:off x="12751560" y="1147680"/>
              <a:ext cx="289080" cy="314640"/>
              <a:chOff x="12751560" y="1147680"/>
              <a:chExt cx="289080" cy="314640"/>
            </a:xfrm>
          </p:grpSpPr>
          <p:sp>
            <p:nvSpPr>
              <p:cNvPr id="1103" name="Rechthoek 145"/>
              <p:cNvSpPr/>
              <p:nvPr/>
            </p:nvSpPr>
            <p:spPr>
              <a:xfrm>
                <a:off x="12751560" y="1246320"/>
                <a:ext cx="78840" cy="216000"/>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04" name="Rechthoek 146"/>
              <p:cNvSpPr/>
              <p:nvPr/>
            </p:nvSpPr>
            <p:spPr>
              <a:xfrm>
                <a:off x="12855960" y="1147680"/>
                <a:ext cx="78840" cy="314640"/>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05" name="Rechthoek 147"/>
              <p:cNvSpPr/>
              <p:nvPr/>
            </p:nvSpPr>
            <p:spPr>
              <a:xfrm>
                <a:off x="12961800" y="1217880"/>
                <a:ext cx="78840" cy="24444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pic>
        <p:nvPicPr>
          <p:cNvPr id="1106" name="logo" descr=""/>
          <p:cNvPicPr/>
          <p:nvPr/>
        </p:nvPicPr>
        <p:blipFill>
          <a:blip r:embed="rId6">
            <a:extLst>
              <a:ext uri="{96DAC541-7B7A-43D3-8B79-37D633B846F1}">
                <asvg:svgBlip xmlns:asvg="http://schemas.microsoft.com/office/drawing/2016/SVG/main" r:embed="rId7"/>
              </a:ext>
            </a:extLst>
          </a:blip>
          <a:stretch/>
        </p:blipFill>
        <p:spPr>
          <a:xfrm>
            <a:off x="10987200" y="6122160"/>
            <a:ext cx="951840" cy="482040"/>
          </a:xfrm>
          <a:prstGeom prst="rect">
            <a:avLst/>
          </a:prstGeom>
          <a:ln w="0">
            <a:noFill/>
          </a:ln>
        </p:spPr>
      </p:pic>
      <p:sp>
        <p:nvSpPr>
          <p:cNvPr id="1107"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
        <p:nvSpPr>
          <p:cNvPr id="1108" name="PlaceHolder 5"/>
          <p:cNvSpPr>
            <a:spLocks noGrp="1"/>
          </p:cNvSpPr>
          <p:nvPr>
            <p:ph type="sldNum" idx="42"/>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4586211A-EAA6-4D36-BF27-DB7D0433C139}"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8"/>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09"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1110" name="GRID"/>
          <p:cNvGrpSpPr/>
          <p:nvPr/>
        </p:nvGrpSpPr>
        <p:grpSpPr>
          <a:xfrm>
            <a:off x="0" y="0"/>
            <a:ext cx="12191760" cy="6857640"/>
            <a:chOff x="0" y="0"/>
            <a:chExt cx="12191760" cy="6857640"/>
          </a:xfrm>
        </p:grpSpPr>
        <p:sp>
          <p:nvSpPr>
            <p:cNvPr id="1111"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2"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3"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4"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5"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6"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7"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8"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19"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20"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21"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122" name="KADER"/>
          <p:cNvGrpSpPr/>
          <p:nvPr/>
        </p:nvGrpSpPr>
        <p:grpSpPr>
          <a:xfrm>
            <a:off x="-355680" y="-212040"/>
            <a:ext cx="12894120" cy="7257240"/>
            <a:chOff x="-355680" y="-212040"/>
            <a:chExt cx="12894120" cy="7257240"/>
          </a:xfrm>
        </p:grpSpPr>
        <p:sp>
          <p:nvSpPr>
            <p:cNvPr id="1123"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24"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25"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26"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1127" name="logoboven" descr=""/>
          <p:cNvPicPr/>
          <p:nvPr/>
        </p:nvPicPr>
        <p:blipFill>
          <a:blip r:embed="rId4"/>
          <a:stretch/>
        </p:blipFill>
        <p:spPr>
          <a:xfrm>
            <a:off x="5615280" y="-1395360"/>
            <a:ext cx="952200" cy="482040"/>
          </a:xfrm>
          <a:prstGeom prst="rect">
            <a:avLst/>
          </a:prstGeom>
          <a:ln w="0">
            <a:noFill/>
          </a:ln>
        </p:spPr>
      </p:pic>
      <p:sp>
        <p:nvSpPr>
          <p:cNvPr id="1128" name="PlaceHolder 1"/>
          <p:cNvSpPr>
            <a:spLocks noGrp="1"/>
          </p:cNvSpPr>
          <p:nvPr>
            <p:ph type="dt" idx="43"/>
          </p:nvPr>
        </p:nvSpPr>
        <p:spPr>
          <a:xfrm>
            <a:off x="7645680" y="702072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1129" name="PlaceHolder 2"/>
          <p:cNvSpPr>
            <a:spLocks noGrp="1"/>
          </p:cNvSpPr>
          <p:nvPr>
            <p:ph type="ftr" idx="44"/>
          </p:nvPr>
        </p:nvSpPr>
        <p:spPr>
          <a:xfrm>
            <a:off x="927000" y="702072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1130" name="PlaceHolder 3"/>
          <p:cNvSpPr>
            <a:spLocks noGrp="1"/>
          </p:cNvSpPr>
          <p:nvPr>
            <p:ph type="title"/>
          </p:nvPr>
        </p:nvSpPr>
        <p:spPr>
          <a:xfrm>
            <a:off x="522000" y="272160"/>
            <a:ext cx="1114596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1131" name="Tekstvak 6"/>
          <p:cNvSpPr/>
          <p:nvPr/>
        </p:nvSpPr>
        <p:spPr>
          <a:xfrm>
            <a:off x="4736160" y="-885600"/>
            <a:ext cx="271944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TEKST MET TABEL (50%/ 50%)</a:t>
            </a:r>
            <a:endParaRPr b="0" lang="en-US" sz="1200" spc="-1" strike="noStrike">
              <a:solidFill>
                <a:srgbClr val="000000"/>
              </a:solidFill>
              <a:latin typeface="Arial"/>
            </a:endParaRPr>
          </a:p>
        </p:txBody>
      </p:sp>
      <p:sp>
        <p:nvSpPr>
          <p:cNvPr id="1132" name="PlaceHolder 4"/>
          <p:cNvSpPr>
            <a:spLocks noGrp="1"/>
          </p:cNvSpPr>
          <p:nvPr>
            <p:ph type="body"/>
          </p:nvPr>
        </p:nvSpPr>
        <p:spPr>
          <a:xfrm>
            <a:off x="6247800" y="1407960"/>
            <a:ext cx="5411880" cy="4454280"/>
          </a:xfrm>
          <a:prstGeom prst="rect">
            <a:avLst/>
          </a:prstGeom>
          <a:solidFill>
            <a:schemeClr val="lt1">
              <a:lumMod val="95000"/>
            </a:schemeClr>
          </a:solidFill>
          <a:ln w="0">
            <a:noFill/>
          </a:ln>
        </p:spPr>
        <p:txBody>
          <a:bodyPr lIns="90000" rIns="90000" tIns="162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tabel in te voegen</a:t>
            </a:r>
            <a:endParaRPr b="0" lang="nl-NL" sz="1050" spc="-1" strike="noStrike">
              <a:solidFill>
                <a:schemeClr val="dk1"/>
              </a:solidFill>
              <a:latin typeface="Calibri"/>
            </a:endParaRPr>
          </a:p>
        </p:txBody>
      </p:sp>
      <p:grpSp>
        <p:nvGrpSpPr>
          <p:cNvPr id="1133" name="Instructie"/>
          <p:cNvGrpSpPr/>
          <p:nvPr/>
        </p:nvGrpSpPr>
        <p:grpSpPr>
          <a:xfrm>
            <a:off x="12391560" y="0"/>
            <a:ext cx="3183480" cy="3417840"/>
            <a:chOff x="12391560" y="0"/>
            <a:chExt cx="3183480" cy="3417840"/>
          </a:xfrm>
        </p:grpSpPr>
        <p:grpSp>
          <p:nvGrpSpPr>
            <p:cNvPr id="1134" name="Meer informatie"/>
            <p:cNvGrpSpPr/>
            <p:nvPr/>
          </p:nvGrpSpPr>
          <p:grpSpPr>
            <a:xfrm>
              <a:off x="12396600" y="2622960"/>
              <a:ext cx="3178440" cy="794880"/>
              <a:chOff x="12396600" y="2622960"/>
              <a:chExt cx="3178440" cy="794880"/>
            </a:xfrm>
          </p:grpSpPr>
          <p:sp>
            <p:nvSpPr>
              <p:cNvPr id="1135" name="Freeform 101"/>
              <p:cNvSpPr/>
              <p:nvPr/>
            </p:nvSpPr>
            <p:spPr>
              <a:xfrm>
                <a:off x="12396600" y="262296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1136" name="Rechthoek 176"/>
              <p:cNvSpPr/>
              <p:nvPr/>
            </p:nvSpPr>
            <p:spPr>
              <a:xfrm>
                <a:off x="12757320" y="269496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1137" name="Rechte verbindingslijn 177"/>
              <p:cNvCxnSpPr/>
              <p:nvPr/>
            </p:nvCxnSpPr>
            <p:spPr>
              <a:xfrm>
                <a:off x="12396960" y="3417840"/>
                <a:ext cx="3178440" cy="360"/>
              </a:xfrm>
              <a:prstGeom prst="straightConnector1">
                <a:avLst/>
              </a:prstGeom>
              <a:ln w="3175">
                <a:solidFill>
                  <a:srgbClr val="ea7600"/>
                </a:solidFill>
                <a:round/>
              </a:ln>
            </p:spPr>
          </p:cxnSp>
        </p:grpSp>
        <p:sp>
          <p:nvSpPr>
            <p:cNvPr id="1138" name="Rechthoek 154"/>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Tabel invoegen/veranderen</a:t>
              </a:r>
              <a:endParaRPr b="0" lang="en-US" sz="1400" spc="-1" strike="noStrike">
                <a:solidFill>
                  <a:srgbClr val="000000"/>
                </a:solidFill>
                <a:latin typeface="Arial"/>
              </a:endParaRPr>
            </a:p>
          </p:txBody>
        </p:sp>
        <p:sp>
          <p:nvSpPr>
            <p:cNvPr id="1139" name="Ovaal 155"/>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1140" name="Rechte verbindingslijn 156"/>
            <p:cNvCxnSpPr/>
            <p:nvPr/>
          </p:nvCxnSpPr>
          <p:spPr>
            <a:xfrm>
              <a:off x="12396960" y="241560"/>
              <a:ext cx="3178440" cy="360"/>
            </a:xfrm>
            <a:prstGeom prst="straightConnector1">
              <a:avLst/>
            </a:prstGeom>
            <a:ln w="3175">
              <a:solidFill>
                <a:srgbClr val="ea7600"/>
              </a:solidFill>
              <a:round/>
            </a:ln>
          </p:spPr>
        </p:cxnSp>
        <p:cxnSp>
          <p:nvCxnSpPr>
            <p:cNvPr id="1141" name="Rechte verbindingslijn 157"/>
            <p:cNvCxnSpPr/>
            <p:nvPr/>
          </p:nvCxnSpPr>
          <p:spPr>
            <a:xfrm>
              <a:off x="12396960" y="1577880"/>
              <a:ext cx="3178440" cy="360"/>
            </a:xfrm>
            <a:prstGeom prst="straightConnector1">
              <a:avLst/>
            </a:prstGeom>
            <a:ln w="3175">
              <a:solidFill>
                <a:srgbClr val="ea7600"/>
              </a:solidFill>
              <a:round/>
            </a:ln>
          </p:spPr>
        </p:cxnSp>
        <p:sp>
          <p:nvSpPr>
            <p:cNvPr id="1142" name="Rechthoek 158"/>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tabel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tabel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sp>
          <p:nvSpPr>
            <p:cNvPr id="1143" name="Ovaal 159"/>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1144" name="Rechthoek 160"/>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het gewenste aantal rijen en kolommen en klik op </a:t>
              </a:r>
              <a:r>
                <a:rPr b="1" lang="nl-NL" sz="1100" spc="-1" strike="noStrike">
                  <a:solidFill>
                    <a:srgbClr val="000000"/>
                  </a:solidFill>
                  <a:latin typeface="Calibri"/>
                </a:rPr>
                <a:t>‘OK’</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1145" name="Groep 161"/>
            <p:cNvGrpSpPr/>
            <p:nvPr/>
          </p:nvGrpSpPr>
          <p:grpSpPr>
            <a:xfrm>
              <a:off x="12757320" y="2184480"/>
              <a:ext cx="825120" cy="209160"/>
              <a:chOff x="12757320" y="2184480"/>
              <a:chExt cx="825120" cy="209160"/>
            </a:xfrm>
          </p:grpSpPr>
          <p:sp>
            <p:nvSpPr>
              <p:cNvPr id="1146" name="Rechthoek 172"/>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252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OK</a:t>
                </a:r>
                <a:endParaRPr b="0" lang="en-US" sz="800" spc="-1" strike="noStrike">
                  <a:solidFill>
                    <a:srgbClr val="000000"/>
                  </a:solidFill>
                  <a:latin typeface="Arial"/>
                </a:endParaRPr>
              </a:p>
            </p:txBody>
          </p:sp>
          <p:cxnSp>
            <p:nvCxnSpPr>
              <p:cNvPr id="1147" name="Rechte verbindingslijn 173"/>
              <p:cNvCxnSpPr/>
              <p:nvPr/>
            </p:nvCxnSpPr>
            <p:spPr>
              <a:xfrm>
                <a:off x="13407840" y="2216880"/>
                <a:ext cx="360" cy="142920"/>
              </a:xfrm>
              <a:prstGeom prst="straightConnector1">
                <a:avLst/>
              </a:prstGeom>
              <a:ln w="3175">
                <a:solidFill>
                  <a:srgbClr val="44546a"/>
                </a:solidFill>
                <a:round/>
              </a:ln>
            </p:spPr>
          </p:cxnSp>
          <p:sp>
            <p:nvSpPr>
              <p:cNvPr id="1148" name="Gelijkbenige driehoek 174"/>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cxnSp>
          <p:nvCxnSpPr>
            <p:cNvPr id="1149" name="Rechte verbindingslijn 162"/>
            <p:cNvCxnSpPr/>
            <p:nvPr/>
          </p:nvCxnSpPr>
          <p:spPr>
            <a:xfrm>
              <a:off x="12396960" y="2499480"/>
              <a:ext cx="3178440" cy="360"/>
            </a:xfrm>
            <a:prstGeom prst="straightConnector1">
              <a:avLst/>
            </a:prstGeom>
            <a:ln w="3175">
              <a:solidFill>
                <a:srgbClr val="ea7600"/>
              </a:solidFill>
              <a:round/>
            </a:ln>
          </p:spPr>
        </p:cxnSp>
        <p:grpSp>
          <p:nvGrpSpPr>
            <p:cNvPr id="1150" name="Tabel icoon"/>
            <p:cNvGrpSpPr/>
            <p:nvPr/>
          </p:nvGrpSpPr>
          <p:grpSpPr>
            <a:xfrm>
              <a:off x="12757320" y="1133640"/>
              <a:ext cx="375120" cy="338760"/>
              <a:chOff x="12757320" y="1133640"/>
              <a:chExt cx="375120" cy="338760"/>
            </a:xfrm>
          </p:grpSpPr>
          <p:sp>
            <p:nvSpPr>
              <p:cNvPr id="1151" name="Rechthoek 164"/>
              <p:cNvSpPr/>
              <p:nvPr/>
            </p:nvSpPr>
            <p:spPr>
              <a:xfrm>
                <a:off x="12757320" y="1133640"/>
                <a:ext cx="375120" cy="33876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52" name="Rechthoek 165"/>
              <p:cNvSpPr/>
              <p:nvPr/>
            </p:nvSpPr>
            <p:spPr>
              <a:xfrm>
                <a:off x="12763080" y="1139040"/>
                <a:ext cx="369360" cy="66600"/>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p:style>
            <p:txBody>
              <a:bodyPr lIns="90000" rIns="90000" tIns="21960" bIns="21960" anchor="ctr">
                <a:noAutofit/>
              </a:bodyPr>
              <a:p>
                <a:pPr algn="ctr" defTabSz="914400">
                  <a:lnSpc>
                    <a:spcPct val="100000"/>
                  </a:lnSpc>
                </a:pPr>
                <a:endParaRPr b="0" lang="nl-NL" sz="1800" spc="-1" strike="noStrike">
                  <a:solidFill>
                    <a:schemeClr val="lt1"/>
                  </a:solidFill>
                  <a:latin typeface="Calibri"/>
                </a:endParaRPr>
              </a:p>
            </p:txBody>
          </p:sp>
          <p:cxnSp>
            <p:nvCxnSpPr>
              <p:cNvPr id="1153" name="Rechte verbindingslijn 166"/>
              <p:cNvCxnSpPr/>
              <p:nvPr/>
            </p:nvCxnSpPr>
            <p:spPr>
              <a:xfrm>
                <a:off x="12885840" y="1203480"/>
                <a:ext cx="360" cy="267120"/>
              </a:xfrm>
              <a:prstGeom prst="straightConnector1">
                <a:avLst/>
              </a:prstGeom>
              <a:ln w="12700">
                <a:solidFill>
                  <a:srgbClr val="b5b5b5"/>
                </a:solidFill>
              </a:ln>
            </p:spPr>
          </p:cxnSp>
          <p:cxnSp>
            <p:nvCxnSpPr>
              <p:cNvPr id="1154" name="Rechte verbindingslijn 167"/>
              <p:cNvCxnSpPr/>
              <p:nvPr/>
            </p:nvCxnSpPr>
            <p:spPr>
              <a:xfrm>
                <a:off x="13005000" y="1203480"/>
                <a:ext cx="360" cy="267120"/>
              </a:xfrm>
              <a:prstGeom prst="straightConnector1">
                <a:avLst/>
              </a:prstGeom>
              <a:ln w="12700">
                <a:solidFill>
                  <a:srgbClr val="b5b5b5"/>
                </a:solidFill>
              </a:ln>
            </p:spPr>
          </p:cxnSp>
          <p:cxnSp>
            <p:nvCxnSpPr>
              <p:cNvPr id="1155" name="Rechte verbindingslijn 168"/>
              <p:cNvCxnSpPr/>
              <p:nvPr/>
            </p:nvCxnSpPr>
            <p:spPr>
              <a:xfrm flipH="1">
                <a:off x="12762720" y="1271520"/>
                <a:ext cx="370080" cy="360"/>
              </a:xfrm>
              <a:prstGeom prst="straightConnector1">
                <a:avLst/>
              </a:prstGeom>
              <a:ln w="12700">
                <a:solidFill>
                  <a:srgbClr val="b5b5b5"/>
                </a:solidFill>
              </a:ln>
            </p:spPr>
          </p:cxnSp>
          <p:cxnSp>
            <p:nvCxnSpPr>
              <p:cNvPr id="1156" name="Rechte verbindingslijn 169"/>
              <p:cNvCxnSpPr/>
              <p:nvPr/>
            </p:nvCxnSpPr>
            <p:spPr>
              <a:xfrm flipH="1">
                <a:off x="12762720" y="1341360"/>
                <a:ext cx="370080" cy="360"/>
              </a:xfrm>
              <a:prstGeom prst="straightConnector1">
                <a:avLst/>
              </a:prstGeom>
              <a:ln w="12700">
                <a:solidFill>
                  <a:srgbClr val="b5b5b5"/>
                </a:solidFill>
              </a:ln>
            </p:spPr>
          </p:cxnSp>
          <p:cxnSp>
            <p:nvCxnSpPr>
              <p:cNvPr id="1157" name="Rechte verbindingslijn 170"/>
              <p:cNvCxnSpPr/>
              <p:nvPr/>
            </p:nvCxnSpPr>
            <p:spPr>
              <a:xfrm flipH="1">
                <a:off x="12762720" y="1409040"/>
                <a:ext cx="370080" cy="360"/>
              </a:xfrm>
              <a:prstGeom prst="straightConnector1">
                <a:avLst/>
              </a:prstGeom>
              <a:ln w="12700">
                <a:solidFill>
                  <a:srgbClr val="b5b5b5"/>
                </a:solidFill>
              </a:ln>
            </p:spPr>
          </p:cxnSp>
          <p:sp>
            <p:nvSpPr>
              <p:cNvPr id="1158" name="Rechthoek 171"/>
              <p:cNvSpPr/>
              <p:nvPr/>
            </p:nvSpPr>
            <p:spPr>
              <a:xfrm>
                <a:off x="12757320" y="1133640"/>
                <a:ext cx="375120" cy="338760"/>
              </a:xfrm>
              <a:prstGeom prst="rect">
                <a:avLst/>
              </a:prstGeom>
              <a:noFill/>
              <a:ln>
                <a:solidFill>
                  <a:srgbClr val="6c6c6c"/>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pic>
        <p:nvPicPr>
          <p:cNvPr id="1159" name="logo" descr=""/>
          <p:cNvPicPr/>
          <p:nvPr/>
        </p:nvPicPr>
        <p:blipFill>
          <a:blip r:embed="rId5">
            <a:extLst>
              <a:ext uri="{96DAC541-7B7A-43D3-8B79-37D633B846F1}">
                <asvg:svgBlip xmlns:asvg="http://schemas.microsoft.com/office/drawing/2016/SVG/main" r:embed="rId6"/>
              </a:ext>
            </a:extLst>
          </a:blip>
          <a:stretch/>
        </p:blipFill>
        <p:spPr>
          <a:xfrm>
            <a:off x="10987200" y="6122160"/>
            <a:ext cx="951840" cy="482040"/>
          </a:xfrm>
          <a:prstGeom prst="rect">
            <a:avLst/>
          </a:prstGeom>
          <a:ln w="0">
            <a:noFill/>
          </a:ln>
        </p:spPr>
      </p:pic>
      <p:grpSp>
        <p:nvGrpSpPr>
          <p:cNvPr id="1160" name="GRID"/>
          <p:cNvGrpSpPr/>
          <p:nvPr/>
        </p:nvGrpSpPr>
        <p:grpSpPr>
          <a:xfrm>
            <a:off x="0" y="0"/>
            <a:ext cx="12191760" cy="6857640"/>
            <a:chOff x="0" y="0"/>
            <a:chExt cx="12191760" cy="6857640"/>
          </a:xfrm>
        </p:grpSpPr>
        <p:sp>
          <p:nvSpPr>
            <p:cNvPr id="1161" name="Rechthoek 38"/>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62" name="Rechthoek 39"/>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63" name="Rechthoek 40"/>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64" name="Rechthoek 41"/>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65" name="Rechthoek 42"/>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66" name="Rechthoek 43"/>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67" name="Rechthoek 44"/>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68" name="Rechthoek 45"/>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69" name="Rechthoek 46"/>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70" name="Rechthoek 47"/>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71" name="Rechthoek 48"/>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72" name="Rechthoek 49"/>
            <p:cNvSpPr/>
            <p:nvPr/>
          </p:nvSpPr>
          <p:spPr>
            <a:xfrm>
              <a:off x="596448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1173" name="PlaceHolder 5"/>
          <p:cNvSpPr>
            <a:spLocks noGrp="1"/>
          </p:cNvSpPr>
          <p:nvPr>
            <p:ph type="body"/>
          </p:nvPr>
        </p:nvSpPr>
        <p:spPr>
          <a:xfrm>
            <a:off x="522000" y="1401480"/>
            <a:ext cx="5426280" cy="44510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7"/>
              </a:buBlip>
            </a:pPr>
            <a:r>
              <a:rPr b="0" lang="nl-NL" sz="2000" spc="-1" strike="noStrike">
                <a:solidFill>
                  <a:schemeClr val="dk1"/>
                </a:solidFill>
                <a:latin typeface="Calibri"/>
              </a:rPr>
              <a:t>Klik hier om een bullet te plaatsen. Andere bullet of tekststijl nodig? Gebruik het menu Tekstopmaak.</a:t>
            </a:r>
            <a:endParaRPr b="0" lang="nl-NL" sz="2000" spc="-1" strike="noStrike">
              <a:solidFill>
                <a:schemeClr val="dk1"/>
              </a:solidFill>
              <a:latin typeface="Calibri"/>
            </a:endParaRPr>
          </a:p>
          <a:p>
            <a:pPr lvl="1" marL="270000" indent="-270000" defTabSz="914400">
              <a:lnSpc>
                <a:spcPct val="100000"/>
              </a:lnSpc>
              <a:spcBef>
                <a:spcPts val="601"/>
              </a:spcBef>
              <a:spcAft>
                <a:spcPts val="601"/>
              </a:spcAft>
              <a:buSzPct val="100000"/>
              <a:buBlip>
                <a:blip r:embed="rId8"/>
              </a:buBlip>
            </a:pPr>
            <a:r>
              <a:rPr b="0" lang="nl-NL" sz="2000" spc="-1" strike="noStrike">
                <a:solidFill>
                  <a:schemeClr val="dk1"/>
                </a:solidFill>
                <a:latin typeface="Calibri"/>
              </a:rPr>
              <a:t>Sub-bullet</a:t>
            </a:r>
            <a:endParaRPr b="0" lang="nl-NL" sz="2000" spc="-1" strike="noStrike">
              <a:solidFill>
                <a:schemeClr val="dk1"/>
              </a:solidFill>
              <a:latin typeface="Calibri"/>
            </a:endParaRPr>
          </a:p>
          <a:p>
            <a:pPr lvl="2" marL="270000" indent="-270000" defTabSz="914400">
              <a:lnSpc>
                <a:spcPct val="100000"/>
              </a:lnSpc>
              <a:spcBef>
                <a:spcPts val="601"/>
              </a:spcBef>
              <a:spcAft>
                <a:spcPts val="601"/>
              </a:spcAft>
              <a:buSzPct val="100000"/>
              <a:buBlip>
                <a:blip r:embed="rId9"/>
              </a:buBlip>
            </a:pPr>
            <a:r>
              <a:rPr b="0" lang="nl-NL" sz="2000" spc="-1" strike="noStrike">
                <a:solidFill>
                  <a:schemeClr val="dk1"/>
                </a:solidFill>
                <a:latin typeface="Calibri"/>
              </a:rPr>
              <a:t>Leestekst</a:t>
            </a:r>
            <a:endParaRPr b="0" lang="nl-NL" sz="2000" spc="-1" strike="noStrike">
              <a:solidFill>
                <a:schemeClr val="dk1"/>
              </a:solidFill>
              <a:latin typeface="Calibri"/>
            </a:endParaRPr>
          </a:p>
          <a:p>
            <a:pPr lvl="3" marL="270000" indent="-270000" defTabSz="914400">
              <a:lnSpc>
                <a:spcPct val="100000"/>
              </a:lnSpc>
              <a:spcBef>
                <a:spcPts val="601"/>
              </a:spcBef>
              <a:spcAft>
                <a:spcPts val="601"/>
              </a:spcAft>
              <a:buSzPct val="100000"/>
              <a:buBlip>
                <a:blip r:embed="rId10"/>
              </a:buBlip>
            </a:pPr>
            <a:r>
              <a:rPr b="0" lang="nl-NL" sz="2000" spc="-1" strike="noStrike">
                <a:solidFill>
                  <a:schemeClr val="dk1"/>
                </a:solidFill>
                <a:latin typeface="Calibri"/>
              </a:rPr>
              <a:t>Subtitel</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Numerieke bullet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1" lang="nl-NL" sz="2000" spc="-1" strike="noStrike">
                <a:solidFill>
                  <a:schemeClr val="dk1"/>
                </a:solidFill>
                <a:latin typeface="Calibri"/>
              </a:rPr>
              <a:t>Bullet</a:t>
            </a:r>
            <a:endParaRPr b="0" lang="nl-NL" sz="2000" spc="-1" strike="noStrike">
              <a:solidFill>
                <a:schemeClr val="dk1"/>
              </a:solidFill>
              <a:latin typeface="Calibri"/>
            </a:endParaRPr>
          </a:p>
          <a:p>
            <a:pPr lvl="6" marL="533520" indent="-271440" defTabSz="914400">
              <a:lnSpc>
                <a:spcPct val="100000"/>
              </a:lnSpc>
              <a:spcBef>
                <a:spcPts val="601"/>
              </a:spcBef>
              <a:spcAft>
                <a:spcPts val="601"/>
              </a:spcAft>
              <a:buClr>
                <a:srgbClr val="000000"/>
              </a:buClr>
              <a:buFont typeface="Calibri"/>
              <a:buChar char="→"/>
              <a:tabLst>
                <a:tab algn="l" pos="0"/>
              </a:tabLst>
            </a:pPr>
            <a:r>
              <a:rPr b="0" lang="nl-NL" sz="2000" spc="-1" strike="noStrike">
                <a:solidFill>
                  <a:schemeClr val="dk1"/>
                </a:solidFill>
                <a:latin typeface="Calibri"/>
              </a:rPr>
              <a:t>Sub-bullet</a:t>
            </a:r>
            <a:endParaRPr b="0" lang="nl-NL" sz="2000" spc="-1" strike="noStrike">
              <a:solidFill>
                <a:schemeClr val="dk1"/>
              </a:solidFill>
              <a:latin typeface="Calibri"/>
            </a:endParaRPr>
          </a:p>
          <a:p>
            <a:pPr lvl="7" marL="262080" indent="-2620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Leestekst</a:t>
            </a:r>
            <a:endParaRPr b="0" lang="nl-NL" sz="2000" spc="-1" strike="noStrike">
              <a:solidFill>
                <a:schemeClr val="dk1"/>
              </a:solidFill>
              <a:latin typeface="Calibri"/>
            </a:endParaRPr>
          </a:p>
          <a:p>
            <a:pPr lvl="8" marL="536400" indent="-274680" defTabSz="914400">
              <a:lnSpc>
                <a:spcPct val="100000"/>
              </a:lnSpc>
              <a:spcBef>
                <a:spcPts val="601"/>
              </a:spcBef>
              <a:spcAft>
                <a:spcPts val="601"/>
              </a:spcAft>
              <a:buClr>
                <a:srgbClr val="000000"/>
              </a:buClr>
              <a:buFont typeface="Calibri"/>
              <a:buAutoNum type="arabicPeriod"/>
              <a:tabLst>
                <a:tab algn="l" pos="0"/>
              </a:tabLst>
            </a:pPr>
            <a:r>
              <a:rPr b="0" lang="nl-NL" sz="2000" spc="-1" strike="noStrike">
                <a:solidFill>
                  <a:schemeClr val="dk1"/>
                </a:solidFill>
                <a:latin typeface="Calibri"/>
              </a:rPr>
              <a:t>Subtitel</a:t>
            </a:r>
            <a:endParaRPr b="0" lang="nl-NL" sz="2000" spc="-1" strike="noStrike">
              <a:solidFill>
                <a:schemeClr val="dk1"/>
              </a:solidFill>
              <a:latin typeface="Calibri"/>
            </a:endParaRPr>
          </a:p>
        </p:txBody>
      </p:sp>
      <p:sp>
        <p:nvSpPr>
          <p:cNvPr id="1174"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
        <p:nvSpPr>
          <p:cNvPr id="1175" name="PlaceHolder 6"/>
          <p:cNvSpPr>
            <a:spLocks noGrp="1"/>
          </p:cNvSpPr>
          <p:nvPr>
            <p:ph type="sldNum" idx="45"/>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193C0CD4-6CF0-47B3-B21C-ADEACBF9FAEF}"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11"/>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76" name="logo" descr=""/>
          <p:cNvPicPr/>
          <p:nvPr/>
        </p:nvPicPr>
        <p:blipFill>
          <a:blip r:embed="rId2">
            <a:extLst>
              <a:ext uri="{96DAC541-7B7A-43D3-8B79-37D633B846F1}">
                <asvg:svgBlip xmlns:asvg="http://schemas.microsoft.com/office/drawing/2016/SVG/main" r:embed="rId3"/>
              </a:ext>
            </a:extLst>
          </a:blip>
          <a:stretch/>
        </p:blipFill>
        <p:spPr>
          <a:xfrm>
            <a:off x="10987200" y="6122160"/>
            <a:ext cx="951840" cy="482040"/>
          </a:xfrm>
          <a:prstGeom prst="rect">
            <a:avLst/>
          </a:prstGeom>
          <a:ln w="0">
            <a:noFill/>
          </a:ln>
        </p:spPr>
      </p:pic>
      <p:grpSp>
        <p:nvGrpSpPr>
          <p:cNvPr id="1177" name="GRID"/>
          <p:cNvGrpSpPr/>
          <p:nvPr/>
        </p:nvGrpSpPr>
        <p:grpSpPr>
          <a:xfrm>
            <a:off x="0" y="0"/>
            <a:ext cx="12191760" cy="6857640"/>
            <a:chOff x="0" y="0"/>
            <a:chExt cx="12191760" cy="6857640"/>
          </a:xfrm>
        </p:grpSpPr>
        <p:sp>
          <p:nvSpPr>
            <p:cNvPr id="1178" name="Rechthoek 103"/>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79" name="Rechthoek 104"/>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0" name="Rechthoek 105"/>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1" name="Rechthoek 106"/>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2" name="Rechthoek 107"/>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3" name="Rechthoek 108"/>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4" name="Rechthoek 109"/>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5" name="Rechthoek 118"/>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6" name="Rechthoek 119"/>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7" name="Rechthoek 120"/>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188" name="Rechthoek 121"/>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189" name="KADER"/>
          <p:cNvGrpSpPr/>
          <p:nvPr/>
        </p:nvGrpSpPr>
        <p:grpSpPr>
          <a:xfrm>
            <a:off x="-355680" y="-212040"/>
            <a:ext cx="12894120" cy="7257240"/>
            <a:chOff x="-355680" y="-212040"/>
            <a:chExt cx="12894120" cy="7257240"/>
          </a:xfrm>
        </p:grpSpPr>
        <p:sp>
          <p:nvSpPr>
            <p:cNvPr id="1190" name="Rechthoek 22"/>
            <p:cNvSpPr/>
            <p:nvPr/>
          </p:nvSpPr>
          <p:spPr>
            <a:xfrm rot="16200000">
              <a:off x="843876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91" name="Rechthoek 23"/>
            <p:cNvSpPr/>
            <p:nvPr/>
          </p:nvSpPr>
          <p:spPr>
            <a:xfrm rot="16200000">
              <a:off x="-3498840" y="3287880"/>
              <a:ext cx="725724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92" name="Rechthoek 24"/>
            <p:cNvSpPr/>
            <p:nvPr/>
          </p:nvSpPr>
          <p:spPr>
            <a:xfrm>
              <a:off x="-355680" y="-5760"/>
              <a:ext cx="12894120" cy="2570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sp>
          <p:nvSpPr>
            <p:cNvPr id="1193" name="Rechthoek 25"/>
            <p:cNvSpPr/>
            <p:nvPr/>
          </p:nvSpPr>
          <p:spPr>
            <a:xfrm>
              <a:off x="-355680" y="6604560"/>
              <a:ext cx="12894120" cy="257040"/>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nl-NL" sz="1800" spc="-1" strike="noStrike">
                <a:solidFill>
                  <a:schemeClr val="lt1"/>
                </a:solidFill>
                <a:latin typeface="Calibri"/>
              </a:endParaRPr>
            </a:p>
          </p:txBody>
        </p:sp>
      </p:grpSp>
      <p:pic>
        <p:nvPicPr>
          <p:cNvPr id="1194" name="logoboven" descr=""/>
          <p:cNvPicPr/>
          <p:nvPr/>
        </p:nvPicPr>
        <p:blipFill>
          <a:blip r:embed="rId4"/>
          <a:stretch/>
        </p:blipFill>
        <p:spPr>
          <a:xfrm>
            <a:off x="5615280" y="-1395360"/>
            <a:ext cx="952200" cy="482040"/>
          </a:xfrm>
          <a:prstGeom prst="rect">
            <a:avLst/>
          </a:prstGeom>
          <a:ln w="0">
            <a:noFill/>
          </a:ln>
        </p:spPr>
      </p:pic>
      <p:sp>
        <p:nvSpPr>
          <p:cNvPr id="1195" name="PlaceHolder 1"/>
          <p:cNvSpPr>
            <a:spLocks noGrp="1"/>
          </p:cNvSpPr>
          <p:nvPr>
            <p:ph type="dt" idx="46"/>
          </p:nvPr>
        </p:nvSpPr>
        <p:spPr>
          <a:xfrm>
            <a:off x="7645680" y="7007760"/>
            <a:ext cx="3139920" cy="216720"/>
          </a:xfrm>
          <a:prstGeom prst="rect">
            <a:avLst/>
          </a:prstGeom>
          <a:noFill/>
          <a:ln w="0">
            <a:noFill/>
          </a:ln>
        </p:spPr>
        <p:txBody>
          <a:bodyPr lIns="0" rIns="0" tIns="0" bIns="0" anchor="ctr">
            <a:noAutofit/>
          </a:bodyPr>
          <a:lstStyle>
            <a:lvl1pPr indent="0" algn="r" defTabSz="914400">
              <a:lnSpc>
                <a:spcPct val="100000"/>
              </a:lnSpc>
              <a:buNone/>
              <a:defRPr b="0" lang="nl-NL" sz="1200" spc="-1" strike="noStrike">
                <a:solidFill>
                  <a:schemeClr val="dk1"/>
                </a:solidFill>
                <a:latin typeface="Calibri"/>
              </a:defRPr>
            </a:lvl1pPr>
          </a:lstStyle>
          <a:p>
            <a:pPr indent="0" algn="r" defTabSz="914400">
              <a:lnSpc>
                <a:spcPct val="100000"/>
              </a:lnSpc>
              <a:buNone/>
            </a:pPr>
            <a:r>
              <a:rPr b="0" lang="nl-NL" sz="1200" spc="-1" strike="noStrike">
                <a:solidFill>
                  <a:schemeClr val="dk1"/>
                </a:solidFill>
                <a:latin typeface="Calibri"/>
              </a:rPr>
              <a:t>&lt;date/time&gt;</a:t>
            </a:r>
            <a:endParaRPr b="0" lang="en-US" sz="1200" spc="-1" strike="noStrike">
              <a:solidFill>
                <a:srgbClr val="000000"/>
              </a:solidFill>
              <a:latin typeface="Times New Roman"/>
            </a:endParaRPr>
          </a:p>
        </p:txBody>
      </p:sp>
      <p:sp>
        <p:nvSpPr>
          <p:cNvPr id="1196" name="PlaceHolder 2"/>
          <p:cNvSpPr>
            <a:spLocks noGrp="1"/>
          </p:cNvSpPr>
          <p:nvPr>
            <p:ph type="ftr" idx="47"/>
          </p:nvPr>
        </p:nvSpPr>
        <p:spPr>
          <a:xfrm>
            <a:off x="927000" y="7007760"/>
            <a:ext cx="6718320" cy="216720"/>
          </a:xfrm>
          <a:prstGeom prst="rect">
            <a:avLst/>
          </a:prstGeom>
          <a:noFill/>
          <a:ln w="0">
            <a:noFill/>
          </a:ln>
        </p:spPr>
        <p:txBody>
          <a:bodyPr lIns="0" rIns="0" tIns="0" bIns="0" anchor="ctr">
            <a:noAutofit/>
          </a:bodyPr>
          <a:lstStyle>
            <a:lvl1pPr indent="0" defTabSz="914400">
              <a:lnSpc>
                <a:spcPct val="100000"/>
              </a:lnSpc>
              <a:buNone/>
              <a:defRPr b="0" lang="nl-NL" sz="1200" spc="-1" strike="noStrike" cap="all">
                <a:solidFill>
                  <a:schemeClr val="dk1"/>
                </a:solidFill>
                <a:latin typeface="Calibri"/>
              </a:defRPr>
            </a:lvl1pPr>
          </a:lstStyle>
          <a:p>
            <a:pPr indent="0" defTabSz="914400">
              <a:lnSpc>
                <a:spcPct val="100000"/>
              </a:lnSpc>
              <a:buNone/>
            </a:pPr>
            <a:r>
              <a:rPr b="0" lang="nl-NL" sz="1200" spc="-1" strike="noStrike" cap="all">
                <a:solidFill>
                  <a:schemeClr val="dk1"/>
                </a:solidFill>
                <a:latin typeface="Calibri"/>
              </a:rPr>
              <a:t>&lt;footer&gt;</a:t>
            </a:r>
            <a:endParaRPr b="0" lang="en-US" sz="1200" spc="-1" strike="noStrike">
              <a:solidFill>
                <a:srgbClr val="000000"/>
              </a:solidFill>
              <a:latin typeface="Times New Roman"/>
            </a:endParaRPr>
          </a:p>
        </p:txBody>
      </p:sp>
      <p:sp>
        <p:nvSpPr>
          <p:cNvPr id="1197" name="Tekstvak 6"/>
          <p:cNvSpPr/>
          <p:nvPr/>
        </p:nvSpPr>
        <p:spPr>
          <a:xfrm>
            <a:off x="5280480" y="-885600"/>
            <a:ext cx="1630440" cy="366120"/>
          </a:xfrm>
          <a:prstGeom prst="rect">
            <a:avLst/>
          </a:prstGeom>
          <a:solidFill>
            <a:schemeClr val="bg1"/>
          </a:solidFill>
          <a:ln w="0">
            <a:noFill/>
          </a:ln>
        </p:spPr>
        <p:style>
          <a:lnRef idx="0"/>
          <a:fillRef idx="0"/>
          <a:effectRef idx="0"/>
          <a:fontRef idx="minor"/>
        </p:style>
        <p:txBody>
          <a:bodyPr wrap="none" lIns="360000" rIns="360000" tIns="91800" bIns="91800" anchor="t">
            <a:spAutoFit/>
          </a:bodyPr>
          <a:p>
            <a:pPr algn="ctr" defTabSz="914400">
              <a:lnSpc>
                <a:spcPct val="100000"/>
              </a:lnSpc>
            </a:pPr>
            <a:r>
              <a:rPr b="0" lang="nl-NL" sz="1200" spc="49" strike="noStrike">
                <a:solidFill>
                  <a:srgbClr val="212121"/>
                </a:solidFill>
                <a:latin typeface="Calibri"/>
              </a:rPr>
              <a:t>TABEL (100%)</a:t>
            </a:r>
            <a:endParaRPr b="0" lang="en-US" sz="1200" spc="-1" strike="noStrike">
              <a:solidFill>
                <a:srgbClr val="000000"/>
              </a:solidFill>
              <a:latin typeface="Arial"/>
            </a:endParaRPr>
          </a:p>
        </p:txBody>
      </p:sp>
      <p:sp>
        <p:nvSpPr>
          <p:cNvPr id="1198" name="PlaceHolder 3"/>
          <p:cNvSpPr>
            <a:spLocks noGrp="1"/>
          </p:cNvSpPr>
          <p:nvPr>
            <p:ph type="body"/>
          </p:nvPr>
        </p:nvSpPr>
        <p:spPr>
          <a:xfrm>
            <a:off x="516240" y="1395000"/>
            <a:ext cx="11143440" cy="4471200"/>
          </a:xfrm>
          <a:prstGeom prst="rect">
            <a:avLst/>
          </a:prstGeom>
          <a:solidFill>
            <a:schemeClr val="lt1">
              <a:lumMod val="95000"/>
            </a:schemeClr>
          </a:solidFill>
          <a:ln w="0">
            <a:noFill/>
          </a:ln>
        </p:spPr>
        <p:txBody>
          <a:bodyPr lIns="90000" rIns="90000" tIns="1620000" bIns="45000" anchor="t">
            <a:noAutofit/>
          </a:bodyPr>
          <a:p>
            <a:pPr indent="0" algn="ctr" defTabSz="914400">
              <a:lnSpc>
                <a:spcPct val="100000"/>
              </a:lnSpc>
              <a:buNone/>
              <a:tabLst>
                <a:tab algn="l" pos="0"/>
              </a:tabLst>
            </a:pPr>
            <a:r>
              <a:rPr b="1" lang="nl-NL" sz="1050" spc="-1" strike="noStrike">
                <a:solidFill>
                  <a:schemeClr val="dk1"/>
                </a:solidFill>
                <a:latin typeface="Calibri"/>
              </a:rPr>
              <a:t>Klik op onderstaand pictogram</a:t>
            </a:r>
            <a:br>
              <a:rPr sz="1050"/>
            </a:br>
            <a:r>
              <a:rPr b="1" lang="nl-NL" sz="1050" spc="-1" strike="noStrike">
                <a:solidFill>
                  <a:schemeClr val="dk1"/>
                </a:solidFill>
                <a:latin typeface="Calibri"/>
              </a:rPr>
              <a:t>om een tabel in te voegen</a:t>
            </a:r>
            <a:endParaRPr b="0" lang="nl-NL" sz="1050" spc="-1" strike="noStrike">
              <a:solidFill>
                <a:schemeClr val="dk1"/>
              </a:solidFill>
              <a:latin typeface="Calibri"/>
            </a:endParaRPr>
          </a:p>
        </p:txBody>
      </p:sp>
      <p:grpSp>
        <p:nvGrpSpPr>
          <p:cNvPr id="1199" name="Instructie"/>
          <p:cNvGrpSpPr/>
          <p:nvPr/>
        </p:nvGrpSpPr>
        <p:grpSpPr>
          <a:xfrm>
            <a:off x="12391560" y="0"/>
            <a:ext cx="3183480" cy="3417840"/>
            <a:chOff x="12391560" y="0"/>
            <a:chExt cx="3183480" cy="3417840"/>
          </a:xfrm>
        </p:grpSpPr>
        <p:grpSp>
          <p:nvGrpSpPr>
            <p:cNvPr id="1200" name="Meer informatie"/>
            <p:cNvGrpSpPr/>
            <p:nvPr/>
          </p:nvGrpSpPr>
          <p:grpSpPr>
            <a:xfrm>
              <a:off x="12396600" y="2622960"/>
              <a:ext cx="3178440" cy="794880"/>
              <a:chOff x="12396600" y="2622960"/>
              <a:chExt cx="3178440" cy="794880"/>
            </a:xfrm>
          </p:grpSpPr>
          <p:sp>
            <p:nvSpPr>
              <p:cNvPr id="1201" name="Freeform 101"/>
              <p:cNvSpPr/>
              <p:nvPr/>
            </p:nvSpPr>
            <p:spPr>
              <a:xfrm>
                <a:off x="12396600" y="2622960"/>
                <a:ext cx="255240" cy="255240"/>
              </a:xfrm>
              <a:custGeom>
                <a:avLst/>
                <a:gdLst>
                  <a:gd name="textAreaLeft" fmla="*/ 0 w 255240"/>
                  <a:gd name="textAreaRight" fmla="*/ 255600 w 255240"/>
                  <a:gd name="textAreaTop" fmla="*/ 0 h 255240"/>
                  <a:gd name="textAreaBottom" fmla="*/ 255600 h 255240"/>
                </a:gdLst>
                <a:ahLst/>
                <a:rect l="textAreaLeft" t="textAreaTop" r="textAreaRight" b="textAreaBottom"/>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100" spc="-1" strike="noStrike">
                  <a:solidFill>
                    <a:schemeClr val="dk1"/>
                  </a:solidFill>
                  <a:latin typeface="Calibri"/>
                </a:endParaRPr>
              </a:p>
            </p:txBody>
          </p:sp>
          <p:sp>
            <p:nvSpPr>
              <p:cNvPr id="1202" name="Rechthoek 176"/>
              <p:cNvSpPr/>
              <p:nvPr/>
            </p:nvSpPr>
            <p:spPr>
              <a:xfrm>
                <a:off x="12757320" y="2694960"/>
                <a:ext cx="2817720" cy="59184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Meer weten?</a:t>
                </a:r>
                <a:br>
                  <a:rPr sz="1100"/>
                </a:br>
                <a:r>
                  <a:rPr b="0" lang="nl-NL" sz="1100" spc="-1" strike="noStrike">
                    <a:solidFill>
                      <a:srgbClr val="000000"/>
                    </a:solidFill>
                    <a:latin typeface="Calibri"/>
                  </a:rPr>
                  <a:t>Ga naar dia </a:t>
                </a:r>
                <a:r>
                  <a:rPr b="1" lang="nl-NL" sz="1100" spc="-1" strike="noStrike">
                    <a:solidFill>
                      <a:srgbClr val="000000"/>
                    </a:solidFill>
                    <a:latin typeface="Calibri"/>
                  </a:rPr>
                  <a:t>‘Instructie dia: YouTube links’</a:t>
                </a:r>
                <a:r>
                  <a:rPr b="0" lang="nl-NL" sz="1100" spc="-1" strike="noStrike">
                    <a:solidFill>
                      <a:srgbClr val="000000"/>
                    </a:solidFill>
                    <a:latin typeface="Calibri"/>
                  </a:rPr>
                  <a:t>, open deze in de diavoorstelling en klik op de gewenste video link.</a:t>
                </a:r>
                <a:endParaRPr b="0" lang="en-US" sz="1100" spc="-1" strike="noStrike">
                  <a:solidFill>
                    <a:srgbClr val="000000"/>
                  </a:solidFill>
                  <a:latin typeface="Arial"/>
                </a:endParaRPr>
              </a:p>
            </p:txBody>
          </p:sp>
          <p:cxnSp>
            <p:nvCxnSpPr>
              <p:cNvPr id="1203" name="Rechte verbindingslijn 177"/>
              <p:cNvCxnSpPr/>
              <p:nvPr/>
            </p:nvCxnSpPr>
            <p:spPr>
              <a:xfrm>
                <a:off x="12396960" y="3417840"/>
                <a:ext cx="3178440" cy="360"/>
              </a:xfrm>
              <a:prstGeom prst="straightConnector1">
                <a:avLst/>
              </a:prstGeom>
              <a:ln w="3175">
                <a:solidFill>
                  <a:srgbClr val="ea7600"/>
                </a:solidFill>
                <a:round/>
              </a:ln>
            </p:spPr>
          </p:cxnSp>
        </p:grpSp>
        <p:sp>
          <p:nvSpPr>
            <p:cNvPr id="1204" name="Rechthoek 154"/>
            <p:cNvSpPr/>
            <p:nvPr/>
          </p:nvSpPr>
          <p:spPr>
            <a:xfrm>
              <a:off x="12397320" y="0"/>
              <a:ext cx="3177720" cy="191160"/>
            </a:xfrm>
            <a:prstGeom prst="rect">
              <a:avLst/>
            </a:prstGeom>
            <a:noFill/>
            <a:ln w="25400">
              <a:noFill/>
            </a:ln>
          </p:spPr>
          <p:style>
            <a:lnRef idx="0"/>
            <a:fillRef idx="0"/>
            <a:effectRef idx="0"/>
            <a:fontRef idx="minor"/>
          </p:style>
          <p:txBody>
            <a:bodyPr lIns="0" rIns="0" tIns="0" bIns="0" anchor="ctr">
              <a:noAutofit/>
            </a:bodyPr>
            <a:p>
              <a:pPr defTabSz="914400">
                <a:lnSpc>
                  <a:spcPct val="80000"/>
                </a:lnSpc>
                <a:tabLst>
                  <a:tab algn="l" pos="0"/>
                </a:tabLst>
              </a:pPr>
              <a:r>
                <a:rPr b="1" lang="nl-NL" sz="1400" spc="-1" strike="noStrike" cap="all">
                  <a:solidFill>
                    <a:schemeClr val="accent1"/>
                  </a:solidFill>
                  <a:latin typeface="Calibri"/>
                </a:rPr>
                <a:t>Tabel invoegen/veranderen</a:t>
              </a:r>
              <a:endParaRPr b="0" lang="en-US" sz="1400" spc="-1" strike="noStrike">
                <a:solidFill>
                  <a:srgbClr val="000000"/>
                </a:solidFill>
                <a:latin typeface="Arial"/>
              </a:endParaRPr>
            </a:p>
          </p:txBody>
        </p:sp>
        <p:sp>
          <p:nvSpPr>
            <p:cNvPr id="1205" name="Ovaal 155"/>
            <p:cNvSpPr/>
            <p:nvPr/>
          </p:nvSpPr>
          <p:spPr>
            <a:xfrm>
              <a:off x="12391560" y="36648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1</a:t>
              </a:r>
              <a:endParaRPr b="0" lang="en-US" sz="1100" spc="-1" strike="noStrike">
                <a:solidFill>
                  <a:srgbClr val="ffffff"/>
                </a:solidFill>
                <a:latin typeface="Arial"/>
              </a:endParaRPr>
            </a:p>
          </p:txBody>
        </p:sp>
        <p:cxnSp>
          <p:nvCxnSpPr>
            <p:cNvPr id="1206" name="Rechte verbindingslijn 156"/>
            <p:cNvCxnSpPr/>
            <p:nvPr/>
          </p:nvCxnSpPr>
          <p:spPr>
            <a:xfrm>
              <a:off x="12396960" y="241560"/>
              <a:ext cx="3178440" cy="360"/>
            </a:xfrm>
            <a:prstGeom prst="straightConnector1">
              <a:avLst/>
            </a:prstGeom>
            <a:ln w="3175">
              <a:solidFill>
                <a:srgbClr val="ea7600"/>
              </a:solidFill>
              <a:round/>
            </a:ln>
          </p:spPr>
        </p:cxnSp>
        <p:cxnSp>
          <p:nvCxnSpPr>
            <p:cNvPr id="1207" name="Rechte verbindingslijn 157"/>
            <p:cNvCxnSpPr/>
            <p:nvPr/>
          </p:nvCxnSpPr>
          <p:spPr>
            <a:xfrm>
              <a:off x="12396960" y="1577880"/>
              <a:ext cx="3178440" cy="360"/>
            </a:xfrm>
            <a:prstGeom prst="straightConnector1">
              <a:avLst/>
            </a:prstGeom>
            <a:ln w="3175">
              <a:solidFill>
                <a:srgbClr val="ea7600"/>
              </a:solidFill>
              <a:round/>
            </a:ln>
          </p:spPr>
        </p:cxnSp>
        <p:sp>
          <p:nvSpPr>
            <p:cNvPr id="1208" name="Rechthoek 158"/>
            <p:cNvSpPr/>
            <p:nvPr/>
          </p:nvSpPr>
          <p:spPr>
            <a:xfrm>
              <a:off x="12757320" y="432720"/>
              <a:ext cx="2817720" cy="59508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Wanneer nodig, verwijder de bestaande tabel d.m.v. de </a:t>
              </a:r>
              <a:r>
                <a:rPr b="1" lang="nl-NL" sz="1100" spc="-1" strike="noStrike">
                  <a:solidFill>
                    <a:srgbClr val="000000"/>
                  </a:solidFill>
                  <a:latin typeface="Calibri"/>
                </a:rPr>
                <a:t>‘Delete’-knop</a:t>
              </a:r>
              <a:r>
                <a:rPr b="0" lang="nl-NL" sz="1100" spc="-1" strike="noStrike">
                  <a:solidFill>
                    <a:srgbClr val="000000"/>
                  </a:solidFill>
                  <a:latin typeface="Calibri"/>
                </a:rPr>
                <a:t>. Klik op het pictogram om een nieuwe tabel in te voegen. </a:t>
              </a:r>
              <a:r>
                <a:rPr b="0" i="1" lang="nl-NL" sz="1100" spc="-1" strike="noStrike">
                  <a:solidFill>
                    <a:srgbClr val="000000"/>
                  </a:solidFill>
                  <a:latin typeface="Calibri"/>
                </a:rPr>
                <a:t>(zie onderstaand voorbeeld).</a:t>
              </a:r>
              <a:endParaRPr b="0" lang="en-US" sz="1100" spc="-1" strike="noStrike">
                <a:solidFill>
                  <a:srgbClr val="000000"/>
                </a:solidFill>
                <a:latin typeface="Arial"/>
              </a:endParaRPr>
            </a:p>
          </p:txBody>
        </p:sp>
        <p:sp>
          <p:nvSpPr>
            <p:cNvPr id="1209" name="Ovaal 159"/>
            <p:cNvSpPr/>
            <p:nvPr/>
          </p:nvSpPr>
          <p:spPr>
            <a:xfrm>
              <a:off x="12391560" y="1706400"/>
              <a:ext cx="260640" cy="259200"/>
            </a:xfrm>
            <a:prstGeom prst="ellipse">
              <a:avLst/>
            </a:prstGeom>
            <a:solidFill>
              <a:schemeClr val="accent1"/>
            </a:solidFill>
            <a:ln w="2540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nl-NL" sz="1100" spc="-1" strike="noStrike">
                  <a:solidFill>
                    <a:schemeClr val="lt1"/>
                  </a:solidFill>
                  <a:latin typeface="Calibri"/>
                </a:rPr>
                <a:t>2</a:t>
              </a:r>
              <a:endParaRPr b="0" lang="en-US" sz="1100" spc="-1" strike="noStrike">
                <a:solidFill>
                  <a:srgbClr val="ffffff"/>
                </a:solidFill>
                <a:latin typeface="Arial"/>
              </a:endParaRPr>
            </a:p>
          </p:txBody>
        </p:sp>
        <p:sp>
          <p:nvSpPr>
            <p:cNvPr id="1210" name="Rechthoek 160"/>
            <p:cNvSpPr/>
            <p:nvPr/>
          </p:nvSpPr>
          <p:spPr>
            <a:xfrm>
              <a:off x="12757320" y="1772640"/>
              <a:ext cx="2817720" cy="317520"/>
            </a:xfrm>
            <a:prstGeom prst="rect">
              <a:avLst/>
            </a:prstGeom>
            <a:noFill/>
            <a:ln w="2540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100" spc="-1" strike="noStrike">
                  <a:solidFill>
                    <a:srgbClr val="000000"/>
                  </a:solidFill>
                  <a:latin typeface="Calibri"/>
                </a:rPr>
                <a:t>Selecteer het gewenste aantal rijen en kolommen en klik op </a:t>
              </a:r>
              <a:r>
                <a:rPr b="1" lang="nl-NL" sz="1100" spc="-1" strike="noStrike">
                  <a:solidFill>
                    <a:srgbClr val="000000"/>
                  </a:solidFill>
                  <a:latin typeface="Calibri"/>
                </a:rPr>
                <a:t>‘OK’</a:t>
              </a:r>
              <a:r>
                <a:rPr b="0" lang="nl-NL" sz="1100" spc="-1" strike="noStrike">
                  <a:solidFill>
                    <a:srgbClr val="000000"/>
                  </a:solidFill>
                  <a:latin typeface="Calibri"/>
                </a:rPr>
                <a:t>.</a:t>
              </a:r>
              <a:endParaRPr b="0" lang="en-US" sz="1100" spc="-1" strike="noStrike">
                <a:solidFill>
                  <a:srgbClr val="000000"/>
                </a:solidFill>
                <a:latin typeface="Arial"/>
              </a:endParaRPr>
            </a:p>
          </p:txBody>
        </p:sp>
        <p:grpSp>
          <p:nvGrpSpPr>
            <p:cNvPr id="1211" name="Groep 161"/>
            <p:cNvGrpSpPr/>
            <p:nvPr/>
          </p:nvGrpSpPr>
          <p:grpSpPr>
            <a:xfrm>
              <a:off x="12757320" y="2184480"/>
              <a:ext cx="825120" cy="209160"/>
              <a:chOff x="12757320" y="2184480"/>
              <a:chExt cx="825120" cy="209160"/>
            </a:xfrm>
          </p:grpSpPr>
          <p:sp>
            <p:nvSpPr>
              <p:cNvPr id="1212" name="Rechthoek 172"/>
              <p:cNvSpPr/>
              <p:nvPr/>
            </p:nvSpPr>
            <p:spPr>
              <a:xfrm>
                <a:off x="12757320" y="2184480"/>
                <a:ext cx="825120" cy="209160"/>
              </a:xfrm>
              <a:prstGeom prst="rect">
                <a:avLst/>
              </a:prstGeom>
              <a:solidFill>
                <a:srgbClr val="e5f1fb"/>
              </a:solidFill>
              <a:ln>
                <a:solidFill>
                  <a:srgbClr val="0b7ed9"/>
                </a:solidFill>
              </a:ln>
            </p:spPr>
            <p:style>
              <a:lnRef idx="2">
                <a:schemeClr val="accent1">
                  <a:shade val="50000"/>
                </a:schemeClr>
              </a:lnRef>
              <a:fillRef idx="1">
                <a:schemeClr val="accent1"/>
              </a:fillRef>
              <a:effectRef idx="0">
                <a:schemeClr val="accent1"/>
              </a:effectRef>
              <a:fontRef idx="minor"/>
            </p:style>
            <p:txBody>
              <a:bodyPr numCol="1" spcCol="0" lIns="252000" rIns="0" tIns="0" bIns="0" anchor="ctr">
                <a:noAutofit/>
              </a:bodyPr>
              <a:p>
                <a:pPr defTabSz="914400">
                  <a:lnSpc>
                    <a:spcPct val="90000"/>
                  </a:lnSpc>
                  <a:spcBef>
                    <a:spcPts val="601"/>
                  </a:spcBef>
                  <a:spcAft>
                    <a:spcPts val="601"/>
                  </a:spcAft>
                </a:pPr>
                <a:r>
                  <a:rPr b="0" lang="nl-NL" sz="800" spc="-1" strike="noStrike">
                    <a:solidFill>
                      <a:schemeClr val="dk1"/>
                    </a:solidFill>
                    <a:latin typeface="Arial"/>
                  </a:rPr>
                  <a:t>OK</a:t>
                </a:r>
                <a:endParaRPr b="0" lang="en-US" sz="800" spc="-1" strike="noStrike">
                  <a:solidFill>
                    <a:srgbClr val="000000"/>
                  </a:solidFill>
                  <a:latin typeface="Arial"/>
                </a:endParaRPr>
              </a:p>
            </p:txBody>
          </p:sp>
          <p:cxnSp>
            <p:nvCxnSpPr>
              <p:cNvPr id="1213" name="Rechte verbindingslijn 173"/>
              <p:cNvCxnSpPr/>
              <p:nvPr/>
            </p:nvCxnSpPr>
            <p:spPr>
              <a:xfrm>
                <a:off x="13407840" y="2216880"/>
                <a:ext cx="360" cy="142920"/>
              </a:xfrm>
              <a:prstGeom prst="straightConnector1">
                <a:avLst/>
              </a:prstGeom>
              <a:ln w="3175">
                <a:solidFill>
                  <a:srgbClr val="44546a"/>
                </a:solidFill>
                <a:round/>
              </a:ln>
            </p:spPr>
          </p:cxnSp>
          <p:sp>
            <p:nvSpPr>
              <p:cNvPr id="1214" name="Gelijkbenige driehoek 174"/>
              <p:cNvSpPr/>
              <p:nvPr/>
            </p:nvSpPr>
            <p:spPr>
              <a:xfrm rot="10800000">
                <a:off x="13449240" y="2269080"/>
                <a:ext cx="86400" cy="50760"/>
              </a:xfrm>
              <a:prstGeom prst="triangle">
                <a:avLst>
                  <a:gd name="adj" fmla="val 50000"/>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cxnSp>
          <p:nvCxnSpPr>
            <p:cNvPr id="1215" name="Rechte verbindingslijn 162"/>
            <p:cNvCxnSpPr/>
            <p:nvPr/>
          </p:nvCxnSpPr>
          <p:spPr>
            <a:xfrm>
              <a:off x="12396960" y="2499480"/>
              <a:ext cx="3178440" cy="360"/>
            </a:xfrm>
            <a:prstGeom prst="straightConnector1">
              <a:avLst/>
            </a:prstGeom>
            <a:ln w="3175">
              <a:solidFill>
                <a:srgbClr val="ea7600"/>
              </a:solidFill>
              <a:round/>
            </a:ln>
          </p:spPr>
        </p:cxnSp>
        <p:grpSp>
          <p:nvGrpSpPr>
            <p:cNvPr id="1216" name="Tabel icoon"/>
            <p:cNvGrpSpPr/>
            <p:nvPr/>
          </p:nvGrpSpPr>
          <p:grpSpPr>
            <a:xfrm>
              <a:off x="12757320" y="1133640"/>
              <a:ext cx="375120" cy="338760"/>
              <a:chOff x="12757320" y="1133640"/>
              <a:chExt cx="375120" cy="338760"/>
            </a:xfrm>
          </p:grpSpPr>
          <p:sp>
            <p:nvSpPr>
              <p:cNvPr id="1217" name="Rechthoek 164"/>
              <p:cNvSpPr/>
              <p:nvPr/>
            </p:nvSpPr>
            <p:spPr>
              <a:xfrm>
                <a:off x="12757320" y="1133640"/>
                <a:ext cx="375120" cy="33876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18" name="Rechthoek 165"/>
              <p:cNvSpPr/>
              <p:nvPr/>
            </p:nvSpPr>
            <p:spPr>
              <a:xfrm>
                <a:off x="12763080" y="1139040"/>
                <a:ext cx="369360" cy="66600"/>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p:style>
            <p:txBody>
              <a:bodyPr lIns="90000" rIns="90000" tIns="21960" bIns="21960" anchor="ctr">
                <a:noAutofit/>
              </a:bodyPr>
              <a:p>
                <a:pPr algn="ctr" defTabSz="914400">
                  <a:lnSpc>
                    <a:spcPct val="100000"/>
                  </a:lnSpc>
                </a:pPr>
                <a:endParaRPr b="0" lang="nl-NL" sz="1800" spc="-1" strike="noStrike">
                  <a:solidFill>
                    <a:schemeClr val="lt1"/>
                  </a:solidFill>
                  <a:latin typeface="Calibri"/>
                </a:endParaRPr>
              </a:p>
            </p:txBody>
          </p:sp>
          <p:cxnSp>
            <p:nvCxnSpPr>
              <p:cNvPr id="1219" name="Rechte verbindingslijn 166"/>
              <p:cNvCxnSpPr/>
              <p:nvPr/>
            </p:nvCxnSpPr>
            <p:spPr>
              <a:xfrm>
                <a:off x="12885840" y="1203480"/>
                <a:ext cx="360" cy="267120"/>
              </a:xfrm>
              <a:prstGeom prst="straightConnector1">
                <a:avLst/>
              </a:prstGeom>
              <a:ln w="12700">
                <a:solidFill>
                  <a:srgbClr val="b5b5b5"/>
                </a:solidFill>
              </a:ln>
            </p:spPr>
          </p:cxnSp>
          <p:cxnSp>
            <p:nvCxnSpPr>
              <p:cNvPr id="1220" name="Rechte verbindingslijn 167"/>
              <p:cNvCxnSpPr/>
              <p:nvPr/>
            </p:nvCxnSpPr>
            <p:spPr>
              <a:xfrm>
                <a:off x="13005000" y="1203480"/>
                <a:ext cx="360" cy="267120"/>
              </a:xfrm>
              <a:prstGeom prst="straightConnector1">
                <a:avLst/>
              </a:prstGeom>
              <a:ln w="12700">
                <a:solidFill>
                  <a:srgbClr val="b5b5b5"/>
                </a:solidFill>
              </a:ln>
            </p:spPr>
          </p:cxnSp>
          <p:cxnSp>
            <p:nvCxnSpPr>
              <p:cNvPr id="1221" name="Rechte verbindingslijn 168"/>
              <p:cNvCxnSpPr/>
              <p:nvPr/>
            </p:nvCxnSpPr>
            <p:spPr>
              <a:xfrm flipH="1">
                <a:off x="12762720" y="1271520"/>
                <a:ext cx="370080" cy="360"/>
              </a:xfrm>
              <a:prstGeom prst="straightConnector1">
                <a:avLst/>
              </a:prstGeom>
              <a:ln w="12700">
                <a:solidFill>
                  <a:srgbClr val="b5b5b5"/>
                </a:solidFill>
              </a:ln>
            </p:spPr>
          </p:cxnSp>
          <p:cxnSp>
            <p:nvCxnSpPr>
              <p:cNvPr id="1222" name="Rechte verbindingslijn 169"/>
              <p:cNvCxnSpPr/>
              <p:nvPr/>
            </p:nvCxnSpPr>
            <p:spPr>
              <a:xfrm flipH="1">
                <a:off x="12762720" y="1341360"/>
                <a:ext cx="370080" cy="360"/>
              </a:xfrm>
              <a:prstGeom prst="straightConnector1">
                <a:avLst/>
              </a:prstGeom>
              <a:ln w="12700">
                <a:solidFill>
                  <a:srgbClr val="b5b5b5"/>
                </a:solidFill>
              </a:ln>
            </p:spPr>
          </p:cxnSp>
          <p:cxnSp>
            <p:nvCxnSpPr>
              <p:cNvPr id="1223" name="Rechte verbindingslijn 170"/>
              <p:cNvCxnSpPr/>
              <p:nvPr/>
            </p:nvCxnSpPr>
            <p:spPr>
              <a:xfrm flipH="1">
                <a:off x="12762720" y="1409040"/>
                <a:ext cx="370080" cy="360"/>
              </a:xfrm>
              <a:prstGeom prst="straightConnector1">
                <a:avLst/>
              </a:prstGeom>
              <a:ln w="12700">
                <a:solidFill>
                  <a:srgbClr val="b5b5b5"/>
                </a:solidFill>
              </a:ln>
            </p:spPr>
          </p:cxnSp>
          <p:sp>
            <p:nvSpPr>
              <p:cNvPr id="1224" name="Rechthoek 171"/>
              <p:cNvSpPr/>
              <p:nvPr/>
            </p:nvSpPr>
            <p:spPr>
              <a:xfrm>
                <a:off x="12757320" y="1133640"/>
                <a:ext cx="375120" cy="338760"/>
              </a:xfrm>
              <a:prstGeom prst="rect">
                <a:avLst/>
              </a:prstGeom>
              <a:noFill/>
              <a:ln>
                <a:solidFill>
                  <a:srgbClr val="6c6c6c"/>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pic>
        <p:nvPicPr>
          <p:cNvPr id="1225" name="logo" descr=""/>
          <p:cNvPicPr/>
          <p:nvPr/>
        </p:nvPicPr>
        <p:blipFill>
          <a:blip r:embed="rId5">
            <a:extLst>
              <a:ext uri="{96DAC541-7B7A-43D3-8B79-37D633B846F1}">
                <asvg:svgBlip xmlns:asvg="http://schemas.microsoft.com/office/drawing/2016/SVG/main" r:embed="rId6"/>
              </a:ext>
            </a:extLst>
          </a:blip>
          <a:stretch/>
        </p:blipFill>
        <p:spPr>
          <a:xfrm>
            <a:off x="10987200" y="6122160"/>
            <a:ext cx="951840" cy="482040"/>
          </a:xfrm>
          <a:prstGeom prst="rect">
            <a:avLst/>
          </a:prstGeom>
          <a:ln w="0">
            <a:noFill/>
          </a:ln>
        </p:spPr>
      </p:pic>
      <p:grpSp>
        <p:nvGrpSpPr>
          <p:cNvPr id="1226" name="GRID"/>
          <p:cNvGrpSpPr/>
          <p:nvPr/>
        </p:nvGrpSpPr>
        <p:grpSpPr>
          <a:xfrm>
            <a:off x="0" y="0"/>
            <a:ext cx="12191760" cy="6857640"/>
            <a:chOff x="0" y="0"/>
            <a:chExt cx="12191760" cy="6857640"/>
          </a:xfrm>
        </p:grpSpPr>
        <p:sp>
          <p:nvSpPr>
            <p:cNvPr id="1227" name="Rechthoek 38"/>
            <p:cNvSpPr/>
            <p:nvPr/>
          </p:nvSpPr>
          <p:spPr>
            <a:xfrm>
              <a:off x="0" y="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28" name="Rechthoek 39"/>
            <p:cNvSpPr/>
            <p:nvPr/>
          </p:nvSpPr>
          <p:spPr>
            <a:xfrm>
              <a:off x="0" y="6596640"/>
              <a:ext cx="12191760" cy="26100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29" name="Rechthoek 40"/>
            <p:cNvSpPr/>
            <p:nvPr/>
          </p:nvSpPr>
          <p:spPr>
            <a:xfrm>
              <a:off x="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0" name="Rechthoek 41"/>
            <p:cNvSpPr/>
            <p:nvPr/>
          </p:nvSpPr>
          <p:spPr>
            <a:xfrm>
              <a:off x="11929320" y="0"/>
              <a:ext cx="262440" cy="685764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1" name="Rechthoek 42"/>
            <p:cNvSpPr/>
            <p:nvPr/>
          </p:nvSpPr>
          <p:spPr>
            <a:xfrm>
              <a:off x="0" y="262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2" name="Rechthoek 43"/>
            <p:cNvSpPr/>
            <p:nvPr/>
          </p:nvSpPr>
          <p:spPr>
            <a:xfrm>
              <a:off x="2592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3" name="Rechthoek 44"/>
            <p:cNvSpPr/>
            <p:nvPr/>
          </p:nvSpPr>
          <p:spPr>
            <a:xfrm>
              <a:off x="1166796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4" name="Rechthoek 45"/>
            <p:cNvSpPr/>
            <p:nvPr/>
          </p:nvSpPr>
          <p:spPr>
            <a:xfrm>
              <a:off x="0" y="633744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5" name="Rechthoek 46"/>
            <p:cNvSpPr/>
            <p:nvPr/>
          </p:nvSpPr>
          <p:spPr>
            <a:xfrm>
              <a:off x="949140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6" name="Rechthoek 47"/>
            <p:cNvSpPr/>
            <p:nvPr/>
          </p:nvSpPr>
          <p:spPr>
            <a:xfrm>
              <a:off x="0" y="113292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7" name="Rechthoek 48"/>
            <p:cNvSpPr/>
            <p:nvPr/>
          </p:nvSpPr>
          <p:spPr>
            <a:xfrm>
              <a:off x="0" y="5859000"/>
              <a:ext cx="12191760" cy="261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38" name="Rechthoek 49"/>
            <p:cNvSpPr/>
            <p:nvPr/>
          </p:nvSpPr>
          <p:spPr>
            <a:xfrm>
              <a:off x="5964480" y="0"/>
              <a:ext cx="262440" cy="685764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1239" name="PlaceHolder 4"/>
          <p:cNvSpPr>
            <a:spLocks noGrp="1"/>
          </p:cNvSpPr>
          <p:nvPr>
            <p:ph type="title"/>
          </p:nvPr>
        </p:nvSpPr>
        <p:spPr>
          <a:xfrm>
            <a:off x="522000" y="272160"/>
            <a:ext cx="1114596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Plaats hier je titel</a:t>
            </a:r>
            <a:endParaRPr b="0" lang="nl-NL" sz="3200" spc="-1" strike="noStrike">
              <a:solidFill>
                <a:schemeClr val="dk1"/>
              </a:solidFill>
              <a:latin typeface="Calibri"/>
            </a:endParaRPr>
          </a:p>
        </p:txBody>
      </p:sp>
      <p:sp>
        <p:nvSpPr>
          <p:cNvPr id="1240" name="Onder balkje"/>
          <p:cNvSpPr/>
          <p:nvPr/>
        </p:nvSpPr>
        <p:spPr>
          <a:xfrm>
            <a:off x="-2520" y="6786000"/>
            <a:ext cx="12191760" cy="76680"/>
          </a:xfrm>
          <a:prstGeom prst="rect">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32040" bIns="32040" anchor="ctr">
            <a:noAutofit/>
          </a:bodyPr>
          <a:p>
            <a:pPr algn="ctr" defTabSz="914400">
              <a:lnSpc>
                <a:spcPct val="100000"/>
              </a:lnSpc>
            </a:pPr>
            <a:endParaRPr b="0" lang="nl-NL" sz="1800" spc="-1" strike="noStrike">
              <a:solidFill>
                <a:schemeClr val="lt1"/>
              </a:solidFill>
              <a:latin typeface="Calibri"/>
            </a:endParaRPr>
          </a:p>
        </p:txBody>
      </p:sp>
      <p:sp>
        <p:nvSpPr>
          <p:cNvPr id="1241" name="PlaceHolder 5"/>
          <p:cNvSpPr>
            <a:spLocks noGrp="1"/>
          </p:cNvSpPr>
          <p:nvPr>
            <p:ph type="sldNum" idx="48"/>
          </p:nvPr>
        </p:nvSpPr>
        <p:spPr>
          <a:xfrm>
            <a:off x="516240" y="6375960"/>
            <a:ext cx="392040" cy="216720"/>
          </a:xfrm>
          <a:prstGeom prst="rect">
            <a:avLst/>
          </a:prstGeom>
          <a:noFill/>
          <a:ln w="0">
            <a:noFill/>
          </a:ln>
        </p:spPr>
        <p:txBody>
          <a:bodyPr lIns="0" rIns="0" tIns="0" bIns="0" anchor="ctr">
            <a:noAutofit/>
          </a:bodyPr>
          <a:lstStyle>
            <a:lvl1pPr indent="0" defTabSz="914400">
              <a:lnSpc>
                <a:spcPct val="100000"/>
              </a:lnSpc>
              <a:buNone/>
              <a:defRPr b="1" lang="nl-NL" sz="1200" spc="-1" strike="noStrike">
                <a:solidFill>
                  <a:schemeClr val="dk1"/>
                </a:solidFill>
                <a:latin typeface="Calibri"/>
              </a:defRPr>
            </a:lvl1pPr>
          </a:lstStyle>
          <a:p>
            <a:pPr indent="0" defTabSz="914400">
              <a:lnSpc>
                <a:spcPct val="100000"/>
              </a:lnSpc>
              <a:buNone/>
            </a:pPr>
            <a:fld id="{828FB991-E475-4765-B8EA-A2C5DCFFFD80}" type="slidenum">
              <a:rPr b="1" lang="nl-NL"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7"/>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2" name="Rechthoek 4"/>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243" name="Rechthoek 6"/>
          <p:cNvSpPr/>
          <p:nvPr/>
        </p:nvSpPr>
        <p:spPr>
          <a:xfrm>
            <a:off x="701640" y="1571400"/>
            <a:ext cx="10800360" cy="4356000"/>
          </a:xfrm>
          <a:prstGeom prst="rect">
            <a:avLst/>
          </a:prstGeom>
          <a:noFill/>
          <a:ln w="0">
            <a:noFill/>
          </a:ln>
        </p:spPr>
        <p:style>
          <a:lnRef idx="0"/>
          <a:fillRef idx="0"/>
          <a:effectRef idx="0"/>
          <a:fontRef idx="minor"/>
        </p:style>
        <p:txBody>
          <a:bodyPr lIns="0" rIns="0" tIns="0" bIns="0" anchor="t">
            <a:noAutofit/>
          </a:bodyPr>
          <a:p>
            <a:pPr defTabSz="914400">
              <a:lnSpc>
                <a:spcPct val="90000"/>
              </a:lnSpc>
              <a:spcBef>
                <a:spcPts val="601"/>
              </a:spcBef>
              <a:spcAft>
                <a:spcPts val="601"/>
              </a:spcAft>
              <a:tabLst>
                <a:tab algn="l" pos="0"/>
              </a:tabLst>
            </a:pPr>
            <a:r>
              <a:rPr b="0" lang="nl-NL" sz="1200" spc="-1" strike="noStrike">
                <a:solidFill>
                  <a:srgbClr val="303e48"/>
                </a:solidFill>
                <a:latin typeface="Calibri"/>
                <a:ea typeface="Open Sans"/>
              </a:rPr>
              <a:t>Beste,</a:t>
            </a:r>
            <a:endParaRPr b="0" lang="en-US" sz="1200" spc="-1" strike="noStrike">
              <a:solidFill>
                <a:srgbClr val="000000"/>
              </a:solidFill>
              <a:latin typeface="Arial"/>
            </a:endParaRPr>
          </a:p>
          <a:p>
            <a:pPr defTabSz="914400">
              <a:lnSpc>
                <a:spcPct val="90000"/>
              </a:lnSpc>
              <a:spcBef>
                <a:spcPts val="601"/>
              </a:spcBef>
              <a:spcAft>
                <a:spcPts val="601"/>
              </a:spcAft>
              <a:tabLst>
                <a:tab algn="l" pos="0"/>
              </a:tabLst>
            </a:pPr>
            <a:r>
              <a:rPr b="0" lang="nl-NL" sz="1000" spc="-1" strike="noStrike">
                <a:solidFill>
                  <a:srgbClr val="303e48"/>
                </a:solidFill>
                <a:latin typeface="Calibri"/>
                <a:ea typeface="Open Sans"/>
              </a:rPr>
              <a:t>Bij PPT Solutions communiceren we feedback met opmerkingen in PowerPoint.</a:t>
            </a:r>
            <a:br>
              <a:rPr sz="1000"/>
            </a:br>
            <a:r>
              <a:rPr b="0" lang="nl-NL" sz="1000" spc="-1" strike="noStrike">
                <a:solidFill>
                  <a:srgbClr val="303e48"/>
                </a:solidFill>
                <a:latin typeface="Calibri"/>
                <a:ea typeface="Open Sans"/>
              </a:rPr>
              <a:t>Wanneer u feedback heeft wat betrekking heeft op een dia in de presentatie, ga dan naar de desbetreffende dia en volg de volgende stappen:</a:t>
            </a:r>
            <a:endParaRPr b="0" lang="en-US" sz="1000" spc="-1" strike="noStrike">
              <a:solidFill>
                <a:srgbClr val="000000"/>
              </a:solidFill>
              <a:latin typeface="Arial"/>
            </a:endParaRPr>
          </a:p>
          <a:p>
            <a:pPr defTabSz="914400">
              <a:lnSpc>
                <a:spcPct val="90000"/>
              </a:lnSpc>
              <a:spcBef>
                <a:spcPts val="601"/>
              </a:spcBef>
              <a:spcAft>
                <a:spcPts val="601"/>
              </a:spcAft>
              <a:tabLst>
                <a:tab algn="l" pos="0"/>
              </a:tabLst>
            </a:pPr>
            <a:endParaRPr b="0" lang="en-US" sz="1000" spc="-1" strike="noStrike">
              <a:solidFill>
                <a:srgbClr val="000000"/>
              </a:solidFill>
              <a:latin typeface="Arial"/>
            </a:endParaRPr>
          </a:p>
          <a:p>
            <a:pPr defTabSz="914400">
              <a:lnSpc>
                <a:spcPct val="90000"/>
              </a:lnSpc>
              <a:spcBef>
                <a:spcPts val="601"/>
              </a:spcBef>
              <a:spcAft>
                <a:spcPts val="601"/>
              </a:spcAft>
              <a:tabLst>
                <a:tab algn="l" pos="0"/>
              </a:tabLst>
            </a:pPr>
            <a:endParaRPr b="0" lang="en-US" sz="1000" spc="-1" strike="noStrike">
              <a:solidFill>
                <a:srgbClr val="000000"/>
              </a:solidFill>
              <a:latin typeface="Arial"/>
            </a:endParaRPr>
          </a:p>
          <a:p>
            <a:pPr defTabSz="914400">
              <a:lnSpc>
                <a:spcPct val="90000"/>
              </a:lnSpc>
              <a:spcBef>
                <a:spcPts val="601"/>
              </a:spcBef>
              <a:spcAft>
                <a:spcPts val="601"/>
              </a:spcAft>
              <a:tabLst>
                <a:tab algn="l" pos="0"/>
              </a:tabLst>
            </a:pPr>
            <a:endParaRPr b="0" lang="en-US" sz="1000" spc="-1" strike="noStrike">
              <a:solidFill>
                <a:srgbClr val="000000"/>
              </a:solidFill>
              <a:latin typeface="Arial"/>
            </a:endParaRPr>
          </a:p>
          <a:p>
            <a:pPr defTabSz="914400">
              <a:lnSpc>
                <a:spcPct val="90000"/>
              </a:lnSpc>
              <a:spcBef>
                <a:spcPts val="601"/>
              </a:spcBef>
              <a:spcAft>
                <a:spcPts val="601"/>
              </a:spcAft>
              <a:tabLst>
                <a:tab algn="l" pos="0"/>
              </a:tabLst>
            </a:pPr>
            <a:endParaRPr b="0" lang="en-US" sz="1000" spc="-1" strike="noStrike">
              <a:solidFill>
                <a:srgbClr val="000000"/>
              </a:solidFill>
              <a:latin typeface="Arial"/>
            </a:endParaRPr>
          </a:p>
          <a:p>
            <a:pPr defTabSz="914400">
              <a:lnSpc>
                <a:spcPct val="90000"/>
              </a:lnSpc>
              <a:spcBef>
                <a:spcPts val="601"/>
              </a:spcBef>
              <a:spcAft>
                <a:spcPts val="601"/>
              </a:spcAft>
              <a:tabLst>
                <a:tab algn="l" pos="0"/>
              </a:tabLst>
            </a:pPr>
            <a:br>
              <a:rPr sz="1000"/>
            </a:br>
            <a:br>
              <a:rPr sz="1000"/>
            </a:br>
            <a:endParaRPr b="0" lang="en-US" sz="1000" spc="-1" strike="noStrike">
              <a:solidFill>
                <a:srgbClr val="000000"/>
              </a:solidFill>
              <a:latin typeface="Arial"/>
            </a:endParaRPr>
          </a:p>
          <a:p>
            <a:pPr defTabSz="914400">
              <a:lnSpc>
                <a:spcPct val="90000"/>
              </a:lnSpc>
              <a:spcBef>
                <a:spcPts val="601"/>
              </a:spcBef>
              <a:spcAft>
                <a:spcPts val="601"/>
              </a:spcAft>
              <a:tabLst>
                <a:tab algn="l" pos="0"/>
              </a:tabLst>
            </a:pPr>
            <a:br>
              <a:rPr sz="1000"/>
            </a:br>
            <a:br>
              <a:rPr sz="1000"/>
            </a:br>
            <a:endParaRPr b="0" lang="en-US" sz="1000" spc="-1" strike="noStrike">
              <a:solidFill>
                <a:srgbClr val="000000"/>
              </a:solidFill>
              <a:latin typeface="Arial"/>
            </a:endParaRPr>
          </a:p>
          <a:p>
            <a:pPr defTabSz="914400">
              <a:lnSpc>
                <a:spcPct val="90000"/>
              </a:lnSpc>
              <a:spcBef>
                <a:spcPts val="601"/>
              </a:spcBef>
              <a:spcAft>
                <a:spcPts val="799"/>
              </a:spcAft>
              <a:tabLst>
                <a:tab algn="l" pos="0"/>
              </a:tabLst>
            </a:pPr>
            <a:r>
              <a:rPr b="0" lang="nl-NL" sz="600" spc="-1" strike="noStrike">
                <a:solidFill>
                  <a:srgbClr val="303e48"/>
                </a:solidFill>
                <a:latin typeface="Calibri"/>
                <a:ea typeface="Open Sans"/>
              </a:rPr>
              <a:t> </a:t>
            </a:r>
            <a:br>
              <a:rPr sz="1000"/>
            </a:br>
            <a:r>
              <a:rPr b="0" lang="nl-NL" sz="1200" spc="-1" strike="noStrike">
                <a:solidFill>
                  <a:srgbClr val="303e48"/>
                </a:solidFill>
                <a:latin typeface="Calibri"/>
                <a:ea typeface="Open Sans"/>
              </a:rPr>
              <a:t>Antwoorden</a:t>
            </a:r>
            <a:br>
              <a:rPr sz="1000"/>
            </a:br>
            <a:r>
              <a:rPr b="0" lang="nl-NL" sz="1000" spc="-1" strike="noStrike">
                <a:solidFill>
                  <a:srgbClr val="303e48"/>
                </a:solidFill>
                <a:latin typeface="Calibri"/>
                <a:ea typeface="Open Sans"/>
              </a:rPr>
              <a:t>Deze stappen kunt u uitvoeren door de gehele presentatie en eventueel ook antwoord geven op onze communicatie via opmerkingen.</a:t>
            </a:r>
            <a:br>
              <a:rPr sz="1000"/>
            </a:br>
            <a:r>
              <a:rPr b="0" lang="nl-NL" sz="1000" spc="-1" strike="noStrike">
                <a:solidFill>
                  <a:srgbClr val="303e48"/>
                </a:solidFill>
                <a:latin typeface="Calibri"/>
                <a:ea typeface="Open Sans"/>
              </a:rPr>
              <a:t>De volgende stappen kunt u uitvoeren om antwoord te geven op evt. opmerkingen of om naar de vorige/volgende opmerking in de presentatie te gaan:</a:t>
            </a:r>
            <a:endParaRPr b="0" lang="en-US" sz="1000" spc="-1" strike="noStrike">
              <a:solidFill>
                <a:srgbClr val="000000"/>
              </a:solidFill>
              <a:latin typeface="Arial"/>
            </a:endParaRPr>
          </a:p>
        </p:txBody>
      </p:sp>
      <p:sp>
        <p:nvSpPr>
          <p:cNvPr id="1244" name="Tekstvak 7"/>
          <p:cNvSpPr/>
          <p:nvPr/>
        </p:nvSpPr>
        <p:spPr>
          <a:xfrm>
            <a:off x="1110600" y="2257920"/>
            <a:ext cx="4833000" cy="264960"/>
          </a:xfrm>
          <a:prstGeom prst="rect">
            <a:avLst/>
          </a:prstGeom>
          <a:noFill/>
          <a:ln w="0">
            <a:noFill/>
          </a:ln>
        </p:spPr>
        <p:style>
          <a:lnRef idx="0"/>
          <a:fillRef idx="0"/>
          <a:effectRef idx="0"/>
          <a:fontRef idx="minor"/>
        </p:style>
        <p:txBody>
          <a:bodyPr lIns="0" rIns="0" tIns="0" bIns="0" anchor="ctr">
            <a:noAutofit/>
          </a:bodyPr>
          <a:p>
            <a:pPr defTabSz="914400">
              <a:lnSpc>
                <a:spcPct val="90000"/>
              </a:lnSpc>
            </a:pPr>
            <a:r>
              <a:rPr b="0" lang="nl-NL" sz="1000" spc="-1" strike="noStrike">
                <a:solidFill>
                  <a:srgbClr val="44546a"/>
                </a:solidFill>
                <a:latin typeface="Calibri"/>
                <a:ea typeface="Open Sans"/>
              </a:rPr>
              <a:t>Boven in je scherm, in de werkbalk, selecteer je het tabje </a:t>
            </a:r>
            <a:r>
              <a:rPr b="1" lang="nl-NL" sz="1000" spc="-1" strike="noStrike">
                <a:solidFill>
                  <a:srgbClr val="44546a"/>
                </a:solidFill>
                <a:latin typeface="Calibri"/>
                <a:ea typeface="Open Sans"/>
              </a:rPr>
              <a:t>‘Invoegen’.</a:t>
            </a:r>
            <a:endParaRPr b="0" lang="en-US" sz="1000" spc="-1" strike="noStrike">
              <a:solidFill>
                <a:srgbClr val="000000"/>
              </a:solidFill>
              <a:latin typeface="Arial"/>
            </a:endParaRPr>
          </a:p>
        </p:txBody>
      </p:sp>
      <p:sp>
        <p:nvSpPr>
          <p:cNvPr id="1245" name="Ovaal 8"/>
          <p:cNvSpPr/>
          <p:nvPr/>
        </p:nvSpPr>
        <p:spPr>
          <a:xfrm>
            <a:off x="696960" y="2246400"/>
            <a:ext cx="288360" cy="287640"/>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ea typeface="Open Sans"/>
              </a:rPr>
              <a:t>1</a:t>
            </a:r>
            <a:endParaRPr b="0" lang="en-US" sz="1000" spc="-1" strike="noStrike">
              <a:solidFill>
                <a:srgbClr val="ffffff"/>
              </a:solidFill>
              <a:latin typeface="Arial"/>
            </a:endParaRPr>
          </a:p>
        </p:txBody>
      </p:sp>
      <p:sp>
        <p:nvSpPr>
          <p:cNvPr id="1246" name="Tekstvak 9"/>
          <p:cNvSpPr/>
          <p:nvPr/>
        </p:nvSpPr>
        <p:spPr>
          <a:xfrm>
            <a:off x="1110600" y="2737800"/>
            <a:ext cx="4833000" cy="287640"/>
          </a:xfrm>
          <a:prstGeom prst="rect">
            <a:avLst/>
          </a:prstGeom>
          <a:noFill/>
          <a:ln w="0">
            <a:noFill/>
          </a:ln>
        </p:spPr>
        <p:style>
          <a:lnRef idx="0"/>
          <a:fillRef idx="0"/>
          <a:effectRef idx="0"/>
          <a:fontRef idx="minor"/>
        </p:style>
        <p:txBody>
          <a:bodyPr lIns="0" rIns="0" tIns="0" bIns="0" anchor="ctr">
            <a:noAutofit/>
          </a:bodyPr>
          <a:p>
            <a:pPr defTabSz="914400">
              <a:lnSpc>
                <a:spcPct val="90000"/>
              </a:lnSpc>
            </a:pPr>
            <a:r>
              <a:rPr b="0" lang="nl-NL" sz="1000" spc="-1" strike="noStrike">
                <a:solidFill>
                  <a:srgbClr val="44546a"/>
                </a:solidFill>
                <a:latin typeface="Calibri"/>
                <a:ea typeface="Open Sans"/>
              </a:rPr>
              <a:t>Klik op de knop </a:t>
            </a:r>
            <a:r>
              <a:rPr b="1" lang="nl-NL" sz="1000" spc="-1" strike="noStrike">
                <a:solidFill>
                  <a:srgbClr val="44546a"/>
                </a:solidFill>
                <a:latin typeface="Calibri"/>
                <a:ea typeface="Open Sans"/>
              </a:rPr>
              <a:t>‘Nieuwe opmerking’.</a:t>
            </a:r>
            <a:endParaRPr b="0" lang="en-US" sz="1000" spc="-1" strike="noStrike">
              <a:solidFill>
                <a:srgbClr val="000000"/>
              </a:solidFill>
              <a:latin typeface="Arial"/>
            </a:endParaRPr>
          </a:p>
        </p:txBody>
      </p:sp>
      <p:sp>
        <p:nvSpPr>
          <p:cNvPr id="1247" name="Ovaal 10"/>
          <p:cNvSpPr/>
          <p:nvPr/>
        </p:nvSpPr>
        <p:spPr>
          <a:xfrm>
            <a:off x="696960" y="2737800"/>
            <a:ext cx="288360" cy="287640"/>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ea typeface="Open Sans"/>
              </a:rPr>
              <a:t>2</a:t>
            </a:r>
            <a:endParaRPr b="0" lang="en-US" sz="1000" spc="-1" strike="noStrike">
              <a:solidFill>
                <a:srgbClr val="ffffff"/>
              </a:solidFill>
              <a:latin typeface="Arial"/>
            </a:endParaRPr>
          </a:p>
        </p:txBody>
      </p:sp>
      <p:sp>
        <p:nvSpPr>
          <p:cNvPr id="1248" name="Tekstvak 11"/>
          <p:cNvSpPr/>
          <p:nvPr/>
        </p:nvSpPr>
        <p:spPr>
          <a:xfrm>
            <a:off x="1110600" y="3233160"/>
            <a:ext cx="5681880" cy="291240"/>
          </a:xfrm>
          <a:prstGeom prst="rect">
            <a:avLst/>
          </a:prstGeom>
          <a:noFill/>
          <a:ln w="0">
            <a:noFill/>
          </a:ln>
        </p:spPr>
        <p:style>
          <a:lnRef idx="0"/>
          <a:fillRef idx="0"/>
          <a:effectRef idx="0"/>
          <a:fontRef idx="minor"/>
        </p:style>
        <p:txBody>
          <a:bodyPr lIns="0" rIns="0" tIns="0" bIns="0" anchor="ctr">
            <a:noAutofit/>
          </a:bodyPr>
          <a:p>
            <a:pPr defTabSz="914400">
              <a:lnSpc>
                <a:spcPct val="90000"/>
              </a:lnSpc>
            </a:pPr>
            <a:r>
              <a:rPr b="0" lang="nl-NL" sz="1000" spc="-1" strike="noStrike">
                <a:solidFill>
                  <a:srgbClr val="44546a"/>
                </a:solidFill>
                <a:latin typeface="Calibri"/>
                <a:ea typeface="Open Sans"/>
              </a:rPr>
              <a:t>Er verschijnt nu een klein spreekwolkje op de slide en het venster voor opmerkingen opent zich aan de zijkant.</a:t>
            </a:r>
            <a:endParaRPr b="0" lang="en-US" sz="1000" spc="-1" strike="noStrike">
              <a:solidFill>
                <a:srgbClr val="000000"/>
              </a:solidFill>
              <a:latin typeface="Arial"/>
            </a:endParaRPr>
          </a:p>
          <a:p>
            <a:pPr defTabSz="914400">
              <a:lnSpc>
                <a:spcPct val="90000"/>
              </a:lnSpc>
            </a:pPr>
            <a:r>
              <a:rPr b="1" lang="nl-NL" sz="1000" spc="-1" strike="noStrike">
                <a:solidFill>
                  <a:srgbClr val="44546a"/>
                </a:solidFill>
                <a:latin typeface="Calibri"/>
                <a:ea typeface="Open Sans"/>
              </a:rPr>
              <a:t>Typ uw feedback in het tekst vak in het venster voor opmerkingen.</a:t>
            </a:r>
            <a:endParaRPr b="0" lang="en-US" sz="1000" spc="-1" strike="noStrike">
              <a:solidFill>
                <a:srgbClr val="000000"/>
              </a:solidFill>
              <a:latin typeface="Arial"/>
            </a:endParaRPr>
          </a:p>
        </p:txBody>
      </p:sp>
      <p:sp>
        <p:nvSpPr>
          <p:cNvPr id="1249" name="Ovaal 12"/>
          <p:cNvSpPr/>
          <p:nvPr/>
        </p:nvSpPr>
        <p:spPr>
          <a:xfrm>
            <a:off x="696960" y="3229200"/>
            <a:ext cx="288360" cy="287640"/>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ea typeface="Open Sans"/>
              </a:rPr>
              <a:t>3</a:t>
            </a:r>
            <a:endParaRPr b="0" lang="en-US" sz="1000" spc="-1" strike="noStrike">
              <a:solidFill>
                <a:srgbClr val="ffffff"/>
              </a:solidFill>
              <a:latin typeface="Arial"/>
            </a:endParaRPr>
          </a:p>
        </p:txBody>
      </p:sp>
      <p:sp>
        <p:nvSpPr>
          <p:cNvPr id="1250" name="Tekstvak 13"/>
          <p:cNvSpPr/>
          <p:nvPr/>
        </p:nvSpPr>
        <p:spPr>
          <a:xfrm>
            <a:off x="1110600" y="3728160"/>
            <a:ext cx="7306560" cy="287640"/>
          </a:xfrm>
          <a:prstGeom prst="rect">
            <a:avLst/>
          </a:prstGeom>
          <a:noFill/>
          <a:ln w="0">
            <a:noFill/>
          </a:ln>
        </p:spPr>
        <p:style>
          <a:lnRef idx="0"/>
          <a:fillRef idx="0"/>
          <a:effectRef idx="0"/>
          <a:fontRef idx="minor"/>
        </p:style>
        <p:txBody>
          <a:bodyPr lIns="0" rIns="0" tIns="0" bIns="0" anchor="ctr">
            <a:noAutofit/>
          </a:bodyPr>
          <a:p>
            <a:pPr defTabSz="914400">
              <a:lnSpc>
                <a:spcPct val="90000"/>
              </a:lnSpc>
            </a:pPr>
            <a:r>
              <a:rPr b="0" lang="nl-NL" sz="1000" spc="-1" strike="noStrike">
                <a:solidFill>
                  <a:srgbClr val="44546a"/>
                </a:solidFill>
                <a:latin typeface="Calibri"/>
                <a:ea typeface="Open Sans"/>
              </a:rPr>
              <a:t>Wanneer u dit gedaan heeft, kunt u het spreekwolkje op de juiste plaats op de dia slepen. </a:t>
            </a:r>
            <a:br>
              <a:rPr sz="1000"/>
            </a:br>
            <a:r>
              <a:rPr b="1" lang="nl-NL" sz="1000" spc="-1" strike="noStrike">
                <a:solidFill>
                  <a:srgbClr val="44546a"/>
                </a:solidFill>
                <a:latin typeface="Calibri"/>
                <a:ea typeface="Open Sans"/>
              </a:rPr>
              <a:t>Zo is het voor ons duidelijk op welk deel van de content, op de dia, uw feedback betrekking heeft.</a:t>
            </a:r>
            <a:endParaRPr b="0" lang="en-US" sz="1000" spc="-1" strike="noStrike">
              <a:solidFill>
                <a:srgbClr val="000000"/>
              </a:solidFill>
              <a:latin typeface="Arial"/>
            </a:endParaRPr>
          </a:p>
        </p:txBody>
      </p:sp>
      <p:sp>
        <p:nvSpPr>
          <p:cNvPr id="1251" name="Ovaal 14"/>
          <p:cNvSpPr/>
          <p:nvPr/>
        </p:nvSpPr>
        <p:spPr>
          <a:xfrm>
            <a:off x="696960" y="3720240"/>
            <a:ext cx="288360" cy="287640"/>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ea typeface="Open Sans"/>
              </a:rPr>
              <a:t>4</a:t>
            </a:r>
            <a:endParaRPr b="0" lang="en-US" sz="1000" spc="-1" strike="noStrike">
              <a:solidFill>
                <a:srgbClr val="ffffff"/>
              </a:solidFill>
              <a:latin typeface="Arial"/>
            </a:endParaRPr>
          </a:p>
        </p:txBody>
      </p:sp>
      <p:pic>
        <p:nvPicPr>
          <p:cNvPr id="1252" name="Afbeelding 15" descr=""/>
          <p:cNvPicPr/>
          <p:nvPr/>
        </p:nvPicPr>
        <p:blipFill>
          <a:blip r:embed="rId2"/>
          <a:stretch/>
        </p:blipFill>
        <p:spPr>
          <a:xfrm>
            <a:off x="8649000" y="2277360"/>
            <a:ext cx="1559160" cy="226440"/>
          </a:xfrm>
          <a:prstGeom prst="rect">
            <a:avLst/>
          </a:prstGeom>
          <a:ln w="3175">
            <a:solidFill>
              <a:srgbClr val="e7e6e6"/>
            </a:solidFill>
            <a:round/>
          </a:ln>
        </p:spPr>
      </p:pic>
      <p:pic>
        <p:nvPicPr>
          <p:cNvPr id="1253" name="Afbeelding 16" descr=""/>
          <p:cNvPicPr/>
          <p:nvPr/>
        </p:nvPicPr>
        <p:blipFill>
          <a:blip r:embed="rId3"/>
          <a:stretch/>
        </p:blipFill>
        <p:spPr>
          <a:xfrm>
            <a:off x="8649000" y="2742120"/>
            <a:ext cx="320400" cy="279000"/>
          </a:xfrm>
          <a:prstGeom prst="rect">
            <a:avLst/>
          </a:prstGeom>
          <a:ln w="3175">
            <a:solidFill>
              <a:srgbClr val="e7e6e6"/>
            </a:solidFill>
            <a:round/>
          </a:ln>
        </p:spPr>
      </p:pic>
      <p:pic>
        <p:nvPicPr>
          <p:cNvPr id="1254" name="Afbeelding 17" descr=""/>
          <p:cNvPicPr/>
          <p:nvPr/>
        </p:nvPicPr>
        <p:blipFill>
          <a:blip r:embed="rId4"/>
          <a:stretch/>
        </p:blipFill>
        <p:spPr>
          <a:xfrm>
            <a:off x="8649000" y="3722760"/>
            <a:ext cx="1478880" cy="618120"/>
          </a:xfrm>
          <a:prstGeom prst="rect">
            <a:avLst/>
          </a:prstGeom>
          <a:ln w="3175">
            <a:solidFill>
              <a:srgbClr val="e7e6e6"/>
            </a:solidFill>
            <a:round/>
          </a:ln>
        </p:spPr>
      </p:pic>
      <p:pic>
        <p:nvPicPr>
          <p:cNvPr id="1255" name="Afbeelding 18" descr=""/>
          <p:cNvPicPr/>
          <p:nvPr/>
        </p:nvPicPr>
        <p:blipFill>
          <a:blip r:embed="rId5"/>
          <a:stretch/>
        </p:blipFill>
        <p:spPr>
          <a:xfrm>
            <a:off x="8649000" y="3220200"/>
            <a:ext cx="320400" cy="305280"/>
          </a:xfrm>
          <a:prstGeom prst="rect">
            <a:avLst/>
          </a:prstGeom>
          <a:ln w="3175">
            <a:solidFill>
              <a:srgbClr val="e7e6e6"/>
            </a:solidFill>
            <a:round/>
          </a:ln>
        </p:spPr>
      </p:pic>
      <p:grpSp>
        <p:nvGrpSpPr>
          <p:cNvPr id="1256" name="Groep 19"/>
          <p:cNvGrpSpPr/>
          <p:nvPr/>
        </p:nvGrpSpPr>
        <p:grpSpPr>
          <a:xfrm>
            <a:off x="1110600" y="5258880"/>
            <a:ext cx="10532160" cy="787320"/>
            <a:chOff x="1110600" y="5258880"/>
            <a:chExt cx="10532160" cy="787320"/>
          </a:xfrm>
        </p:grpSpPr>
        <p:sp>
          <p:nvSpPr>
            <p:cNvPr id="1257" name="Tekstvak 20"/>
            <p:cNvSpPr/>
            <p:nvPr/>
          </p:nvSpPr>
          <p:spPr>
            <a:xfrm>
              <a:off x="1110600" y="5258880"/>
              <a:ext cx="10532160" cy="2876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nl-NL" sz="1000" spc="-1" strike="noStrike">
                  <a:solidFill>
                    <a:srgbClr val="44546a"/>
                  </a:solidFill>
                  <a:latin typeface="Calibri"/>
                  <a:ea typeface="Open Sans"/>
                </a:rPr>
                <a:t>Wanneer het venster voor opmerkingen is geopend en u een opmerking van PPT Solutions ziet staan, Kunt u antwoorden door</a:t>
              </a:r>
              <a:br>
                <a:rPr sz="1000"/>
              </a:br>
              <a:r>
                <a:rPr b="1" lang="nl-NL" sz="1000" spc="-1" strike="noStrike">
                  <a:solidFill>
                    <a:srgbClr val="44546a"/>
                  </a:solidFill>
                  <a:latin typeface="Calibri"/>
                  <a:ea typeface="Open Sans"/>
                </a:rPr>
                <a:t>Onder de opmerking, waar een tekst vak staat met de beschrijving ‘Beantwoorden’, uw antwoord te typen.</a:t>
              </a:r>
              <a:endParaRPr b="0" lang="en-US" sz="1000" spc="-1" strike="noStrike">
                <a:solidFill>
                  <a:srgbClr val="000000"/>
                </a:solidFill>
                <a:latin typeface="Arial"/>
              </a:endParaRPr>
            </a:p>
          </p:txBody>
        </p:sp>
        <p:sp>
          <p:nvSpPr>
            <p:cNvPr id="1258" name="Tekstvak 21"/>
            <p:cNvSpPr/>
            <p:nvPr/>
          </p:nvSpPr>
          <p:spPr>
            <a:xfrm>
              <a:off x="1110600" y="5758560"/>
              <a:ext cx="10532160" cy="2876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nl-NL" sz="1000" spc="-1" strike="noStrike">
                  <a:solidFill>
                    <a:srgbClr val="44546a"/>
                  </a:solidFill>
                  <a:latin typeface="Calibri"/>
                  <a:ea typeface="Open Sans"/>
                </a:rPr>
                <a:t>Wanneer het venster voor opmerkingen is geopend zijn in de rechter bovenhoek twee knopjes zichtbaar.</a:t>
              </a:r>
              <a:br>
                <a:rPr sz="1000"/>
              </a:br>
              <a:r>
                <a:rPr b="1" lang="nl-NL" sz="1000" spc="-1" strike="noStrike">
                  <a:solidFill>
                    <a:srgbClr val="44546a"/>
                  </a:solidFill>
                  <a:latin typeface="Calibri"/>
                  <a:ea typeface="Open Sans"/>
                </a:rPr>
                <a:t>Met het linker knopje gaat u naar de vorige opmerking in de presentatie en met het rechter knopje gaat u naar de volgende.</a:t>
              </a:r>
              <a:endParaRPr b="0" lang="en-US" sz="1000" spc="-1" strike="noStrike">
                <a:solidFill>
                  <a:srgbClr val="000000"/>
                </a:solidFill>
                <a:latin typeface="Arial"/>
              </a:endParaRPr>
            </a:p>
          </p:txBody>
        </p:sp>
      </p:grpSp>
      <p:pic>
        <p:nvPicPr>
          <p:cNvPr id="1259" name="Afbeelding 22" descr=""/>
          <p:cNvPicPr/>
          <p:nvPr/>
        </p:nvPicPr>
        <p:blipFill>
          <a:blip r:embed="rId6"/>
          <a:stretch/>
        </p:blipFill>
        <p:spPr>
          <a:xfrm>
            <a:off x="8649000" y="5235840"/>
            <a:ext cx="1086120" cy="342000"/>
          </a:xfrm>
          <a:prstGeom prst="rect">
            <a:avLst/>
          </a:prstGeom>
          <a:ln w="3175">
            <a:solidFill>
              <a:srgbClr val="e7e6e6"/>
            </a:solidFill>
            <a:round/>
          </a:ln>
        </p:spPr>
      </p:pic>
      <p:pic>
        <p:nvPicPr>
          <p:cNvPr id="1260" name="Afbeelding 23" descr=""/>
          <p:cNvPicPr/>
          <p:nvPr/>
        </p:nvPicPr>
        <p:blipFill>
          <a:blip r:embed="rId7"/>
          <a:stretch/>
        </p:blipFill>
        <p:spPr>
          <a:xfrm>
            <a:off x="8649000" y="5727600"/>
            <a:ext cx="598680" cy="337680"/>
          </a:xfrm>
          <a:prstGeom prst="rect">
            <a:avLst/>
          </a:prstGeom>
          <a:ln w="3175">
            <a:solidFill>
              <a:srgbClr val="e7e6e6"/>
            </a:solidFill>
            <a:round/>
          </a:ln>
        </p:spPr>
      </p:pic>
      <p:sp>
        <p:nvSpPr>
          <p:cNvPr id="1261" name="Tijdelijke aanduiding voor tekst 58"/>
          <p:cNvSpPr/>
          <p:nvPr/>
        </p:nvSpPr>
        <p:spPr>
          <a:xfrm>
            <a:off x="0" y="6750000"/>
            <a:ext cx="12191760" cy="107640"/>
          </a:xfrm>
          <a:prstGeom prst="rect">
            <a:avLst/>
          </a:prstGeom>
          <a:solidFill>
            <a:srgbClr val="0096a5"/>
          </a:solidFill>
          <a:ln w="0">
            <a:noFill/>
          </a:ln>
          <a:effectLst>
            <a:innerShdw blurRad="114300" dir="16200000" dist="38100">
              <a:srgbClr val="000000">
                <a:alpha val="20000"/>
              </a:srgbClr>
            </a:innerShdw>
          </a:effectLst>
        </p:spPr>
        <p:style>
          <a:lnRef idx="0"/>
          <a:fillRef idx="0"/>
          <a:effectRef idx="0"/>
          <a:fontRef idx="minor"/>
        </p:style>
        <p:txBody>
          <a:bodyPr lIns="72000" rIns="72000" tIns="90000" bIns="18000" anchor="ctr">
            <a:noAutofit/>
          </a:bodyPr>
          <a:p>
            <a:pPr algn="ctr" defTabSz="914400">
              <a:lnSpc>
                <a:spcPct val="90000"/>
              </a:lnSpc>
              <a:spcBef>
                <a:spcPts val="601"/>
              </a:spcBef>
              <a:spcAft>
                <a:spcPts val="601"/>
              </a:spcAft>
              <a:tabLst>
                <a:tab algn="l" pos="0"/>
              </a:tabLst>
            </a:pPr>
            <a:endParaRPr b="0" lang="nl-NL" sz="2000" spc="-1" strike="noStrike" cap="all">
              <a:solidFill>
                <a:schemeClr val="lt1"/>
              </a:solidFill>
              <a:latin typeface="Calibri"/>
            </a:endParaRPr>
          </a:p>
        </p:txBody>
      </p:sp>
      <p:cxnSp>
        <p:nvCxnSpPr>
          <p:cNvPr id="1262" name="Rechte verbindingslijn 25"/>
          <p:cNvCxnSpPr/>
          <p:nvPr/>
        </p:nvCxnSpPr>
        <p:spPr>
          <a:xfrm>
            <a:off x="693720" y="1124640"/>
            <a:ext cx="9947160" cy="360"/>
          </a:xfrm>
          <a:prstGeom prst="straightConnector1">
            <a:avLst/>
          </a:prstGeom>
          <a:ln w="12700">
            <a:solidFill>
              <a:srgbClr val="e7e6e6"/>
            </a:solidFill>
          </a:ln>
        </p:spPr>
      </p:cxnSp>
      <p:sp>
        <p:nvSpPr>
          <p:cNvPr id="1263" name="Ovaal 26"/>
          <p:cNvSpPr/>
          <p:nvPr/>
        </p:nvSpPr>
        <p:spPr>
          <a:xfrm>
            <a:off x="706680" y="5258160"/>
            <a:ext cx="288360" cy="287640"/>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ea typeface="Open Sans"/>
              </a:rPr>
              <a:t>A</a:t>
            </a:r>
            <a:endParaRPr b="0" lang="en-US" sz="1000" spc="-1" strike="noStrike">
              <a:solidFill>
                <a:srgbClr val="ffffff"/>
              </a:solidFill>
              <a:latin typeface="Arial"/>
            </a:endParaRPr>
          </a:p>
        </p:txBody>
      </p:sp>
      <p:sp>
        <p:nvSpPr>
          <p:cNvPr id="1264" name="Ovaal 27"/>
          <p:cNvSpPr/>
          <p:nvPr/>
        </p:nvSpPr>
        <p:spPr>
          <a:xfrm>
            <a:off x="706680" y="5749560"/>
            <a:ext cx="288360" cy="287640"/>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ea typeface="Open Sans"/>
              </a:rPr>
              <a:t>B</a:t>
            </a:r>
            <a:endParaRPr b="0" lang="en-US" sz="1000" spc="-1" strike="noStrike">
              <a:solidFill>
                <a:srgbClr val="ffffff"/>
              </a:solidFill>
              <a:latin typeface="Arial"/>
            </a:endParaRPr>
          </a:p>
        </p:txBody>
      </p:sp>
      <p:cxnSp>
        <p:nvCxnSpPr>
          <p:cNvPr id="1265" name="Rechte verbindingslijn 28"/>
          <p:cNvCxnSpPr/>
          <p:nvPr/>
        </p:nvCxnSpPr>
        <p:spPr>
          <a:xfrm>
            <a:off x="698400" y="2635920"/>
            <a:ext cx="9933480" cy="360"/>
          </a:xfrm>
          <a:prstGeom prst="straightConnector1">
            <a:avLst/>
          </a:prstGeom>
          <a:ln cap="rnd" w="12700">
            <a:solidFill>
              <a:srgbClr val="d5d5d5"/>
            </a:solidFill>
            <a:prstDash val="sysDot"/>
            <a:round/>
          </a:ln>
        </p:spPr>
      </p:cxnSp>
      <p:cxnSp>
        <p:nvCxnSpPr>
          <p:cNvPr id="1266" name="Rechte verbindingslijn 29"/>
          <p:cNvCxnSpPr/>
          <p:nvPr/>
        </p:nvCxnSpPr>
        <p:spPr>
          <a:xfrm>
            <a:off x="698400" y="3127320"/>
            <a:ext cx="9933480" cy="360"/>
          </a:xfrm>
          <a:prstGeom prst="straightConnector1">
            <a:avLst/>
          </a:prstGeom>
          <a:ln cap="rnd" w="12700">
            <a:solidFill>
              <a:srgbClr val="d5d5d5"/>
            </a:solidFill>
            <a:prstDash val="sysDot"/>
            <a:round/>
          </a:ln>
        </p:spPr>
      </p:cxnSp>
      <p:cxnSp>
        <p:nvCxnSpPr>
          <p:cNvPr id="1267" name="Rechte verbindingslijn 30"/>
          <p:cNvCxnSpPr/>
          <p:nvPr/>
        </p:nvCxnSpPr>
        <p:spPr>
          <a:xfrm>
            <a:off x="698400" y="3618720"/>
            <a:ext cx="9933480" cy="360"/>
          </a:xfrm>
          <a:prstGeom prst="straightConnector1">
            <a:avLst/>
          </a:prstGeom>
          <a:ln cap="rnd" w="12700">
            <a:solidFill>
              <a:srgbClr val="d5d5d5"/>
            </a:solidFill>
            <a:prstDash val="sysDot"/>
            <a:round/>
          </a:ln>
        </p:spPr>
      </p:cxnSp>
      <p:cxnSp>
        <p:nvCxnSpPr>
          <p:cNvPr id="1268" name="Rechte verbindingslijn 31"/>
          <p:cNvCxnSpPr/>
          <p:nvPr/>
        </p:nvCxnSpPr>
        <p:spPr>
          <a:xfrm>
            <a:off x="698400" y="4445280"/>
            <a:ext cx="9933480" cy="360"/>
          </a:xfrm>
          <a:prstGeom prst="straightConnector1">
            <a:avLst/>
          </a:prstGeom>
          <a:ln cap="rnd" w="12700">
            <a:solidFill>
              <a:srgbClr val="d5d5d5"/>
            </a:solidFill>
            <a:prstDash val="sysDot"/>
            <a:round/>
          </a:ln>
        </p:spPr>
      </p:cxnSp>
      <p:cxnSp>
        <p:nvCxnSpPr>
          <p:cNvPr id="1269" name="Rechte verbindingslijn 32"/>
          <p:cNvCxnSpPr/>
          <p:nvPr/>
        </p:nvCxnSpPr>
        <p:spPr>
          <a:xfrm>
            <a:off x="707400" y="5647680"/>
            <a:ext cx="9933480" cy="360"/>
          </a:xfrm>
          <a:prstGeom prst="straightConnector1">
            <a:avLst/>
          </a:prstGeom>
          <a:ln cap="rnd" w="12700">
            <a:solidFill>
              <a:srgbClr val="d5d5d5"/>
            </a:solidFill>
            <a:prstDash val="sysDot"/>
            <a:round/>
          </a:ln>
        </p:spPr>
      </p:cxnSp>
      <p:cxnSp>
        <p:nvCxnSpPr>
          <p:cNvPr id="1270" name="Rechte verbindingslijn 33"/>
          <p:cNvCxnSpPr/>
          <p:nvPr/>
        </p:nvCxnSpPr>
        <p:spPr>
          <a:xfrm>
            <a:off x="707400" y="6139080"/>
            <a:ext cx="9933480" cy="360"/>
          </a:xfrm>
          <a:prstGeom prst="straightConnector1">
            <a:avLst/>
          </a:prstGeom>
          <a:ln cap="rnd" w="12700">
            <a:solidFill>
              <a:srgbClr val="d5d5d5"/>
            </a:solidFill>
            <a:prstDash val="sysDot"/>
            <a:round/>
          </a:ln>
        </p:spPr>
      </p:cxnSp>
      <p:sp>
        <p:nvSpPr>
          <p:cNvPr id="1271" name="Tekstvak 35"/>
          <p:cNvSpPr/>
          <p:nvPr/>
        </p:nvSpPr>
        <p:spPr>
          <a:xfrm>
            <a:off x="694080" y="701640"/>
            <a:ext cx="9946440" cy="461160"/>
          </a:xfrm>
          <a:prstGeom prst="rect">
            <a:avLst/>
          </a:prstGeom>
          <a:noFill/>
          <a:ln w="0">
            <a:noFill/>
          </a:ln>
        </p:spPr>
        <p:style>
          <a:lnRef idx="0"/>
          <a:fillRef idx="0"/>
          <a:effectRef idx="0"/>
          <a:fontRef idx="minor"/>
        </p:style>
        <p:txBody>
          <a:bodyPr lIns="0" rIns="0" tIns="0" bIns="0" anchor="ctr">
            <a:noAutofit/>
          </a:bodyPr>
          <a:p>
            <a:pPr defTabSz="914400">
              <a:lnSpc>
                <a:spcPct val="90000"/>
              </a:lnSpc>
              <a:spcBef>
                <a:spcPts val="601"/>
              </a:spcBef>
              <a:spcAft>
                <a:spcPts val="601"/>
              </a:spcAft>
            </a:pPr>
            <a:r>
              <a:rPr b="0" lang="nl-NL" sz="2400" spc="-1" strike="noStrike" cap="all">
                <a:solidFill>
                  <a:srgbClr val="0096a5"/>
                </a:solidFill>
                <a:latin typeface="Calibri Light"/>
              </a:rPr>
              <a:t>Feedback aanleveren</a:t>
            </a:r>
            <a:endParaRPr b="0" lang="en-US" sz="2400" spc="-1" strike="noStrike">
              <a:solidFill>
                <a:srgbClr val="000000"/>
              </a:solidFill>
              <a:latin typeface="Arial"/>
            </a:endParaRPr>
          </a:p>
        </p:txBody>
      </p:sp>
      <p:sp>
        <p:nvSpPr>
          <p:cNvPr id="1272" name="Vrije vorm 308"/>
          <p:cNvSpPr/>
          <p:nvPr/>
        </p:nvSpPr>
        <p:spPr>
          <a:xfrm>
            <a:off x="11056320" y="692640"/>
            <a:ext cx="434520" cy="433800"/>
          </a:xfrm>
          <a:custGeom>
            <a:avLst/>
            <a:gdLst>
              <a:gd name="textAreaLeft" fmla="*/ 0 w 434520"/>
              <a:gd name="textAreaRight" fmla="*/ 434880 w 434520"/>
              <a:gd name="textAreaTop" fmla="*/ 0 h 433800"/>
              <a:gd name="textAreaBottom" fmla="*/ 434160 h 433800"/>
            </a:gdLst>
            <a:ahLst/>
            <a:rect l="textAreaLeft" t="textAreaTop" r="textAreaRight" b="textAreaBottom"/>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ln>
        </p:spPr>
        <p:style>
          <a:lnRef idx="0"/>
          <a:fillRef idx="0"/>
          <a:effectRef idx="0"/>
          <a:fontRef idx="minor"/>
        </p:style>
        <p:txBody>
          <a:bodyPr numCol="1" spcCol="0" anchor="t">
            <a:noAutofit/>
          </a:bodyPr>
          <a:p>
            <a:pPr defTabSz="914400">
              <a:lnSpc>
                <a:spcPct val="100000"/>
              </a:lnSpc>
            </a:pPr>
            <a:endParaRPr b="0" lang="nl-NL" sz="1800" spc="-1" strike="noStrike">
              <a:solidFill>
                <a:srgbClr val="000000"/>
              </a:solidFill>
              <a:latin typeface="Calibri"/>
            </a:endParaRPr>
          </a:p>
        </p:txBody>
      </p:sp>
      <p:sp>
        <p:nvSpPr>
          <p:cNvPr id="1273" name="Rechthoek 34">
            <a:hlinkClick r:id="rId8"/>
          </p:cNvPr>
          <p:cNvSpPr/>
          <p:nvPr/>
        </p:nvSpPr>
        <p:spPr>
          <a:xfrm>
            <a:off x="10208520" y="0"/>
            <a:ext cx="1983240" cy="19969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74" name="Tekstvak 39"/>
          <p:cNvSpPr/>
          <p:nvPr/>
        </p:nvSpPr>
        <p:spPr>
          <a:xfrm>
            <a:off x="8548920" y="-399600"/>
            <a:ext cx="3642840" cy="381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0" lang="nl-NL" sz="1400" spc="-1" strike="noStrike">
                <a:solidFill>
                  <a:srgbClr val="738ea1"/>
                </a:solidFill>
                <a:latin typeface="Calibri"/>
              </a:rPr>
              <a:t>Instructie dia: Feedback aanleveren</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9"/>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5" name="Rechthoek 10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276" name="Tekstvak 7"/>
          <p:cNvSpPr/>
          <p:nvPr/>
        </p:nvSpPr>
        <p:spPr>
          <a:xfrm>
            <a:off x="8548920" y="-399600"/>
            <a:ext cx="3642840" cy="381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0" lang="nl-NL" sz="1400" spc="-1" strike="noStrike">
                <a:solidFill>
                  <a:srgbClr val="738ea1"/>
                </a:solidFill>
                <a:latin typeface="Calibri"/>
              </a:rPr>
              <a:t>Instructie dia: YouTube links</a:t>
            </a:r>
            <a:endParaRPr b="0" lang="en-US" sz="1400" spc="-1" strike="noStrike">
              <a:solidFill>
                <a:srgbClr val="000000"/>
              </a:solidFill>
              <a:latin typeface="Arial"/>
            </a:endParaRPr>
          </a:p>
        </p:txBody>
      </p:sp>
      <p:grpSp>
        <p:nvGrpSpPr>
          <p:cNvPr id="1277" name="GRID"/>
          <p:cNvGrpSpPr/>
          <p:nvPr/>
        </p:nvGrpSpPr>
        <p:grpSpPr>
          <a:xfrm>
            <a:off x="0" y="0"/>
            <a:ext cx="12191760" cy="6857640"/>
            <a:chOff x="0" y="0"/>
            <a:chExt cx="12191760" cy="6857640"/>
          </a:xfrm>
        </p:grpSpPr>
        <p:sp>
          <p:nvSpPr>
            <p:cNvPr id="1278" name="Rechthoek 9"/>
            <p:cNvSpPr/>
            <p:nvPr/>
          </p:nvSpPr>
          <p:spPr>
            <a:xfrm>
              <a:off x="0" y="6057360"/>
              <a:ext cx="12191760" cy="69228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279" name="Rechthoek 10"/>
            <p:cNvSpPr/>
            <p:nvPr/>
          </p:nvSpPr>
          <p:spPr>
            <a:xfrm>
              <a:off x="0" y="0"/>
              <a:ext cx="12191760" cy="69228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280" name="Rechthoek 11"/>
            <p:cNvSpPr/>
            <p:nvPr/>
          </p:nvSpPr>
          <p:spPr>
            <a:xfrm rot="5400000">
              <a:off x="-3081600" y="3081960"/>
              <a:ext cx="6857640" cy="69372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281" name="Rechthoek 12"/>
            <p:cNvSpPr/>
            <p:nvPr/>
          </p:nvSpPr>
          <p:spPr>
            <a:xfrm rot="5400000">
              <a:off x="8412840" y="3081960"/>
              <a:ext cx="6857640" cy="69372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282" name="Rechthoek 13"/>
            <p:cNvSpPr/>
            <p:nvPr/>
          </p:nvSpPr>
          <p:spPr>
            <a:xfrm>
              <a:off x="0" y="1124640"/>
              <a:ext cx="12191760" cy="57564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283" name="Rechthoek 94"/>
            <p:cNvSpPr/>
            <p:nvPr/>
          </p:nvSpPr>
          <p:spPr>
            <a:xfrm>
              <a:off x="0" y="2582280"/>
              <a:ext cx="12191760" cy="21312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284" name="Rechthoek 95"/>
            <p:cNvSpPr/>
            <p:nvPr/>
          </p:nvSpPr>
          <p:spPr>
            <a:xfrm>
              <a:off x="0" y="4795920"/>
              <a:ext cx="12191760" cy="21312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grpSp>
      <p:sp>
        <p:nvSpPr>
          <p:cNvPr id="1285" name="Tekstvak 6"/>
          <p:cNvSpPr/>
          <p:nvPr/>
        </p:nvSpPr>
        <p:spPr>
          <a:xfrm>
            <a:off x="694080" y="692640"/>
            <a:ext cx="9946440" cy="461160"/>
          </a:xfrm>
          <a:prstGeom prst="rect">
            <a:avLst/>
          </a:prstGeom>
          <a:noFill/>
          <a:ln w="0">
            <a:noFill/>
          </a:ln>
        </p:spPr>
        <p:style>
          <a:lnRef idx="0"/>
          <a:fillRef idx="0"/>
          <a:effectRef idx="0"/>
          <a:fontRef idx="minor"/>
        </p:style>
        <p:txBody>
          <a:bodyPr lIns="0" rIns="0" tIns="0" bIns="0" anchor="ctr">
            <a:noAutofit/>
          </a:bodyPr>
          <a:p>
            <a:pPr defTabSz="914400">
              <a:lnSpc>
                <a:spcPct val="90000"/>
              </a:lnSpc>
              <a:spcBef>
                <a:spcPts val="601"/>
              </a:spcBef>
              <a:spcAft>
                <a:spcPts val="601"/>
              </a:spcAft>
            </a:pPr>
            <a:r>
              <a:rPr b="0" lang="nl-NL" sz="2400" spc="-1" strike="noStrike" cap="all">
                <a:solidFill>
                  <a:srgbClr val="0096a5"/>
                </a:solidFill>
                <a:latin typeface="Calibri Light"/>
              </a:rPr>
              <a:t>Video instructies – YouTube links</a:t>
            </a:r>
            <a:endParaRPr b="0" lang="en-US" sz="2400" spc="-1" strike="noStrike">
              <a:solidFill>
                <a:srgbClr val="000000"/>
              </a:solidFill>
              <a:latin typeface="Arial"/>
            </a:endParaRPr>
          </a:p>
        </p:txBody>
      </p:sp>
      <p:cxnSp>
        <p:nvCxnSpPr>
          <p:cNvPr id="1286" name="Rechte verbindingslijn 48"/>
          <p:cNvCxnSpPr/>
          <p:nvPr/>
        </p:nvCxnSpPr>
        <p:spPr>
          <a:xfrm>
            <a:off x="3394080" y="1700640"/>
            <a:ext cx="360" cy="4356720"/>
          </a:xfrm>
          <a:prstGeom prst="straightConnector1">
            <a:avLst/>
          </a:prstGeom>
          <a:ln w="3175">
            <a:solidFill>
              <a:srgbClr val="e7e6e6"/>
            </a:solidFill>
          </a:ln>
        </p:spPr>
      </p:cxnSp>
      <p:cxnSp>
        <p:nvCxnSpPr>
          <p:cNvPr id="1287" name="Rechte verbindingslijn 49"/>
          <p:cNvCxnSpPr/>
          <p:nvPr/>
        </p:nvCxnSpPr>
        <p:spPr>
          <a:xfrm>
            <a:off x="6094080" y="1700640"/>
            <a:ext cx="360" cy="4356720"/>
          </a:xfrm>
          <a:prstGeom prst="straightConnector1">
            <a:avLst/>
          </a:prstGeom>
          <a:ln w="3175">
            <a:solidFill>
              <a:srgbClr val="e7e6e6"/>
            </a:solidFill>
          </a:ln>
        </p:spPr>
      </p:cxnSp>
      <p:cxnSp>
        <p:nvCxnSpPr>
          <p:cNvPr id="1288" name="Rechte verbindingslijn 58"/>
          <p:cNvCxnSpPr/>
          <p:nvPr/>
        </p:nvCxnSpPr>
        <p:spPr>
          <a:xfrm flipH="1">
            <a:off x="672120" y="3879000"/>
            <a:ext cx="8122680" cy="360"/>
          </a:xfrm>
          <a:prstGeom prst="straightConnector1">
            <a:avLst/>
          </a:prstGeom>
          <a:ln w="3175">
            <a:solidFill>
              <a:srgbClr val="e7e6e6"/>
            </a:solidFill>
          </a:ln>
        </p:spPr>
      </p:cxnSp>
      <p:sp>
        <p:nvSpPr>
          <p:cNvPr id="1289" name="H2"/>
          <p:cNvSpPr/>
          <p:nvPr/>
        </p:nvSpPr>
        <p:spPr>
          <a:xfrm>
            <a:off x="1031400" y="2742840"/>
            <a:ext cx="1970280" cy="709920"/>
          </a:xfrm>
          <a:prstGeom prst="rect">
            <a:avLst/>
          </a:prstGeom>
          <a:noFill/>
          <a:ln w="0">
            <a:noFill/>
          </a:ln>
        </p:spPr>
        <p:style>
          <a:lnRef idx="0"/>
          <a:fillRef idx="0"/>
          <a:effectRef idx="0"/>
          <a:fontRef idx="minor"/>
        </p:style>
        <p:txBody>
          <a:bodyPr lIns="0" rIns="0" tIns="0" bIns="0" anchor="b">
            <a:noAutofit/>
          </a:bodyPr>
          <a:p>
            <a:pPr algn="ctr" defTabSz="1217520">
              <a:lnSpc>
                <a:spcPct val="100000"/>
              </a:lnSpc>
              <a:spcBef>
                <a:spcPts val="601"/>
              </a:spcBef>
              <a:spcAft>
                <a:spcPts val="601"/>
              </a:spcAft>
            </a:pP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200" spc="-1" strike="noStrike">
                <a:solidFill>
                  <a:srgbClr val="0096a5"/>
                </a:solidFill>
                <a:latin typeface="Oswald"/>
              </a:rPr>
              <a:t>Instructie:</a:t>
            </a:r>
            <a:br>
              <a:rPr sz="1200"/>
            </a:br>
            <a:r>
              <a:rPr b="0" lang="nl-NL" sz="1200" spc="-1" strike="noStrike">
                <a:solidFill>
                  <a:srgbClr val="44546a"/>
                </a:solidFill>
                <a:latin typeface="Oswald"/>
              </a:rPr>
              <a:t>Werken met Tekst Niveaus</a:t>
            </a:r>
            <a:endParaRPr b="0" lang="en-US" sz="1200" spc="-1" strike="noStrike">
              <a:solidFill>
                <a:srgbClr val="000000"/>
              </a:solidFill>
              <a:latin typeface="Arial"/>
            </a:endParaRPr>
          </a:p>
          <a:p>
            <a:pPr algn="ctr" defTabSz="914400">
              <a:lnSpc>
                <a:spcPct val="100000"/>
              </a:lnSpc>
              <a:spcBef>
                <a:spcPts val="601"/>
              </a:spcBef>
              <a:spcAft>
                <a:spcPts val="601"/>
              </a:spcAft>
            </a:pPr>
            <a:r>
              <a:rPr b="0" lang="nl-NL" sz="1000" spc="-1" strike="noStrike">
                <a:solidFill>
                  <a:srgbClr val="44546a"/>
                </a:solidFill>
                <a:latin typeface="Open Sans"/>
                <a:ea typeface="Open Sans"/>
              </a:rPr>
              <a:t>https://youtu.be/hM16rifWsjU</a:t>
            </a:r>
            <a:endParaRPr b="0" lang="en-US" sz="1000" spc="-1" strike="noStrike">
              <a:solidFill>
                <a:srgbClr val="000000"/>
              </a:solidFill>
              <a:latin typeface="Arial"/>
            </a:endParaRPr>
          </a:p>
        </p:txBody>
      </p:sp>
      <p:sp>
        <p:nvSpPr>
          <p:cNvPr id="1290" name="H2"/>
          <p:cNvSpPr/>
          <p:nvPr/>
        </p:nvSpPr>
        <p:spPr>
          <a:xfrm>
            <a:off x="3781080" y="2742840"/>
            <a:ext cx="1970280" cy="709920"/>
          </a:xfrm>
          <a:prstGeom prst="rect">
            <a:avLst/>
          </a:prstGeom>
          <a:noFill/>
          <a:ln w="0">
            <a:noFill/>
          </a:ln>
        </p:spPr>
        <p:style>
          <a:lnRef idx="0"/>
          <a:fillRef idx="0"/>
          <a:effectRef idx="0"/>
          <a:fontRef idx="minor"/>
        </p:style>
        <p:txBody>
          <a:bodyPr lIns="0" rIns="0" tIns="0" bIns="0" anchor="b">
            <a:noAutofit/>
          </a:bodyPr>
          <a:p>
            <a:pPr algn="ctr" defTabSz="1217520">
              <a:lnSpc>
                <a:spcPct val="100000"/>
              </a:lnSpc>
              <a:spcBef>
                <a:spcPts val="601"/>
              </a:spcBef>
              <a:spcAft>
                <a:spcPts val="601"/>
              </a:spcAft>
            </a:pP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200" spc="-1" strike="noStrike">
                <a:solidFill>
                  <a:srgbClr val="0096a5"/>
                </a:solidFill>
                <a:latin typeface="Oswald"/>
              </a:rPr>
              <a:t>Instructie:</a:t>
            </a:r>
            <a:br>
              <a:rPr sz="1200"/>
            </a:br>
            <a:r>
              <a:rPr b="0" lang="nl-NL" sz="1200" spc="-1" strike="noStrike">
                <a:solidFill>
                  <a:srgbClr val="44546a"/>
                </a:solidFill>
                <a:latin typeface="Oswald"/>
              </a:rPr>
              <a:t>Werken met Afbeeldingen</a:t>
            </a: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000" spc="-1" strike="noStrike">
                <a:solidFill>
                  <a:srgbClr val="44546a"/>
                </a:solidFill>
                <a:latin typeface="Open Sans"/>
                <a:ea typeface="Open Sans"/>
              </a:rPr>
              <a:t>https://youtu.be/09yTK-OTEPA</a:t>
            </a:r>
            <a:endParaRPr b="0" lang="en-US" sz="1000" spc="-1" strike="noStrike">
              <a:solidFill>
                <a:srgbClr val="000000"/>
              </a:solidFill>
              <a:latin typeface="Arial"/>
            </a:endParaRPr>
          </a:p>
        </p:txBody>
      </p:sp>
      <p:sp>
        <p:nvSpPr>
          <p:cNvPr id="1291" name="H2"/>
          <p:cNvSpPr/>
          <p:nvPr/>
        </p:nvSpPr>
        <p:spPr>
          <a:xfrm>
            <a:off x="6481440" y="2742840"/>
            <a:ext cx="1970280" cy="709920"/>
          </a:xfrm>
          <a:prstGeom prst="rect">
            <a:avLst/>
          </a:prstGeom>
          <a:noFill/>
          <a:ln w="0">
            <a:noFill/>
          </a:ln>
        </p:spPr>
        <p:style>
          <a:lnRef idx="0"/>
          <a:fillRef idx="0"/>
          <a:effectRef idx="0"/>
          <a:fontRef idx="minor"/>
        </p:style>
        <p:txBody>
          <a:bodyPr lIns="0" rIns="0" tIns="0" bIns="0" anchor="b">
            <a:noAutofit/>
          </a:bodyPr>
          <a:p>
            <a:pPr algn="ctr" defTabSz="1217520">
              <a:lnSpc>
                <a:spcPct val="100000"/>
              </a:lnSpc>
              <a:spcBef>
                <a:spcPts val="601"/>
              </a:spcBef>
              <a:spcAft>
                <a:spcPts val="601"/>
              </a:spcAft>
            </a:pP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200" spc="-1" strike="noStrike">
                <a:solidFill>
                  <a:srgbClr val="0096a5"/>
                </a:solidFill>
                <a:latin typeface="Oswald"/>
              </a:rPr>
              <a:t>Instructie:</a:t>
            </a:r>
            <a:br>
              <a:rPr sz="1200"/>
            </a:br>
            <a:r>
              <a:rPr b="0" lang="nl-NL" sz="1200" spc="-1" strike="noStrike">
                <a:solidFill>
                  <a:srgbClr val="44546a"/>
                </a:solidFill>
                <a:latin typeface="Oswald"/>
              </a:rPr>
              <a:t>Werken met Grafieken</a:t>
            </a: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000" spc="-1" strike="noStrike">
                <a:solidFill>
                  <a:srgbClr val="44546a"/>
                </a:solidFill>
                <a:latin typeface="Open Sans"/>
                <a:ea typeface="Open Sans"/>
              </a:rPr>
              <a:t>https://youtu.be/fbByse1_RSY</a:t>
            </a:r>
            <a:endParaRPr b="0" lang="en-US" sz="1000" spc="-1" strike="noStrike">
              <a:solidFill>
                <a:srgbClr val="000000"/>
              </a:solidFill>
              <a:latin typeface="Arial"/>
            </a:endParaRPr>
          </a:p>
        </p:txBody>
      </p:sp>
      <p:grpSp>
        <p:nvGrpSpPr>
          <p:cNvPr id="1292" name="Grafiek icoon"/>
          <p:cNvGrpSpPr/>
          <p:nvPr/>
        </p:nvGrpSpPr>
        <p:grpSpPr>
          <a:xfrm>
            <a:off x="7264800" y="2184120"/>
            <a:ext cx="358920" cy="389520"/>
            <a:chOff x="7264800" y="2184120"/>
            <a:chExt cx="358920" cy="389520"/>
          </a:xfrm>
        </p:grpSpPr>
        <p:sp>
          <p:nvSpPr>
            <p:cNvPr id="1293" name="Rechthoek 79"/>
            <p:cNvSpPr/>
            <p:nvPr/>
          </p:nvSpPr>
          <p:spPr>
            <a:xfrm>
              <a:off x="7264800" y="2306160"/>
              <a:ext cx="97920" cy="267480"/>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94" name="Rechthoek 80"/>
            <p:cNvSpPr/>
            <p:nvPr/>
          </p:nvSpPr>
          <p:spPr>
            <a:xfrm>
              <a:off x="7394400" y="2184120"/>
              <a:ext cx="97920" cy="389520"/>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295" name="Rechthoek 81"/>
            <p:cNvSpPr/>
            <p:nvPr/>
          </p:nvSpPr>
          <p:spPr>
            <a:xfrm>
              <a:off x="7525800" y="2270880"/>
              <a:ext cx="97920" cy="30276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sp>
        <p:nvSpPr>
          <p:cNvPr id="1296" name="H2"/>
          <p:cNvSpPr/>
          <p:nvPr/>
        </p:nvSpPr>
        <p:spPr>
          <a:xfrm>
            <a:off x="1066320" y="4962240"/>
            <a:ext cx="1970280" cy="709920"/>
          </a:xfrm>
          <a:prstGeom prst="rect">
            <a:avLst/>
          </a:prstGeom>
          <a:noFill/>
          <a:ln w="0">
            <a:noFill/>
          </a:ln>
        </p:spPr>
        <p:style>
          <a:lnRef idx="0"/>
          <a:fillRef idx="0"/>
          <a:effectRef idx="0"/>
          <a:fontRef idx="minor"/>
        </p:style>
        <p:txBody>
          <a:bodyPr lIns="0" rIns="0" tIns="0" bIns="0" anchor="b">
            <a:noAutofit/>
          </a:bodyPr>
          <a:p>
            <a:pPr algn="ctr" defTabSz="1217520">
              <a:lnSpc>
                <a:spcPct val="100000"/>
              </a:lnSpc>
              <a:spcBef>
                <a:spcPts val="601"/>
              </a:spcBef>
              <a:spcAft>
                <a:spcPts val="601"/>
              </a:spcAft>
            </a:pP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200" spc="-1" strike="noStrike">
                <a:solidFill>
                  <a:srgbClr val="0096a5"/>
                </a:solidFill>
                <a:latin typeface="Oswald"/>
              </a:rPr>
              <a:t>Instructie:</a:t>
            </a:r>
            <a:br>
              <a:rPr sz="1200"/>
            </a:br>
            <a:r>
              <a:rPr b="0" lang="nl-NL" sz="1200" spc="-1" strike="noStrike">
                <a:solidFill>
                  <a:srgbClr val="44546a"/>
                </a:solidFill>
                <a:latin typeface="Oswald"/>
              </a:rPr>
              <a:t>Werken met Tabellen</a:t>
            </a: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000" spc="-1" strike="noStrike">
                <a:solidFill>
                  <a:srgbClr val="44546a"/>
                </a:solidFill>
                <a:latin typeface="Open Sans"/>
                <a:ea typeface="Open Sans"/>
              </a:rPr>
              <a:t>https://youtu.be/IIjbiKAotek</a:t>
            </a:r>
            <a:endParaRPr b="0" lang="en-US" sz="1000" spc="-1" strike="noStrike">
              <a:solidFill>
                <a:srgbClr val="000000"/>
              </a:solidFill>
              <a:latin typeface="Arial"/>
            </a:endParaRPr>
          </a:p>
        </p:txBody>
      </p:sp>
      <p:sp>
        <p:nvSpPr>
          <p:cNvPr id="1297" name="H2"/>
          <p:cNvSpPr/>
          <p:nvPr/>
        </p:nvSpPr>
        <p:spPr>
          <a:xfrm>
            <a:off x="3816000" y="4962240"/>
            <a:ext cx="1970280" cy="709920"/>
          </a:xfrm>
          <a:prstGeom prst="rect">
            <a:avLst/>
          </a:prstGeom>
          <a:noFill/>
          <a:ln w="0">
            <a:noFill/>
          </a:ln>
        </p:spPr>
        <p:style>
          <a:lnRef idx="0"/>
          <a:fillRef idx="0"/>
          <a:effectRef idx="0"/>
          <a:fontRef idx="minor"/>
        </p:style>
        <p:txBody>
          <a:bodyPr lIns="0" rIns="0" tIns="0" bIns="0" anchor="b">
            <a:noAutofit/>
          </a:bodyPr>
          <a:p>
            <a:pPr algn="ctr" defTabSz="1217520">
              <a:lnSpc>
                <a:spcPct val="100000"/>
              </a:lnSpc>
              <a:spcBef>
                <a:spcPts val="601"/>
              </a:spcBef>
              <a:spcAft>
                <a:spcPts val="601"/>
              </a:spcAft>
            </a:pP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200" spc="-1" strike="noStrike">
                <a:solidFill>
                  <a:srgbClr val="0096a5"/>
                </a:solidFill>
                <a:latin typeface="Oswald"/>
              </a:rPr>
              <a:t>Instructie:</a:t>
            </a:r>
            <a:br>
              <a:rPr sz="1200"/>
            </a:br>
            <a:r>
              <a:rPr b="0" lang="nl-NL" sz="1200" spc="-1" strike="noStrike">
                <a:solidFill>
                  <a:srgbClr val="44546a"/>
                </a:solidFill>
                <a:latin typeface="Oswald"/>
              </a:rPr>
              <a:t>Werken met Video’s</a:t>
            </a: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000" spc="-1" strike="noStrike">
                <a:solidFill>
                  <a:srgbClr val="44546a"/>
                </a:solidFill>
                <a:latin typeface="Open Sans"/>
                <a:ea typeface="Open Sans"/>
              </a:rPr>
              <a:t>https://youtu.be/H_4HH09zxC0</a:t>
            </a:r>
            <a:endParaRPr b="0" lang="en-US" sz="1000" spc="-1" strike="noStrike">
              <a:solidFill>
                <a:srgbClr val="000000"/>
              </a:solidFill>
              <a:latin typeface="Arial"/>
            </a:endParaRPr>
          </a:p>
        </p:txBody>
      </p:sp>
      <p:sp>
        <p:nvSpPr>
          <p:cNvPr id="1298" name="H2"/>
          <p:cNvSpPr/>
          <p:nvPr/>
        </p:nvSpPr>
        <p:spPr>
          <a:xfrm>
            <a:off x="6516360" y="4962240"/>
            <a:ext cx="1970280" cy="709920"/>
          </a:xfrm>
          <a:prstGeom prst="rect">
            <a:avLst/>
          </a:prstGeom>
          <a:noFill/>
          <a:ln w="0">
            <a:noFill/>
          </a:ln>
        </p:spPr>
        <p:style>
          <a:lnRef idx="0"/>
          <a:fillRef idx="0"/>
          <a:effectRef idx="0"/>
          <a:fontRef idx="minor"/>
        </p:style>
        <p:txBody>
          <a:bodyPr lIns="0" rIns="0" tIns="0" bIns="0" anchor="b">
            <a:noAutofit/>
          </a:bodyPr>
          <a:p>
            <a:pPr algn="ctr" defTabSz="1217520">
              <a:lnSpc>
                <a:spcPct val="100000"/>
              </a:lnSpc>
              <a:spcBef>
                <a:spcPts val="601"/>
              </a:spcBef>
              <a:spcAft>
                <a:spcPts val="601"/>
              </a:spcAft>
            </a:pP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200" spc="-1" strike="noStrike">
                <a:solidFill>
                  <a:schemeClr val="accent2"/>
                </a:solidFill>
                <a:latin typeface="Calibri Light"/>
              </a:rPr>
              <a:t> </a:t>
            </a:r>
            <a:br>
              <a:rPr sz="1200"/>
            </a:br>
            <a:r>
              <a:rPr b="0" lang="nl-NL" sz="1200" spc="-1" strike="noStrike">
                <a:solidFill>
                  <a:srgbClr val="44546a"/>
                </a:solidFill>
                <a:latin typeface="Oswald"/>
              </a:rPr>
              <a:t>Meer Tips &amp; Tricks</a:t>
            </a:r>
            <a:endParaRPr b="0" lang="en-US" sz="1200" spc="-1" strike="noStrike">
              <a:solidFill>
                <a:srgbClr val="000000"/>
              </a:solidFill>
              <a:latin typeface="Arial"/>
            </a:endParaRPr>
          </a:p>
          <a:p>
            <a:pPr algn="ctr" defTabSz="1217520">
              <a:lnSpc>
                <a:spcPct val="100000"/>
              </a:lnSpc>
              <a:spcBef>
                <a:spcPts val="601"/>
              </a:spcBef>
              <a:spcAft>
                <a:spcPts val="601"/>
              </a:spcAft>
            </a:pPr>
            <a:r>
              <a:rPr b="0" lang="nl-NL" sz="1000" spc="-1" strike="noStrike">
                <a:solidFill>
                  <a:srgbClr val="44546a"/>
                </a:solidFill>
                <a:latin typeface="Open Sans"/>
                <a:ea typeface="Open Sans"/>
              </a:rPr>
              <a:t>www.pptsolutions.nl</a:t>
            </a:r>
            <a:endParaRPr b="0" lang="en-US" sz="1000" spc="-1" strike="noStrike">
              <a:solidFill>
                <a:srgbClr val="000000"/>
              </a:solidFill>
              <a:latin typeface="Arial"/>
            </a:endParaRPr>
          </a:p>
        </p:txBody>
      </p:sp>
      <p:grpSp>
        <p:nvGrpSpPr>
          <p:cNvPr id="1299" name="Tabel icoon"/>
          <p:cNvGrpSpPr/>
          <p:nvPr/>
        </p:nvGrpSpPr>
        <p:grpSpPr>
          <a:xfrm>
            <a:off x="1807920" y="4385880"/>
            <a:ext cx="447840" cy="403560"/>
            <a:chOff x="1807920" y="4385880"/>
            <a:chExt cx="447840" cy="403560"/>
          </a:xfrm>
        </p:grpSpPr>
        <p:sp>
          <p:nvSpPr>
            <p:cNvPr id="1300" name="Rechthoek 86"/>
            <p:cNvSpPr/>
            <p:nvPr/>
          </p:nvSpPr>
          <p:spPr>
            <a:xfrm>
              <a:off x="1807920" y="4385880"/>
              <a:ext cx="447480" cy="40356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301" name="Rechthoek 87"/>
            <p:cNvSpPr/>
            <p:nvPr/>
          </p:nvSpPr>
          <p:spPr>
            <a:xfrm>
              <a:off x="1815120" y="4392360"/>
              <a:ext cx="440640" cy="79200"/>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p:style>
          <p:txBody>
            <a:bodyPr lIns="90000" rIns="90000" tIns="34560" bIns="34560" anchor="ctr">
              <a:noAutofit/>
            </a:bodyPr>
            <a:p>
              <a:pPr algn="ctr" defTabSz="914400">
                <a:lnSpc>
                  <a:spcPct val="100000"/>
                </a:lnSpc>
              </a:pPr>
              <a:endParaRPr b="0" lang="nl-NL" sz="1800" spc="-1" strike="noStrike">
                <a:solidFill>
                  <a:schemeClr val="lt1"/>
                </a:solidFill>
                <a:latin typeface="Calibri"/>
              </a:endParaRPr>
            </a:p>
          </p:txBody>
        </p:sp>
        <p:cxnSp>
          <p:nvCxnSpPr>
            <p:cNvPr id="1302" name="Rechte verbindingslijn 88"/>
            <p:cNvCxnSpPr/>
            <p:nvPr/>
          </p:nvCxnSpPr>
          <p:spPr>
            <a:xfrm>
              <a:off x="1961640" y="4469040"/>
              <a:ext cx="360" cy="317880"/>
            </a:xfrm>
            <a:prstGeom prst="straightConnector1">
              <a:avLst/>
            </a:prstGeom>
            <a:ln w="12700">
              <a:solidFill>
                <a:srgbClr val="b5b5b5"/>
              </a:solidFill>
            </a:ln>
          </p:spPr>
        </p:cxnSp>
        <p:cxnSp>
          <p:nvCxnSpPr>
            <p:cNvPr id="1303" name="Rechte verbindingslijn 89"/>
            <p:cNvCxnSpPr/>
            <p:nvPr/>
          </p:nvCxnSpPr>
          <p:spPr>
            <a:xfrm>
              <a:off x="2103840" y="4469040"/>
              <a:ext cx="360" cy="317880"/>
            </a:xfrm>
            <a:prstGeom prst="straightConnector1">
              <a:avLst/>
            </a:prstGeom>
            <a:ln w="12700">
              <a:solidFill>
                <a:srgbClr val="b5b5b5"/>
              </a:solidFill>
            </a:ln>
          </p:spPr>
        </p:cxnSp>
        <p:cxnSp>
          <p:nvCxnSpPr>
            <p:cNvPr id="1304" name="Rechte verbindingslijn 90"/>
            <p:cNvCxnSpPr/>
            <p:nvPr/>
          </p:nvCxnSpPr>
          <p:spPr>
            <a:xfrm flipH="1">
              <a:off x="1814760" y="4550040"/>
              <a:ext cx="441360" cy="360"/>
            </a:xfrm>
            <a:prstGeom prst="straightConnector1">
              <a:avLst/>
            </a:prstGeom>
            <a:ln w="12700">
              <a:solidFill>
                <a:srgbClr val="b5b5b5"/>
              </a:solidFill>
            </a:ln>
          </p:spPr>
        </p:cxnSp>
        <p:cxnSp>
          <p:nvCxnSpPr>
            <p:cNvPr id="1305" name="Rechte verbindingslijn 91"/>
            <p:cNvCxnSpPr/>
            <p:nvPr/>
          </p:nvCxnSpPr>
          <p:spPr>
            <a:xfrm flipH="1">
              <a:off x="1814760" y="4633200"/>
              <a:ext cx="441360" cy="360"/>
            </a:xfrm>
            <a:prstGeom prst="straightConnector1">
              <a:avLst/>
            </a:prstGeom>
            <a:ln w="12700">
              <a:solidFill>
                <a:srgbClr val="b5b5b5"/>
              </a:solidFill>
            </a:ln>
          </p:spPr>
        </p:cxnSp>
        <p:cxnSp>
          <p:nvCxnSpPr>
            <p:cNvPr id="1306" name="Rechte verbindingslijn 92"/>
            <p:cNvCxnSpPr/>
            <p:nvPr/>
          </p:nvCxnSpPr>
          <p:spPr>
            <a:xfrm flipH="1">
              <a:off x="1814760" y="4713480"/>
              <a:ext cx="441360" cy="360"/>
            </a:xfrm>
            <a:prstGeom prst="straightConnector1">
              <a:avLst/>
            </a:prstGeom>
            <a:ln w="12700">
              <a:solidFill>
                <a:srgbClr val="b5b5b5"/>
              </a:solidFill>
            </a:ln>
          </p:spPr>
        </p:cxnSp>
        <p:sp>
          <p:nvSpPr>
            <p:cNvPr id="1307" name="Rechthoek 93"/>
            <p:cNvSpPr/>
            <p:nvPr/>
          </p:nvSpPr>
          <p:spPr>
            <a:xfrm>
              <a:off x="1807920" y="4385880"/>
              <a:ext cx="447480" cy="403560"/>
            </a:xfrm>
            <a:prstGeom prst="rect">
              <a:avLst/>
            </a:prstGeom>
            <a:noFill/>
            <a:ln>
              <a:solidFill>
                <a:srgbClr val="6c6c6c"/>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grpSp>
      <p:grpSp>
        <p:nvGrpSpPr>
          <p:cNvPr id="1308" name="Video icoon"/>
          <p:cNvGrpSpPr/>
          <p:nvPr/>
        </p:nvGrpSpPr>
        <p:grpSpPr>
          <a:xfrm>
            <a:off x="4603320" y="4392360"/>
            <a:ext cx="401040" cy="402840"/>
            <a:chOff x="4603320" y="4392360"/>
            <a:chExt cx="401040" cy="402840"/>
          </a:xfrm>
        </p:grpSpPr>
        <p:sp>
          <p:nvSpPr>
            <p:cNvPr id="1309" name="Rechthoek 97"/>
            <p:cNvSpPr/>
            <p:nvPr/>
          </p:nvSpPr>
          <p:spPr>
            <a:xfrm>
              <a:off x="4603320" y="4395600"/>
              <a:ext cx="397800" cy="397080"/>
            </a:xfrm>
            <a:prstGeom prst="rect">
              <a:avLst/>
            </a:prstGeom>
            <a:solidFill>
              <a:schemeClr val="bg1"/>
            </a:solidFill>
            <a:ln>
              <a:solidFill>
                <a:srgbClr val="6c6c6c"/>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
          <p:nvSpPr>
            <p:cNvPr id="1310" name="Vrije vorm 112"/>
            <p:cNvSpPr/>
            <p:nvPr/>
          </p:nvSpPr>
          <p:spPr>
            <a:xfrm>
              <a:off x="4606560" y="4392360"/>
              <a:ext cx="397800" cy="60120"/>
            </a:xfrm>
            <a:custGeom>
              <a:avLst/>
              <a:gdLst>
                <a:gd name="textAreaLeft" fmla="*/ 0 w 397800"/>
                <a:gd name="textAreaRight" fmla="*/ 398160 w 397800"/>
                <a:gd name="textAreaTop" fmla="*/ 0 h 60120"/>
                <a:gd name="textAreaBottom" fmla="*/ 60480 h 60120"/>
              </a:gdLst>
              <a:ahLst/>
              <a:rect l="textAreaLeft" t="textAreaTop" r="textAreaRight" b="textAreaBottom"/>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p:style>
          <p:txBody>
            <a:bodyPr lIns="90000" rIns="90000" tIns="15480" bIns="15480" anchor="ctr">
              <a:noAutofit/>
            </a:bodyPr>
            <a:p>
              <a:pPr algn="ctr" defTabSz="914400">
                <a:lnSpc>
                  <a:spcPct val="100000"/>
                </a:lnSpc>
              </a:pPr>
              <a:endParaRPr b="0" lang="nl-NL" sz="1800" spc="-1" strike="noStrike">
                <a:solidFill>
                  <a:schemeClr val="lt1"/>
                </a:solidFill>
                <a:latin typeface="Calibri"/>
              </a:endParaRPr>
            </a:p>
          </p:txBody>
        </p:sp>
        <p:sp>
          <p:nvSpPr>
            <p:cNvPr id="1311" name="Vrije vorm 113"/>
            <p:cNvSpPr/>
            <p:nvPr/>
          </p:nvSpPr>
          <p:spPr>
            <a:xfrm>
              <a:off x="4604760" y="4735080"/>
              <a:ext cx="397800" cy="60120"/>
            </a:xfrm>
            <a:custGeom>
              <a:avLst/>
              <a:gdLst>
                <a:gd name="textAreaLeft" fmla="*/ 0 w 397800"/>
                <a:gd name="textAreaRight" fmla="*/ 398160 w 397800"/>
                <a:gd name="textAreaTop" fmla="*/ 0 h 60120"/>
                <a:gd name="textAreaBottom" fmla="*/ 60480 h 60120"/>
              </a:gdLst>
              <a:ahLst/>
              <a:rect l="textAreaLeft" t="textAreaTop" r="textAreaRight" b="textAreaBottom"/>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p:style>
          <p:txBody>
            <a:bodyPr lIns="90000" rIns="90000" tIns="15480" bIns="15480" anchor="ctr">
              <a:noAutofit/>
            </a:bodyPr>
            <a:p>
              <a:pPr algn="ctr" defTabSz="914400">
                <a:lnSpc>
                  <a:spcPct val="100000"/>
                </a:lnSpc>
              </a:pPr>
              <a:endParaRPr b="0" lang="nl-NL" sz="1800" spc="-1" strike="noStrike">
                <a:solidFill>
                  <a:schemeClr val="lt1"/>
                </a:solidFill>
                <a:latin typeface="Calibri"/>
              </a:endParaRPr>
            </a:p>
          </p:txBody>
        </p:sp>
      </p:grpSp>
      <p:sp>
        <p:nvSpPr>
          <p:cNvPr id="1312" name="Freeform 17"/>
          <p:cNvSpPr/>
          <p:nvPr/>
        </p:nvSpPr>
        <p:spPr>
          <a:xfrm>
            <a:off x="7295040" y="4392360"/>
            <a:ext cx="409680" cy="408960"/>
          </a:xfrm>
          <a:custGeom>
            <a:avLst/>
            <a:gdLst>
              <a:gd name="textAreaLeft" fmla="*/ 0 w 409680"/>
              <a:gd name="textAreaRight" fmla="*/ 410040 w 409680"/>
              <a:gd name="textAreaTop" fmla="*/ 0 h 408960"/>
              <a:gd name="textAreaBottom" fmla="*/ 409320 h 408960"/>
            </a:gdLst>
            <a:ahLst/>
            <a:rect l="textAreaLeft" t="textAreaTop" r="textAreaRight" b="textAreaBottom"/>
            <a:pathLst>
              <a:path w="445" h="445">
                <a:moveTo>
                  <a:pt x="297" y="330"/>
                </a:moveTo>
                <a:lnTo>
                  <a:pt x="289" y="353"/>
                </a:lnTo>
                <a:lnTo>
                  <a:pt x="281" y="374"/>
                </a:lnTo>
                <a:lnTo>
                  <a:pt x="270" y="390"/>
                </a:lnTo>
                <a:lnTo>
                  <a:pt x="296" y="380"/>
                </a:lnTo>
                <a:lnTo>
                  <a:pt x="320" y="366"/>
                </a:lnTo>
                <a:lnTo>
                  <a:pt x="342" y="350"/>
                </a:lnTo>
                <a:lnTo>
                  <a:pt x="319" y="339"/>
                </a:lnTo>
                <a:lnTo>
                  <a:pt x="297" y="330"/>
                </a:lnTo>
                <a:close/>
                <a:moveTo>
                  <a:pt x="147" y="329"/>
                </a:moveTo>
                <a:lnTo>
                  <a:pt x="120" y="337"/>
                </a:lnTo>
                <a:lnTo>
                  <a:pt x="98" y="344"/>
                </a:lnTo>
                <a:lnTo>
                  <a:pt x="121" y="364"/>
                </a:lnTo>
                <a:lnTo>
                  <a:pt x="146" y="379"/>
                </a:lnTo>
                <a:lnTo>
                  <a:pt x="175" y="390"/>
                </a:lnTo>
                <a:lnTo>
                  <a:pt x="165" y="373"/>
                </a:lnTo>
                <a:lnTo>
                  <a:pt x="155" y="352"/>
                </a:lnTo>
                <a:lnTo>
                  <a:pt x="147" y="329"/>
                </a:lnTo>
                <a:close/>
                <a:moveTo>
                  <a:pt x="238" y="320"/>
                </a:moveTo>
                <a:lnTo>
                  <a:pt x="203" y="320"/>
                </a:lnTo>
                <a:lnTo>
                  <a:pt x="171" y="324"/>
                </a:lnTo>
                <a:lnTo>
                  <a:pt x="180" y="349"/>
                </a:lnTo>
                <a:lnTo>
                  <a:pt x="190" y="368"/>
                </a:lnTo>
                <a:lnTo>
                  <a:pt x="200" y="384"/>
                </a:lnTo>
                <a:lnTo>
                  <a:pt x="212" y="392"/>
                </a:lnTo>
                <a:lnTo>
                  <a:pt x="223" y="396"/>
                </a:lnTo>
                <a:lnTo>
                  <a:pt x="234" y="392"/>
                </a:lnTo>
                <a:lnTo>
                  <a:pt x="245" y="384"/>
                </a:lnTo>
                <a:lnTo>
                  <a:pt x="255" y="368"/>
                </a:lnTo>
                <a:lnTo>
                  <a:pt x="265" y="349"/>
                </a:lnTo>
                <a:lnTo>
                  <a:pt x="273" y="325"/>
                </a:lnTo>
                <a:lnTo>
                  <a:pt x="238" y="320"/>
                </a:lnTo>
                <a:close/>
                <a:moveTo>
                  <a:pt x="310" y="232"/>
                </a:moveTo>
                <a:lnTo>
                  <a:pt x="309" y="254"/>
                </a:lnTo>
                <a:lnTo>
                  <a:pt x="308" y="272"/>
                </a:lnTo>
                <a:lnTo>
                  <a:pt x="306" y="290"/>
                </a:lnTo>
                <a:lnTo>
                  <a:pt x="302" y="306"/>
                </a:lnTo>
                <a:lnTo>
                  <a:pt x="331" y="316"/>
                </a:lnTo>
                <a:lnTo>
                  <a:pt x="358" y="330"/>
                </a:lnTo>
                <a:lnTo>
                  <a:pt x="373" y="308"/>
                </a:lnTo>
                <a:lnTo>
                  <a:pt x="385" y="285"/>
                </a:lnTo>
                <a:lnTo>
                  <a:pt x="393" y="260"/>
                </a:lnTo>
                <a:lnTo>
                  <a:pt x="396" y="232"/>
                </a:lnTo>
                <a:lnTo>
                  <a:pt x="310" y="232"/>
                </a:lnTo>
                <a:close/>
                <a:moveTo>
                  <a:pt x="159" y="232"/>
                </a:moveTo>
                <a:lnTo>
                  <a:pt x="162" y="267"/>
                </a:lnTo>
                <a:lnTo>
                  <a:pt x="166" y="299"/>
                </a:lnTo>
                <a:lnTo>
                  <a:pt x="201" y="295"/>
                </a:lnTo>
                <a:lnTo>
                  <a:pt x="239" y="295"/>
                </a:lnTo>
                <a:lnTo>
                  <a:pt x="278" y="301"/>
                </a:lnTo>
                <a:lnTo>
                  <a:pt x="284" y="268"/>
                </a:lnTo>
                <a:lnTo>
                  <a:pt x="286" y="232"/>
                </a:lnTo>
                <a:lnTo>
                  <a:pt x="159" y="232"/>
                </a:lnTo>
                <a:close/>
                <a:moveTo>
                  <a:pt x="48" y="232"/>
                </a:moveTo>
                <a:lnTo>
                  <a:pt x="50" y="255"/>
                </a:lnTo>
                <a:lnTo>
                  <a:pt x="56" y="275"/>
                </a:lnTo>
                <a:lnTo>
                  <a:pt x="62" y="292"/>
                </a:lnTo>
                <a:lnTo>
                  <a:pt x="71" y="308"/>
                </a:lnTo>
                <a:lnTo>
                  <a:pt x="82" y="324"/>
                </a:lnTo>
                <a:lnTo>
                  <a:pt x="98" y="317"/>
                </a:lnTo>
                <a:lnTo>
                  <a:pt x="119" y="311"/>
                </a:lnTo>
                <a:lnTo>
                  <a:pt x="142" y="304"/>
                </a:lnTo>
                <a:lnTo>
                  <a:pt x="139" y="281"/>
                </a:lnTo>
                <a:lnTo>
                  <a:pt x="137" y="257"/>
                </a:lnTo>
                <a:lnTo>
                  <a:pt x="135" y="232"/>
                </a:lnTo>
                <a:lnTo>
                  <a:pt x="48" y="232"/>
                </a:lnTo>
                <a:close/>
                <a:moveTo>
                  <a:pt x="278" y="141"/>
                </a:moveTo>
                <a:lnTo>
                  <a:pt x="250" y="146"/>
                </a:lnTo>
                <a:lnTo>
                  <a:pt x="223" y="148"/>
                </a:lnTo>
                <a:lnTo>
                  <a:pt x="193" y="146"/>
                </a:lnTo>
                <a:lnTo>
                  <a:pt x="166" y="143"/>
                </a:lnTo>
                <a:lnTo>
                  <a:pt x="162" y="173"/>
                </a:lnTo>
                <a:lnTo>
                  <a:pt x="159" y="208"/>
                </a:lnTo>
                <a:lnTo>
                  <a:pt x="286" y="208"/>
                </a:lnTo>
                <a:lnTo>
                  <a:pt x="284" y="173"/>
                </a:lnTo>
                <a:lnTo>
                  <a:pt x="278" y="141"/>
                </a:lnTo>
                <a:close/>
                <a:moveTo>
                  <a:pt x="82" y="117"/>
                </a:moveTo>
                <a:lnTo>
                  <a:pt x="69" y="138"/>
                </a:lnTo>
                <a:lnTo>
                  <a:pt x="59" y="160"/>
                </a:lnTo>
                <a:lnTo>
                  <a:pt x="51" y="184"/>
                </a:lnTo>
                <a:lnTo>
                  <a:pt x="48" y="208"/>
                </a:lnTo>
                <a:lnTo>
                  <a:pt x="135" y="208"/>
                </a:lnTo>
                <a:lnTo>
                  <a:pt x="138" y="172"/>
                </a:lnTo>
                <a:lnTo>
                  <a:pt x="143" y="137"/>
                </a:lnTo>
                <a:lnTo>
                  <a:pt x="119" y="131"/>
                </a:lnTo>
                <a:lnTo>
                  <a:pt x="99" y="124"/>
                </a:lnTo>
                <a:lnTo>
                  <a:pt x="82" y="117"/>
                </a:lnTo>
                <a:close/>
                <a:moveTo>
                  <a:pt x="358" y="111"/>
                </a:moveTo>
                <a:lnTo>
                  <a:pt x="331" y="125"/>
                </a:lnTo>
                <a:lnTo>
                  <a:pt x="302" y="136"/>
                </a:lnTo>
                <a:lnTo>
                  <a:pt x="308" y="171"/>
                </a:lnTo>
                <a:lnTo>
                  <a:pt x="310" y="208"/>
                </a:lnTo>
                <a:lnTo>
                  <a:pt x="396" y="208"/>
                </a:lnTo>
                <a:lnTo>
                  <a:pt x="393" y="183"/>
                </a:lnTo>
                <a:lnTo>
                  <a:pt x="385" y="158"/>
                </a:lnTo>
                <a:lnTo>
                  <a:pt x="373" y="133"/>
                </a:lnTo>
                <a:lnTo>
                  <a:pt x="358" y="111"/>
                </a:lnTo>
                <a:close/>
                <a:moveTo>
                  <a:pt x="270" y="54"/>
                </a:moveTo>
                <a:lnTo>
                  <a:pt x="281" y="71"/>
                </a:lnTo>
                <a:lnTo>
                  <a:pt x="289" y="90"/>
                </a:lnTo>
                <a:lnTo>
                  <a:pt x="297" y="113"/>
                </a:lnTo>
                <a:lnTo>
                  <a:pt x="319" y="105"/>
                </a:lnTo>
                <a:lnTo>
                  <a:pt x="342" y="95"/>
                </a:lnTo>
                <a:lnTo>
                  <a:pt x="320" y="77"/>
                </a:lnTo>
                <a:lnTo>
                  <a:pt x="296" y="64"/>
                </a:lnTo>
                <a:lnTo>
                  <a:pt x="270" y="54"/>
                </a:lnTo>
                <a:close/>
                <a:moveTo>
                  <a:pt x="175" y="54"/>
                </a:moveTo>
                <a:lnTo>
                  <a:pt x="146" y="65"/>
                </a:lnTo>
                <a:lnTo>
                  <a:pt x="121" y="80"/>
                </a:lnTo>
                <a:lnTo>
                  <a:pt x="98" y="99"/>
                </a:lnTo>
                <a:lnTo>
                  <a:pt x="121" y="108"/>
                </a:lnTo>
                <a:lnTo>
                  <a:pt x="149" y="115"/>
                </a:lnTo>
                <a:lnTo>
                  <a:pt x="155" y="91"/>
                </a:lnTo>
                <a:lnTo>
                  <a:pt x="165" y="72"/>
                </a:lnTo>
                <a:lnTo>
                  <a:pt x="175" y="54"/>
                </a:lnTo>
                <a:close/>
                <a:moveTo>
                  <a:pt x="223" y="49"/>
                </a:moveTo>
                <a:lnTo>
                  <a:pt x="212" y="52"/>
                </a:lnTo>
                <a:lnTo>
                  <a:pt x="200" y="61"/>
                </a:lnTo>
                <a:lnTo>
                  <a:pt x="190" y="75"/>
                </a:lnTo>
                <a:lnTo>
                  <a:pt x="180" y="96"/>
                </a:lnTo>
                <a:lnTo>
                  <a:pt x="171" y="120"/>
                </a:lnTo>
                <a:lnTo>
                  <a:pt x="203" y="124"/>
                </a:lnTo>
                <a:lnTo>
                  <a:pt x="238" y="124"/>
                </a:lnTo>
                <a:lnTo>
                  <a:pt x="273" y="120"/>
                </a:lnTo>
                <a:lnTo>
                  <a:pt x="265" y="95"/>
                </a:lnTo>
                <a:lnTo>
                  <a:pt x="255" y="75"/>
                </a:lnTo>
                <a:lnTo>
                  <a:pt x="245" y="61"/>
                </a:lnTo>
                <a:lnTo>
                  <a:pt x="234" y="52"/>
                </a:lnTo>
                <a:lnTo>
                  <a:pt x="223" y="49"/>
                </a:lnTo>
                <a:close/>
                <a:moveTo>
                  <a:pt x="223" y="0"/>
                </a:moveTo>
                <a:lnTo>
                  <a:pt x="259" y="3"/>
                </a:lnTo>
                <a:lnTo>
                  <a:pt x="293" y="11"/>
                </a:lnTo>
                <a:lnTo>
                  <a:pt x="325" y="25"/>
                </a:lnTo>
                <a:lnTo>
                  <a:pt x="354" y="42"/>
                </a:lnTo>
                <a:lnTo>
                  <a:pt x="380" y="65"/>
                </a:lnTo>
                <a:lnTo>
                  <a:pt x="402" y="90"/>
                </a:lnTo>
                <a:lnTo>
                  <a:pt x="420" y="120"/>
                </a:lnTo>
                <a:lnTo>
                  <a:pt x="433" y="151"/>
                </a:lnTo>
                <a:lnTo>
                  <a:pt x="442" y="186"/>
                </a:lnTo>
                <a:lnTo>
                  <a:pt x="445" y="222"/>
                </a:lnTo>
                <a:lnTo>
                  <a:pt x="442" y="258"/>
                </a:lnTo>
                <a:lnTo>
                  <a:pt x="433" y="292"/>
                </a:lnTo>
                <a:lnTo>
                  <a:pt x="420" y="325"/>
                </a:lnTo>
                <a:lnTo>
                  <a:pt x="402" y="353"/>
                </a:lnTo>
                <a:lnTo>
                  <a:pt x="380" y="379"/>
                </a:lnTo>
                <a:lnTo>
                  <a:pt x="354" y="402"/>
                </a:lnTo>
                <a:lnTo>
                  <a:pt x="325" y="420"/>
                </a:lnTo>
                <a:lnTo>
                  <a:pt x="293" y="434"/>
                </a:lnTo>
                <a:lnTo>
                  <a:pt x="259" y="441"/>
                </a:lnTo>
                <a:lnTo>
                  <a:pt x="223" y="445"/>
                </a:lnTo>
                <a:lnTo>
                  <a:pt x="187" y="441"/>
                </a:lnTo>
                <a:lnTo>
                  <a:pt x="152" y="434"/>
                </a:lnTo>
                <a:lnTo>
                  <a:pt x="120" y="420"/>
                </a:lnTo>
                <a:lnTo>
                  <a:pt x="91" y="402"/>
                </a:lnTo>
                <a:lnTo>
                  <a:pt x="66" y="379"/>
                </a:lnTo>
                <a:lnTo>
                  <a:pt x="43" y="353"/>
                </a:lnTo>
                <a:lnTo>
                  <a:pt x="25" y="325"/>
                </a:lnTo>
                <a:lnTo>
                  <a:pt x="11" y="292"/>
                </a:lnTo>
                <a:lnTo>
                  <a:pt x="2" y="258"/>
                </a:lnTo>
                <a:lnTo>
                  <a:pt x="0" y="222"/>
                </a:lnTo>
                <a:lnTo>
                  <a:pt x="2" y="186"/>
                </a:lnTo>
                <a:lnTo>
                  <a:pt x="11" y="151"/>
                </a:lnTo>
                <a:lnTo>
                  <a:pt x="25" y="120"/>
                </a:lnTo>
                <a:lnTo>
                  <a:pt x="43" y="90"/>
                </a:lnTo>
                <a:lnTo>
                  <a:pt x="66" y="65"/>
                </a:lnTo>
                <a:lnTo>
                  <a:pt x="91" y="42"/>
                </a:lnTo>
                <a:lnTo>
                  <a:pt x="120" y="25"/>
                </a:lnTo>
                <a:lnTo>
                  <a:pt x="152" y="11"/>
                </a:lnTo>
                <a:lnTo>
                  <a:pt x="187" y="3"/>
                </a:lnTo>
                <a:lnTo>
                  <a:pt x="223" y="0"/>
                </a:lnTo>
                <a:close/>
              </a:path>
            </a:pathLst>
          </a:custGeom>
          <a:solidFill>
            <a:srgbClr val="0096a5"/>
          </a:solidFill>
          <a:ln w="0">
            <a:noFill/>
          </a:ln>
        </p:spPr>
        <p:style>
          <a:lnRef idx="0"/>
          <a:fillRef idx="0"/>
          <a:effectRef idx="0"/>
          <a:fontRef idx="minor"/>
        </p:style>
        <p:txBody>
          <a:bodyPr numCol="1" spcCol="0" anchor="t">
            <a:noAutofit/>
          </a:bodyPr>
          <a:p>
            <a:pPr defTabSz="914400">
              <a:lnSpc>
                <a:spcPct val="100000"/>
              </a:lnSpc>
            </a:pPr>
            <a:endParaRPr b="0" lang="nl-NL" sz="1800" spc="-1" strike="noStrike">
              <a:solidFill>
                <a:schemeClr val="dk1"/>
              </a:solidFill>
              <a:latin typeface="Calibri"/>
            </a:endParaRPr>
          </a:p>
        </p:txBody>
      </p:sp>
      <p:grpSp>
        <p:nvGrpSpPr>
          <p:cNvPr id="1313" name="Knop uitleg"/>
          <p:cNvGrpSpPr/>
          <p:nvPr/>
        </p:nvGrpSpPr>
        <p:grpSpPr>
          <a:xfrm>
            <a:off x="9509040" y="2860200"/>
            <a:ext cx="1947240" cy="2036880"/>
            <a:chOff x="9509040" y="2860200"/>
            <a:chExt cx="1947240" cy="2036880"/>
          </a:xfrm>
        </p:grpSpPr>
        <p:sp>
          <p:nvSpPr>
            <p:cNvPr id="1314" name="Rechthoek: afgeronde hoeken 42"/>
            <p:cNvSpPr/>
            <p:nvPr/>
          </p:nvSpPr>
          <p:spPr>
            <a:xfrm>
              <a:off x="9509040" y="2860200"/>
              <a:ext cx="1947240" cy="2036880"/>
            </a:xfrm>
            <a:prstGeom prst="roundRect">
              <a:avLst>
                <a:gd name="adj" fmla="val 3052"/>
              </a:avLst>
            </a:prstGeom>
            <a:solidFill>
              <a:srgbClr val="ff7800"/>
            </a:solidFill>
            <a:ln>
              <a:noFill/>
            </a:ln>
            <a:effectLst>
              <a:outerShdw algn="tl" dir="2700000" dist="50402" rotWithShape="0">
                <a:srgbClr val="767171"/>
              </a:outerShdw>
            </a:effectLst>
          </p:spPr>
          <p:style>
            <a:lnRef idx="2">
              <a:schemeClr val="accent1">
                <a:shade val="50000"/>
              </a:schemeClr>
            </a:lnRef>
            <a:fillRef idx="1">
              <a:schemeClr val="accent1"/>
            </a:fillRef>
            <a:effectRef idx="0">
              <a:schemeClr val="accent1"/>
            </a:effectRef>
            <a:fontRef idx="minor"/>
          </p:style>
          <p:txBody>
            <a:bodyPr numCol="1" spcCol="0" horzOverflow="overflow" lIns="0" rIns="0" tIns="0" bIns="0" anchor="ctr">
              <a:noAutofit/>
            </a:bodyPr>
            <a:p>
              <a:pPr defTabSz="914400">
                <a:lnSpc>
                  <a:spcPct val="100000"/>
                </a:lnSpc>
              </a:pPr>
              <a:endParaRPr b="1" lang="nl-NL" sz="1000" spc="-1" strike="noStrike">
                <a:solidFill>
                  <a:schemeClr val="dk1"/>
                </a:solidFill>
                <a:latin typeface="Calibri"/>
              </a:endParaRPr>
            </a:p>
          </p:txBody>
        </p:sp>
        <p:grpSp>
          <p:nvGrpSpPr>
            <p:cNvPr id="1315" name="Groep 41"/>
            <p:cNvGrpSpPr/>
            <p:nvPr/>
          </p:nvGrpSpPr>
          <p:grpSpPr>
            <a:xfrm>
              <a:off x="9668520" y="3111480"/>
              <a:ext cx="1628280" cy="1701720"/>
              <a:chOff x="9668520" y="3111480"/>
              <a:chExt cx="1628280" cy="1701720"/>
            </a:xfrm>
          </p:grpSpPr>
          <p:sp>
            <p:nvSpPr>
              <p:cNvPr id="1316" name="Ovaal 35"/>
              <p:cNvSpPr/>
              <p:nvPr/>
            </p:nvSpPr>
            <p:spPr>
              <a:xfrm>
                <a:off x="10050120" y="3111480"/>
                <a:ext cx="865440" cy="86364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0" rIns="0" tIns="0" bIns="0" anchor="ctr">
                <a:noAutofit/>
              </a:bodyPr>
              <a:p>
                <a:pPr defTabSz="914400">
                  <a:lnSpc>
                    <a:spcPct val="100000"/>
                  </a:lnSpc>
                </a:pPr>
                <a:endParaRPr b="1" lang="nl-NL" sz="1000" spc="-1" strike="noStrike">
                  <a:solidFill>
                    <a:schemeClr val="dk1"/>
                  </a:solidFill>
                  <a:latin typeface="Calibri"/>
                </a:endParaRPr>
              </a:p>
            </p:txBody>
          </p:sp>
          <p:sp>
            <p:nvSpPr>
              <p:cNvPr id="1317" name="H2"/>
              <p:cNvSpPr/>
              <p:nvPr/>
            </p:nvSpPr>
            <p:spPr>
              <a:xfrm>
                <a:off x="9668520" y="4103280"/>
                <a:ext cx="1628280" cy="709920"/>
              </a:xfrm>
              <a:prstGeom prst="rect">
                <a:avLst/>
              </a:prstGeom>
              <a:noFill/>
              <a:ln w="0">
                <a:noFill/>
              </a:ln>
            </p:spPr>
            <p:style>
              <a:lnRef idx="0"/>
              <a:fillRef idx="0"/>
              <a:effectRef idx="0"/>
              <a:fontRef idx="minor"/>
            </p:style>
            <p:txBody>
              <a:bodyPr lIns="0" rIns="0" tIns="0" bIns="0" anchor="t">
                <a:noAutofit/>
              </a:bodyPr>
              <a:p>
                <a:pPr algn="ctr" defTabSz="1217520">
                  <a:lnSpc>
                    <a:spcPct val="100000"/>
                  </a:lnSpc>
                  <a:spcBef>
                    <a:spcPts val="601"/>
                  </a:spcBef>
                  <a:spcAft>
                    <a:spcPts val="601"/>
                  </a:spcAft>
                </a:pPr>
                <a:r>
                  <a:rPr b="0" lang="nl-NL" sz="1200" spc="-1" strike="noStrike">
                    <a:solidFill>
                      <a:srgbClr val="ffffff"/>
                    </a:solidFill>
                    <a:latin typeface="Oswald"/>
                  </a:rPr>
                  <a:t>Open deze dia in de diavoorstelling en klik</a:t>
                </a:r>
                <a:br>
                  <a:rPr sz="1200"/>
                </a:br>
                <a:r>
                  <a:rPr b="0" lang="nl-NL" sz="1200" spc="-1" strike="noStrike">
                    <a:solidFill>
                      <a:srgbClr val="ffffff"/>
                    </a:solidFill>
                    <a:latin typeface="Oswald"/>
                  </a:rPr>
                  <a:t>op de YouTube-link</a:t>
                </a:r>
                <a:endParaRPr b="0" lang="en-US" sz="1200" spc="-1" strike="noStrike">
                  <a:solidFill>
                    <a:srgbClr val="000000"/>
                  </a:solidFill>
                  <a:latin typeface="Arial"/>
                </a:endParaRPr>
              </a:p>
            </p:txBody>
          </p:sp>
          <p:grpSp>
            <p:nvGrpSpPr>
              <p:cNvPr id="1318" name="Groep 116"/>
              <p:cNvGrpSpPr/>
              <p:nvPr/>
            </p:nvGrpSpPr>
            <p:grpSpPr>
              <a:xfrm>
                <a:off x="10374480" y="3299040"/>
                <a:ext cx="216000" cy="464400"/>
                <a:chOff x="10374480" y="3299040"/>
                <a:chExt cx="216000" cy="464400"/>
              </a:xfrm>
            </p:grpSpPr>
            <p:sp>
              <p:nvSpPr>
                <p:cNvPr id="1319" name="Freeform 300"/>
                <p:cNvSpPr/>
                <p:nvPr/>
              </p:nvSpPr>
              <p:spPr>
                <a:xfrm>
                  <a:off x="10374480" y="3432240"/>
                  <a:ext cx="216000" cy="331200"/>
                </a:xfrm>
                <a:custGeom>
                  <a:avLst/>
                  <a:gdLst>
                    <a:gd name="textAreaLeft" fmla="*/ 0 w 216000"/>
                    <a:gd name="textAreaRight" fmla="*/ 216360 w 216000"/>
                    <a:gd name="textAreaTop" fmla="*/ 0 h 331200"/>
                    <a:gd name="textAreaBottom" fmla="*/ 331560 h 331200"/>
                  </a:gdLst>
                  <a:ahLst/>
                  <a:rect l="textAreaLeft" t="textAreaTop" r="textAreaRight" b="textAreaBottom"/>
                  <a:pathLst>
                    <a:path w="170" h="261">
                      <a:moveTo>
                        <a:pt x="54" y="0"/>
                      </a:moveTo>
                      <a:lnTo>
                        <a:pt x="77" y="0"/>
                      </a:lnTo>
                      <a:lnTo>
                        <a:pt x="77" y="67"/>
                      </a:lnTo>
                      <a:lnTo>
                        <a:pt x="77" y="73"/>
                      </a:lnTo>
                      <a:lnTo>
                        <a:pt x="79" y="75"/>
                      </a:lnTo>
                      <a:lnTo>
                        <a:pt x="85" y="75"/>
                      </a:lnTo>
                      <a:lnTo>
                        <a:pt x="87" y="75"/>
                      </a:lnTo>
                      <a:lnTo>
                        <a:pt x="92" y="73"/>
                      </a:lnTo>
                      <a:lnTo>
                        <a:pt x="92" y="67"/>
                      </a:lnTo>
                      <a:lnTo>
                        <a:pt x="92" y="0"/>
                      </a:lnTo>
                      <a:lnTo>
                        <a:pt x="116" y="0"/>
                      </a:lnTo>
                      <a:lnTo>
                        <a:pt x="136" y="8"/>
                      </a:lnTo>
                      <a:lnTo>
                        <a:pt x="154" y="21"/>
                      </a:lnTo>
                      <a:lnTo>
                        <a:pt x="165" y="42"/>
                      </a:lnTo>
                      <a:lnTo>
                        <a:pt x="170" y="65"/>
                      </a:lnTo>
                      <a:lnTo>
                        <a:pt x="170" y="160"/>
                      </a:lnTo>
                      <a:lnTo>
                        <a:pt x="167" y="181"/>
                      </a:lnTo>
                      <a:lnTo>
                        <a:pt x="159" y="204"/>
                      </a:lnTo>
                      <a:lnTo>
                        <a:pt x="149" y="225"/>
                      </a:lnTo>
                      <a:lnTo>
                        <a:pt x="134" y="245"/>
                      </a:lnTo>
                      <a:lnTo>
                        <a:pt x="110" y="258"/>
                      </a:lnTo>
                      <a:lnTo>
                        <a:pt x="85" y="261"/>
                      </a:lnTo>
                      <a:lnTo>
                        <a:pt x="59" y="258"/>
                      </a:lnTo>
                      <a:lnTo>
                        <a:pt x="36" y="245"/>
                      </a:lnTo>
                      <a:lnTo>
                        <a:pt x="20" y="225"/>
                      </a:lnTo>
                      <a:lnTo>
                        <a:pt x="7" y="204"/>
                      </a:lnTo>
                      <a:lnTo>
                        <a:pt x="2" y="181"/>
                      </a:lnTo>
                      <a:lnTo>
                        <a:pt x="0" y="160"/>
                      </a:lnTo>
                      <a:lnTo>
                        <a:pt x="0" y="65"/>
                      </a:lnTo>
                      <a:lnTo>
                        <a:pt x="5" y="42"/>
                      </a:lnTo>
                      <a:lnTo>
                        <a:pt x="15" y="21"/>
                      </a:lnTo>
                      <a:lnTo>
                        <a:pt x="33" y="8"/>
                      </a:lnTo>
                      <a:lnTo>
                        <a:pt x="54" y="0"/>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800" spc="-1" strike="noStrike">
                    <a:solidFill>
                      <a:schemeClr val="lt1"/>
                    </a:solidFill>
                    <a:latin typeface="Calibri"/>
                  </a:endParaRPr>
                </a:p>
              </p:txBody>
            </p:sp>
            <p:sp>
              <p:nvSpPr>
                <p:cNvPr id="1320" name="Freeform 301"/>
                <p:cNvSpPr/>
                <p:nvPr/>
              </p:nvSpPr>
              <p:spPr>
                <a:xfrm>
                  <a:off x="10397520" y="3299040"/>
                  <a:ext cx="97560" cy="130320"/>
                </a:xfrm>
                <a:custGeom>
                  <a:avLst/>
                  <a:gdLst>
                    <a:gd name="textAreaLeft" fmla="*/ 0 w 97560"/>
                    <a:gd name="textAreaRight" fmla="*/ 97920 w 97560"/>
                    <a:gd name="textAreaTop" fmla="*/ 0 h 130320"/>
                    <a:gd name="textAreaBottom" fmla="*/ 130680 h 130320"/>
                  </a:gdLst>
                  <a:ahLst/>
                  <a:rect l="textAreaLeft" t="textAreaTop" r="textAreaRight" b="textAreaBottom"/>
                  <a:pathLst>
                    <a:path w="77" h="103">
                      <a:moveTo>
                        <a:pt x="15" y="0"/>
                      </a:moveTo>
                      <a:lnTo>
                        <a:pt x="18" y="0"/>
                      </a:lnTo>
                      <a:lnTo>
                        <a:pt x="23" y="5"/>
                      </a:lnTo>
                      <a:lnTo>
                        <a:pt x="23" y="10"/>
                      </a:lnTo>
                      <a:lnTo>
                        <a:pt x="23" y="13"/>
                      </a:lnTo>
                      <a:lnTo>
                        <a:pt x="23" y="13"/>
                      </a:lnTo>
                      <a:lnTo>
                        <a:pt x="23" y="15"/>
                      </a:lnTo>
                      <a:lnTo>
                        <a:pt x="23" y="15"/>
                      </a:lnTo>
                      <a:lnTo>
                        <a:pt x="20" y="18"/>
                      </a:lnTo>
                      <a:lnTo>
                        <a:pt x="20" y="23"/>
                      </a:lnTo>
                      <a:lnTo>
                        <a:pt x="18" y="28"/>
                      </a:lnTo>
                      <a:lnTo>
                        <a:pt x="20" y="36"/>
                      </a:lnTo>
                      <a:lnTo>
                        <a:pt x="23" y="44"/>
                      </a:lnTo>
                      <a:lnTo>
                        <a:pt x="28" y="49"/>
                      </a:lnTo>
                      <a:lnTo>
                        <a:pt x="33" y="51"/>
                      </a:lnTo>
                      <a:lnTo>
                        <a:pt x="43" y="56"/>
                      </a:lnTo>
                      <a:lnTo>
                        <a:pt x="54" y="62"/>
                      </a:lnTo>
                      <a:lnTo>
                        <a:pt x="61" y="69"/>
                      </a:lnTo>
                      <a:lnTo>
                        <a:pt x="67" y="74"/>
                      </a:lnTo>
                      <a:lnTo>
                        <a:pt x="72" y="82"/>
                      </a:lnTo>
                      <a:lnTo>
                        <a:pt x="74" y="93"/>
                      </a:lnTo>
                      <a:lnTo>
                        <a:pt x="77" y="103"/>
                      </a:lnTo>
                      <a:lnTo>
                        <a:pt x="56" y="103"/>
                      </a:lnTo>
                      <a:lnTo>
                        <a:pt x="54" y="98"/>
                      </a:lnTo>
                      <a:lnTo>
                        <a:pt x="51" y="87"/>
                      </a:lnTo>
                      <a:lnTo>
                        <a:pt x="46" y="82"/>
                      </a:lnTo>
                      <a:lnTo>
                        <a:pt x="43" y="77"/>
                      </a:lnTo>
                      <a:lnTo>
                        <a:pt x="36" y="74"/>
                      </a:lnTo>
                      <a:lnTo>
                        <a:pt x="23" y="69"/>
                      </a:lnTo>
                      <a:lnTo>
                        <a:pt x="15" y="62"/>
                      </a:lnTo>
                      <a:lnTo>
                        <a:pt x="7" y="54"/>
                      </a:lnTo>
                      <a:lnTo>
                        <a:pt x="2" y="46"/>
                      </a:lnTo>
                      <a:lnTo>
                        <a:pt x="0" y="38"/>
                      </a:lnTo>
                      <a:lnTo>
                        <a:pt x="0" y="28"/>
                      </a:lnTo>
                      <a:lnTo>
                        <a:pt x="0" y="20"/>
                      </a:lnTo>
                      <a:lnTo>
                        <a:pt x="2" y="13"/>
                      </a:lnTo>
                      <a:lnTo>
                        <a:pt x="5" y="7"/>
                      </a:lnTo>
                      <a:lnTo>
                        <a:pt x="5" y="5"/>
                      </a:lnTo>
                      <a:lnTo>
                        <a:pt x="5" y="5"/>
                      </a:lnTo>
                      <a:lnTo>
                        <a:pt x="10" y="0"/>
                      </a:lnTo>
                      <a:lnTo>
                        <a:pt x="15" y="0"/>
                      </a:lnTo>
                      <a:close/>
                    </a:path>
                  </a:pathLst>
                </a:custGeom>
                <a:solidFill>
                  <a:srgbClr val="ff7800"/>
                </a:solidFill>
                <a:ln w="0">
                  <a:noFill/>
                </a:ln>
              </p:spPr>
              <p:style>
                <a:lnRef idx="0"/>
                <a:fillRef idx="0"/>
                <a:effectRef idx="0"/>
                <a:fontRef idx="minor"/>
              </p:style>
              <p:txBody>
                <a:bodyPr numCol="1" spcCol="0" anchor="t">
                  <a:noAutofit/>
                </a:bodyPr>
                <a:p>
                  <a:pPr defTabSz="914400">
                    <a:lnSpc>
                      <a:spcPct val="100000"/>
                    </a:lnSpc>
                  </a:pPr>
                  <a:endParaRPr b="0" lang="nl-NL" sz="1800" spc="-1" strike="noStrike">
                    <a:solidFill>
                      <a:schemeClr val="lt1"/>
                    </a:solidFill>
                    <a:latin typeface="Calibri"/>
                  </a:endParaRPr>
                </a:p>
              </p:txBody>
            </p:sp>
          </p:grpSp>
        </p:grpSp>
      </p:grpSp>
      <p:sp>
        <p:nvSpPr>
          <p:cNvPr id="1321" name="Tijdelijke aanduiding voor tekst 58"/>
          <p:cNvSpPr/>
          <p:nvPr/>
        </p:nvSpPr>
        <p:spPr>
          <a:xfrm>
            <a:off x="0" y="6750000"/>
            <a:ext cx="12191760" cy="107640"/>
          </a:xfrm>
          <a:prstGeom prst="rect">
            <a:avLst/>
          </a:prstGeom>
          <a:solidFill>
            <a:srgbClr val="0096a5"/>
          </a:solidFill>
          <a:ln w="0">
            <a:noFill/>
          </a:ln>
          <a:effectLst>
            <a:innerShdw blurRad="114300" dir="16200000" dist="38100">
              <a:srgbClr val="000000">
                <a:alpha val="20000"/>
              </a:srgbClr>
            </a:innerShdw>
          </a:effectLst>
        </p:spPr>
        <p:style>
          <a:lnRef idx="0"/>
          <a:fillRef idx="0"/>
          <a:effectRef idx="0"/>
          <a:fontRef idx="minor"/>
        </p:style>
        <p:txBody>
          <a:bodyPr lIns="72000" rIns="72000" tIns="90000" bIns="18000" anchor="ctr">
            <a:noAutofit/>
          </a:bodyPr>
          <a:p>
            <a:pPr algn="ctr" defTabSz="914400">
              <a:lnSpc>
                <a:spcPct val="90000"/>
              </a:lnSpc>
              <a:spcBef>
                <a:spcPts val="601"/>
              </a:spcBef>
              <a:spcAft>
                <a:spcPts val="601"/>
              </a:spcAft>
              <a:tabLst>
                <a:tab algn="l" pos="0"/>
              </a:tabLst>
            </a:pPr>
            <a:endParaRPr b="0" lang="nl-NL" sz="2000" spc="-1" strike="noStrike" cap="all">
              <a:solidFill>
                <a:schemeClr val="lt1"/>
              </a:solidFill>
              <a:latin typeface="Calibri Light"/>
            </a:endParaRPr>
          </a:p>
        </p:txBody>
      </p:sp>
      <p:cxnSp>
        <p:nvCxnSpPr>
          <p:cNvPr id="1322" name="Rechte verbindingslijn 59"/>
          <p:cNvCxnSpPr/>
          <p:nvPr/>
        </p:nvCxnSpPr>
        <p:spPr>
          <a:xfrm>
            <a:off x="693720" y="1124640"/>
            <a:ext cx="9947160" cy="360"/>
          </a:xfrm>
          <a:prstGeom prst="straightConnector1">
            <a:avLst/>
          </a:prstGeom>
          <a:ln w="12700">
            <a:solidFill>
              <a:srgbClr val="e7e6e6"/>
            </a:solidFill>
          </a:ln>
        </p:spPr>
      </p:cxnSp>
      <p:sp>
        <p:nvSpPr>
          <p:cNvPr id="1323" name="Vrije vorm 308"/>
          <p:cNvSpPr/>
          <p:nvPr/>
        </p:nvSpPr>
        <p:spPr>
          <a:xfrm>
            <a:off x="11056320" y="692640"/>
            <a:ext cx="434520" cy="433800"/>
          </a:xfrm>
          <a:custGeom>
            <a:avLst/>
            <a:gdLst>
              <a:gd name="textAreaLeft" fmla="*/ 0 w 434520"/>
              <a:gd name="textAreaRight" fmla="*/ 434880 w 434520"/>
              <a:gd name="textAreaTop" fmla="*/ 0 h 433800"/>
              <a:gd name="textAreaBottom" fmla="*/ 434160 h 433800"/>
            </a:gdLst>
            <a:ahLst/>
            <a:rect l="textAreaLeft" t="textAreaTop" r="textAreaRight" b="textAreaBottom"/>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ln>
        </p:spPr>
        <p:style>
          <a:lnRef idx="0"/>
          <a:fillRef idx="0"/>
          <a:effectRef idx="0"/>
          <a:fontRef idx="minor"/>
        </p:style>
        <p:txBody>
          <a:bodyPr numCol="1" spcCol="0" anchor="t">
            <a:noAutofit/>
          </a:bodyPr>
          <a:p>
            <a:pPr defTabSz="914400">
              <a:lnSpc>
                <a:spcPct val="100000"/>
              </a:lnSpc>
            </a:pPr>
            <a:endParaRPr b="0" lang="nl-NL" sz="1800" spc="-1" strike="noStrike">
              <a:solidFill>
                <a:srgbClr val="000000"/>
              </a:solidFill>
              <a:latin typeface="Calibri"/>
            </a:endParaRPr>
          </a:p>
        </p:txBody>
      </p:sp>
      <p:grpSp>
        <p:nvGrpSpPr>
          <p:cNvPr id="1324" name="Groep 3"/>
          <p:cNvGrpSpPr/>
          <p:nvPr/>
        </p:nvGrpSpPr>
        <p:grpSpPr>
          <a:xfrm>
            <a:off x="1630440" y="2276640"/>
            <a:ext cx="758520" cy="226080"/>
            <a:chOff x="1630440" y="2276640"/>
            <a:chExt cx="758520" cy="226080"/>
          </a:xfrm>
        </p:grpSpPr>
        <p:grpSp>
          <p:nvGrpSpPr>
            <p:cNvPr id="1325" name="Groep 70"/>
            <p:cNvGrpSpPr/>
            <p:nvPr/>
          </p:nvGrpSpPr>
          <p:grpSpPr>
            <a:xfrm>
              <a:off x="2101320" y="2276640"/>
              <a:ext cx="287640" cy="226080"/>
              <a:chOff x="2101320" y="2276640"/>
              <a:chExt cx="287640" cy="226080"/>
            </a:xfrm>
          </p:grpSpPr>
          <p:grpSp>
            <p:nvGrpSpPr>
              <p:cNvPr id="1326" name="Groep 159"/>
              <p:cNvGrpSpPr/>
              <p:nvPr/>
            </p:nvGrpSpPr>
            <p:grpSpPr>
              <a:xfrm>
                <a:off x="2101320" y="2276640"/>
                <a:ext cx="287640" cy="226080"/>
                <a:chOff x="2101320" y="2276640"/>
                <a:chExt cx="287640" cy="226080"/>
              </a:xfrm>
            </p:grpSpPr>
            <p:cxnSp>
              <p:nvCxnSpPr>
                <p:cNvPr id="1327" name="Rechte verbindingslijn 163"/>
                <p:cNvCxnSpPr/>
                <p:nvPr/>
              </p:nvCxnSpPr>
              <p:spPr>
                <a:xfrm>
                  <a:off x="2101320" y="2276640"/>
                  <a:ext cx="288000" cy="360"/>
                </a:xfrm>
                <a:prstGeom prst="straightConnector1">
                  <a:avLst/>
                </a:prstGeom>
                <a:ln w="19050">
                  <a:solidFill>
                    <a:srgbClr val="767171"/>
                  </a:solidFill>
                  <a:round/>
                </a:ln>
              </p:spPr>
            </p:cxnSp>
            <p:cxnSp>
              <p:nvCxnSpPr>
                <p:cNvPr id="1328" name="Rechte verbindingslijn 164"/>
                <p:cNvCxnSpPr/>
                <p:nvPr/>
              </p:nvCxnSpPr>
              <p:spPr>
                <a:xfrm>
                  <a:off x="2101320" y="2502720"/>
                  <a:ext cx="288000" cy="360"/>
                </a:xfrm>
                <a:prstGeom prst="straightConnector1">
                  <a:avLst/>
                </a:prstGeom>
                <a:ln w="19050">
                  <a:solidFill>
                    <a:srgbClr val="767171"/>
                  </a:solidFill>
                  <a:round/>
                </a:ln>
              </p:spPr>
            </p:cxnSp>
            <p:cxnSp>
              <p:nvCxnSpPr>
                <p:cNvPr id="1329" name="Rechte verbindingslijn 165"/>
                <p:cNvCxnSpPr/>
                <p:nvPr/>
              </p:nvCxnSpPr>
              <p:spPr>
                <a:xfrm>
                  <a:off x="2255040" y="2446200"/>
                  <a:ext cx="129960" cy="360"/>
                </a:xfrm>
                <a:prstGeom prst="straightConnector1">
                  <a:avLst/>
                </a:prstGeom>
                <a:ln w="19050">
                  <a:solidFill>
                    <a:srgbClr val="767171"/>
                  </a:solidFill>
                  <a:round/>
                </a:ln>
              </p:spPr>
            </p:cxnSp>
            <p:cxnSp>
              <p:nvCxnSpPr>
                <p:cNvPr id="1330" name="Rechte verbindingslijn 166"/>
                <p:cNvCxnSpPr/>
                <p:nvPr/>
              </p:nvCxnSpPr>
              <p:spPr>
                <a:xfrm>
                  <a:off x="2255040" y="2389680"/>
                  <a:ext cx="129960" cy="360"/>
                </a:xfrm>
                <a:prstGeom prst="straightConnector1">
                  <a:avLst/>
                </a:prstGeom>
                <a:ln w="19050">
                  <a:solidFill>
                    <a:srgbClr val="767171"/>
                  </a:solidFill>
                  <a:round/>
                </a:ln>
              </p:spPr>
            </p:cxnSp>
            <p:cxnSp>
              <p:nvCxnSpPr>
                <p:cNvPr id="1331" name="Rechte verbindingslijn 167"/>
                <p:cNvCxnSpPr/>
                <p:nvPr/>
              </p:nvCxnSpPr>
              <p:spPr>
                <a:xfrm>
                  <a:off x="2255040" y="2333160"/>
                  <a:ext cx="129960" cy="360"/>
                </a:xfrm>
                <a:prstGeom prst="straightConnector1">
                  <a:avLst/>
                </a:prstGeom>
                <a:ln w="19050">
                  <a:solidFill>
                    <a:srgbClr val="767171"/>
                  </a:solidFill>
                  <a:round/>
                </a:ln>
              </p:spPr>
            </p:cxnSp>
          </p:grpSp>
          <p:grpSp>
            <p:nvGrpSpPr>
              <p:cNvPr id="1332" name="Groep 160"/>
              <p:cNvGrpSpPr/>
              <p:nvPr/>
            </p:nvGrpSpPr>
            <p:grpSpPr>
              <a:xfrm>
                <a:off x="2101680" y="2331720"/>
                <a:ext cx="139680" cy="113760"/>
                <a:chOff x="2101680" y="2331720"/>
                <a:chExt cx="139680" cy="113760"/>
              </a:xfrm>
            </p:grpSpPr>
            <p:sp>
              <p:nvSpPr>
                <p:cNvPr id="1333" name="Rechthoek 161"/>
                <p:cNvSpPr/>
                <p:nvPr/>
              </p:nvSpPr>
              <p:spPr>
                <a:xfrm flipH="1">
                  <a:off x="2101680" y="2368440"/>
                  <a:ext cx="104400" cy="40320"/>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334" name="Pijl: punthaak 162"/>
                <p:cNvSpPr/>
                <p:nvPr/>
              </p:nvSpPr>
              <p:spPr>
                <a:xfrm>
                  <a:off x="2127240" y="2331720"/>
                  <a:ext cx="114120" cy="113760"/>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grpSp>
          <p:nvGrpSpPr>
            <p:cNvPr id="1335" name="Groep 73"/>
            <p:cNvGrpSpPr/>
            <p:nvPr/>
          </p:nvGrpSpPr>
          <p:grpSpPr>
            <a:xfrm>
              <a:off x="1630440" y="2276640"/>
              <a:ext cx="287640" cy="226080"/>
              <a:chOff x="1630440" y="2276640"/>
              <a:chExt cx="287640" cy="226080"/>
            </a:xfrm>
          </p:grpSpPr>
          <p:grpSp>
            <p:nvGrpSpPr>
              <p:cNvPr id="1336" name="Groep 150"/>
              <p:cNvGrpSpPr/>
              <p:nvPr/>
            </p:nvGrpSpPr>
            <p:grpSpPr>
              <a:xfrm>
                <a:off x="1630440" y="2276640"/>
                <a:ext cx="287640" cy="226080"/>
                <a:chOff x="1630440" y="2276640"/>
                <a:chExt cx="287640" cy="226080"/>
              </a:xfrm>
            </p:grpSpPr>
            <p:cxnSp>
              <p:nvCxnSpPr>
                <p:cNvPr id="1337" name="Rechte verbindingslijn 154"/>
                <p:cNvCxnSpPr/>
                <p:nvPr/>
              </p:nvCxnSpPr>
              <p:spPr>
                <a:xfrm>
                  <a:off x="1630440" y="2276640"/>
                  <a:ext cx="288000" cy="360"/>
                </a:xfrm>
                <a:prstGeom prst="straightConnector1">
                  <a:avLst/>
                </a:prstGeom>
                <a:ln w="19050">
                  <a:solidFill>
                    <a:srgbClr val="767171"/>
                  </a:solidFill>
                  <a:round/>
                </a:ln>
              </p:spPr>
            </p:cxnSp>
            <p:cxnSp>
              <p:nvCxnSpPr>
                <p:cNvPr id="1338" name="Rechte verbindingslijn 155"/>
                <p:cNvCxnSpPr/>
                <p:nvPr/>
              </p:nvCxnSpPr>
              <p:spPr>
                <a:xfrm>
                  <a:off x="1630440" y="2502720"/>
                  <a:ext cx="288000" cy="360"/>
                </a:xfrm>
                <a:prstGeom prst="straightConnector1">
                  <a:avLst/>
                </a:prstGeom>
                <a:ln w="19050">
                  <a:solidFill>
                    <a:srgbClr val="767171"/>
                  </a:solidFill>
                  <a:round/>
                </a:ln>
              </p:spPr>
            </p:cxnSp>
            <p:cxnSp>
              <p:nvCxnSpPr>
                <p:cNvPr id="1339" name="Rechte verbindingslijn 156"/>
                <p:cNvCxnSpPr/>
                <p:nvPr/>
              </p:nvCxnSpPr>
              <p:spPr>
                <a:xfrm>
                  <a:off x="1784160" y="2446200"/>
                  <a:ext cx="129960" cy="360"/>
                </a:xfrm>
                <a:prstGeom prst="straightConnector1">
                  <a:avLst/>
                </a:prstGeom>
                <a:ln w="19050">
                  <a:solidFill>
                    <a:srgbClr val="767171"/>
                  </a:solidFill>
                  <a:round/>
                </a:ln>
              </p:spPr>
            </p:cxnSp>
            <p:cxnSp>
              <p:nvCxnSpPr>
                <p:cNvPr id="1340" name="Rechte verbindingslijn 157"/>
                <p:cNvCxnSpPr/>
                <p:nvPr/>
              </p:nvCxnSpPr>
              <p:spPr>
                <a:xfrm>
                  <a:off x="1784160" y="2389680"/>
                  <a:ext cx="129960" cy="360"/>
                </a:xfrm>
                <a:prstGeom prst="straightConnector1">
                  <a:avLst/>
                </a:prstGeom>
                <a:ln w="19050">
                  <a:solidFill>
                    <a:srgbClr val="767171"/>
                  </a:solidFill>
                  <a:round/>
                </a:ln>
              </p:spPr>
            </p:cxnSp>
            <p:cxnSp>
              <p:nvCxnSpPr>
                <p:cNvPr id="1341" name="Rechte verbindingslijn 158"/>
                <p:cNvCxnSpPr/>
                <p:nvPr/>
              </p:nvCxnSpPr>
              <p:spPr>
                <a:xfrm>
                  <a:off x="1784160" y="2333160"/>
                  <a:ext cx="129960" cy="360"/>
                </a:xfrm>
                <a:prstGeom prst="straightConnector1">
                  <a:avLst/>
                </a:prstGeom>
                <a:ln w="19050">
                  <a:solidFill>
                    <a:srgbClr val="767171"/>
                  </a:solidFill>
                  <a:round/>
                </a:ln>
              </p:spPr>
            </p:cxnSp>
          </p:grpSp>
          <p:grpSp>
            <p:nvGrpSpPr>
              <p:cNvPr id="1342" name="Groep 151"/>
              <p:cNvGrpSpPr/>
              <p:nvPr/>
            </p:nvGrpSpPr>
            <p:grpSpPr>
              <a:xfrm>
                <a:off x="1630440" y="2331720"/>
                <a:ext cx="139680" cy="113760"/>
                <a:chOff x="1630440" y="2331720"/>
                <a:chExt cx="139680" cy="113760"/>
              </a:xfrm>
            </p:grpSpPr>
            <p:sp>
              <p:nvSpPr>
                <p:cNvPr id="1343" name="Rechthoek 152"/>
                <p:cNvSpPr/>
                <p:nvPr/>
              </p:nvSpPr>
              <p:spPr>
                <a:xfrm>
                  <a:off x="1665720" y="2368440"/>
                  <a:ext cx="104400" cy="40320"/>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344" name="Pijl: punthaak 153"/>
                <p:cNvSpPr/>
                <p:nvPr/>
              </p:nvSpPr>
              <p:spPr>
                <a:xfrm flipH="1">
                  <a:off x="1630080" y="2331720"/>
                  <a:ext cx="114120" cy="113760"/>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grpSp>
        </p:grpSp>
      </p:grpSp>
      <p:grpSp>
        <p:nvGrpSpPr>
          <p:cNvPr id="1345" name="Groep 178"/>
          <p:cNvGrpSpPr/>
          <p:nvPr/>
        </p:nvGrpSpPr>
        <p:grpSpPr>
          <a:xfrm>
            <a:off x="4573800" y="2179440"/>
            <a:ext cx="369000" cy="432720"/>
            <a:chOff x="4573800" y="2179440"/>
            <a:chExt cx="369000" cy="432720"/>
          </a:xfrm>
        </p:grpSpPr>
        <p:sp>
          <p:nvSpPr>
            <p:cNvPr id="1346" name="Rechthoek 199"/>
            <p:cNvSpPr/>
            <p:nvPr/>
          </p:nvSpPr>
          <p:spPr>
            <a:xfrm>
              <a:off x="4573800" y="2179440"/>
              <a:ext cx="327240" cy="321840"/>
            </a:xfrm>
            <a:prstGeom prst="rect">
              <a:avLst/>
            </a:prstGeom>
            <a:solidFill>
              <a:schemeClr val="bg1"/>
            </a:solidFill>
            <a:ln>
              <a:solidFill>
                <a:srgbClr val="c0c0c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sp>
          <p:nvSpPr>
            <p:cNvPr id="1347" name="Ovaal 200"/>
            <p:cNvSpPr/>
            <p:nvPr/>
          </p:nvSpPr>
          <p:spPr>
            <a:xfrm>
              <a:off x="4773600" y="2220120"/>
              <a:ext cx="90000" cy="90000"/>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348" name="Vrije vorm: vorm 201"/>
            <p:cNvSpPr/>
            <p:nvPr/>
          </p:nvSpPr>
          <p:spPr>
            <a:xfrm rot="2700000">
              <a:off x="4615200" y="2377080"/>
              <a:ext cx="213480" cy="186840"/>
            </a:xfrm>
            <a:custGeom>
              <a:avLst/>
              <a:gdLst>
                <a:gd name="textAreaLeft" fmla="*/ 0 w 213480"/>
                <a:gd name="textAreaRight" fmla="*/ 213840 w 213480"/>
                <a:gd name="textAreaTop" fmla="*/ 0 h 186840"/>
                <a:gd name="textAreaBottom" fmla="*/ 187200 h 186840"/>
              </a:gdLst>
              <a:ahLst/>
              <a:rect l="textAreaLeft" t="textAreaTop" r="textAreaRight" b="textAreaBottom"/>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349" name="Rechthoek: afgeronde hoeken 202"/>
            <p:cNvSpPr/>
            <p:nvPr/>
          </p:nvSpPr>
          <p:spPr>
            <a:xfrm>
              <a:off x="4745160" y="2361600"/>
              <a:ext cx="197640" cy="147600"/>
            </a:xfrm>
            <a:prstGeom prst="roundRect">
              <a:avLst>
                <a:gd name="adj" fmla="val 16667"/>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p:style>
          <p:txBody>
            <a:bodyPr numCol="1" spcCol="0" horzOverflow="overflow" lIns="108000" rIns="0" tIns="0" bIns="0" anchor="ctr">
              <a:noAutofit/>
            </a:bodyPr>
            <a:p>
              <a:pPr defTabSz="914400">
                <a:lnSpc>
                  <a:spcPct val="90000"/>
                </a:lnSpc>
                <a:spcBef>
                  <a:spcPts val="601"/>
                </a:spcBef>
                <a:spcAft>
                  <a:spcPts val="601"/>
                </a:spcAft>
              </a:pPr>
              <a:endParaRPr b="0" lang="nl-NL" sz="800" spc="-1" strike="noStrike">
                <a:solidFill>
                  <a:schemeClr val="dk1"/>
                </a:solidFill>
                <a:latin typeface="Arial"/>
              </a:endParaRPr>
            </a:p>
          </p:txBody>
        </p:sp>
        <p:cxnSp>
          <p:nvCxnSpPr>
            <p:cNvPr id="1350" name="Rechte verbindingslijn 203"/>
            <p:cNvCxnSpPr/>
            <p:nvPr/>
          </p:nvCxnSpPr>
          <p:spPr>
            <a:xfrm>
              <a:off x="4790880" y="2568600"/>
              <a:ext cx="106200" cy="360"/>
            </a:xfrm>
            <a:prstGeom prst="straightConnector1">
              <a:avLst/>
            </a:prstGeom>
            <a:ln w="19050">
              <a:solidFill>
                <a:srgbClr val="8aadd0"/>
              </a:solidFill>
            </a:ln>
          </p:spPr>
        </p:cxnSp>
        <p:cxnSp>
          <p:nvCxnSpPr>
            <p:cNvPr id="1351" name="Rechte verbindingslijn 204"/>
            <p:cNvCxnSpPr>
              <a:stCxn id="1349" idx="2"/>
            </p:cNvCxnSpPr>
            <p:nvPr/>
          </p:nvCxnSpPr>
          <p:spPr>
            <a:xfrm flipH="1">
              <a:off x="4843440" y="2509560"/>
              <a:ext cx="720" cy="55800"/>
            </a:xfrm>
            <a:prstGeom prst="straightConnector1">
              <a:avLst/>
            </a:prstGeom>
            <a:ln w="19050">
              <a:solidFill>
                <a:srgbClr val="8aadd0"/>
              </a:solidFill>
            </a:ln>
          </p:spPr>
        </p:cxnSp>
      </p:grpSp>
      <p:grpSp>
        <p:nvGrpSpPr>
          <p:cNvPr id="1352" name="HYPERLINKS"/>
          <p:cNvGrpSpPr/>
          <p:nvPr/>
        </p:nvGrpSpPr>
        <p:grpSpPr>
          <a:xfrm>
            <a:off x="675000" y="1599120"/>
            <a:ext cx="8081280" cy="4559400"/>
            <a:chOff x="675000" y="1599120"/>
            <a:chExt cx="8081280" cy="4559400"/>
          </a:xfrm>
        </p:grpSpPr>
        <p:sp>
          <p:nvSpPr>
            <p:cNvPr id="1353" name="HYPERLINK">
              <a:hlinkClick r:id="rId2"/>
            </p:cNvPr>
            <p:cNvSpPr/>
            <p:nvPr/>
          </p:nvSpPr>
          <p:spPr>
            <a:xfrm>
              <a:off x="675000" y="1599120"/>
              <a:ext cx="2680920" cy="2226600"/>
            </a:xfrm>
            <a:prstGeom prst="rect">
              <a:avLst/>
            </a:prstGeom>
            <a:noFill/>
            <a:ln w="3175">
              <a:noFill/>
            </a:ln>
          </p:spPr>
          <p:style>
            <a:lnRef idx="2">
              <a:schemeClr val="accent1">
                <a:shade val="50000"/>
              </a:schemeClr>
            </a:lnRef>
            <a:fillRef idx="1">
              <a:schemeClr val="accent1"/>
            </a:fillRef>
            <a:effectRef idx="0">
              <a:schemeClr val="accent1"/>
            </a:effectRef>
            <a:fontRef idx="minor"/>
          </p:style>
          <p:txBody>
            <a:bodyPr numCol="1" spcCol="0" horzOverflow="overflow" lIns="0" rIns="0" tIns="0" bIns="0" anchor="ctr">
              <a:noAutofit/>
            </a:bodyPr>
            <a:p>
              <a:pPr defTabSz="914400">
                <a:lnSpc>
                  <a:spcPct val="100000"/>
                </a:lnSpc>
              </a:pPr>
              <a:endParaRPr b="1" lang="nl-NL" sz="1000" spc="-1" strike="noStrike">
                <a:solidFill>
                  <a:schemeClr val="dk1"/>
                </a:solidFill>
                <a:latin typeface="Calibri"/>
              </a:endParaRPr>
            </a:p>
          </p:txBody>
        </p:sp>
        <p:sp>
          <p:nvSpPr>
            <p:cNvPr id="1354" name="HYPERLINK">
              <a:hlinkClick r:id="rId3"/>
            </p:cNvPr>
            <p:cNvSpPr/>
            <p:nvPr/>
          </p:nvSpPr>
          <p:spPr>
            <a:xfrm>
              <a:off x="3471480" y="1599120"/>
              <a:ext cx="2579040" cy="2226600"/>
            </a:xfrm>
            <a:prstGeom prst="rect">
              <a:avLst/>
            </a:prstGeom>
            <a:noFill/>
            <a:ln w="3175">
              <a:noFill/>
            </a:ln>
          </p:spPr>
          <p:style>
            <a:lnRef idx="2">
              <a:schemeClr val="accent1">
                <a:shade val="50000"/>
              </a:schemeClr>
            </a:lnRef>
            <a:fillRef idx="1">
              <a:schemeClr val="accent1"/>
            </a:fillRef>
            <a:effectRef idx="0">
              <a:schemeClr val="accent1"/>
            </a:effectRef>
            <a:fontRef idx="minor"/>
          </p:style>
          <p:txBody>
            <a:bodyPr numCol="1" spcCol="0" horzOverflow="overflow" lIns="0" rIns="0" tIns="0" bIns="0" anchor="ctr">
              <a:noAutofit/>
            </a:bodyPr>
            <a:p>
              <a:pPr defTabSz="914400">
                <a:lnSpc>
                  <a:spcPct val="100000"/>
                </a:lnSpc>
              </a:pPr>
              <a:endParaRPr b="1" lang="nl-NL" sz="1000" spc="-1" strike="noStrike">
                <a:solidFill>
                  <a:schemeClr val="dk1"/>
                </a:solidFill>
                <a:latin typeface="Calibri"/>
              </a:endParaRPr>
            </a:p>
          </p:txBody>
        </p:sp>
        <p:sp>
          <p:nvSpPr>
            <p:cNvPr id="1355" name="HYPERLINK">
              <a:hlinkClick r:id="rId4"/>
            </p:cNvPr>
            <p:cNvSpPr/>
            <p:nvPr/>
          </p:nvSpPr>
          <p:spPr>
            <a:xfrm>
              <a:off x="6159600" y="1599120"/>
              <a:ext cx="2579040" cy="2226600"/>
            </a:xfrm>
            <a:prstGeom prst="rect">
              <a:avLst/>
            </a:prstGeom>
            <a:noFill/>
            <a:ln w="3175">
              <a:noFill/>
            </a:ln>
          </p:spPr>
          <p:style>
            <a:lnRef idx="2">
              <a:schemeClr val="accent1">
                <a:shade val="50000"/>
              </a:schemeClr>
            </a:lnRef>
            <a:fillRef idx="1">
              <a:schemeClr val="accent1"/>
            </a:fillRef>
            <a:effectRef idx="0">
              <a:schemeClr val="accent1"/>
            </a:effectRef>
            <a:fontRef idx="minor"/>
          </p:style>
          <p:txBody>
            <a:bodyPr numCol="1" spcCol="0" horzOverflow="overflow" lIns="0" rIns="0" tIns="0" bIns="0" anchor="ctr">
              <a:noAutofit/>
            </a:bodyPr>
            <a:p>
              <a:pPr defTabSz="914400">
                <a:lnSpc>
                  <a:spcPct val="100000"/>
                </a:lnSpc>
              </a:pPr>
              <a:endParaRPr b="1" lang="nl-NL" sz="1000" spc="-1" strike="noStrike">
                <a:solidFill>
                  <a:schemeClr val="dk1"/>
                </a:solidFill>
                <a:latin typeface="Calibri"/>
              </a:endParaRPr>
            </a:p>
          </p:txBody>
        </p:sp>
        <p:sp>
          <p:nvSpPr>
            <p:cNvPr id="1356" name="HYPERLINK">
              <a:hlinkClick r:id="rId5"/>
            </p:cNvPr>
            <p:cNvSpPr/>
            <p:nvPr/>
          </p:nvSpPr>
          <p:spPr>
            <a:xfrm>
              <a:off x="675000" y="3931920"/>
              <a:ext cx="2680920" cy="2226600"/>
            </a:xfrm>
            <a:prstGeom prst="rect">
              <a:avLst/>
            </a:prstGeom>
            <a:noFill/>
            <a:ln w="3175">
              <a:noFill/>
            </a:ln>
          </p:spPr>
          <p:style>
            <a:lnRef idx="2">
              <a:schemeClr val="accent1">
                <a:shade val="50000"/>
              </a:schemeClr>
            </a:lnRef>
            <a:fillRef idx="1">
              <a:schemeClr val="accent1"/>
            </a:fillRef>
            <a:effectRef idx="0">
              <a:schemeClr val="accent1"/>
            </a:effectRef>
            <a:fontRef idx="minor"/>
          </p:style>
          <p:txBody>
            <a:bodyPr numCol="1" spcCol="0" horzOverflow="overflow" lIns="0" rIns="0" tIns="0" bIns="0" anchor="ctr">
              <a:noAutofit/>
            </a:bodyPr>
            <a:p>
              <a:pPr defTabSz="914400">
                <a:lnSpc>
                  <a:spcPct val="100000"/>
                </a:lnSpc>
              </a:pPr>
              <a:endParaRPr b="1" lang="nl-NL" sz="1000" spc="-1" strike="noStrike">
                <a:solidFill>
                  <a:schemeClr val="dk1"/>
                </a:solidFill>
                <a:latin typeface="Calibri"/>
              </a:endParaRPr>
            </a:p>
          </p:txBody>
        </p:sp>
        <p:sp>
          <p:nvSpPr>
            <p:cNvPr id="1357" name="HYPERLINK">
              <a:hlinkClick r:id="rId6"/>
            </p:cNvPr>
            <p:cNvSpPr/>
            <p:nvPr/>
          </p:nvSpPr>
          <p:spPr>
            <a:xfrm>
              <a:off x="3460680" y="3931920"/>
              <a:ext cx="2595240" cy="2226600"/>
            </a:xfrm>
            <a:prstGeom prst="rect">
              <a:avLst/>
            </a:prstGeom>
            <a:noFill/>
            <a:ln w="3175">
              <a:noFill/>
            </a:ln>
          </p:spPr>
          <p:style>
            <a:lnRef idx="2">
              <a:schemeClr val="accent1">
                <a:shade val="50000"/>
              </a:schemeClr>
            </a:lnRef>
            <a:fillRef idx="1">
              <a:schemeClr val="accent1"/>
            </a:fillRef>
            <a:effectRef idx="0">
              <a:schemeClr val="accent1"/>
            </a:effectRef>
            <a:fontRef idx="minor"/>
          </p:style>
          <p:txBody>
            <a:bodyPr numCol="1" spcCol="0" horzOverflow="overflow" lIns="0" rIns="0" tIns="0" bIns="0" anchor="ctr">
              <a:noAutofit/>
            </a:bodyPr>
            <a:p>
              <a:pPr defTabSz="914400">
                <a:lnSpc>
                  <a:spcPct val="100000"/>
                </a:lnSpc>
              </a:pPr>
              <a:endParaRPr b="1" lang="nl-NL" sz="1000" spc="-1" strike="noStrike">
                <a:solidFill>
                  <a:schemeClr val="dk1"/>
                </a:solidFill>
                <a:latin typeface="Calibri"/>
              </a:endParaRPr>
            </a:p>
          </p:txBody>
        </p:sp>
        <p:sp>
          <p:nvSpPr>
            <p:cNvPr id="1358" name="HYPERLINK">
              <a:hlinkClick r:id="rId7"/>
            </p:cNvPr>
            <p:cNvSpPr/>
            <p:nvPr/>
          </p:nvSpPr>
          <p:spPr>
            <a:xfrm>
              <a:off x="6161040" y="3931920"/>
              <a:ext cx="2595240" cy="2226600"/>
            </a:xfrm>
            <a:prstGeom prst="rect">
              <a:avLst/>
            </a:prstGeom>
            <a:noFill/>
            <a:ln w="3175">
              <a:noFill/>
            </a:ln>
          </p:spPr>
          <p:style>
            <a:lnRef idx="2">
              <a:schemeClr val="accent1">
                <a:shade val="50000"/>
              </a:schemeClr>
            </a:lnRef>
            <a:fillRef idx="1">
              <a:schemeClr val="accent1"/>
            </a:fillRef>
            <a:effectRef idx="0">
              <a:schemeClr val="accent1"/>
            </a:effectRef>
            <a:fontRef idx="minor"/>
          </p:style>
          <p:txBody>
            <a:bodyPr numCol="1" spcCol="0" horzOverflow="overflow" lIns="0" rIns="0" tIns="0" bIns="0" anchor="ctr">
              <a:noAutofit/>
            </a:bodyPr>
            <a:p>
              <a:pPr defTabSz="914400">
                <a:lnSpc>
                  <a:spcPct val="100000"/>
                </a:lnSpc>
              </a:pPr>
              <a:endParaRPr b="1" lang="nl-NL" sz="1000" spc="-1" strike="noStrike">
                <a:solidFill>
                  <a:schemeClr val="dk1"/>
                </a:solidFill>
                <a:latin typeface="Calibri"/>
              </a:endParaRPr>
            </a:p>
          </p:txBody>
        </p:sp>
      </p:grpSp>
      <p:sp>
        <p:nvSpPr>
          <p:cNvPr id="1359" name="Rechthoek 102">
            <a:hlinkClick r:id="rId8"/>
          </p:cNvPr>
          <p:cNvSpPr/>
          <p:nvPr/>
        </p:nvSpPr>
        <p:spPr>
          <a:xfrm>
            <a:off x="10208520" y="0"/>
            <a:ext cx="1983240" cy="19969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Tree>
  </p:cSld>
  <p:clrMap bg1="lt1" bg2="lt2" tx1="dk1" tx2="dk2" accent1="accent1" accent2="accent2" accent3="accent3" accent4="accent4" accent5="accent5" accent6="accent6" hlink="hlink" folHlink="folHlink"/>
  <p:sldLayoutIdLst>
    <p:sldLayoutId id="2147483685" r:id="rId9"/>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0" name="Rechthoek 59"/>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lIns="0" rIns="0" tIns="0" bIns="0" anchor="ctr">
            <a:noAutofit/>
          </a:bodyPr>
          <a:p>
            <a:pPr defTabSz="914400">
              <a:lnSpc>
                <a:spcPct val="100000"/>
              </a:lnSpc>
            </a:pPr>
            <a:endParaRPr b="1" lang="nl-NL" sz="1000" spc="-1" strike="noStrike">
              <a:solidFill>
                <a:schemeClr val="dk1"/>
              </a:solidFill>
              <a:latin typeface="Calibri"/>
            </a:endParaRPr>
          </a:p>
        </p:txBody>
      </p:sp>
      <p:sp>
        <p:nvSpPr>
          <p:cNvPr id="1361" name="Tekstvak 7"/>
          <p:cNvSpPr/>
          <p:nvPr/>
        </p:nvSpPr>
        <p:spPr>
          <a:xfrm>
            <a:off x="8548920" y="-399600"/>
            <a:ext cx="3642840" cy="381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0" lang="nl-NL" sz="1400" spc="-1" strike="noStrike">
                <a:solidFill>
                  <a:srgbClr val="738ea1"/>
                </a:solidFill>
                <a:latin typeface="Calibri"/>
              </a:rPr>
              <a:t>Instructie dia: Dia plakken</a:t>
            </a:r>
            <a:endParaRPr b="0" lang="en-US" sz="1400" spc="-1" strike="noStrike">
              <a:solidFill>
                <a:srgbClr val="000000"/>
              </a:solidFill>
              <a:latin typeface="Arial"/>
            </a:endParaRPr>
          </a:p>
        </p:txBody>
      </p:sp>
      <p:sp>
        <p:nvSpPr>
          <p:cNvPr id="1362" name="Tekstvak 6"/>
          <p:cNvSpPr/>
          <p:nvPr/>
        </p:nvSpPr>
        <p:spPr>
          <a:xfrm>
            <a:off x="694080" y="692640"/>
            <a:ext cx="9946440" cy="461160"/>
          </a:xfrm>
          <a:prstGeom prst="rect">
            <a:avLst/>
          </a:prstGeom>
          <a:noFill/>
          <a:ln w="0">
            <a:noFill/>
          </a:ln>
        </p:spPr>
        <p:style>
          <a:lnRef idx="0"/>
          <a:fillRef idx="0"/>
          <a:effectRef idx="0"/>
          <a:fontRef idx="minor"/>
        </p:style>
        <p:txBody>
          <a:bodyPr lIns="0" rIns="0" tIns="0" bIns="0" anchor="ctr">
            <a:noAutofit/>
          </a:bodyPr>
          <a:p>
            <a:pPr defTabSz="914400">
              <a:lnSpc>
                <a:spcPct val="90000"/>
              </a:lnSpc>
              <a:spcBef>
                <a:spcPts val="601"/>
              </a:spcBef>
              <a:spcAft>
                <a:spcPts val="601"/>
              </a:spcAft>
            </a:pPr>
            <a:r>
              <a:rPr b="0" lang="nl-NL" sz="2400" spc="-1" strike="noStrike" cap="all">
                <a:solidFill>
                  <a:srgbClr val="0096a5"/>
                </a:solidFill>
                <a:latin typeface="Calibri Light"/>
              </a:rPr>
              <a:t>Voordat je begint…</a:t>
            </a:r>
            <a:endParaRPr b="0" lang="en-US" sz="2400" spc="-1" strike="noStrike">
              <a:solidFill>
                <a:srgbClr val="000000"/>
              </a:solidFill>
              <a:latin typeface="Arial"/>
            </a:endParaRPr>
          </a:p>
        </p:txBody>
      </p:sp>
      <p:grpSp>
        <p:nvGrpSpPr>
          <p:cNvPr id="1363" name="Groep 22"/>
          <p:cNvGrpSpPr/>
          <p:nvPr/>
        </p:nvGrpSpPr>
        <p:grpSpPr>
          <a:xfrm>
            <a:off x="692280" y="1979280"/>
            <a:ext cx="10807200" cy="3437280"/>
            <a:chOff x="692280" y="1979280"/>
            <a:chExt cx="10807200" cy="3437280"/>
          </a:xfrm>
        </p:grpSpPr>
        <p:pic>
          <p:nvPicPr>
            <p:cNvPr id="1364" name="Afbeelding 9" descr=""/>
            <p:cNvPicPr/>
            <p:nvPr/>
          </p:nvPicPr>
          <p:blipFill>
            <a:blip r:embed="rId2"/>
            <a:stretch/>
          </p:blipFill>
          <p:spPr>
            <a:xfrm>
              <a:off x="8397360" y="2928240"/>
              <a:ext cx="2761920" cy="1442880"/>
            </a:xfrm>
            <a:prstGeom prst="rect">
              <a:avLst/>
            </a:prstGeom>
            <a:ln w="0">
              <a:solidFill>
                <a:srgbClr val="8c8f92"/>
              </a:solidFill>
            </a:ln>
          </p:spPr>
        </p:pic>
        <p:pic>
          <p:nvPicPr>
            <p:cNvPr id="1365" name="Afbeelding 4" descr=""/>
            <p:cNvPicPr/>
            <p:nvPr/>
          </p:nvPicPr>
          <p:blipFill>
            <a:blip r:embed="rId3"/>
            <a:stretch/>
          </p:blipFill>
          <p:spPr>
            <a:xfrm>
              <a:off x="4537080" y="2922120"/>
              <a:ext cx="2765160" cy="1443240"/>
            </a:xfrm>
            <a:prstGeom prst="rect">
              <a:avLst/>
            </a:prstGeom>
            <a:ln w="0">
              <a:solidFill>
                <a:srgbClr val="8c8f92"/>
              </a:solidFill>
            </a:ln>
          </p:spPr>
        </p:pic>
        <p:pic>
          <p:nvPicPr>
            <p:cNvPr id="1366" name="Afbeelding 3" descr=""/>
            <p:cNvPicPr/>
            <p:nvPr/>
          </p:nvPicPr>
          <p:blipFill>
            <a:blip r:embed="rId4"/>
            <a:stretch/>
          </p:blipFill>
          <p:spPr>
            <a:xfrm>
              <a:off x="692280" y="2942640"/>
              <a:ext cx="2739960" cy="1429200"/>
            </a:xfrm>
            <a:prstGeom prst="rect">
              <a:avLst/>
            </a:prstGeom>
            <a:ln w="0">
              <a:solidFill>
                <a:srgbClr val="8c8f92"/>
              </a:solidFill>
            </a:ln>
          </p:spPr>
        </p:pic>
        <p:grpSp>
          <p:nvGrpSpPr>
            <p:cNvPr id="1367" name="Groep 34"/>
            <p:cNvGrpSpPr/>
            <p:nvPr/>
          </p:nvGrpSpPr>
          <p:grpSpPr>
            <a:xfrm>
              <a:off x="692640" y="1979280"/>
              <a:ext cx="10806840" cy="3437280"/>
              <a:chOff x="692640" y="1979280"/>
              <a:chExt cx="10806840" cy="3437280"/>
            </a:xfrm>
          </p:grpSpPr>
          <p:grpSp>
            <p:nvGrpSpPr>
              <p:cNvPr id="1368" name="Groep 41"/>
              <p:cNvGrpSpPr/>
              <p:nvPr/>
            </p:nvGrpSpPr>
            <p:grpSpPr>
              <a:xfrm>
                <a:off x="947160" y="2131560"/>
                <a:ext cx="1822320" cy="1488600"/>
                <a:chOff x="947160" y="2131560"/>
                <a:chExt cx="1822320" cy="1488600"/>
              </a:xfrm>
            </p:grpSpPr>
            <p:sp>
              <p:nvSpPr>
                <p:cNvPr id="1369" name="Ovaal 69"/>
                <p:cNvSpPr/>
                <p:nvPr/>
              </p:nvSpPr>
              <p:spPr>
                <a:xfrm>
                  <a:off x="947160" y="2922120"/>
                  <a:ext cx="195120" cy="194760"/>
                </a:xfrm>
                <a:prstGeom prst="ellipse">
                  <a:avLst/>
                </a:prstGeom>
                <a:noFill/>
                <a:ln w="19050">
                  <a:solidFill>
                    <a:srgbClr val="0096a5"/>
                  </a:solidFill>
                </a:ln>
                <a:effectLst>
                  <a:outerShdw algn="tr" dir="0" rotWithShape="0" sx="105000" sy="105000">
                    <a:srgbClr val="000000">
                      <a:alpha val="60000"/>
                    </a:srgbClr>
                  </a:outerShdw>
                </a:effectLst>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cxnSp>
              <p:nvCxnSpPr>
                <p:cNvPr id="1370" name="Rechte verbindingslijn 71"/>
                <p:cNvCxnSpPr/>
                <p:nvPr/>
              </p:nvCxnSpPr>
              <p:spPr>
                <a:xfrm flipH="1">
                  <a:off x="1044720" y="2131560"/>
                  <a:ext cx="1469160" cy="797040"/>
                </a:xfrm>
                <a:prstGeom prst="straightConnector1">
                  <a:avLst/>
                </a:prstGeom>
                <a:ln w="28575">
                  <a:solidFill>
                    <a:srgbClr val="0096a5"/>
                  </a:solidFill>
                  <a:prstDash val="sysDot"/>
                </a:ln>
              </p:spPr>
            </p:cxnSp>
            <p:cxnSp>
              <p:nvCxnSpPr>
                <p:cNvPr id="1371" name="Rechte verbindingslijn 72"/>
                <p:cNvCxnSpPr/>
                <p:nvPr/>
              </p:nvCxnSpPr>
              <p:spPr>
                <a:xfrm flipH="1" flipV="1">
                  <a:off x="1032480" y="3106800"/>
                  <a:ext cx="1737360" cy="513720"/>
                </a:xfrm>
                <a:prstGeom prst="straightConnector1">
                  <a:avLst/>
                </a:prstGeom>
                <a:ln w="28575">
                  <a:solidFill>
                    <a:srgbClr val="0096a5"/>
                  </a:solidFill>
                  <a:prstDash val="sysDot"/>
                </a:ln>
              </p:spPr>
            </p:cxnSp>
          </p:grpSp>
          <p:grpSp>
            <p:nvGrpSpPr>
              <p:cNvPr id="1372" name="Groep 42"/>
              <p:cNvGrpSpPr/>
              <p:nvPr/>
            </p:nvGrpSpPr>
            <p:grpSpPr>
              <a:xfrm>
                <a:off x="4789440" y="3345480"/>
                <a:ext cx="135720" cy="135360"/>
                <a:chOff x="4789440" y="3345480"/>
                <a:chExt cx="135720" cy="135360"/>
              </a:xfrm>
            </p:grpSpPr>
            <p:sp>
              <p:nvSpPr>
                <p:cNvPr id="1373" name="Ovaal 58"/>
                <p:cNvSpPr/>
                <p:nvPr/>
              </p:nvSpPr>
              <p:spPr>
                <a:xfrm>
                  <a:off x="4789440" y="3345480"/>
                  <a:ext cx="135720" cy="13536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2400" spc="-1" strike="noStrike">
                    <a:solidFill>
                      <a:schemeClr val="lt1"/>
                    </a:solidFill>
                    <a:latin typeface="Calibri"/>
                  </a:endParaRPr>
                </a:p>
              </p:txBody>
            </p:sp>
            <p:sp>
              <p:nvSpPr>
                <p:cNvPr id="1374" name="Vermenigvuldigen 49"/>
                <p:cNvSpPr/>
                <p:nvPr/>
              </p:nvSpPr>
              <p:spPr>
                <a:xfrm>
                  <a:off x="4792680" y="3351600"/>
                  <a:ext cx="127440" cy="127080"/>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tIns="35280" bIns="35280" anchor="ctr">
                  <a:noAutofit/>
                </a:bodyPr>
                <a:p>
                  <a:pPr algn="ctr" defTabSz="914400">
                    <a:lnSpc>
                      <a:spcPct val="100000"/>
                    </a:lnSpc>
                  </a:pPr>
                  <a:endParaRPr b="0" lang="nl-NL" sz="2400" spc="-1" strike="noStrike">
                    <a:solidFill>
                      <a:schemeClr val="lt1"/>
                    </a:solidFill>
                    <a:latin typeface="Calibri"/>
                  </a:endParaRPr>
                </a:p>
              </p:txBody>
            </p:sp>
          </p:grpSp>
          <p:sp>
            <p:nvSpPr>
              <p:cNvPr id="1375" name="Ovaal 43"/>
              <p:cNvSpPr/>
              <p:nvPr/>
            </p:nvSpPr>
            <p:spPr>
              <a:xfrm>
                <a:off x="4763160" y="3325320"/>
                <a:ext cx="195120" cy="194760"/>
              </a:xfrm>
              <a:prstGeom prst="ellipse">
                <a:avLst/>
              </a:prstGeom>
              <a:noFill/>
              <a:ln w="19050">
                <a:solidFill>
                  <a:srgbClr val="0096a5"/>
                </a:solidFill>
              </a:ln>
              <a:effectLst>
                <a:outerShdw algn="tr" dir="0" rotWithShape="0" sx="105000" sy="105000">
                  <a:srgbClr val="000000">
                    <a:alpha val="60000"/>
                  </a:srgbClr>
                </a:outerShdw>
              </a:effectLst>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cxnSp>
            <p:nvCxnSpPr>
              <p:cNvPr id="1376" name="Rechte verbindingslijn 44"/>
              <p:cNvCxnSpPr/>
              <p:nvPr/>
            </p:nvCxnSpPr>
            <p:spPr>
              <a:xfrm flipH="1">
                <a:off x="4856760" y="2225520"/>
                <a:ext cx="1397880" cy="997920"/>
              </a:xfrm>
              <a:prstGeom prst="straightConnector1">
                <a:avLst/>
              </a:prstGeom>
              <a:ln w="28575">
                <a:solidFill>
                  <a:srgbClr val="0096a5"/>
                </a:solidFill>
                <a:prstDash val="sysDot"/>
              </a:ln>
            </p:spPr>
          </p:cxnSp>
          <p:cxnSp>
            <p:nvCxnSpPr>
              <p:cNvPr id="1377" name="Rechte verbindingslijn 46"/>
              <p:cNvCxnSpPr/>
              <p:nvPr/>
            </p:nvCxnSpPr>
            <p:spPr>
              <a:xfrm flipH="1" flipV="1">
                <a:off x="4875840" y="3528360"/>
                <a:ext cx="1966320" cy="133920"/>
              </a:xfrm>
              <a:prstGeom prst="straightConnector1">
                <a:avLst/>
              </a:prstGeom>
              <a:ln w="28575">
                <a:solidFill>
                  <a:srgbClr val="0096a5"/>
                </a:solidFill>
                <a:prstDash val="sysDot"/>
              </a:ln>
            </p:spPr>
          </p:cxnSp>
          <p:sp>
            <p:nvSpPr>
              <p:cNvPr id="1378" name="Ovaal 47"/>
              <p:cNvSpPr/>
              <p:nvPr/>
            </p:nvSpPr>
            <p:spPr>
              <a:xfrm>
                <a:off x="692640" y="4557960"/>
                <a:ext cx="313560" cy="31284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rPr>
                  <a:t>A</a:t>
                </a:r>
                <a:endParaRPr b="0" lang="en-US" sz="1000" spc="-1" strike="noStrike">
                  <a:solidFill>
                    <a:srgbClr val="ffffff"/>
                  </a:solidFill>
                  <a:latin typeface="Arial"/>
                </a:endParaRPr>
              </a:p>
            </p:txBody>
          </p:sp>
          <p:sp>
            <p:nvSpPr>
              <p:cNvPr id="1379" name="Ovaal 48"/>
              <p:cNvSpPr/>
              <p:nvPr/>
            </p:nvSpPr>
            <p:spPr>
              <a:xfrm>
                <a:off x="4538160" y="4557960"/>
                <a:ext cx="313560" cy="31284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rPr>
                  <a:t>B</a:t>
                </a:r>
                <a:endParaRPr b="0" lang="en-US" sz="1000" spc="-1" strike="noStrike">
                  <a:solidFill>
                    <a:srgbClr val="ffffff"/>
                  </a:solidFill>
                  <a:latin typeface="Arial"/>
                </a:endParaRPr>
              </a:p>
            </p:txBody>
          </p:sp>
          <p:grpSp>
            <p:nvGrpSpPr>
              <p:cNvPr id="1380" name="Groep 49"/>
              <p:cNvGrpSpPr/>
              <p:nvPr/>
            </p:nvGrpSpPr>
            <p:grpSpPr>
              <a:xfrm>
                <a:off x="6878880" y="2570760"/>
                <a:ext cx="433800" cy="433080"/>
                <a:chOff x="6878880" y="2570760"/>
                <a:chExt cx="433800" cy="433080"/>
              </a:xfrm>
            </p:grpSpPr>
            <p:sp>
              <p:nvSpPr>
                <p:cNvPr id="1381" name="Ovaal 56"/>
                <p:cNvSpPr/>
                <p:nvPr/>
              </p:nvSpPr>
              <p:spPr>
                <a:xfrm>
                  <a:off x="6878880" y="2570760"/>
                  <a:ext cx="433800" cy="4330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2400" spc="-1" strike="noStrike">
                    <a:solidFill>
                      <a:schemeClr val="lt1"/>
                    </a:solidFill>
                    <a:latin typeface="Calibri"/>
                  </a:endParaRPr>
                </a:p>
              </p:txBody>
            </p:sp>
            <p:sp>
              <p:nvSpPr>
                <p:cNvPr id="1382" name="Vermenigvuldigen 40"/>
                <p:cNvSpPr/>
                <p:nvPr/>
              </p:nvSpPr>
              <p:spPr>
                <a:xfrm>
                  <a:off x="6892200" y="2590200"/>
                  <a:ext cx="407160" cy="406440"/>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2400" spc="-1" strike="noStrike">
                    <a:solidFill>
                      <a:schemeClr val="lt1"/>
                    </a:solidFill>
                    <a:latin typeface="Calibri"/>
                  </a:endParaRPr>
                </a:p>
              </p:txBody>
            </p:sp>
          </p:grpSp>
          <p:sp>
            <p:nvSpPr>
              <p:cNvPr id="1383" name="Tekstvak 50"/>
              <p:cNvSpPr/>
              <p:nvPr/>
            </p:nvSpPr>
            <p:spPr>
              <a:xfrm>
                <a:off x="8789040" y="4668840"/>
                <a:ext cx="2701800" cy="747720"/>
              </a:xfrm>
              <a:prstGeom prst="rect">
                <a:avLst/>
              </a:prstGeom>
              <a:noFill/>
              <a:ln w="0">
                <a:noFill/>
              </a:ln>
            </p:spPr>
            <p:style>
              <a:lnRef idx="0"/>
              <a:fillRef idx="0"/>
              <a:effectRef idx="0"/>
              <a:fontRef idx="minor"/>
            </p:style>
            <p:txBody>
              <a:bodyPr lIns="0" rIns="0" tIns="0" bIns="0" anchor="t">
                <a:noAutofit/>
              </a:bodyPr>
              <a:p>
                <a:pPr defTabSz="914400">
                  <a:lnSpc>
                    <a:spcPct val="90000"/>
                  </a:lnSpc>
                </a:pPr>
                <a:r>
                  <a:rPr b="0" lang="nl-NL" sz="1000" spc="-1" strike="noStrike">
                    <a:solidFill>
                      <a:srgbClr val="44546a"/>
                    </a:solidFill>
                    <a:latin typeface="Calibri"/>
                  </a:rPr>
                  <a:t>Klik met je rechter muisknop op de miniatuur weergave van de dia, aan de linker kant van het scherm. Kies </a:t>
                </a:r>
                <a:r>
                  <a:rPr b="1" lang="nl-NL" sz="1000" spc="-1" strike="noStrike">
                    <a:solidFill>
                      <a:srgbClr val="44546a"/>
                    </a:solidFill>
                    <a:latin typeface="Calibri"/>
                  </a:rPr>
                  <a:t>‘Dia herstellen’</a:t>
                </a:r>
                <a:r>
                  <a:rPr b="0" lang="nl-NL" sz="1000" spc="-1" strike="noStrike">
                    <a:solidFill>
                      <a:srgbClr val="44546a"/>
                    </a:solidFill>
                    <a:latin typeface="Calibri"/>
                  </a:rPr>
                  <a:t> om de opmaak van de dia weer te herstellen, volgens template instellingen.</a:t>
                </a:r>
                <a:endParaRPr b="0" lang="en-US" sz="1000" spc="-1" strike="noStrike">
                  <a:solidFill>
                    <a:srgbClr val="000000"/>
                  </a:solidFill>
                  <a:latin typeface="Arial"/>
                </a:endParaRPr>
              </a:p>
            </p:txBody>
          </p:sp>
          <p:sp>
            <p:nvSpPr>
              <p:cNvPr id="1384" name="Ovaal 51"/>
              <p:cNvSpPr/>
              <p:nvPr/>
            </p:nvSpPr>
            <p:spPr>
              <a:xfrm>
                <a:off x="8737560" y="3793320"/>
                <a:ext cx="195120" cy="194760"/>
              </a:xfrm>
              <a:prstGeom prst="ellipse">
                <a:avLst/>
              </a:prstGeom>
              <a:noFill/>
              <a:ln w="19050">
                <a:solidFill>
                  <a:srgbClr val="0096a5"/>
                </a:solidFill>
              </a:ln>
              <a:effectLst>
                <a:outerShdw algn="tr" dir="0" rotWithShape="0" sx="105000" sy="105000">
                  <a:srgbClr val="000000">
                    <a:alpha val="60000"/>
                  </a:srgbClr>
                </a:outerShdw>
              </a:effectLst>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cxnSp>
            <p:nvCxnSpPr>
              <p:cNvPr id="1385" name="Rechte verbindingslijn 52"/>
              <p:cNvCxnSpPr/>
              <p:nvPr/>
            </p:nvCxnSpPr>
            <p:spPr>
              <a:xfrm flipH="1">
                <a:off x="8769240" y="2206080"/>
                <a:ext cx="1318320" cy="1608480"/>
              </a:xfrm>
              <a:prstGeom prst="straightConnector1">
                <a:avLst/>
              </a:prstGeom>
              <a:ln w="28575">
                <a:solidFill>
                  <a:srgbClr val="0096a5"/>
                </a:solidFill>
                <a:prstDash val="sysDot"/>
              </a:ln>
            </p:spPr>
          </p:cxnSp>
          <p:cxnSp>
            <p:nvCxnSpPr>
              <p:cNvPr id="1386" name="Rechte verbindingslijn 53"/>
              <p:cNvCxnSpPr/>
              <p:nvPr/>
            </p:nvCxnSpPr>
            <p:spPr>
              <a:xfrm flipH="1">
                <a:off x="8904600" y="3633480"/>
                <a:ext cx="1992960" cy="326880"/>
              </a:xfrm>
              <a:prstGeom prst="straightConnector1">
                <a:avLst/>
              </a:prstGeom>
              <a:ln w="28575">
                <a:solidFill>
                  <a:srgbClr val="0096a5"/>
                </a:solidFill>
                <a:prstDash val="sysDot"/>
              </a:ln>
            </p:spPr>
          </p:cxnSp>
          <p:sp>
            <p:nvSpPr>
              <p:cNvPr id="1387" name="Ovaal 55"/>
              <p:cNvSpPr/>
              <p:nvPr/>
            </p:nvSpPr>
            <p:spPr>
              <a:xfrm>
                <a:off x="8389440" y="4557960"/>
                <a:ext cx="313560" cy="31284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p:style>
            <p:txBody>
              <a:bodyPr lIns="0" rIns="0" tIns="0" bIns="0" anchor="ctr">
                <a:noAutofit/>
              </a:bodyPr>
              <a:p>
                <a:pPr algn="ctr" defTabSz="914400">
                  <a:lnSpc>
                    <a:spcPct val="80000"/>
                  </a:lnSpc>
                  <a:spcBef>
                    <a:spcPts val="601"/>
                  </a:spcBef>
                  <a:spcAft>
                    <a:spcPts val="601"/>
                  </a:spcAft>
                </a:pPr>
                <a:r>
                  <a:rPr b="1" lang="nl-NL" sz="1000" spc="-1" strike="noStrike" cap="all">
                    <a:solidFill>
                      <a:schemeClr val="lt1"/>
                    </a:solidFill>
                    <a:latin typeface="Calibri"/>
                  </a:rPr>
                  <a:t>C</a:t>
                </a:r>
                <a:endParaRPr b="0" lang="en-US" sz="1000" spc="-1" strike="noStrike">
                  <a:solidFill>
                    <a:srgbClr val="ffffff"/>
                  </a:solidFill>
                  <a:latin typeface="Arial"/>
                </a:endParaRPr>
              </a:p>
            </p:txBody>
          </p:sp>
          <p:sp>
            <p:nvSpPr>
              <p:cNvPr id="1388" name="Afbeelding 39"/>
              <p:cNvSpPr/>
              <p:nvPr/>
            </p:nvSpPr>
            <p:spPr>
              <a:xfrm>
                <a:off x="6008400" y="1980000"/>
                <a:ext cx="1678680" cy="1677240"/>
              </a:xfrm>
              <a:prstGeom prst="ellipse">
                <a:avLst/>
              </a:prstGeom>
              <a:blipFill rotWithShape="0">
                <a:blip r:embed="rId5"/>
                <a:srcRect/>
                <a:stretch/>
              </a:blipFill>
              <a:ln w="3175">
                <a:solidFill>
                  <a:srgbClr val="0096a5"/>
                </a:solidFill>
                <a:round/>
              </a:ln>
              <a:effectLst>
                <a:outerShdw algn="tr" dir="0" rotWithShape="0" sx="102000" sy="102000">
                  <a:srgbClr val="000000">
                    <a:alpha val="4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89" name="Afbeelding 54"/>
              <p:cNvSpPr/>
              <p:nvPr/>
            </p:nvSpPr>
            <p:spPr>
              <a:xfrm>
                <a:off x="9819000" y="1979280"/>
                <a:ext cx="1680480" cy="1675800"/>
              </a:xfrm>
              <a:prstGeom prst="ellipse">
                <a:avLst/>
              </a:prstGeom>
              <a:blipFill rotWithShape="0">
                <a:blip r:embed="rId6"/>
                <a:srcRect/>
                <a:stretch/>
              </a:blipFill>
              <a:ln w="3175">
                <a:solidFill>
                  <a:srgbClr val="0096a5"/>
                </a:solidFill>
                <a:round/>
              </a:ln>
              <a:effectLst>
                <a:outerShdw algn="tr" dir="0" rotWithShape="0" sx="102000" sy="102000">
                  <a:srgbClr val="000000">
                    <a:alpha val="4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90" name="Afbeelding 37"/>
              <p:cNvSpPr/>
              <p:nvPr/>
            </p:nvSpPr>
            <p:spPr>
              <a:xfrm>
                <a:off x="2162880" y="1979280"/>
                <a:ext cx="1678680" cy="1677240"/>
              </a:xfrm>
              <a:prstGeom prst="ellipse">
                <a:avLst/>
              </a:prstGeom>
              <a:blipFill rotWithShape="0">
                <a:blip r:embed="rId7"/>
                <a:srcRect/>
                <a:stretch/>
              </a:blipFill>
              <a:ln w="3175">
                <a:solidFill>
                  <a:srgbClr val="0096a5"/>
                </a:solidFill>
                <a:round/>
              </a:ln>
              <a:effectLst>
                <a:outerShdw algn="tr" dir="0" rotWithShape="0" sx="102000" sy="102000">
                  <a:srgbClr val="000000">
                    <a:alpha val="4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grpSp>
        <p:nvGrpSpPr>
          <p:cNvPr id="1391" name="GRID"/>
          <p:cNvGrpSpPr/>
          <p:nvPr/>
        </p:nvGrpSpPr>
        <p:grpSpPr>
          <a:xfrm>
            <a:off x="0" y="0"/>
            <a:ext cx="12191760" cy="6857640"/>
            <a:chOff x="0" y="0"/>
            <a:chExt cx="12191760" cy="6857640"/>
          </a:xfrm>
        </p:grpSpPr>
        <p:sp>
          <p:nvSpPr>
            <p:cNvPr id="1392" name="Rechthoek 63"/>
            <p:cNvSpPr/>
            <p:nvPr/>
          </p:nvSpPr>
          <p:spPr>
            <a:xfrm>
              <a:off x="0" y="6057360"/>
              <a:ext cx="12191760" cy="69228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393" name="Rechthoek 64"/>
            <p:cNvSpPr/>
            <p:nvPr/>
          </p:nvSpPr>
          <p:spPr>
            <a:xfrm>
              <a:off x="0" y="0"/>
              <a:ext cx="12191760" cy="69228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394" name="Rechthoek 65"/>
            <p:cNvSpPr/>
            <p:nvPr/>
          </p:nvSpPr>
          <p:spPr>
            <a:xfrm rot="5400000">
              <a:off x="-3081600" y="3081960"/>
              <a:ext cx="6857640" cy="69372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395" name="Rechthoek 66"/>
            <p:cNvSpPr/>
            <p:nvPr/>
          </p:nvSpPr>
          <p:spPr>
            <a:xfrm rot="5400000">
              <a:off x="8412840" y="3081960"/>
              <a:ext cx="6857640" cy="69372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396" name="Rechthoek 67"/>
            <p:cNvSpPr/>
            <p:nvPr/>
          </p:nvSpPr>
          <p:spPr>
            <a:xfrm>
              <a:off x="0" y="1124640"/>
              <a:ext cx="12191760" cy="57564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397" name="Rechthoek 68"/>
            <p:cNvSpPr/>
            <p:nvPr/>
          </p:nvSpPr>
          <p:spPr>
            <a:xfrm rot="5400000">
              <a:off x="767880" y="3081960"/>
              <a:ext cx="6857640" cy="69372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398" name="Rechthoek 70"/>
            <p:cNvSpPr/>
            <p:nvPr/>
          </p:nvSpPr>
          <p:spPr>
            <a:xfrm>
              <a:off x="0" y="4558320"/>
              <a:ext cx="12191760" cy="1800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399" name="Rechthoek 73"/>
            <p:cNvSpPr/>
            <p:nvPr/>
          </p:nvSpPr>
          <p:spPr>
            <a:xfrm rot="5400000">
              <a:off x="290520" y="5406120"/>
              <a:ext cx="1494720" cy="702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tIns="35280" bIns="35280" anchor="ctr">
              <a:noAutofit/>
            </a:bodyPr>
            <a:p>
              <a:pPr algn="ctr" defTabSz="914400">
                <a:lnSpc>
                  <a:spcPct val="100000"/>
                </a:lnSpc>
              </a:pPr>
              <a:endParaRPr b="0" lang="nl-NL" sz="1800" spc="-1" strike="noStrike">
                <a:solidFill>
                  <a:schemeClr val="lt1"/>
                </a:solidFill>
                <a:latin typeface="Calibri"/>
              </a:endParaRPr>
            </a:p>
          </p:txBody>
        </p:sp>
        <p:sp>
          <p:nvSpPr>
            <p:cNvPr id="1400" name="Rechthoek 74"/>
            <p:cNvSpPr/>
            <p:nvPr/>
          </p:nvSpPr>
          <p:spPr>
            <a:xfrm rot="5400000">
              <a:off x="4155840" y="5320080"/>
              <a:ext cx="1494720" cy="702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tIns="35280" bIns="35280" anchor="ctr">
              <a:noAutofit/>
            </a:bodyPr>
            <a:p>
              <a:pPr algn="ctr" defTabSz="914400">
                <a:lnSpc>
                  <a:spcPct val="100000"/>
                </a:lnSpc>
              </a:pPr>
              <a:endParaRPr b="0" lang="nl-NL" sz="1800" spc="-1" strike="noStrike">
                <a:solidFill>
                  <a:schemeClr val="lt1"/>
                </a:solidFill>
                <a:latin typeface="Calibri"/>
              </a:endParaRPr>
            </a:p>
          </p:txBody>
        </p:sp>
        <p:sp>
          <p:nvSpPr>
            <p:cNvPr id="1401" name="Rechthoek 75"/>
            <p:cNvSpPr/>
            <p:nvPr/>
          </p:nvSpPr>
          <p:spPr>
            <a:xfrm rot="5400000">
              <a:off x="4613400" y="3081960"/>
              <a:ext cx="6857640" cy="69372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algn="ctr" defTabSz="914400">
                <a:lnSpc>
                  <a:spcPct val="100000"/>
                </a:lnSpc>
              </a:pPr>
              <a:endParaRPr b="0" lang="nl-NL" sz="1800" spc="-1" strike="noStrike">
                <a:solidFill>
                  <a:schemeClr val="lt1"/>
                </a:solidFill>
                <a:latin typeface="Calibri"/>
              </a:endParaRPr>
            </a:p>
          </p:txBody>
        </p:sp>
        <p:sp>
          <p:nvSpPr>
            <p:cNvPr id="1402" name="Rechthoek 79"/>
            <p:cNvSpPr/>
            <p:nvPr/>
          </p:nvSpPr>
          <p:spPr>
            <a:xfrm rot="5400000">
              <a:off x="8006400" y="5320080"/>
              <a:ext cx="1494720" cy="702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p:style>
          <p:txBody>
            <a:bodyPr numCol="1" spcCol="0" tIns="35280" bIns="35280" anchor="ctr">
              <a:noAutofit/>
            </a:bodyPr>
            <a:p>
              <a:pPr algn="ctr" defTabSz="914400">
                <a:lnSpc>
                  <a:spcPct val="100000"/>
                </a:lnSpc>
              </a:pPr>
              <a:endParaRPr b="0" lang="nl-NL" sz="1800" spc="-1" strike="noStrike">
                <a:solidFill>
                  <a:schemeClr val="lt1"/>
                </a:solidFill>
                <a:latin typeface="Calibri"/>
              </a:endParaRPr>
            </a:p>
          </p:txBody>
        </p:sp>
      </p:grpSp>
      <p:sp>
        <p:nvSpPr>
          <p:cNvPr id="1403" name="Tekstvak 77"/>
          <p:cNvSpPr/>
          <p:nvPr/>
        </p:nvSpPr>
        <p:spPr>
          <a:xfrm>
            <a:off x="1073160" y="4667760"/>
            <a:ext cx="2773080" cy="807480"/>
          </a:xfrm>
          <a:prstGeom prst="rect">
            <a:avLst/>
          </a:prstGeom>
          <a:noFill/>
          <a:ln w="0">
            <a:noFill/>
          </a:ln>
        </p:spPr>
        <p:style>
          <a:lnRef idx="0"/>
          <a:fillRef idx="0"/>
          <a:effectRef idx="0"/>
          <a:fontRef idx="minor"/>
        </p:style>
        <p:txBody>
          <a:bodyPr lIns="0" rIns="0" tIns="0" bIns="0" anchor="t">
            <a:noAutofit/>
          </a:bodyPr>
          <a:p>
            <a:pPr defTabSz="914400">
              <a:lnSpc>
                <a:spcPct val="90000"/>
              </a:lnSpc>
            </a:pPr>
            <a:r>
              <a:rPr b="0" lang="nl-NL" sz="1000" spc="-1" strike="noStrike">
                <a:solidFill>
                  <a:srgbClr val="44546a"/>
                </a:solidFill>
                <a:latin typeface="Calibri"/>
              </a:rPr>
              <a:t>Klik op de knop </a:t>
            </a:r>
            <a:r>
              <a:rPr b="1" lang="nl-NL" sz="1000" spc="-1" strike="noStrike">
                <a:solidFill>
                  <a:srgbClr val="44546a"/>
                </a:solidFill>
                <a:latin typeface="Calibri"/>
              </a:rPr>
              <a:t>‘Nieuwe dia’</a:t>
            </a:r>
            <a:br>
              <a:rPr sz="1000"/>
            </a:br>
            <a:r>
              <a:rPr b="0" lang="nl-NL" sz="1000" spc="-1" strike="noStrike">
                <a:solidFill>
                  <a:srgbClr val="44546a"/>
                </a:solidFill>
                <a:latin typeface="Calibri"/>
              </a:rPr>
              <a:t>om een </a:t>
            </a:r>
            <a:r>
              <a:rPr b="1" lang="nl-NL" sz="1000" spc="-1" strike="noStrike">
                <a:solidFill>
                  <a:srgbClr val="44546a"/>
                </a:solidFill>
                <a:latin typeface="Calibri"/>
              </a:rPr>
              <a:t>template</a:t>
            </a:r>
            <a:r>
              <a:rPr b="0" lang="nl-NL" sz="1000" spc="-1" strike="noStrike">
                <a:solidFill>
                  <a:srgbClr val="44546a"/>
                </a:solidFill>
                <a:latin typeface="Calibri"/>
              </a:rPr>
              <a:t> indeling toe te voegen.</a:t>
            </a:r>
            <a:endParaRPr b="0" lang="en-US" sz="1000" spc="-1" strike="noStrike">
              <a:solidFill>
                <a:srgbClr val="000000"/>
              </a:solidFill>
              <a:latin typeface="Arial"/>
            </a:endParaRPr>
          </a:p>
        </p:txBody>
      </p:sp>
      <p:sp>
        <p:nvSpPr>
          <p:cNvPr id="1404" name="Tekstvak 78"/>
          <p:cNvSpPr/>
          <p:nvPr/>
        </p:nvSpPr>
        <p:spPr>
          <a:xfrm>
            <a:off x="4935960" y="4667760"/>
            <a:ext cx="2748600" cy="750240"/>
          </a:xfrm>
          <a:prstGeom prst="rect">
            <a:avLst/>
          </a:prstGeom>
          <a:noFill/>
          <a:ln w="0">
            <a:noFill/>
          </a:ln>
        </p:spPr>
        <p:style>
          <a:lnRef idx="0"/>
          <a:fillRef idx="0"/>
          <a:effectRef idx="0"/>
          <a:fontRef idx="minor"/>
        </p:style>
        <p:txBody>
          <a:bodyPr lIns="0" rIns="0" tIns="0" bIns="0" anchor="t">
            <a:noAutofit/>
          </a:bodyPr>
          <a:p>
            <a:pPr defTabSz="914400">
              <a:lnSpc>
                <a:spcPct val="90000"/>
              </a:lnSpc>
            </a:pPr>
            <a:r>
              <a:rPr b="1" lang="nl-NL" sz="1000" spc="-1" strike="noStrike">
                <a:solidFill>
                  <a:srgbClr val="ff7800"/>
                </a:solidFill>
                <a:latin typeface="Calibri"/>
              </a:rPr>
              <a:t>Let op: </a:t>
            </a:r>
            <a:br>
              <a:rPr sz="1000"/>
            </a:br>
            <a:r>
              <a:rPr b="0" lang="nl-NL" sz="1000" spc="-1" strike="noStrike">
                <a:solidFill>
                  <a:srgbClr val="44546a"/>
                </a:solidFill>
                <a:latin typeface="Calibri"/>
              </a:rPr>
              <a:t>Het is </a:t>
            </a:r>
            <a:r>
              <a:rPr b="1" lang="nl-NL" sz="1000" spc="-1" strike="noStrike" u="sng">
                <a:solidFill>
                  <a:srgbClr val="44546a"/>
                </a:solidFill>
                <a:uFillTx/>
                <a:latin typeface="Calibri"/>
              </a:rPr>
              <a:t>niet</a:t>
            </a:r>
            <a:r>
              <a:rPr b="0" lang="nl-NL" sz="1000" spc="-1" strike="noStrike">
                <a:solidFill>
                  <a:srgbClr val="44546a"/>
                </a:solidFill>
                <a:latin typeface="Calibri"/>
              </a:rPr>
              <a:t> mogelijk een slide te kopiëren </a:t>
            </a:r>
            <a:br>
              <a:rPr sz="1000"/>
            </a:br>
            <a:r>
              <a:rPr b="0" lang="nl-NL" sz="1000" spc="-1" strike="noStrike">
                <a:solidFill>
                  <a:srgbClr val="44546a"/>
                </a:solidFill>
                <a:latin typeface="Calibri"/>
              </a:rPr>
              <a:t>met een </a:t>
            </a:r>
            <a:r>
              <a:rPr b="1" lang="nl-NL" sz="1000" spc="-1" strike="noStrike">
                <a:solidFill>
                  <a:srgbClr val="44546a"/>
                </a:solidFill>
                <a:latin typeface="Calibri"/>
              </a:rPr>
              <a:t>andere</a:t>
            </a:r>
            <a:r>
              <a:rPr b="0" lang="nl-NL" sz="1000" spc="-1" strike="noStrike">
                <a:solidFill>
                  <a:srgbClr val="44546a"/>
                </a:solidFill>
                <a:latin typeface="Calibri"/>
              </a:rPr>
              <a:t> opmaak. Teksten en andere objecten dienen </a:t>
            </a:r>
            <a:r>
              <a:rPr b="1" lang="nl-NL" sz="1000" spc="-1" strike="noStrike">
                <a:solidFill>
                  <a:srgbClr val="ff7800"/>
                </a:solidFill>
                <a:latin typeface="Calibri"/>
              </a:rPr>
              <a:t>één-voor-één</a:t>
            </a:r>
            <a:r>
              <a:rPr b="0" lang="nl-NL" sz="1000" spc="-1" strike="noStrike">
                <a:solidFill>
                  <a:srgbClr val="44546a"/>
                </a:solidFill>
                <a:latin typeface="Calibri"/>
              </a:rPr>
              <a:t> te worden over gekopieerd, van de originele dia naar de nieuwe.</a:t>
            </a:r>
            <a:endParaRPr b="0" lang="en-US" sz="1000" spc="-1" strike="noStrike">
              <a:solidFill>
                <a:srgbClr val="000000"/>
              </a:solidFill>
              <a:latin typeface="Arial"/>
            </a:endParaRPr>
          </a:p>
        </p:txBody>
      </p:sp>
      <p:sp>
        <p:nvSpPr>
          <p:cNvPr id="1405" name="Tijdelijke aanduiding voor tekst 58"/>
          <p:cNvSpPr/>
          <p:nvPr/>
        </p:nvSpPr>
        <p:spPr>
          <a:xfrm>
            <a:off x="0" y="6750000"/>
            <a:ext cx="12191760" cy="107640"/>
          </a:xfrm>
          <a:prstGeom prst="rect">
            <a:avLst/>
          </a:prstGeom>
          <a:solidFill>
            <a:srgbClr val="0096a5"/>
          </a:solidFill>
          <a:ln w="0">
            <a:noFill/>
          </a:ln>
          <a:effectLst>
            <a:innerShdw blurRad="114300" dir="16200000" dist="38100">
              <a:srgbClr val="000000">
                <a:alpha val="20000"/>
              </a:srgbClr>
            </a:innerShdw>
          </a:effectLst>
        </p:spPr>
        <p:style>
          <a:lnRef idx="0"/>
          <a:fillRef idx="0"/>
          <a:effectRef idx="0"/>
          <a:fontRef idx="minor"/>
        </p:style>
        <p:txBody>
          <a:bodyPr lIns="72000" rIns="72000" tIns="90000" bIns="18000" anchor="ctr">
            <a:noAutofit/>
          </a:bodyPr>
          <a:p>
            <a:pPr algn="ctr" defTabSz="914400">
              <a:lnSpc>
                <a:spcPct val="90000"/>
              </a:lnSpc>
              <a:spcBef>
                <a:spcPts val="601"/>
              </a:spcBef>
              <a:spcAft>
                <a:spcPts val="601"/>
              </a:spcAft>
              <a:tabLst>
                <a:tab algn="l" pos="0"/>
              </a:tabLst>
            </a:pPr>
            <a:endParaRPr b="0" lang="nl-NL" sz="2000" spc="-1" strike="noStrike" cap="all">
              <a:solidFill>
                <a:schemeClr val="lt1"/>
              </a:solidFill>
              <a:latin typeface="Calibri Light"/>
            </a:endParaRPr>
          </a:p>
        </p:txBody>
      </p:sp>
      <p:cxnSp>
        <p:nvCxnSpPr>
          <p:cNvPr id="1406" name="Rechte verbindingslijn 61"/>
          <p:cNvCxnSpPr/>
          <p:nvPr/>
        </p:nvCxnSpPr>
        <p:spPr>
          <a:xfrm>
            <a:off x="693720" y="1124640"/>
            <a:ext cx="9947160" cy="360"/>
          </a:xfrm>
          <a:prstGeom prst="straightConnector1">
            <a:avLst/>
          </a:prstGeom>
          <a:ln w="12700">
            <a:solidFill>
              <a:srgbClr val="e7e6e6"/>
            </a:solidFill>
          </a:ln>
        </p:spPr>
      </p:cxnSp>
      <p:sp>
        <p:nvSpPr>
          <p:cNvPr id="1407" name="Vrije vorm 308"/>
          <p:cNvSpPr/>
          <p:nvPr/>
        </p:nvSpPr>
        <p:spPr>
          <a:xfrm>
            <a:off x="11056320" y="692640"/>
            <a:ext cx="434520" cy="433800"/>
          </a:xfrm>
          <a:custGeom>
            <a:avLst/>
            <a:gdLst>
              <a:gd name="textAreaLeft" fmla="*/ 0 w 434520"/>
              <a:gd name="textAreaRight" fmla="*/ 434880 w 434520"/>
              <a:gd name="textAreaTop" fmla="*/ 0 h 433800"/>
              <a:gd name="textAreaBottom" fmla="*/ 434160 h 433800"/>
            </a:gdLst>
            <a:ahLst/>
            <a:rect l="textAreaLeft" t="textAreaTop" r="textAreaRight" b="textAreaBottom"/>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ln>
        </p:spPr>
        <p:style>
          <a:lnRef idx="0"/>
          <a:fillRef idx="0"/>
          <a:effectRef idx="0"/>
          <a:fontRef idx="minor"/>
        </p:style>
        <p:txBody>
          <a:bodyPr numCol="1" spcCol="0" anchor="t">
            <a:noAutofit/>
          </a:bodyPr>
          <a:p>
            <a:pPr defTabSz="914400">
              <a:lnSpc>
                <a:spcPct val="100000"/>
              </a:lnSpc>
            </a:pPr>
            <a:endParaRPr b="0" lang="nl-NL" sz="1800" spc="-1" strike="noStrike">
              <a:solidFill>
                <a:srgbClr val="000000"/>
              </a:solidFill>
              <a:latin typeface="Calibri"/>
            </a:endParaRPr>
          </a:p>
        </p:txBody>
      </p:sp>
      <p:sp>
        <p:nvSpPr>
          <p:cNvPr id="1408" name="Rechthoek 80">
            <a:hlinkClick r:id="rId8"/>
          </p:cNvPr>
          <p:cNvSpPr/>
          <p:nvPr/>
        </p:nvSpPr>
        <p:spPr>
          <a:xfrm>
            <a:off x="10208520" y="0"/>
            <a:ext cx="1983240" cy="19969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nl-NL" sz="1800" spc="-1" strike="noStrike">
              <a:solidFill>
                <a:schemeClr val="lt1"/>
              </a:solidFill>
              <a:latin typeface="Calibri"/>
            </a:endParaRPr>
          </a:p>
        </p:txBody>
      </p:sp>
    </p:spTree>
  </p:cSld>
  <p:clrMap bg1="lt1" bg2="lt2" tx1="dk1" tx2="dk2" accent1="accent1" accent2="accent2" accent3="accent3" accent4="accent4" accent5="accent5" accent6="accent6" hlink="hlink" folHlink="folHlink"/>
  <p:sldLayoutIdLst>
    <p:sldLayoutId id="2147483687" r:id="rId9"/>
  </p:sldLayoutIdLst>
</p:sldMaster>
</file>

<file path=ppt/slides/_rels/slide1.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hyperlink" Target="https://jupyter.snellius.surf.nl/jhssrf015" TargetMode="External"/><Relationship Id="rId2"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hyperlink" Target="https://servicedesk.surf.nl/wiki/display/WIKI/Loading+modules" TargetMode="External"/><Relationship Id="rId7"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1.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1.png"/><Relationship Id="rId7" Type="http://schemas.openxmlformats.org/officeDocument/2006/relationships/image" Target="../media/image11.png"/><Relationship Id="rId8"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1.png"/><Relationship Id="rId9"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8.png"/><Relationship Id="rId6" Type="http://schemas.openxmlformats.org/officeDocument/2006/relationships/image" Target="../media/image8.png"/><Relationship Id="rId7"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hyperlink" Target="https://greenlab.di.uminho.pt/wp-content/uploads/2017/09/paperSLE.pdf" TargetMode="External"/><Relationship Id="rId2" Type="http://schemas.openxmlformats.org/officeDocument/2006/relationships/image" Target="../media/image28.png"/><Relationship Id="rId3" Type="http://schemas.openxmlformats.org/officeDocument/2006/relationships/image" Target="../media/image8.png"/><Relationship Id="rId4"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8.png"/><Relationship Id="rId6" Type="http://schemas.openxmlformats.org/officeDocument/2006/relationships/hyperlink" Target="https://en.wikipedia.org/wiki/Instruction_set_architecture" TargetMode="External"/><Relationship Id="rId7" Type="http://schemas.openxmlformats.org/officeDocument/2006/relationships/hyperlink" Target="https://en.wikipedia.org/wiki/X86-64" TargetMode="External"/><Relationship Id="rId8" Type="http://schemas.openxmlformats.org/officeDocument/2006/relationships/hyperlink" Target="https://en.wikipedia.org/wiki/AArch64" TargetMode="External"/><Relationship Id="rId9"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hyperlink" Target="https://en.wikichip.org/wiki/amd/microarchitectures/zen_2" TargetMode="External"/><Relationship Id="rId5" Type="http://schemas.openxmlformats.org/officeDocument/2006/relationships/hyperlink" Target="https://en.wikichip.org/wiki/intel/microarchitectures/ice_lake_(client)" TargetMode="External"/><Relationship Id="rId6"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slideLayout" Target="../slideLayouts/slideLayout1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hyperlink" Target="https://pytorch.org/get-started/locally/" TargetMode="External"/><Relationship Id="rId2" Type="http://schemas.openxmlformats.org/officeDocument/2006/relationships/image" Target="../media/image29.png"/><Relationship Id="rId3" Type="http://schemas.openxmlformats.org/officeDocument/2006/relationships/slideLayout" Target="../slideLayouts/slideLayout10.xml"/>
</Relationships>
</file>

<file path=ppt/slides/_rels/slide2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8.png"/><Relationship Id="rId6" Type="http://schemas.openxmlformats.org/officeDocument/2006/relationships/slideLayout" Target="../slideLayouts/slideLayout10.xml"/>
</Relationships>
</file>

<file path=ppt/slides/_rels/slide2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8.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slideLayout" Target="../slideLayouts/slideLayout10.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6.xml.rels><?xml version="1.0" encoding="UTF-8"?>
<Relationships xmlns="http://schemas.openxmlformats.org/package/2006/relationships"><Relationship Id="rId1" Type="http://schemas.openxmlformats.org/officeDocument/2006/relationships/hyperlink" Target="https://pytorch.org/get-started/locally/" TargetMode="External"/><Relationship Id="rId2" Type="http://schemas.openxmlformats.org/officeDocument/2006/relationships/slideLayout" Target="../slideLayouts/slideLayout10.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0.xml.rels><?xml version="1.0" encoding="UTF-8"?>
<Relationships xmlns="http://schemas.openxmlformats.org/package/2006/relationships"><Relationship Id="rId1" Type="http://schemas.openxmlformats.org/officeDocument/2006/relationships/hyperlink" Target="https://www.tensorflow.org/install/pip" TargetMode="External"/><Relationship Id="rId2" Type="http://schemas.openxmlformats.org/officeDocument/2006/relationships/slideLayout" Target="../slideLayouts/slideLayout1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2.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0.xml"/>
</Relationships>
</file>

<file path=ppt/slides/_rels/slide3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10.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slideLayout" Target="../slideLayouts/slideLayout10.xml"/>
</Relationships>
</file>

<file path=ppt/slides/_rels/slide3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slideLayout" Target="../slideLayouts/slideLayout10.xml"/>
</Relationships>
</file>

<file path=ppt/slides/_rels/slide3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slideLayout" Target="../slideLayouts/slideLayout10.xml"/>
</Relationships>
</file>

<file path=ppt/slides/_rels/slide3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slideLayout" Target="../slideLayouts/slideLayout10.xml"/>
</Relationships>
</file>

<file path=ppt/slides/_rels/slide3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32.png"/><Relationship Id="rId5" Type="http://schemas.openxmlformats.org/officeDocument/2006/relationships/slideLayout" Target="../slideLayouts/slideLayout10.xml"/>
</Relationships>
</file>

<file path=ppt/slides/_rels/slide40.xml.rels><?xml version="1.0" encoding="UTF-8"?>
<Relationships xmlns="http://schemas.openxmlformats.org/package/2006/relationships"><Relationship Id="rId1" Type="http://schemas.openxmlformats.org/officeDocument/2006/relationships/hyperlink" Target="https://servicedesk.surf.nl/wiki/display/WIKI/Environment+Modules" TargetMode="External"/><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8.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image" Target="../media/image8.png"/><Relationship Id="rId9" Type="http://schemas.openxmlformats.org/officeDocument/2006/relationships/slideLayout" Target="../slideLayouts/slideLayout1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slideLayout" Target="../slideLayouts/slideLayout10.xml"/>
</Relationships>
</file>

<file path=ppt/slides/_rels/slide4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0.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1.png"/><Relationship Id="rId6" Type="http://schemas.openxmlformats.org/officeDocument/2006/relationships/hyperlink" Target="https://docs.lumi-supercomputer.eu/software/installing/container-wrapper/" TargetMode="External"/><Relationship Id="rId7" Type="http://schemas.openxmlformats.org/officeDocument/2006/relationships/image" Target="../media/image30.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hyperlink" Target="https://docs.alliancecan.ca/wiki/Anaconda/en" TargetMode="External"/><Relationship Id="rId11" Type="http://schemas.openxmlformats.org/officeDocument/2006/relationships/slideLayout" Target="../slideLayouts/slideLayout10.xml"/>
</Relationships>
</file>

<file path=ppt/slides/_rels/slide44.xml.rels><?xml version="1.0" encoding="UTF-8"?>
<Relationships xmlns="http://schemas.openxmlformats.org/package/2006/relationships"><Relationship Id="rId1" Type="http://schemas.openxmlformats.org/officeDocument/2006/relationships/hyperlink" Target="https://docs.alliancecan.ca/wiki/Singularity" TargetMode="External"/><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8.png"/><Relationship Id="rId6" Type="http://schemas.openxmlformats.org/officeDocument/2006/relationships/image" Target="../media/image8.png"/><Relationship Id="rId7" Type="http://schemas.openxmlformats.org/officeDocument/2006/relationships/image" Target="../media/image8.png"/><Relationship Id="rId8" Type="http://schemas.openxmlformats.org/officeDocument/2006/relationships/slideLayout" Target="../slideLayouts/slideLayout10.xml"/>
</Relationships>
</file>

<file path=ppt/slides/_rels/slide45.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8.png"/><Relationship Id="rId6" Type="http://schemas.openxmlformats.org/officeDocument/2006/relationships/hyperlink" Target="https://grafana.hpcv.surf.nl/d/dca6ffeb-569a-463e-8340-2424c2bcd6e0/power-usage?orgId=1" TargetMode="External"/><Relationship Id="rId7" Type="http://schemas.openxmlformats.org/officeDocument/2006/relationships/slideLayout" Target="../slideLayouts/slideLayout10.xml"/>
</Relationships>
</file>

<file path=ppt/slides/_rels/slide4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slideLayout" Target="../slideLayouts/slideLayout10.xml"/>
</Relationships>
</file>

<file path=ppt/slides/_rels/slide4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1.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1.png"/><Relationship Id="rId7" Type="http://schemas.openxmlformats.org/officeDocument/2006/relationships/image" Target="../media/image11.png"/><Relationship Id="rId8"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5" name="Picture Placeholder 21"/>
          <p:cNvSpPr/>
          <p:nvPr/>
        </p:nvSpPr>
        <p:spPr>
          <a:xfrm>
            <a:off x="259200" y="261360"/>
            <a:ext cx="11669760" cy="6343200"/>
          </a:xfrm>
          <a:prstGeom prst="roundRect">
            <a:avLst>
              <a:gd name="adj" fmla="val 2210"/>
            </a:avLst>
          </a:prstGeom>
          <a:blipFill rotWithShape="0">
            <a:blip r:embed="rId1">
              <a:alphaModFix amt="50000"/>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16" name="PlaceHolder 1"/>
          <p:cNvSpPr>
            <a:spLocks noGrp="1"/>
          </p:cNvSpPr>
          <p:nvPr>
            <p:ph/>
          </p:nvPr>
        </p:nvSpPr>
        <p:spPr>
          <a:xfrm>
            <a:off x="423360" y="524520"/>
            <a:ext cx="6117120" cy="2644920"/>
          </a:xfrm>
          <a:prstGeom prst="rect">
            <a:avLst/>
          </a:prstGeom>
          <a:blipFill rotWithShape="0">
            <a:blip r:embed="rId2">
              <a:alphaModFix amt="90000"/>
            </a:blip>
            <a:stretch>
              <a:fillRect l="1577" t="-6" r="1577" b="-6"/>
            </a:stretch>
          </a:blipFill>
          <a:ln w="0">
            <a:noFill/>
          </a:ln>
        </p:spPr>
        <p:txBody>
          <a:bodyPr lIns="900000" rIns="288000" tIns="720000" bIns="1800000" anchor="t">
            <a:noAutofit/>
          </a:bodyPr>
          <a:p>
            <a:pPr indent="0" defTabSz="914400">
              <a:lnSpc>
                <a:spcPct val="80000"/>
              </a:lnSpc>
              <a:spcBef>
                <a:spcPts val="601"/>
              </a:spcBef>
              <a:spcAft>
                <a:spcPts val="601"/>
              </a:spcAft>
              <a:buNone/>
              <a:tabLst>
                <a:tab algn="l" pos="0"/>
              </a:tabLst>
            </a:pPr>
            <a:r>
              <a:rPr b="1" lang="nl-NL" sz="3200" spc="-1" strike="noStrike" cap="all">
                <a:solidFill>
                  <a:schemeClr val="dk1"/>
                </a:solidFill>
                <a:latin typeface="Calibri"/>
              </a:rPr>
              <a:t>Software management on HPC systems</a:t>
            </a:r>
            <a:endParaRPr b="0" lang="nl-NL" sz="3200" spc="-1" strike="noStrike">
              <a:solidFill>
                <a:schemeClr val="dk1"/>
              </a:solidFill>
              <a:latin typeface="Calibri"/>
            </a:endParaRPr>
          </a:p>
        </p:txBody>
      </p:sp>
      <p:sp>
        <p:nvSpPr>
          <p:cNvPr id="1417" name="PlaceHolder 2"/>
          <p:cNvSpPr>
            <a:spLocks noGrp="1"/>
          </p:cNvSpPr>
          <p:nvPr>
            <p:ph/>
          </p:nvPr>
        </p:nvSpPr>
        <p:spPr>
          <a:xfrm>
            <a:off x="1013040" y="2183760"/>
            <a:ext cx="4875120" cy="1110240"/>
          </a:xfrm>
          <a:prstGeom prst="rect">
            <a:avLst/>
          </a:prstGeom>
          <a:noFill/>
          <a:ln w="0">
            <a:noFill/>
          </a:ln>
        </p:spPr>
        <p:txBody>
          <a:bodyPr lIns="324000" rIns="252000" tIns="0" bIns="0" anchor="t">
            <a:noAutofit/>
          </a:bodyPr>
          <a:p>
            <a:pPr indent="0">
              <a:spcBef>
                <a:spcPts val="1417"/>
              </a:spcBef>
              <a:buNone/>
            </a:pPr>
            <a:endParaRPr b="0" lang="nl-NL" sz="1800" spc="-1" strike="noStrike">
              <a:solidFill>
                <a:schemeClr val="dk1"/>
              </a:solidFill>
              <a:latin typeface="Calibri"/>
            </a:endParaRPr>
          </a:p>
        </p:txBody>
      </p:sp>
      <p:sp>
        <p:nvSpPr>
          <p:cNvPr id="1418" name="PlaceHolder 3"/>
          <p:cNvSpPr>
            <a:spLocks noGrp="1"/>
          </p:cNvSpPr>
          <p:nvPr>
            <p:ph/>
          </p:nvPr>
        </p:nvSpPr>
        <p:spPr>
          <a:xfrm>
            <a:off x="10692000" y="5852160"/>
            <a:ext cx="991440" cy="486360"/>
          </a:xfrm>
          <a:prstGeom prst="rect">
            <a:avLst/>
          </a:prstGeom>
          <a:blipFill rotWithShape="0">
            <a:blip r:embed="rId3"/>
            <a:stretch>
              <a:fillRect l="1579" t="-37" r="1579" b="-37"/>
            </a:stretch>
          </a:blipFill>
          <a:ln w="0">
            <a:noFill/>
          </a:ln>
        </p:spPr>
        <p:txBody>
          <a:bodyPr lIns="0" rIns="0" tIns="0" bIns="0" anchor="t">
            <a:noAutofit/>
          </a:bodyPr>
          <a:p>
            <a:pPr indent="0">
              <a:spcBef>
                <a:spcPts val="1417"/>
              </a:spcBef>
              <a:buNone/>
            </a:pPr>
            <a:endParaRPr b="0" lang="nl-NL" sz="1600" spc="-1" strike="noStrike">
              <a:solidFill>
                <a:schemeClr val="dk1"/>
              </a:solidFill>
              <a:latin typeface="Calibri"/>
            </a:endParaRPr>
          </a:p>
        </p:txBody>
      </p:sp>
    </p:spTree>
  </p:cSld>
  <mc:AlternateContent>
    <mc:Choice Requires="p14">
      <p:transition spd="med" p14:dur="8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419"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tabLst>
                <a:tab algn="l" pos="0"/>
              </a:tabLst>
            </a:pPr>
            <a:r>
              <a:rPr b="1" lang="nl-NL" sz="3200" spc="-1" strike="noStrike">
                <a:solidFill>
                  <a:schemeClr val="dk1"/>
                </a:solidFill>
                <a:latin typeface="Calibri"/>
              </a:rPr>
              <a:t>Demos, hands-on</a:t>
            </a:r>
            <a:endParaRPr b="0" lang="nl-NL" sz="3200" spc="-1" strike="noStrike">
              <a:solidFill>
                <a:schemeClr val="dk1"/>
              </a:solidFill>
              <a:latin typeface="Calibri"/>
            </a:endParaRPr>
          </a:p>
        </p:txBody>
      </p:sp>
      <p:sp>
        <p:nvSpPr>
          <p:cNvPr id="1420"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Well, I am not Caspar…</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Both demos and hands-on will be done on Snellius: </a:t>
            </a:r>
            <a:r>
              <a:rPr b="0" lang="nl-NL" sz="2000" spc="-1" strike="noStrike" u="sng">
                <a:solidFill>
                  <a:schemeClr val="dk1"/>
                </a:solidFill>
                <a:uFillTx/>
                <a:latin typeface="Calibri"/>
                <a:hlinkClick r:id="rId1"/>
              </a:rPr>
              <a:t>https://jupyter.snellius.surf.nl/jhssrf015</a:t>
            </a:r>
            <a:r>
              <a:rPr b="0" lang="nl-NL" sz="2000" spc="-1" strike="noStrike">
                <a:solidFill>
                  <a:schemeClr val="dk1"/>
                </a:solidFill>
                <a:latin typeface="Calibri"/>
              </a:rPr>
              <a:t>   </a:t>
            </a:r>
            <a:endParaRPr b="0" lang="nl-NL" sz="2000" spc="-1" strike="noStrike">
              <a:solidFill>
                <a:schemeClr val="dk1"/>
              </a:solidFill>
              <a:latin typeface="Calibri"/>
            </a:endParaRPr>
          </a:p>
        </p:txBody>
      </p:sp>
      <p:sp>
        <p:nvSpPr>
          <p:cNvPr id="1421"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B5A59578-2FAF-4FFB-A3A5-252074D4AFED}" type="slidenum">
              <a:t>2</a:t>
            </a:fld>
          </a:p>
        </p:txBody>
      </p:sp>
    </p:spTree>
  </p:cSld>
  <mc:AlternateContent>
    <mc:Choice Requires="p14">
      <p:transition spd="med" p14:dur="8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2"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Best practices: software on HPC (1/2)</a:t>
            </a:r>
            <a:endParaRPr b="0" lang="nl-NL" sz="3200" spc="-1" strike="noStrike">
              <a:solidFill>
                <a:schemeClr val="dk1"/>
              </a:solidFill>
              <a:latin typeface="Calibri"/>
            </a:endParaRPr>
          </a:p>
        </p:txBody>
      </p:sp>
      <p:sp>
        <p:nvSpPr>
          <p:cNvPr id="1423" name="PlaceHolder 2"/>
          <p:cNvSpPr>
            <a:spLocks noGrp="1"/>
          </p:cNvSpPr>
          <p:nvPr>
            <p:ph/>
          </p:nvPr>
        </p:nvSpPr>
        <p:spPr>
          <a:xfrm>
            <a:off x="523800" y="1145160"/>
            <a:ext cx="8973720" cy="47120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1"/>
              </a:buBlip>
            </a:pPr>
            <a:r>
              <a:rPr b="0" lang="en-US" sz="2000" spc="-1" strike="noStrike">
                <a:solidFill>
                  <a:schemeClr val="dk1"/>
                </a:solidFill>
                <a:latin typeface="Calibri"/>
              </a:rPr>
              <a:t>Use software from the module environment whenever you can</a:t>
            </a:r>
            <a:endParaRPr b="0" lang="nl-NL" sz="2000" spc="-1" strike="noStrike">
              <a:solidFill>
                <a:schemeClr val="dk1"/>
              </a:solidFill>
              <a:latin typeface="Calibri"/>
            </a:endParaRPr>
          </a:p>
          <a:p>
            <a:pPr lvl="1" marL="512640" indent="-270000" defTabSz="914400">
              <a:lnSpc>
                <a:spcPct val="100000"/>
              </a:lnSpc>
              <a:spcBef>
                <a:spcPts val="601"/>
              </a:spcBef>
              <a:spcAft>
                <a:spcPts val="601"/>
              </a:spcAft>
              <a:buSzPct val="100000"/>
              <a:buBlip>
                <a:blip r:embed="rId2"/>
              </a:buBlip>
            </a:pPr>
            <a:r>
              <a:rPr b="0" lang="en-US" sz="2000" spc="-1" strike="noStrike">
                <a:solidFill>
                  <a:schemeClr val="dk1"/>
                </a:solidFill>
                <a:latin typeface="Calibri"/>
              </a:rPr>
              <a:t>Build on top of the module environment when you have to</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pPr>
            <a:r>
              <a:rPr b="0" lang="en-US" sz="2000" spc="-1" strike="noStrike">
                <a:solidFill>
                  <a:schemeClr val="dk1"/>
                </a:solidFill>
                <a:latin typeface="Calibri"/>
              </a:rPr>
              <a:t>Never use system installations of Python/GNU compilers/Perl/etc</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pPr>
            <a:r>
              <a:rPr b="0" lang="en-US" sz="2000" spc="-1" strike="noStrike">
                <a:solidFill>
                  <a:schemeClr val="dk1"/>
                </a:solidFill>
                <a:latin typeface="Calibri"/>
              </a:rPr>
              <a:t>If you need additional Python packages: built a virtual environment on top of software from the module environment</a:t>
            </a:r>
            <a:endParaRPr b="0" lang="nl-NL" sz="2000" spc="-1" strike="noStrike">
              <a:solidFill>
                <a:schemeClr val="dk1"/>
              </a:solidFill>
              <a:latin typeface="Calibri"/>
            </a:endParaRPr>
          </a:p>
          <a:p>
            <a:pPr lvl="1" marL="539640" indent="-270000" defTabSz="914400">
              <a:lnSpc>
                <a:spcPct val="100000"/>
              </a:lnSpc>
              <a:spcBef>
                <a:spcPts val="601"/>
              </a:spcBef>
              <a:spcAft>
                <a:spcPts val="601"/>
              </a:spcAft>
              <a:buSzPct val="100000"/>
              <a:buBlip>
                <a:blip r:embed="rId5"/>
              </a:buBlip>
            </a:pPr>
            <a:r>
              <a:rPr b="0" lang="en-US" sz="2000" spc="-1" strike="noStrike">
                <a:solidFill>
                  <a:schemeClr val="dk1"/>
                </a:solidFill>
                <a:latin typeface="Calibri"/>
              </a:rPr>
              <a:t>Load the modules first, </a:t>
            </a:r>
            <a:r>
              <a:rPr b="0" i="1" lang="en-US" sz="2000" spc="-1" strike="noStrike">
                <a:solidFill>
                  <a:schemeClr val="dk1"/>
                </a:solidFill>
                <a:latin typeface="Calibri"/>
              </a:rPr>
              <a:t>then</a:t>
            </a:r>
            <a:r>
              <a:rPr b="0" lang="en-US" sz="2000" spc="-1" strike="noStrike">
                <a:solidFill>
                  <a:schemeClr val="dk1"/>
                </a:solidFill>
                <a:latin typeface="Calibri"/>
              </a:rPr>
              <a:t> create / load the virtual environment</a:t>
            </a: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p:txBody>
      </p:sp>
      <p:sp>
        <p:nvSpPr>
          <p:cNvPr id="1424"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1425" name="TextBox 6"/>
          <p:cNvSpPr/>
          <p:nvPr/>
        </p:nvSpPr>
        <p:spPr>
          <a:xfrm>
            <a:off x="712800" y="6300000"/>
            <a:ext cx="610092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NL" sz="1800" spc="-1" strike="noStrike" u="sng">
                <a:solidFill>
                  <a:schemeClr val="dk1"/>
                </a:solidFill>
                <a:uFillTx/>
                <a:latin typeface="Calibri"/>
                <a:hlinkClick r:id="rId6"/>
              </a:rPr>
              <a:t>https://servicedesk.surf.nl/wiki/display/WIKI/Loading+modules</a:t>
            </a:r>
            <a:r>
              <a:rPr b="0" lang="en-NL" sz="1800" spc="-1" strike="noStrike">
                <a:solidFill>
                  <a:schemeClr val="dk1"/>
                </a:solidFill>
                <a:latin typeface="Calibri"/>
              </a:rPr>
              <a:t> </a:t>
            </a:r>
            <a:endParaRPr b="0" lang="en-US" sz="1800" spc="-1" strike="noStrike">
              <a:solidFill>
                <a:srgbClr val="000000"/>
              </a:solidFill>
              <a:latin typeface="Arial"/>
            </a:endParaRPr>
          </a:p>
        </p:txBody>
      </p:sp>
      <p:sp>
        <p:nvSpPr>
          <p:cNvPr id="5" name="PlaceHolder 4"/>
          <p:cNvSpPr>
            <a:spLocks noGrp="1"/>
          </p:cNvSpPr>
          <p:nvPr>
            <p:ph type="sldNum" idx="27"/>
          </p:nvPr>
        </p:nvSpPr>
        <p:spPr/>
        <p:txBody>
          <a:bodyPr/>
          <a:p>
            <a:fld id="{2B0A414A-2AA7-4374-84BE-AC583EED3713}" type="slidenum">
              <a:t>3</a:t>
            </a:fld>
          </a:p>
        </p:txBody>
      </p:sp>
    </p:spTree>
  </p:cSld>
  <mc:AlternateContent>
    <mc:Choice Requires="p14">
      <p:transition spd="med" p14:dur="8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6"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Best practices: software on HPC (2/2)</a:t>
            </a:r>
            <a:endParaRPr b="0" lang="nl-NL" sz="3200" spc="-1" strike="noStrike">
              <a:solidFill>
                <a:schemeClr val="dk1"/>
              </a:solidFill>
              <a:latin typeface="Calibri"/>
            </a:endParaRPr>
          </a:p>
        </p:txBody>
      </p:sp>
      <p:sp>
        <p:nvSpPr>
          <p:cNvPr id="1427" name="PlaceHolder 2"/>
          <p:cNvSpPr>
            <a:spLocks noGrp="1"/>
          </p:cNvSpPr>
          <p:nvPr>
            <p:ph/>
          </p:nvPr>
        </p:nvSpPr>
        <p:spPr>
          <a:xfrm>
            <a:off x="523800" y="1145160"/>
            <a:ext cx="8973720" cy="47120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1"/>
              </a:buBlip>
            </a:pPr>
            <a:r>
              <a:rPr b="0" lang="en-US" sz="2000" spc="-1" strike="noStrike">
                <a:solidFill>
                  <a:schemeClr val="dk1"/>
                </a:solidFill>
                <a:latin typeface="Calibri"/>
              </a:rPr>
              <a:t>Avoid using conda</a:t>
            </a:r>
            <a:endParaRPr b="0" lang="nl-NL" sz="2000" spc="-1" strike="noStrike">
              <a:solidFill>
                <a:schemeClr val="dk1"/>
              </a:solidFill>
              <a:latin typeface="Calibri"/>
            </a:endParaRPr>
          </a:p>
          <a:p>
            <a:pPr lvl="1" marL="569880" indent="-270000" defTabSz="914400">
              <a:lnSpc>
                <a:spcPct val="100000"/>
              </a:lnSpc>
              <a:spcBef>
                <a:spcPts val="601"/>
              </a:spcBef>
              <a:spcAft>
                <a:spcPts val="601"/>
              </a:spcAft>
              <a:buSzPct val="100000"/>
              <a:buBlip>
                <a:blip r:embed="rId2"/>
              </a:buBlip>
            </a:pPr>
            <a:r>
              <a:rPr b="0" lang="en-US" sz="2000" spc="-1" strike="noStrike">
                <a:solidFill>
                  <a:schemeClr val="dk1"/>
                </a:solidFill>
                <a:latin typeface="Calibri"/>
              </a:rPr>
              <a:t>But if you do, install </a:t>
            </a:r>
            <a:r>
              <a:rPr b="0" i="1" lang="en-US" sz="2000" spc="-1" strike="noStrike">
                <a:solidFill>
                  <a:schemeClr val="dk1"/>
                </a:solidFill>
                <a:latin typeface="Calibri"/>
              </a:rPr>
              <a:t>everything</a:t>
            </a:r>
            <a:r>
              <a:rPr b="0" lang="en-US" sz="2000" spc="-1" strike="noStrike">
                <a:solidFill>
                  <a:schemeClr val="dk1"/>
                </a:solidFill>
                <a:latin typeface="Calibri"/>
              </a:rPr>
              <a:t> with conda. Don’t combine with modules.</a:t>
            </a:r>
            <a:endParaRPr b="0" lang="nl-NL" sz="2000" spc="-1" strike="noStrike">
              <a:solidFill>
                <a:schemeClr val="dk1"/>
              </a:solidFill>
              <a:latin typeface="Calibri"/>
            </a:endParaRPr>
          </a:p>
          <a:p>
            <a:pPr lvl="1" marL="569880" indent="-270000" defTabSz="914400">
              <a:lnSpc>
                <a:spcPct val="100000"/>
              </a:lnSpc>
              <a:spcBef>
                <a:spcPts val="601"/>
              </a:spcBef>
              <a:spcAft>
                <a:spcPts val="601"/>
              </a:spcAft>
              <a:buSzPct val="100000"/>
              <a:buBlip>
                <a:blip r:embed="rId3"/>
              </a:buBlip>
            </a:pPr>
            <a:r>
              <a:rPr b="0" lang="en-US" sz="2000" spc="-1" strike="noStrike">
                <a:solidFill>
                  <a:schemeClr val="dk1"/>
                </a:solidFill>
                <a:latin typeface="Calibri"/>
              </a:rPr>
              <a:t>Expect little support from us</a:t>
            </a:r>
            <a:endParaRPr b="0" lang="nl-NL" sz="2000" spc="-1" strike="noStrike">
              <a:solidFill>
                <a:schemeClr val="dk1"/>
              </a:solidFill>
              <a:latin typeface="Calibri"/>
            </a:endParaRPr>
          </a:p>
          <a:p>
            <a:pPr marL="289080" indent="-289080" defTabSz="914400">
              <a:lnSpc>
                <a:spcPct val="100000"/>
              </a:lnSpc>
              <a:spcBef>
                <a:spcPts val="601"/>
              </a:spcBef>
              <a:spcAft>
                <a:spcPts val="601"/>
              </a:spcAft>
              <a:buSzPct val="100000"/>
              <a:buBlip>
                <a:blip r:embed="rId4"/>
              </a:buBlip>
            </a:pPr>
            <a:r>
              <a:rPr b="0" lang="en-US" sz="2000" spc="-1" strike="noStrike">
                <a:solidFill>
                  <a:schemeClr val="dk1"/>
                </a:solidFill>
                <a:latin typeface="Calibri"/>
              </a:rPr>
              <a:t>Use containers with care</a:t>
            </a:r>
            <a:endParaRPr b="0" lang="nl-NL" sz="2000" spc="-1" strike="noStrike">
              <a:solidFill>
                <a:schemeClr val="dk1"/>
              </a:solidFill>
              <a:latin typeface="Calibri"/>
            </a:endParaRPr>
          </a:p>
          <a:p>
            <a:pPr lvl="1" marL="569880" indent="-289080" defTabSz="914400">
              <a:lnSpc>
                <a:spcPct val="100000"/>
              </a:lnSpc>
              <a:spcBef>
                <a:spcPts val="601"/>
              </a:spcBef>
              <a:spcAft>
                <a:spcPts val="601"/>
              </a:spcAft>
              <a:buSzPct val="100000"/>
              <a:buBlip>
                <a:blip r:embed="rId5"/>
              </a:buBlip>
            </a:pPr>
            <a:r>
              <a:rPr b="0" lang="en-US" sz="2000" spc="-1" strike="noStrike">
                <a:solidFill>
                  <a:schemeClr val="dk1"/>
                </a:solidFill>
                <a:latin typeface="Calibri"/>
              </a:rPr>
              <a:t>Optimization usually ok for GPU, but may be poor for CPU</a:t>
            </a:r>
            <a:endParaRPr b="0" lang="nl-NL" sz="2000" spc="-1" strike="noStrike">
              <a:solidFill>
                <a:schemeClr val="dk1"/>
              </a:solidFill>
              <a:latin typeface="Calibri"/>
            </a:endParaRPr>
          </a:p>
          <a:p>
            <a:pPr lvl="1" marL="569880" indent="-270000" defTabSz="914400">
              <a:lnSpc>
                <a:spcPct val="100000"/>
              </a:lnSpc>
              <a:spcBef>
                <a:spcPts val="601"/>
              </a:spcBef>
              <a:spcAft>
                <a:spcPts val="601"/>
              </a:spcAft>
              <a:buSzPct val="100000"/>
              <a:buBlip>
                <a:blip r:embed="rId6"/>
              </a:buBlip>
            </a:pPr>
            <a:r>
              <a:rPr b="0" lang="en-US" sz="2000" spc="-1" strike="noStrike">
                <a:solidFill>
                  <a:schemeClr val="dk1"/>
                </a:solidFill>
                <a:latin typeface="Calibri"/>
              </a:rPr>
              <a:t>Expect little support from us</a:t>
            </a:r>
            <a:endParaRPr b="0" lang="nl-NL" sz="2000" spc="-1" strike="noStrike">
              <a:solidFill>
                <a:schemeClr val="dk1"/>
              </a:solidFill>
              <a:latin typeface="Calibri"/>
            </a:endParaRPr>
          </a:p>
          <a:p>
            <a:pPr lvl="1" marL="569880" indent="-270000" defTabSz="914400">
              <a:lnSpc>
                <a:spcPct val="100000"/>
              </a:lnSpc>
              <a:spcBef>
                <a:spcPts val="601"/>
              </a:spcBef>
              <a:spcAft>
                <a:spcPts val="601"/>
              </a:spcAft>
              <a:buSzPct val="100000"/>
              <a:buBlip>
                <a:blip r:embed="rId7"/>
              </a:buBlip>
            </a:pPr>
            <a:r>
              <a:rPr b="0" lang="en-US" sz="2000" spc="-1" strike="noStrike">
                <a:solidFill>
                  <a:schemeClr val="dk1"/>
                </a:solidFill>
                <a:latin typeface="Calibri"/>
              </a:rPr>
              <a:t>Multinode can be tricky (if MPI is used)</a:t>
            </a: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p:txBody>
      </p:sp>
      <p:sp>
        <p:nvSpPr>
          <p:cNvPr id="1428"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119389DC-7546-4A13-A7B2-2E7E39B7E0BE}" type="slidenum">
              <a:t>4</a:t>
            </a:fld>
          </a:p>
        </p:txBody>
      </p:sp>
    </p:spTree>
  </p:cSld>
  <mc:AlternateContent>
    <mc:Choice Requires="p14">
      <p:transition spd="med" p14:dur="8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9"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Parallel computing for Deep Learning</a:t>
            </a:r>
            <a:endParaRPr b="0" lang="nl-NL" sz="3200" spc="-1" strike="noStrike">
              <a:solidFill>
                <a:schemeClr val="dk1"/>
              </a:solidFill>
              <a:latin typeface="Calibri"/>
            </a:endParaRPr>
          </a:p>
        </p:txBody>
      </p:sp>
      <p:sp>
        <p:nvSpPr>
          <p:cNvPr id="1430"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Content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Software terminology: libraries, binaries, linking, … what does it all mean?</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Module environment: what is it, how do I use it, and why?</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Python virtual environments</a:t>
            </a:r>
            <a:endParaRPr b="0" lang="nl-NL" sz="2000" spc="-1" strike="noStrike">
              <a:solidFill>
                <a:schemeClr val="dk1"/>
              </a:solidFill>
              <a:latin typeface="Calibri"/>
            </a:endParaRPr>
          </a:p>
          <a:p>
            <a:pPr lvl="1" marL="642960" indent="-34308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 </a:t>
            </a:r>
            <a:r>
              <a:rPr b="0" lang="nl-NL" sz="2000" spc="-1" strike="noStrike">
                <a:solidFill>
                  <a:schemeClr val="dk1"/>
                </a:solidFill>
                <a:latin typeface="Calibri"/>
              </a:rPr>
              <a:t>and how to combine them with the module environment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5"/>
              </a:buBlip>
              <a:tabLst>
                <a:tab algn="l" pos="0"/>
              </a:tabLst>
            </a:pPr>
            <a:r>
              <a:rPr b="0" lang="nl-NL" sz="2000" spc="-1" strike="noStrike">
                <a:solidFill>
                  <a:schemeClr val="dk1"/>
                </a:solidFill>
                <a:latin typeface="Calibri"/>
              </a:rPr>
              <a:t>Conda virtual environments</a:t>
            </a:r>
            <a:endParaRPr b="0" lang="nl-NL" sz="2000" spc="-1" strike="noStrike">
              <a:solidFill>
                <a:schemeClr val="dk1"/>
              </a:solidFill>
              <a:latin typeface="Calibri"/>
            </a:endParaRPr>
          </a:p>
          <a:p>
            <a:pPr lvl="1" marL="642960" indent="-343080" defTabSz="914400">
              <a:lnSpc>
                <a:spcPct val="100000"/>
              </a:lnSpc>
              <a:spcBef>
                <a:spcPts val="601"/>
              </a:spcBef>
              <a:spcAft>
                <a:spcPts val="601"/>
              </a:spcAft>
              <a:buSzPct val="100000"/>
              <a:buBlip>
                <a:blip r:embed="rId6"/>
              </a:buBlip>
              <a:tabLst>
                <a:tab algn="l" pos="0"/>
              </a:tabLst>
            </a:pPr>
            <a:r>
              <a:rPr b="0" lang="nl-NL" sz="2000" spc="-1" strike="noStrike">
                <a:solidFill>
                  <a:schemeClr val="dk1"/>
                </a:solidFill>
                <a:latin typeface="Calibri"/>
              </a:rPr>
              <a:t>… </a:t>
            </a:r>
            <a:r>
              <a:rPr b="0" lang="nl-NL" sz="2000" spc="-1" strike="noStrike">
                <a:solidFill>
                  <a:schemeClr val="dk1"/>
                </a:solidFill>
                <a:latin typeface="Calibri"/>
              </a:rPr>
              <a:t>and why we think you should avoid them on HPC systems</a:t>
            </a:r>
            <a:endParaRPr b="0" lang="nl-NL" sz="2000" spc="-1" strike="noStrike">
              <a:solidFill>
                <a:schemeClr val="dk1"/>
              </a:solidFill>
              <a:latin typeface="Calibri"/>
            </a:endParaRPr>
          </a:p>
          <a:p>
            <a:pPr marL="344520" indent="-343080" defTabSz="914400">
              <a:lnSpc>
                <a:spcPct val="100000"/>
              </a:lnSpc>
              <a:spcBef>
                <a:spcPts val="601"/>
              </a:spcBef>
              <a:spcAft>
                <a:spcPts val="601"/>
              </a:spcAft>
              <a:buSzPct val="100000"/>
              <a:buBlip>
                <a:blip r:embed="rId7"/>
              </a:buBlip>
              <a:tabLst>
                <a:tab algn="l" pos="0"/>
              </a:tabLst>
            </a:pPr>
            <a:r>
              <a:rPr b="0" lang="nl-NL" sz="2000" spc="-1" strike="noStrike">
                <a:solidFill>
                  <a:schemeClr val="dk1"/>
                </a:solidFill>
                <a:latin typeface="Calibri"/>
              </a:rPr>
              <a:t>Containers</a:t>
            </a:r>
            <a:endParaRPr b="0" lang="nl-NL" sz="2000" spc="-1" strike="noStrike">
              <a:solidFill>
                <a:schemeClr val="dk1"/>
              </a:solidFill>
              <a:latin typeface="Calibri"/>
            </a:endParaRPr>
          </a:p>
          <a:p>
            <a:pPr lvl="1" marL="690480" indent="-343080" defTabSz="914400">
              <a:lnSpc>
                <a:spcPct val="100000"/>
              </a:lnSpc>
              <a:spcBef>
                <a:spcPts val="601"/>
              </a:spcBef>
              <a:spcAft>
                <a:spcPts val="601"/>
              </a:spcAft>
              <a:buSzPct val="100000"/>
              <a:buBlip>
                <a:blip r:embed="rId8"/>
              </a:buBlip>
              <a:tabLst>
                <a:tab algn="l" pos="0"/>
              </a:tabLst>
            </a:pPr>
            <a:r>
              <a:rPr b="0" lang="nl-NL" sz="2000" spc="-1" strike="noStrike">
                <a:solidFill>
                  <a:schemeClr val="dk1"/>
                </a:solidFill>
                <a:latin typeface="Calibri"/>
              </a:rPr>
              <a:t>… </a:t>
            </a:r>
            <a:r>
              <a:rPr b="0" lang="nl-NL" sz="2000" spc="-1" strike="noStrike">
                <a:solidFill>
                  <a:schemeClr val="dk1"/>
                </a:solidFill>
                <a:latin typeface="Calibri"/>
              </a:rPr>
              <a:t>and a word of warning on using them</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431"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1606155E-54E5-4CC5-8E44-DD8FB59120AD}" type="slidenum">
              <a:t>5</a:t>
            </a:fld>
          </a:p>
        </p:txBody>
      </p:sp>
    </p:spTree>
  </p:cSld>
  <mc:AlternateContent>
    <mc:Choice Requires="p14">
      <p:transition spd="med" p14:dur="8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2"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Software terminology</a:t>
            </a:r>
            <a:endParaRPr b="0" lang="nl-NL" sz="3200" spc="-1" strike="noStrike">
              <a:solidFill>
                <a:schemeClr val="dk1"/>
              </a:solidFill>
              <a:latin typeface="Calibri"/>
            </a:endParaRPr>
          </a:p>
        </p:txBody>
      </p:sp>
      <p:sp>
        <p:nvSpPr>
          <p:cNvPr id="1433"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Some knowledge on terminology is essential to understand issues with software compilations…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Compiled vs interpreted languages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Architecture and micro-architecture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What is a binary file?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What is a library?</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5"/>
              </a:buBlip>
              <a:tabLst>
                <a:tab algn="l" pos="0"/>
              </a:tabLst>
            </a:pPr>
            <a:r>
              <a:rPr b="0" lang="nl-NL" sz="2000" spc="-1" strike="noStrike">
                <a:solidFill>
                  <a:schemeClr val="dk1"/>
                </a:solidFill>
                <a:latin typeface="Calibri"/>
              </a:rPr>
              <a:t>What is linking?</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6"/>
              </a:buBlip>
              <a:tabLst>
                <a:tab algn="l" pos="0"/>
              </a:tabLst>
            </a:pPr>
            <a:r>
              <a:rPr b="0" lang="nl-NL" sz="2000" spc="-1" strike="noStrike">
                <a:solidFill>
                  <a:schemeClr val="dk1"/>
                </a:solidFill>
                <a:latin typeface="Calibri"/>
              </a:rPr>
              <a:t>What is a dependency?</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434"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EB308DE5-3302-4747-8506-E56EEFFEB52C}" type="slidenum">
              <a:t>6</a:t>
            </a:fld>
          </a:p>
        </p:txBody>
      </p:sp>
    </p:spTree>
  </p:cSld>
  <mc:AlternateContent>
    <mc:Choice Requires="p14">
      <p:transition spd="med" p14:dur="8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5"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tabLst>
                <a:tab algn="l" pos="0"/>
              </a:tabLst>
            </a:pPr>
            <a:r>
              <a:rPr b="1" lang="nl-NL" sz="3200" spc="-1" strike="noStrike">
                <a:solidFill>
                  <a:schemeClr val="dk1"/>
                </a:solidFill>
                <a:latin typeface="Calibri"/>
              </a:rPr>
              <a:t>Compiled vs interpreted languages</a:t>
            </a:r>
            <a:endParaRPr b="0" lang="nl-NL" sz="3200" spc="-1" strike="noStrike">
              <a:solidFill>
                <a:schemeClr val="dk1"/>
              </a:solidFill>
              <a:latin typeface="Calibri"/>
            </a:endParaRPr>
          </a:p>
        </p:txBody>
      </p:sp>
      <p:sp>
        <p:nvSpPr>
          <p:cNvPr id="1436"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1"/>
              </a:buBlip>
            </a:pPr>
            <a:r>
              <a:rPr b="0" lang="nl-NL" sz="2000" spc="-1" strike="noStrike">
                <a:solidFill>
                  <a:schemeClr val="dk1"/>
                </a:solidFill>
                <a:latin typeface="Calibri"/>
              </a:rPr>
              <a:t>We program in a human-readable programming language (Python, C, Fortran, …)</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pPr>
            <a:r>
              <a:rPr b="0" lang="nl-NL" sz="2000" spc="-1" strike="noStrike">
                <a:solidFill>
                  <a:schemeClr val="dk1"/>
                </a:solidFill>
                <a:latin typeface="Calibri"/>
              </a:rPr>
              <a:t>For </a:t>
            </a:r>
            <a:r>
              <a:rPr b="1" lang="nl-NL" sz="2000" spc="-1" strike="noStrike">
                <a:solidFill>
                  <a:schemeClr val="dk1"/>
                </a:solidFill>
                <a:latin typeface="Calibri"/>
              </a:rPr>
              <a:t>compiled languages</a:t>
            </a:r>
            <a:r>
              <a:rPr b="0" lang="nl-NL" sz="2000" spc="-1" strike="noStrike">
                <a:solidFill>
                  <a:schemeClr val="dk1"/>
                </a:solidFill>
                <a:latin typeface="Calibri"/>
              </a:rPr>
              <a:t>, that human-readable code is translated to machine code (a “binary file”, i.e. ones and zeroes) prior to running it</a:t>
            </a:r>
            <a:endParaRPr b="0" lang="nl-NL" sz="2000" spc="-1" strike="noStrike">
              <a:solidFill>
                <a:schemeClr val="dk1"/>
              </a:solidFill>
              <a:latin typeface="Calibri"/>
            </a:endParaRPr>
          </a:p>
          <a:p>
            <a:pPr lvl="1" marL="539640" indent="-270000" defTabSz="914400">
              <a:lnSpc>
                <a:spcPct val="100000"/>
              </a:lnSpc>
              <a:spcBef>
                <a:spcPts val="601"/>
              </a:spcBef>
              <a:spcAft>
                <a:spcPts val="601"/>
              </a:spcAft>
              <a:buSzPct val="100000"/>
              <a:buBlip>
                <a:blip r:embed="rId3"/>
              </a:buBlip>
            </a:pPr>
            <a:r>
              <a:rPr b="0" lang="nl-NL" sz="2000" spc="-1" strike="noStrike">
                <a:solidFill>
                  <a:schemeClr val="dk1"/>
                </a:solidFill>
                <a:latin typeface="Calibri"/>
              </a:rPr>
              <a:t>Binary files are </a:t>
            </a:r>
            <a:r>
              <a:rPr b="1" lang="nl-NL" sz="2000" spc="-1" strike="noStrike">
                <a:solidFill>
                  <a:schemeClr val="dk1"/>
                </a:solidFill>
                <a:latin typeface="Calibri"/>
              </a:rPr>
              <a:t>architecture</a:t>
            </a:r>
            <a:r>
              <a:rPr b="0" i="1" lang="nl-NL" sz="2000" spc="-1" strike="noStrike">
                <a:solidFill>
                  <a:schemeClr val="dk1"/>
                </a:solidFill>
                <a:latin typeface="Calibri"/>
              </a:rPr>
              <a:t> </a:t>
            </a:r>
            <a:r>
              <a:rPr b="0" lang="nl-NL" sz="2000" spc="-1" strike="noStrike">
                <a:solidFill>
                  <a:schemeClr val="dk1"/>
                </a:solidFill>
                <a:latin typeface="Calibri"/>
              </a:rPr>
              <a:t>specific. Examples of architectures are </a:t>
            </a:r>
            <a:r>
              <a:rPr b="0" lang="nl-NL" sz="2000" spc="-1" strike="noStrike">
                <a:solidFill>
                  <a:schemeClr val="dk1"/>
                </a:solidFill>
                <a:latin typeface="Courier New"/>
              </a:rPr>
              <a:t>X86_64</a:t>
            </a:r>
            <a:r>
              <a:rPr b="0" lang="nl-NL" sz="2000" spc="-1" strike="noStrike">
                <a:solidFill>
                  <a:schemeClr val="dk1"/>
                </a:solidFill>
                <a:latin typeface="Calibri"/>
              </a:rPr>
              <a:t> (your typical AMD and Intel chip are of this type), </a:t>
            </a:r>
            <a:r>
              <a:rPr b="0" lang="nl-NL" sz="2000" spc="-1" strike="noStrike">
                <a:solidFill>
                  <a:schemeClr val="dk1"/>
                </a:solidFill>
                <a:latin typeface="Courier New"/>
              </a:rPr>
              <a:t>aarch64</a:t>
            </a:r>
            <a:r>
              <a:rPr b="0" lang="nl-NL" sz="2000" spc="-1" strike="noStrike">
                <a:solidFill>
                  <a:schemeClr val="dk1"/>
                </a:solidFill>
                <a:latin typeface="Calibri"/>
              </a:rPr>
              <a:t> (the ARM-based chip in your phone is of this type). You can </a:t>
            </a:r>
            <a:r>
              <a:rPr b="0" i="1" lang="nl-NL" sz="2000" spc="-1" strike="noStrike">
                <a:solidFill>
                  <a:schemeClr val="dk1"/>
                </a:solidFill>
                <a:latin typeface="Calibri"/>
              </a:rPr>
              <a:t>not</a:t>
            </a:r>
            <a:r>
              <a:rPr b="0" lang="nl-NL" sz="2000" spc="-1" strike="noStrike">
                <a:solidFill>
                  <a:schemeClr val="dk1"/>
                </a:solidFill>
                <a:latin typeface="Calibri"/>
              </a:rPr>
              <a:t> run a program compiled for an </a:t>
            </a:r>
            <a:r>
              <a:rPr b="0" lang="nl-NL" sz="2000" spc="-1" strike="noStrike">
                <a:solidFill>
                  <a:schemeClr val="dk1"/>
                </a:solidFill>
                <a:latin typeface="Courier New"/>
              </a:rPr>
              <a:t>X86_64</a:t>
            </a:r>
            <a:r>
              <a:rPr b="0" lang="nl-NL" sz="2000" spc="-1" strike="noStrike">
                <a:solidFill>
                  <a:schemeClr val="dk1"/>
                </a:solidFill>
                <a:latin typeface="Calibri"/>
              </a:rPr>
              <a:t> on an </a:t>
            </a:r>
            <a:r>
              <a:rPr b="0" lang="nl-NL" sz="2000" spc="-1" strike="noStrike">
                <a:solidFill>
                  <a:schemeClr val="dk1"/>
                </a:solidFill>
                <a:latin typeface="Courier New"/>
              </a:rPr>
              <a:t>aarch64</a:t>
            </a:r>
            <a:r>
              <a:rPr b="0" lang="nl-NL" sz="2000" spc="-1" strike="noStrike">
                <a:solidFill>
                  <a:schemeClr val="dk1"/>
                </a:solidFill>
                <a:latin typeface="Calibri"/>
              </a:rPr>
              <a:t> based chip.</a:t>
            </a: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p:txBody>
      </p:sp>
      <p:sp>
        <p:nvSpPr>
          <p:cNvPr id="1437"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641AAB4B-D6D7-47FA-BA23-02963CA96F36}" type="slidenum">
              <a:t>7</a:t>
            </a:fld>
          </a:p>
        </p:txBody>
      </p:sp>
    </p:spTree>
  </p:cSld>
  <mc:AlternateContent>
    <mc:Choice Requires="p14">
      <p:transition spd="med" p14:dur="8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8"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tabLst>
                <a:tab algn="l" pos="0"/>
              </a:tabLst>
            </a:pPr>
            <a:r>
              <a:rPr b="1" lang="nl-NL" sz="3200" spc="-1" strike="noStrike">
                <a:solidFill>
                  <a:schemeClr val="dk1"/>
                </a:solidFill>
                <a:latin typeface="Calibri"/>
              </a:rPr>
              <a:t>Compiled vs interpreted languages</a:t>
            </a:r>
            <a:endParaRPr b="0" lang="nl-NL" sz="3200" spc="-1" strike="noStrike">
              <a:solidFill>
                <a:schemeClr val="dk1"/>
              </a:solidFill>
              <a:latin typeface="Calibri"/>
            </a:endParaRPr>
          </a:p>
        </p:txBody>
      </p:sp>
      <p:sp>
        <p:nvSpPr>
          <p:cNvPr id="1439"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1"/>
              </a:buBlip>
            </a:pPr>
            <a:r>
              <a:rPr b="0" lang="nl-NL" sz="2000" spc="-1" strike="noStrike">
                <a:solidFill>
                  <a:schemeClr val="dk1"/>
                </a:solidFill>
                <a:latin typeface="Calibri"/>
              </a:rPr>
              <a:t>We program in a human-readable programming language (Python, C, Fortran, …)</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pPr>
            <a:r>
              <a:rPr b="0" lang="nl-NL" sz="2000" spc="-1" strike="noStrike">
                <a:solidFill>
                  <a:schemeClr val="dk1"/>
                </a:solidFill>
                <a:latin typeface="Calibri"/>
              </a:rPr>
              <a:t>For </a:t>
            </a:r>
            <a:r>
              <a:rPr b="1" lang="nl-NL" sz="2000" spc="-1" strike="noStrike">
                <a:solidFill>
                  <a:schemeClr val="dk1"/>
                </a:solidFill>
                <a:latin typeface="Calibri"/>
              </a:rPr>
              <a:t>compiled languages</a:t>
            </a:r>
            <a:r>
              <a:rPr b="0" lang="nl-NL" sz="2000" spc="-1" strike="noStrike">
                <a:solidFill>
                  <a:schemeClr val="dk1"/>
                </a:solidFill>
                <a:latin typeface="Calibri"/>
              </a:rPr>
              <a:t>, that human-readable code is translated to machine code (a “binary file”, i.e. ones and zeroes) prior to running it</a:t>
            </a:r>
            <a:endParaRPr b="0" lang="nl-NL" sz="2000" spc="-1" strike="noStrike">
              <a:solidFill>
                <a:schemeClr val="dk1"/>
              </a:solidFill>
              <a:latin typeface="Calibri"/>
            </a:endParaRPr>
          </a:p>
          <a:p>
            <a:pPr lvl="1" marL="539640" indent="-270000" defTabSz="914400">
              <a:lnSpc>
                <a:spcPct val="100000"/>
              </a:lnSpc>
              <a:spcBef>
                <a:spcPts val="601"/>
              </a:spcBef>
              <a:spcAft>
                <a:spcPts val="601"/>
              </a:spcAft>
              <a:buSzPct val="100000"/>
              <a:buBlip>
                <a:blip r:embed="rId3"/>
              </a:buBlip>
            </a:pPr>
            <a:r>
              <a:rPr b="0" lang="nl-NL" sz="2000" spc="-1" strike="noStrike">
                <a:solidFill>
                  <a:schemeClr val="dk1"/>
                </a:solidFill>
                <a:latin typeface="Calibri"/>
              </a:rPr>
              <a:t>Binary files are </a:t>
            </a:r>
            <a:r>
              <a:rPr b="1" lang="nl-NL" sz="2000" spc="-1" strike="noStrike">
                <a:solidFill>
                  <a:schemeClr val="dk1"/>
                </a:solidFill>
                <a:latin typeface="Calibri"/>
              </a:rPr>
              <a:t>architecture</a:t>
            </a:r>
            <a:r>
              <a:rPr b="0" i="1" lang="nl-NL" sz="2000" spc="-1" strike="noStrike">
                <a:solidFill>
                  <a:schemeClr val="dk1"/>
                </a:solidFill>
                <a:latin typeface="Calibri"/>
              </a:rPr>
              <a:t> </a:t>
            </a:r>
            <a:r>
              <a:rPr b="0" lang="nl-NL" sz="2000" spc="-1" strike="noStrike">
                <a:solidFill>
                  <a:schemeClr val="dk1"/>
                </a:solidFill>
                <a:latin typeface="Calibri"/>
              </a:rPr>
              <a:t>specific. Examples of architectures are </a:t>
            </a:r>
            <a:r>
              <a:rPr b="0" lang="nl-NL" sz="2000" spc="-1" strike="noStrike">
                <a:solidFill>
                  <a:schemeClr val="dk1"/>
                </a:solidFill>
                <a:latin typeface="Courier New"/>
              </a:rPr>
              <a:t>X86_64</a:t>
            </a:r>
            <a:r>
              <a:rPr b="0" lang="nl-NL" sz="2000" spc="-1" strike="noStrike">
                <a:solidFill>
                  <a:schemeClr val="dk1"/>
                </a:solidFill>
                <a:latin typeface="Calibri"/>
              </a:rPr>
              <a:t> (your typical AMD and Intel chip are of this type), </a:t>
            </a:r>
            <a:r>
              <a:rPr b="0" lang="nl-NL" sz="2000" spc="-1" strike="noStrike">
                <a:solidFill>
                  <a:schemeClr val="dk1"/>
                </a:solidFill>
                <a:latin typeface="Courier New"/>
              </a:rPr>
              <a:t>aarch64</a:t>
            </a:r>
            <a:r>
              <a:rPr b="0" lang="nl-NL" sz="2000" spc="-1" strike="noStrike">
                <a:solidFill>
                  <a:schemeClr val="dk1"/>
                </a:solidFill>
                <a:latin typeface="Calibri"/>
              </a:rPr>
              <a:t> (the ARM-based chip in your phone is of this type). You can </a:t>
            </a:r>
            <a:r>
              <a:rPr b="0" i="1" lang="nl-NL" sz="2000" spc="-1" strike="noStrike">
                <a:solidFill>
                  <a:schemeClr val="dk1"/>
                </a:solidFill>
                <a:latin typeface="Calibri"/>
              </a:rPr>
              <a:t>not</a:t>
            </a:r>
            <a:r>
              <a:rPr b="0" lang="nl-NL" sz="2000" spc="-1" strike="noStrike">
                <a:solidFill>
                  <a:schemeClr val="dk1"/>
                </a:solidFill>
                <a:latin typeface="Calibri"/>
              </a:rPr>
              <a:t> run a program compiled for an </a:t>
            </a:r>
            <a:r>
              <a:rPr b="0" lang="nl-NL" sz="2000" spc="-1" strike="noStrike">
                <a:solidFill>
                  <a:schemeClr val="dk1"/>
                </a:solidFill>
                <a:latin typeface="Courier New"/>
              </a:rPr>
              <a:t>X86_64</a:t>
            </a:r>
            <a:r>
              <a:rPr b="0" lang="nl-NL" sz="2000" spc="-1" strike="noStrike">
                <a:solidFill>
                  <a:schemeClr val="dk1"/>
                </a:solidFill>
                <a:latin typeface="Calibri"/>
              </a:rPr>
              <a:t> on an </a:t>
            </a:r>
            <a:r>
              <a:rPr b="0" lang="nl-NL" sz="2000" spc="-1" strike="noStrike">
                <a:solidFill>
                  <a:schemeClr val="dk1"/>
                </a:solidFill>
                <a:latin typeface="Courier New"/>
              </a:rPr>
              <a:t>aarch64</a:t>
            </a:r>
            <a:r>
              <a:rPr b="0" lang="nl-NL" sz="2000" spc="-1" strike="noStrike">
                <a:solidFill>
                  <a:schemeClr val="dk1"/>
                </a:solidFill>
                <a:latin typeface="Calibri"/>
              </a:rPr>
              <a:t> based chip.</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pPr>
            <a:r>
              <a:rPr b="1" lang="nl-NL" sz="2000" spc="-1" strike="noStrike">
                <a:solidFill>
                  <a:schemeClr val="dk1"/>
                </a:solidFill>
                <a:latin typeface="Calibri"/>
              </a:rPr>
              <a:t>Interpreted languages </a:t>
            </a:r>
            <a:r>
              <a:rPr b="0" lang="nl-NL" sz="2000" spc="-1" strike="noStrike">
                <a:solidFill>
                  <a:schemeClr val="dk1"/>
                </a:solidFill>
                <a:latin typeface="Calibri"/>
              </a:rPr>
              <a:t>are converted to machine instructions </a:t>
            </a:r>
            <a:r>
              <a:rPr b="0" i="1" lang="nl-NL" sz="2000" spc="-1" strike="noStrike">
                <a:solidFill>
                  <a:schemeClr val="dk1"/>
                </a:solidFill>
                <a:latin typeface="Calibri"/>
              </a:rPr>
              <a:t>on the fly</a:t>
            </a:r>
            <a:r>
              <a:rPr b="0" lang="nl-NL" sz="2000" spc="-1" strike="noStrike">
                <a:solidFill>
                  <a:schemeClr val="dk1"/>
                </a:solidFill>
                <a:latin typeface="Calibri"/>
              </a:rPr>
              <a:t> (i.e. while running it), by an interpreter</a:t>
            </a:r>
            <a:endParaRPr b="0" lang="nl-NL" sz="2000" spc="-1" strike="noStrike">
              <a:solidFill>
                <a:schemeClr val="dk1"/>
              </a:solidFill>
              <a:latin typeface="Calibri"/>
            </a:endParaRPr>
          </a:p>
          <a:p>
            <a:pPr lvl="1" marL="539640" indent="-270000" defTabSz="914400">
              <a:lnSpc>
                <a:spcPct val="100000"/>
              </a:lnSpc>
              <a:spcBef>
                <a:spcPts val="601"/>
              </a:spcBef>
              <a:spcAft>
                <a:spcPts val="601"/>
              </a:spcAft>
              <a:buSzPct val="100000"/>
              <a:buBlip>
                <a:blip r:embed="rId5"/>
              </a:buBlip>
            </a:pPr>
            <a:r>
              <a:rPr b="0" lang="nl-NL" sz="2000" spc="-1" strike="noStrike">
                <a:solidFill>
                  <a:schemeClr val="dk1"/>
                </a:solidFill>
                <a:latin typeface="Calibri"/>
              </a:rPr>
              <a:t>Interpreted language is portable to other platforms, as long as the </a:t>
            </a:r>
            <a:r>
              <a:rPr b="0" i="1" lang="nl-NL" sz="2000" spc="-1" strike="noStrike">
                <a:solidFill>
                  <a:schemeClr val="dk1"/>
                </a:solidFill>
                <a:latin typeface="Calibri"/>
              </a:rPr>
              <a:t>interpreter</a:t>
            </a:r>
            <a:r>
              <a:rPr b="0" lang="nl-NL" sz="2000" spc="-1" strike="noStrike">
                <a:solidFill>
                  <a:schemeClr val="dk1"/>
                </a:solidFill>
                <a:latin typeface="Calibri"/>
              </a:rPr>
              <a:t> supports that platform</a:t>
            </a:r>
            <a:endParaRPr b="0" lang="nl-NL" sz="2000" spc="-1" strike="noStrike">
              <a:solidFill>
                <a:schemeClr val="dk1"/>
              </a:solidFill>
              <a:latin typeface="Calibri"/>
            </a:endParaRPr>
          </a:p>
          <a:p>
            <a:pPr marL="289080" indent="-270000" defTabSz="914400">
              <a:lnSpc>
                <a:spcPct val="100000"/>
              </a:lnSpc>
              <a:spcBef>
                <a:spcPts val="601"/>
              </a:spcBef>
              <a:spcAft>
                <a:spcPts val="601"/>
              </a:spcAft>
              <a:buSzPct val="100000"/>
              <a:buBlip>
                <a:blip r:embed="rId6"/>
              </a:buBlip>
            </a:pPr>
            <a:r>
              <a:rPr b="1" lang="nl-NL" sz="2000" spc="-1" strike="noStrike">
                <a:solidFill>
                  <a:schemeClr val="dk1"/>
                </a:solidFill>
                <a:latin typeface="Calibri"/>
              </a:rPr>
              <a:t>Compiled langauges </a:t>
            </a:r>
            <a:r>
              <a:rPr b="0" lang="nl-NL" sz="2000" spc="-1" strike="noStrike">
                <a:solidFill>
                  <a:schemeClr val="dk1"/>
                </a:solidFill>
                <a:latin typeface="Calibri"/>
              </a:rPr>
              <a:t>are often more performant than </a:t>
            </a:r>
            <a:r>
              <a:rPr b="1" lang="nl-NL" sz="2000" spc="-1" strike="noStrike">
                <a:solidFill>
                  <a:schemeClr val="dk1"/>
                </a:solidFill>
                <a:latin typeface="Calibri"/>
              </a:rPr>
              <a:t>interpreted languages</a:t>
            </a:r>
            <a:r>
              <a:rPr b="0" lang="nl-NL" sz="2000" spc="-1" strike="noStrike">
                <a:solidFill>
                  <a:schemeClr val="dk1"/>
                </a:solidFill>
                <a:latin typeface="Calibri"/>
              </a:rPr>
              <a:t>, because the separate compilation step allows high degree of optimization by the compiler. This is </a:t>
            </a:r>
            <a:r>
              <a:rPr b="0" i="1" lang="nl-NL" sz="2000" spc="-1" strike="noStrike">
                <a:solidFill>
                  <a:schemeClr val="dk1"/>
                </a:solidFill>
                <a:latin typeface="Calibri"/>
              </a:rPr>
              <a:t>somewhat </a:t>
            </a:r>
            <a:r>
              <a:rPr b="0" lang="nl-NL" sz="2000" spc="-1" strike="noStrike">
                <a:solidFill>
                  <a:schemeClr val="dk1"/>
                </a:solidFill>
                <a:latin typeface="Calibri"/>
              </a:rPr>
              <a:t>mitigated by </a:t>
            </a:r>
            <a:r>
              <a:rPr b="1" lang="nl-NL" sz="2000" spc="-1" strike="noStrike">
                <a:solidFill>
                  <a:schemeClr val="dk1"/>
                </a:solidFill>
                <a:latin typeface="Calibri"/>
              </a:rPr>
              <a:t>just-in-time (JIT) compilers</a:t>
            </a: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p:txBody>
      </p:sp>
      <p:sp>
        <p:nvSpPr>
          <p:cNvPr id="1440"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5EE192AD-B236-4E46-8ED8-B772F3A2B443}" type="slidenum">
              <a:t>8</a:t>
            </a:fld>
          </a:p>
        </p:txBody>
      </p:sp>
    </p:spTree>
  </p:cSld>
  <mc:AlternateContent>
    <mc:Choice Requires="p14">
      <p:transition spd="med" p14:dur="8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1"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tabLst>
                <a:tab algn="l" pos="0"/>
              </a:tabLst>
            </a:pPr>
            <a:r>
              <a:rPr b="1" lang="nl-NL" sz="3200" spc="-1" strike="noStrike">
                <a:solidFill>
                  <a:schemeClr val="dk1"/>
                </a:solidFill>
                <a:latin typeface="Calibri"/>
              </a:rPr>
              <a:t>Compiled vs interpreted languages</a:t>
            </a:r>
            <a:endParaRPr b="0" lang="nl-NL" sz="3200" spc="-1" strike="noStrike">
              <a:solidFill>
                <a:schemeClr val="dk1"/>
              </a:solidFill>
              <a:latin typeface="Calibri"/>
            </a:endParaRPr>
          </a:p>
        </p:txBody>
      </p:sp>
      <p:sp>
        <p:nvSpPr>
          <p:cNvPr id="1442" name="PlaceHolder 2"/>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1443" name="TextBox 6"/>
          <p:cNvSpPr/>
          <p:nvPr/>
        </p:nvSpPr>
        <p:spPr>
          <a:xfrm>
            <a:off x="2229840" y="6300000"/>
            <a:ext cx="793080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u="sng">
                <a:solidFill>
                  <a:schemeClr val="dk1"/>
                </a:solidFill>
                <a:uFillTx/>
                <a:latin typeface="Calibri"/>
                <a:hlinkClick r:id="rId1"/>
              </a:rPr>
              <a:t>https://greenlab.di.uminho.pt/wp-content/uploads/2017/09/paperSLE.pdf</a:t>
            </a:r>
            <a:r>
              <a:rPr b="0" lang="en-US" sz="1800" spc="-1" strike="noStrike">
                <a:solidFill>
                  <a:schemeClr val="dk1"/>
                </a:solidFill>
                <a:latin typeface="Calibri"/>
              </a:rPr>
              <a:t> </a:t>
            </a:r>
            <a:endParaRPr b="0" lang="en-US" sz="1800" spc="-1" strike="noStrike">
              <a:solidFill>
                <a:srgbClr val="000000"/>
              </a:solidFill>
              <a:latin typeface="Arial"/>
            </a:endParaRPr>
          </a:p>
        </p:txBody>
      </p:sp>
      <p:pic>
        <p:nvPicPr>
          <p:cNvPr id="1444" name="Picture 2" descr="energy efficient"/>
          <p:cNvPicPr/>
          <p:nvPr/>
        </p:nvPicPr>
        <p:blipFill>
          <a:blip r:embed="rId2"/>
          <a:stretch/>
        </p:blipFill>
        <p:spPr>
          <a:xfrm>
            <a:off x="4765320" y="1000080"/>
            <a:ext cx="5905440" cy="5299560"/>
          </a:xfrm>
          <a:prstGeom prst="rect">
            <a:avLst/>
          </a:prstGeom>
          <a:ln w="0">
            <a:noFill/>
          </a:ln>
        </p:spPr>
      </p:pic>
      <p:sp>
        <p:nvSpPr>
          <p:cNvPr id="1445" name="PlaceHolder 3"/>
          <p:cNvSpPr>
            <a:spLocks noGrp="1"/>
          </p:cNvSpPr>
          <p:nvPr>
            <p:ph/>
          </p:nvPr>
        </p:nvSpPr>
        <p:spPr>
          <a:xfrm>
            <a:off x="516240" y="1145160"/>
            <a:ext cx="424836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R. Pereira et al (2017) explored the efficiency of different programming language to solve a fixed set of numerical problems </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C = compiled, i = interpreted, v = virtual machine language</a:t>
            </a:r>
            <a:endParaRPr b="0" lang="nl-NL" sz="2000" spc="-1" strike="noStrike">
              <a:solidFill>
                <a:schemeClr val="dk1"/>
              </a:solidFill>
              <a:latin typeface="Calibri"/>
            </a:endParaRPr>
          </a:p>
        </p:txBody>
      </p:sp>
      <p:sp>
        <p:nvSpPr>
          <p:cNvPr id="5" name="PlaceHolder 4"/>
          <p:cNvSpPr>
            <a:spLocks noGrp="1"/>
          </p:cNvSpPr>
          <p:nvPr>
            <p:ph type="sldNum" idx="27"/>
          </p:nvPr>
        </p:nvSpPr>
        <p:spPr/>
        <p:txBody>
          <a:bodyPr/>
          <a:p>
            <a:fld id="{CC64C30B-355A-4D9A-B3EC-23CBC4B70DB0}" type="slidenum">
              <a:t>9</a:t>
            </a:fld>
          </a:p>
        </p:txBody>
      </p:sp>
    </p:spTree>
  </p:cSld>
  <mc:AlternateContent>
    <mc:Choice Requires="p14">
      <p:transition spd="med" p14:dur="8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6"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Computer architecture / Instruction Set Architecture (ISA)</a:t>
            </a:r>
            <a:endParaRPr b="0" lang="nl-NL" sz="3200" spc="-1" strike="noStrike">
              <a:solidFill>
                <a:schemeClr val="dk1"/>
              </a:solidFill>
              <a:latin typeface="Calibri"/>
            </a:endParaRPr>
          </a:p>
        </p:txBody>
      </p:sp>
      <p:sp>
        <p:nvSpPr>
          <p:cNvPr id="1447"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Not all processors understand the same instructions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Intel &amp; AMD produce “</a:t>
            </a:r>
            <a:r>
              <a:rPr b="0" lang="nl-NL" sz="2000" spc="-1" strike="noStrike">
                <a:solidFill>
                  <a:schemeClr val="dk1"/>
                </a:solidFill>
                <a:latin typeface="Courier New"/>
              </a:rPr>
              <a:t>X86_64</a:t>
            </a:r>
            <a:r>
              <a:rPr b="0" lang="nl-NL" sz="2000" spc="-1" strike="noStrike">
                <a:solidFill>
                  <a:schemeClr val="dk1"/>
                </a:solidFill>
                <a:latin typeface="Calibri"/>
              </a:rPr>
              <a:t> processors”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Your phone contains “</a:t>
            </a:r>
            <a:r>
              <a:rPr b="0" lang="nl-NL" sz="2000" spc="-1" strike="noStrike">
                <a:solidFill>
                  <a:schemeClr val="dk1"/>
                </a:solidFill>
                <a:latin typeface="Courier New"/>
              </a:rPr>
              <a:t>aarch64</a:t>
            </a:r>
            <a:r>
              <a:rPr b="0" lang="nl-NL" sz="2000" spc="-1" strike="noStrike">
                <a:solidFill>
                  <a:schemeClr val="dk1"/>
                </a:solidFill>
                <a:latin typeface="Calibri"/>
              </a:rPr>
              <a:t>” (or ARM) processors.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An Instruction Set Architecture (ISA) defines things like which registers a processor has, and which operations (instructions) it can do on those registers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A binary compiled for </a:t>
            </a:r>
            <a:r>
              <a:rPr b="0" lang="nl-NL" sz="2000" spc="-1" strike="noStrike">
                <a:solidFill>
                  <a:schemeClr val="dk1"/>
                </a:solidFill>
                <a:latin typeface="Courier New"/>
              </a:rPr>
              <a:t>X86_64</a:t>
            </a:r>
            <a:r>
              <a:rPr b="0" lang="nl-NL" sz="2000" spc="-1" strike="noStrike">
                <a:solidFill>
                  <a:schemeClr val="dk1"/>
                </a:solidFill>
                <a:latin typeface="Calibri"/>
              </a:rPr>
              <a:t> will not execute on an </a:t>
            </a:r>
            <a:r>
              <a:rPr b="0" lang="nl-NL" sz="2000" spc="-1" strike="noStrike">
                <a:solidFill>
                  <a:schemeClr val="dk1"/>
                </a:solidFill>
                <a:latin typeface="Courier New"/>
              </a:rPr>
              <a:t>aarch64</a:t>
            </a:r>
            <a:r>
              <a:rPr b="0" lang="nl-NL" sz="2000" spc="-1" strike="noStrike">
                <a:solidFill>
                  <a:schemeClr val="dk1"/>
                </a:solidFill>
                <a:latin typeface="Calibri"/>
              </a:rPr>
              <a:t> processor. That processor simply does not support the instructions!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5"/>
              </a:buBlip>
              <a:tabLst>
                <a:tab algn="l" pos="0"/>
              </a:tabLst>
            </a:pPr>
            <a:r>
              <a:rPr b="0" lang="nl-NL" sz="2000" spc="-1" strike="noStrike">
                <a:solidFill>
                  <a:schemeClr val="dk1"/>
                </a:solidFill>
                <a:latin typeface="Calibri"/>
              </a:rPr>
              <a:t>Analogy: Intel and AMD processors speak Dutch, while ARM processors speak English. They won’t understand eachothers instructions!</a:t>
            </a:r>
            <a:endParaRPr b="0" lang="nl-NL" sz="2000" spc="-1" strike="noStrike">
              <a:solidFill>
                <a:schemeClr val="dk1"/>
              </a:solidFill>
              <a:latin typeface="Calibri"/>
            </a:endParaRPr>
          </a:p>
        </p:txBody>
      </p:sp>
      <p:sp>
        <p:nvSpPr>
          <p:cNvPr id="1448"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1449" name="TextBox 6"/>
          <p:cNvSpPr/>
          <p:nvPr/>
        </p:nvSpPr>
        <p:spPr>
          <a:xfrm>
            <a:off x="909000" y="5117760"/>
            <a:ext cx="610200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u="sng">
                <a:solidFill>
                  <a:schemeClr val="dk1"/>
                </a:solidFill>
                <a:uFillTx/>
                <a:latin typeface="Calibri"/>
                <a:hlinkClick r:id="rId6"/>
              </a:rPr>
              <a:t>https://en.wikipedia.org/wiki/Instruction_set_architecture</a:t>
            </a:r>
            <a:r>
              <a:rPr b="0" lang="en-US" sz="1800" spc="-1" strike="noStrike">
                <a:solidFill>
                  <a:schemeClr val="dk1"/>
                </a:solidFill>
                <a:latin typeface="Calibri"/>
              </a:rPr>
              <a:t> </a:t>
            </a:r>
            <a:endParaRPr b="0" lang="en-US" sz="1800" spc="-1" strike="noStrike">
              <a:solidFill>
                <a:srgbClr val="000000"/>
              </a:solidFill>
              <a:latin typeface="Arial"/>
            </a:endParaRPr>
          </a:p>
        </p:txBody>
      </p:sp>
      <p:sp>
        <p:nvSpPr>
          <p:cNvPr id="1450" name="TextBox 8"/>
          <p:cNvSpPr/>
          <p:nvPr/>
        </p:nvSpPr>
        <p:spPr>
          <a:xfrm>
            <a:off x="909000" y="5504760"/>
            <a:ext cx="610200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u="sng">
                <a:solidFill>
                  <a:schemeClr val="dk1"/>
                </a:solidFill>
                <a:uFillTx/>
                <a:latin typeface="Calibri"/>
                <a:hlinkClick r:id="rId7"/>
              </a:rPr>
              <a:t>https://en.wikipedia.org/wiki/X86-64</a:t>
            </a:r>
            <a:r>
              <a:rPr b="0" lang="en-US" sz="1800" spc="-1" strike="noStrike">
                <a:solidFill>
                  <a:schemeClr val="dk1"/>
                </a:solidFill>
                <a:latin typeface="Calibri"/>
              </a:rPr>
              <a:t> </a:t>
            </a:r>
            <a:endParaRPr b="0" lang="en-US" sz="1800" spc="-1" strike="noStrike">
              <a:solidFill>
                <a:srgbClr val="000000"/>
              </a:solidFill>
              <a:latin typeface="Arial"/>
            </a:endParaRPr>
          </a:p>
        </p:txBody>
      </p:sp>
      <p:sp>
        <p:nvSpPr>
          <p:cNvPr id="1451" name="TextBox 10"/>
          <p:cNvSpPr/>
          <p:nvPr/>
        </p:nvSpPr>
        <p:spPr>
          <a:xfrm>
            <a:off x="909000" y="5874120"/>
            <a:ext cx="610200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u="sng">
                <a:solidFill>
                  <a:schemeClr val="dk1"/>
                </a:solidFill>
                <a:uFillTx/>
                <a:latin typeface="Calibri"/>
                <a:hlinkClick r:id="rId8"/>
              </a:rPr>
              <a:t>https://en.wikipedia.org/wiki/AArch64</a:t>
            </a:r>
            <a:r>
              <a:rPr b="0" lang="en-US" sz="1800" spc="-1" strike="noStrike">
                <a:solidFill>
                  <a:schemeClr val="dk1"/>
                </a:solidFill>
                <a:latin typeface="Calibri"/>
              </a:rPr>
              <a:t> </a:t>
            </a:r>
            <a:endParaRPr b="0" lang="en-US" sz="1800" spc="-1" strike="noStrike">
              <a:solidFill>
                <a:srgbClr val="000000"/>
              </a:solidFill>
              <a:latin typeface="Arial"/>
            </a:endParaRPr>
          </a:p>
        </p:txBody>
      </p:sp>
      <p:sp>
        <p:nvSpPr>
          <p:cNvPr id="5" name="PlaceHolder 4"/>
          <p:cNvSpPr>
            <a:spLocks noGrp="1"/>
          </p:cNvSpPr>
          <p:nvPr>
            <p:ph type="sldNum" idx="27"/>
          </p:nvPr>
        </p:nvSpPr>
        <p:spPr/>
        <p:txBody>
          <a:bodyPr/>
          <a:p>
            <a:fld id="{5D4C208D-74D7-4003-9342-B1B349200612}" type="slidenum">
              <a:t>10</a:t>
            </a:fld>
          </a:p>
        </p:txBody>
      </p:sp>
    </p:spTree>
  </p:cSld>
  <mc:AlternateContent>
    <mc:Choice Requires="p14">
      <p:transition spd="med" p14:dur="8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2"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Micro-architecture</a:t>
            </a:r>
            <a:endParaRPr b="0" lang="nl-NL" sz="3200" spc="-1" strike="noStrike">
              <a:solidFill>
                <a:schemeClr val="dk1"/>
              </a:solidFill>
              <a:latin typeface="Calibri"/>
            </a:endParaRPr>
          </a:p>
        </p:txBody>
      </p:sp>
      <p:sp>
        <p:nvSpPr>
          <p:cNvPr id="1453"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All </a:t>
            </a:r>
            <a:r>
              <a:rPr b="0" lang="nl-NL" sz="2000" spc="-1" strike="noStrike">
                <a:solidFill>
                  <a:schemeClr val="dk1"/>
                </a:solidFill>
                <a:latin typeface="Courier New"/>
              </a:rPr>
              <a:t>X86_64</a:t>
            </a:r>
            <a:r>
              <a:rPr b="0" lang="nl-NL" sz="2000" spc="-1" strike="noStrike">
                <a:solidFill>
                  <a:schemeClr val="dk1"/>
                </a:solidFill>
                <a:latin typeface="Calibri"/>
              </a:rPr>
              <a:t> CPUs support the same </a:t>
            </a:r>
            <a:r>
              <a:rPr b="0" i="1" lang="nl-NL" sz="2000" spc="-1" strike="noStrike">
                <a:solidFill>
                  <a:schemeClr val="dk1"/>
                </a:solidFill>
                <a:latin typeface="Calibri"/>
              </a:rPr>
              <a:t>basic</a:t>
            </a:r>
            <a:r>
              <a:rPr b="0" lang="nl-NL" sz="2000" spc="-1" strike="noStrike">
                <a:solidFill>
                  <a:schemeClr val="dk1"/>
                </a:solidFill>
                <a:latin typeface="Calibri"/>
              </a:rPr>
              <a:t> instructions. But they support </a:t>
            </a:r>
            <a:r>
              <a:rPr b="0" i="1" lang="nl-NL" sz="2000" spc="-1" strike="noStrike">
                <a:solidFill>
                  <a:schemeClr val="dk1"/>
                </a:solidFill>
                <a:latin typeface="Calibri"/>
              </a:rPr>
              <a:t>different</a:t>
            </a:r>
            <a:r>
              <a:rPr b="0" lang="nl-NL" sz="2000" spc="-1" strike="noStrike">
                <a:solidFill>
                  <a:schemeClr val="dk1"/>
                </a:solidFill>
                <a:latin typeface="Calibri"/>
              </a:rPr>
              <a:t> extensions to the instruction set: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AMD Zen2: BMI, BMI2, CLWB, F16C, FMA, FSGSBASE, AVX, AVX2, ADCX, RDSEED, MWAITX, SHA, CLZERO, AES, PCLMUL, CX16, MOVBE, MMX, SSE, SSE2, SSE3, SSE4A, SSSE3, SSE4.1, SSE4.2, ABM, XSAVEC, XSAVES, CLFLUSHOPT, POPCNT, RDPID, WBNOINVD</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Icelake: MOVBE, MMX, SSE, SSE2, SSE3, SSSE3, SSE4.1, SSE4.2, POPCNT, CX16, SAHF, FXSR, AVX, XSAVE, PCLMUL, FSGSBASE, RDRND, F16C, AVX2, BMI, BMI2, LZCNT, FMA, MOVBE, HLE, RDSEED, ADCX, PREFETCHW, AES, CLFLUSHOPT, XSAVEC, XSAVES, SGX, AVX512F, AVX512VL, AVX512BW, AVX512DQ, AVX512CD, PKU, AVX512VBMI, AVX512IFMA, SHA, AVX512VNNI, GFNI, VAES, AVX512VBMI2 , VPCLMULQDQ, AVX512BITALG, RDPID, AVX512VPOPCNTDQ, PCONFIG, WBNOINVD and CLWB</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Analogy: Zen2 CPUs speaks every-day Dutch, Icelake CPUs Dutch including legal jargon. They’ll understand eachother, as long as no legal-specific words are used.</a:t>
            </a:r>
            <a:endParaRPr b="0" lang="nl-NL" sz="2000" spc="-1" strike="noStrike">
              <a:solidFill>
                <a:schemeClr val="dk1"/>
              </a:solidFill>
              <a:latin typeface="Calibri"/>
            </a:endParaRPr>
          </a:p>
        </p:txBody>
      </p:sp>
      <p:sp>
        <p:nvSpPr>
          <p:cNvPr id="1454"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1455" name="TextBox 6"/>
          <p:cNvSpPr/>
          <p:nvPr/>
        </p:nvSpPr>
        <p:spPr>
          <a:xfrm>
            <a:off x="909000" y="5869440"/>
            <a:ext cx="610200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u="sng">
                <a:solidFill>
                  <a:schemeClr val="dk1"/>
                </a:solidFill>
                <a:uFillTx/>
                <a:latin typeface="Calibri"/>
                <a:hlinkClick r:id="rId4"/>
              </a:rPr>
              <a:t>https://en.wikichip.org/wiki/amd/microarchitectures/zen_2</a:t>
            </a:r>
            <a:r>
              <a:rPr b="0" lang="en-US" sz="1800" spc="-1" strike="noStrike">
                <a:solidFill>
                  <a:schemeClr val="dk1"/>
                </a:solidFill>
                <a:latin typeface="Calibri"/>
              </a:rPr>
              <a:t> </a:t>
            </a:r>
            <a:endParaRPr b="0" lang="en-US" sz="1800" spc="-1" strike="noStrike">
              <a:solidFill>
                <a:srgbClr val="000000"/>
              </a:solidFill>
              <a:latin typeface="Arial"/>
            </a:endParaRPr>
          </a:p>
        </p:txBody>
      </p:sp>
      <p:sp>
        <p:nvSpPr>
          <p:cNvPr id="1456" name="TextBox 8"/>
          <p:cNvSpPr/>
          <p:nvPr/>
        </p:nvSpPr>
        <p:spPr>
          <a:xfrm>
            <a:off x="909000" y="6223680"/>
            <a:ext cx="686376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u="sng">
                <a:solidFill>
                  <a:schemeClr val="dk1"/>
                </a:solidFill>
                <a:uFillTx/>
                <a:latin typeface="Calibri"/>
                <a:hlinkClick r:id="rId5"/>
              </a:rPr>
              <a:t>https://en.wikichip.org/wiki/intel/microarchitectures/ice_lake_(client)</a:t>
            </a:r>
            <a:r>
              <a:rPr b="0" lang="en-US" sz="1800" spc="-1" strike="noStrike">
                <a:solidFill>
                  <a:schemeClr val="dk1"/>
                </a:solidFill>
                <a:latin typeface="Calibri"/>
              </a:rPr>
              <a:t> </a:t>
            </a:r>
            <a:endParaRPr b="0" lang="en-US" sz="1800" spc="-1" strike="noStrike">
              <a:solidFill>
                <a:srgbClr val="000000"/>
              </a:solidFill>
              <a:latin typeface="Arial"/>
            </a:endParaRPr>
          </a:p>
        </p:txBody>
      </p:sp>
      <p:sp>
        <p:nvSpPr>
          <p:cNvPr id="5" name="PlaceHolder 4"/>
          <p:cNvSpPr>
            <a:spLocks noGrp="1"/>
          </p:cNvSpPr>
          <p:nvPr>
            <p:ph type="sldNum" idx="27"/>
          </p:nvPr>
        </p:nvSpPr>
        <p:spPr/>
        <p:txBody>
          <a:bodyPr/>
          <a:p>
            <a:fld id="{50F08B86-1CB5-4A86-82AE-7D68F871A8D8}" type="slidenum">
              <a:t>11</a:t>
            </a:fld>
          </a:p>
        </p:txBody>
      </p:sp>
    </p:spTree>
  </p:cSld>
  <mc:AlternateContent>
    <mc:Choice Requires="p14">
      <p:transition spd="med" p14:dur="8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7"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tabLst>
                <a:tab algn="l" pos="0"/>
              </a:tabLst>
            </a:pPr>
            <a:r>
              <a:rPr b="1" lang="nl-NL" sz="3200" spc="-1" strike="noStrike">
                <a:solidFill>
                  <a:schemeClr val="dk1"/>
                </a:solidFill>
                <a:latin typeface="Calibri"/>
              </a:rPr>
              <a:t>Demo: Compute the square of a number in C</a:t>
            </a:r>
            <a:endParaRPr b="0" lang="nl-NL" sz="3200" spc="-1" strike="noStrike">
              <a:solidFill>
                <a:schemeClr val="dk1"/>
              </a:solidFill>
              <a:latin typeface="Calibri"/>
            </a:endParaRPr>
          </a:p>
        </p:txBody>
      </p:sp>
      <p:sp>
        <p:nvSpPr>
          <p:cNvPr id="1458" name="PlaceHolder 2"/>
          <p:cNvSpPr>
            <a:spLocks noGrp="1"/>
          </p:cNvSpPr>
          <p:nvPr>
            <p:ph/>
          </p:nvPr>
        </p:nvSpPr>
        <p:spPr>
          <a:xfrm>
            <a:off x="516240" y="1145160"/>
            <a:ext cx="9881640" cy="4979160"/>
          </a:xfrm>
          <a:prstGeom prst="rect">
            <a:avLst/>
          </a:prstGeom>
          <a:noFill/>
          <a:ln w="0">
            <a:noFill/>
          </a:ln>
        </p:spPr>
        <p:txBody>
          <a:bodyPr lIns="0" rIns="0" tIns="0" bIns="0" anchor="t">
            <a:noAutofit/>
          </a:bodyPr>
          <a:p>
            <a:pPr indent="0" defTabSz="914400">
              <a:lnSpc>
                <a:spcPct val="100000"/>
              </a:lnSpc>
              <a:buNone/>
              <a:tabLst>
                <a:tab algn="l" pos="0"/>
              </a:tabLst>
            </a:pPr>
            <a:r>
              <a:rPr b="0" lang="en-US" sz="1200" spc="-1" strike="noStrike">
                <a:solidFill>
                  <a:schemeClr val="dk1"/>
                </a:solidFill>
                <a:latin typeface="Courier New"/>
              </a:rPr>
              <a:t>#square.c</a:t>
            </a:r>
            <a:endParaRPr b="0" lang="nl-NL" sz="12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#include &lt;stdio.h&gt;</a:t>
            </a:r>
            <a:endParaRPr b="0" lang="nl-NL" sz="12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double square(double a) {</a:t>
            </a: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return a*a;</a:t>
            </a: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a:t>
            </a:r>
            <a:endParaRPr b="0" lang="nl-NL" sz="12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int main() {</a:t>
            </a: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double a, square_a;</a:t>
            </a: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printf("Enter one number: ");</a:t>
            </a: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scanf("%lf", &amp;a);</a:t>
            </a:r>
            <a:endParaRPr b="0" lang="nl-NL" sz="12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 Calculating square</a:t>
            </a: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square_a = square(a);</a:t>
            </a:r>
            <a:endParaRPr b="0" lang="nl-NL" sz="12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 %.2lf displays number up to 2 decimal point</a:t>
            </a: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printf("Square = %.2lf\n", square_a);</a:t>
            </a:r>
            <a:endParaRPr b="0" lang="nl-NL" sz="12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    </a:t>
            </a:r>
            <a:r>
              <a:rPr b="0" lang="en-US" sz="1200" spc="-1" strike="noStrike">
                <a:solidFill>
                  <a:schemeClr val="dk1"/>
                </a:solidFill>
                <a:latin typeface="Courier New"/>
              </a:rPr>
              <a:t>return 0;</a:t>
            </a:r>
            <a:endParaRPr b="0" lang="nl-NL" sz="1200" spc="-1" strike="noStrike">
              <a:solidFill>
                <a:schemeClr val="dk1"/>
              </a:solidFill>
              <a:latin typeface="Calibri"/>
            </a:endParaRPr>
          </a:p>
          <a:p>
            <a:pPr indent="0" defTabSz="914400">
              <a:lnSpc>
                <a:spcPct val="100000"/>
              </a:lnSpc>
              <a:buNone/>
              <a:tabLst>
                <a:tab algn="l" pos="0"/>
              </a:tabLst>
            </a:pPr>
            <a:r>
              <a:rPr b="0" lang="en-US" sz="1200" spc="-1" strike="noStrike">
                <a:solidFill>
                  <a:schemeClr val="dk1"/>
                </a:solidFill>
                <a:latin typeface="Courier New"/>
              </a:rPr>
              <a:t>}</a:t>
            </a:r>
            <a:endParaRPr b="0" lang="nl-NL" sz="12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nl-NL" sz="1200" spc="-1" strike="noStrike">
                <a:solidFill>
                  <a:schemeClr val="dk1"/>
                </a:solidFill>
                <a:latin typeface="Courier New"/>
              </a:rPr>
              <a:t>gcc –o square_binary square.c</a:t>
            </a:r>
            <a:endParaRPr b="0" lang="nl-NL" sz="1200" spc="-1" strike="noStrike">
              <a:solidFill>
                <a:schemeClr val="dk1"/>
              </a:solidFill>
              <a:latin typeface="Calibri"/>
            </a:endParaRPr>
          </a:p>
          <a:p>
            <a:pPr indent="0" defTabSz="914400">
              <a:lnSpc>
                <a:spcPct val="100000"/>
              </a:lnSpc>
              <a:buNone/>
              <a:tabLst>
                <a:tab algn="l" pos="0"/>
              </a:tabLst>
            </a:pPr>
            <a:r>
              <a:rPr b="0" lang="nl-NL" sz="1200" spc="-1" strike="noStrike">
                <a:solidFill>
                  <a:schemeClr val="dk1"/>
                </a:solidFill>
                <a:latin typeface="Courier New"/>
              </a:rPr>
              <a:t>chmod u+x square_binary</a:t>
            </a:r>
            <a:endParaRPr b="0" lang="nl-NL" sz="1200" spc="-1" strike="noStrike">
              <a:solidFill>
                <a:schemeClr val="dk1"/>
              </a:solidFill>
              <a:latin typeface="Calibri"/>
            </a:endParaRPr>
          </a:p>
          <a:p>
            <a:pPr indent="0" defTabSz="914400">
              <a:lnSpc>
                <a:spcPct val="100000"/>
              </a:lnSpc>
              <a:buNone/>
              <a:tabLst>
                <a:tab algn="l" pos="0"/>
              </a:tabLst>
            </a:pPr>
            <a:r>
              <a:rPr b="0" lang="nl-NL" sz="1200" spc="-1" strike="noStrike">
                <a:solidFill>
                  <a:schemeClr val="dk1"/>
                </a:solidFill>
                <a:latin typeface="Courier New"/>
              </a:rPr>
              <a:t>./square_binary</a:t>
            </a:r>
            <a:endParaRPr b="0" lang="nl-NL" sz="1200" spc="-1" strike="noStrike">
              <a:solidFill>
                <a:schemeClr val="dk1"/>
              </a:solidFill>
              <a:latin typeface="Calibri"/>
            </a:endParaRPr>
          </a:p>
        </p:txBody>
      </p:sp>
      <p:sp>
        <p:nvSpPr>
          <p:cNvPr id="1459"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EB40B9E0-39B3-4C21-9F1F-56BCD351EE05}" type="slidenum">
              <a:t>12</a:t>
            </a:fld>
          </a:p>
        </p:txBody>
      </p:sp>
    </p:spTree>
  </p:cSld>
  <mc:AlternateContent>
    <mc:Choice Requires="p14">
      <p:transition spd="med" p14:dur="8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0"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Optimizing for micro-architecture</a:t>
            </a:r>
            <a:endParaRPr b="0" lang="nl-NL" sz="3200" spc="-1" strike="noStrike">
              <a:solidFill>
                <a:schemeClr val="dk1"/>
              </a:solidFill>
              <a:latin typeface="Calibri"/>
            </a:endParaRPr>
          </a:p>
        </p:txBody>
      </p:sp>
      <p:sp>
        <p:nvSpPr>
          <p:cNvPr id="1461"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2000" spc="-1" strike="noStrike">
                <a:solidFill>
                  <a:schemeClr val="dk1"/>
                </a:solidFill>
                <a:latin typeface="Calibri"/>
              </a:rPr>
              <a:t>We can ask the compiler to optimize for a certain </a:t>
            </a:r>
            <a:r>
              <a:rPr b="0" i="1" lang="en-US" sz="2000" spc="-1" strike="noStrike">
                <a:solidFill>
                  <a:schemeClr val="dk1"/>
                </a:solidFill>
                <a:latin typeface="Calibri"/>
              </a:rPr>
              <a:t>micro-architecture</a:t>
            </a:r>
            <a:r>
              <a:rPr b="0" lang="en-US" sz="2000" spc="-1" strike="noStrike">
                <a:solidFill>
                  <a:schemeClr val="dk1"/>
                </a:solidFill>
                <a:latin typeface="Calibri"/>
              </a:rPr>
              <a: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600" spc="-1" strike="noStrike">
                <a:solidFill>
                  <a:schemeClr val="dk1"/>
                </a:solidFill>
                <a:latin typeface="Courier New"/>
              </a:rPr>
              <a:t>gcc -march=icelake-server -o square_binary square.c</a:t>
            </a:r>
            <a:endParaRPr b="0" lang="nl-NL" sz="16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800" spc="-1" strike="noStrike">
                <a:solidFill>
                  <a:schemeClr val="dk1"/>
                </a:solidFill>
                <a:latin typeface="Calibri"/>
              </a:rPr>
              <a:t>When translating the source code to machine code, the compiler </a:t>
            </a:r>
            <a:r>
              <a:rPr b="0" i="1" lang="en-US" sz="1800" spc="-1" strike="noStrike">
                <a:solidFill>
                  <a:schemeClr val="dk1"/>
                </a:solidFill>
                <a:latin typeface="Calibri"/>
              </a:rPr>
              <a:t>may</a:t>
            </a:r>
            <a:r>
              <a:rPr b="0" lang="en-US" sz="1800" spc="-1" strike="noStrike">
                <a:solidFill>
                  <a:schemeClr val="dk1"/>
                </a:solidFill>
                <a:latin typeface="Calibri"/>
              </a:rPr>
              <a:t> use instructions that are only supported on AMD-Zen2 chips.</a:t>
            </a:r>
            <a:endParaRPr b="0" lang="nl-NL" sz="18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800" spc="-1" strike="noStrike">
                <a:solidFill>
                  <a:schemeClr val="dk1"/>
                </a:solidFill>
                <a:latin typeface="Courier New"/>
              </a:rPr>
              <a:t>./square_binary</a:t>
            </a:r>
            <a:endParaRPr b="0" lang="nl-NL" sz="18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800" spc="-1" strike="noStrike">
                <a:solidFill>
                  <a:schemeClr val="dk1"/>
                </a:solidFill>
                <a:latin typeface="Calibri"/>
              </a:rPr>
              <a:t>Still works. Why? No icelake-specific instructions (i.e. no “legal jargon”) was used!</a:t>
            </a:r>
            <a:endParaRPr b="0" lang="nl-NL" sz="1800" spc="-1" strike="noStrike">
              <a:solidFill>
                <a:schemeClr val="dk1"/>
              </a:solidFill>
              <a:latin typeface="Calibri"/>
            </a:endParaRPr>
          </a:p>
        </p:txBody>
      </p:sp>
      <p:sp>
        <p:nvSpPr>
          <p:cNvPr id="1462"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A8421708-1794-415A-BD18-1BD2729FFB30}" type="slidenum">
              <a:t>13</a:t>
            </a:fld>
          </a:p>
        </p:txBody>
      </p:sp>
    </p:spTree>
  </p:cSld>
  <mc:AlternateContent>
    <mc:Choice Requires="p14">
      <p:transition spd="med" p14:dur="8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3"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Optimizing for micro-architecture</a:t>
            </a:r>
            <a:endParaRPr b="0" lang="nl-NL" sz="3200" spc="-1" strike="noStrike">
              <a:solidFill>
                <a:schemeClr val="dk1"/>
              </a:solidFill>
              <a:latin typeface="Calibri"/>
            </a:endParaRPr>
          </a:p>
        </p:txBody>
      </p:sp>
      <p:sp>
        <p:nvSpPr>
          <p:cNvPr id="1464"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en-US" sz="1800" spc="-1" strike="noStrike">
                <a:solidFill>
                  <a:schemeClr val="dk1"/>
                </a:solidFill>
                <a:latin typeface="Calibri"/>
              </a:rPr>
              <a:t>What if I take a vector addition example?*</a:t>
            </a:r>
            <a:endParaRPr b="0" lang="nl-NL" sz="18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600" spc="-1" strike="noStrike">
                <a:solidFill>
                  <a:schemeClr val="dk1"/>
                </a:solidFill>
                <a:latin typeface="Courier New"/>
              </a:rPr>
              <a:t>gcc -march=icelake-server -mprefer-vector-width=512 -O3 -o vectadd vectadd.c</a:t>
            </a:r>
            <a:endParaRPr b="0" lang="nl-NL" sz="16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600" spc="-1" strike="noStrike">
                <a:solidFill>
                  <a:schemeClr val="dk1"/>
                </a:solidFill>
                <a:latin typeface="Courier New"/>
              </a:rPr>
              <a:t>./vectadd</a:t>
            </a:r>
            <a:endParaRPr b="0" lang="nl-NL" sz="16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800" spc="-1" strike="noStrike">
                <a:solidFill>
                  <a:schemeClr val="dk1"/>
                </a:solidFill>
                <a:latin typeface="Courier New"/>
              </a:rPr>
              <a:t>Illegal instruction</a:t>
            </a:r>
            <a:endParaRPr b="0" lang="nl-NL" sz="18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800" spc="-1" strike="noStrike">
                <a:solidFill>
                  <a:schemeClr val="dk1"/>
                </a:solidFill>
                <a:latin typeface="Calibri"/>
              </a:rPr>
              <a:t>This makes sense: icelake-server supports the AVX512 extension, thus, the compiler decided to generate AVX512 instructions. However, the CPU I’m running on (AMD Zen2) does not support these.</a:t>
            </a:r>
            <a:endParaRPr b="0" lang="nl-NL" sz="18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800" spc="-1" strike="noStrike">
                <a:solidFill>
                  <a:schemeClr val="dk1"/>
                </a:solidFill>
                <a:latin typeface="Calibri"/>
              </a:rPr>
              <a:t>Analogy: “Legal jargon” was used, and the common Dutch person (AMD Zen2 CPU) now fails to understand the instructions</a:t>
            </a:r>
            <a:endParaRPr b="0" lang="nl-NL" sz="18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6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1600" spc="-1" strike="noStrike">
                <a:solidFill>
                  <a:schemeClr val="dk1"/>
                </a:solidFill>
                <a:latin typeface="Calibri"/>
              </a:rPr>
              <a:t>*I cheat a little bit here by specifying </a:t>
            </a:r>
            <a:r>
              <a:rPr b="0" lang="en-US" sz="1600" spc="-1" strike="noStrike">
                <a:solidFill>
                  <a:schemeClr val="dk1"/>
                </a:solidFill>
                <a:latin typeface="Courier New"/>
              </a:rPr>
              <a:t>mprefer-vector-width</a:t>
            </a:r>
            <a:r>
              <a:rPr b="0" lang="en-US" sz="1600" spc="-1" strike="noStrike">
                <a:solidFill>
                  <a:schemeClr val="dk1"/>
                </a:solidFill>
                <a:latin typeface="Calibri"/>
              </a:rPr>
              <a:t> to convince the compiler that I prefer 512-bit vector operations, if possible. Leaving it to the compiler, it will decide 256-bit vector operations are faster for my dummy code – and those are also support on my AMD Zen2.</a:t>
            </a:r>
            <a:endParaRPr b="0" lang="nl-NL" sz="1600" spc="-1" strike="noStrike">
              <a:solidFill>
                <a:schemeClr val="dk1"/>
              </a:solidFill>
              <a:latin typeface="Calibri"/>
            </a:endParaRPr>
          </a:p>
        </p:txBody>
      </p:sp>
      <p:sp>
        <p:nvSpPr>
          <p:cNvPr id="1465"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16DB00B1-1688-4DCC-9FF4-376482D4FE2D}" type="slidenum">
              <a:t>14</a:t>
            </a:fld>
          </a:p>
        </p:txBody>
      </p:sp>
    </p:spTree>
  </p:cSld>
  <mc:AlternateContent>
    <mc:Choice Requires="p14">
      <p:transition spd="med" p14:dur="8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6"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What is a library?</a:t>
            </a:r>
            <a:endParaRPr b="0" lang="nl-NL" sz="3200" spc="-1" strike="noStrike">
              <a:solidFill>
                <a:schemeClr val="dk1"/>
              </a:solidFill>
              <a:latin typeface="Calibri"/>
            </a:endParaRPr>
          </a:p>
        </p:txBody>
      </p:sp>
      <p:sp>
        <p:nvSpPr>
          <p:cNvPr id="1467"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A library is a reusable set of functions. Demo: we can put our ‘square’ function in a library</a:t>
            </a:r>
            <a:endParaRPr b="0" lang="nl-NL" sz="20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ourier New"/>
              </a:rPr>
              <a:t>#square_function.c</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ourier New"/>
              </a:rPr>
              <a:t>double square(double a) {</a:t>
            </a: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ourier New"/>
              </a:rPr>
              <a:t>    </a:t>
            </a:r>
            <a:r>
              <a:rPr b="0" lang="en-US" sz="1600" spc="-1" strike="noStrike">
                <a:solidFill>
                  <a:schemeClr val="dk1"/>
                </a:solidFill>
                <a:latin typeface="Courier New"/>
              </a:rPr>
              <a:t>return a*a;</a:t>
            </a: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ourier New"/>
              </a:rPr>
              <a:t>}</a:t>
            </a:r>
            <a:endParaRPr b="0" lang="nl-NL" sz="16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800" spc="-1" strike="noStrike">
                <a:solidFill>
                  <a:schemeClr val="dk1"/>
                </a:solidFill>
                <a:latin typeface="Calibri"/>
              </a:rPr>
              <a:t>We build the shared library:</a:t>
            </a:r>
            <a:endParaRPr b="0" lang="nl-NL" sz="1800" spc="-1" strike="noStrike">
              <a:solidFill>
                <a:schemeClr val="dk1"/>
              </a:solidFill>
              <a:latin typeface="Calibri"/>
            </a:endParaRPr>
          </a:p>
          <a:p>
            <a:pPr indent="0" defTabSz="914400">
              <a:lnSpc>
                <a:spcPct val="100000"/>
              </a:lnSpc>
              <a:buNone/>
              <a:tabLst>
                <a:tab algn="l" pos="0"/>
              </a:tabLst>
            </a:pPr>
            <a:endParaRPr b="0" lang="nl-NL" sz="18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ourier New"/>
              </a:rPr>
              <a:t>gcc -shared square_function.c -o libsquare.so</a:t>
            </a:r>
            <a:endParaRPr b="0" lang="nl-NL" sz="16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en-US" sz="1800" spc="-1" strike="noStrike">
                <a:solidFill>
                  <a:schemeClr val="dk1"/>
                </a:solidFill>
                <a:latin typeface="Calibri"/>
              </a:rPr>
              <a:t>Then, we build the binary and </a:t>
            </a:r>
            <a:r>
              <a:rPr b="1" lang="en-US" sz="1800" spc="-1" strike="noStrike">
                <a:solidFill>
                  <a:schemeClr val="dk1"/>
                </a:solidFill>
                <a:latin typeface="Calibri"/>
              </a:rPr>
              <a:t>link</a:t>
            </a:r>
            <a:r>
              <a:rPr b="0" lang="en-US" sz="1800" spc="-1" strike="noStrike">
                <a:solidFill>
                  <a:schemeClr val="dk1"/>
                </a:solidFill>
                <a:latin typeface="Calibri"/>
              </a:rPr>
              <a:t> against our “square” library</a:t>
            </a:r>
            <a:endParaRPr b="0" lang="nl-NL" sz="18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a:p>
            <a:pPr indent="0" defTabSz="914400">
              <a:lnSpc>
                <a:spcPct val="100000"/>
              </a:lnSpc>
              <a:buNone/>
              <a:tabLst>
                <a:tab algn="l" pos="0"/>
              </a:tabLst>
            </a:pPr>
            <a:r>
              <a:rPr b="0" lang="nl-NL" sz="1600" spc="-1" strike="noStrike">
                <a:solidFill>
                  <a:schemeClr val="dk1"/>
                </a:solidFill>
                <a:latin typeface="Courier New"/>
              </a:rPr>
              <a:t>gcc -o square_program square_program.c -lsquare -L .</a:t>
            </a:r>
            <a:endParaRPr b="0" lang="nl-NL" sz="1600" spc="-1" strike="noStrike">
              <a:solidFill>
                <a:schemeClr val="dk1"/>
              </a:solidFill>
              <a:latin typeface="Calibri"/>
            </a:endParaRPr>
          </a:p>
        </p:txBody>
      </p:sp>
      <p:sp>
        <p:nvSpPr>
          <p:cNvPr id="1468"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FECF0D78-0026-4B6C-A299-FE35834EF338}" type="slidenum">
              <a:t>15</a:t>
            </a:fld>
          </a:p>
        </p:txBody>
      </p:sp>
    </p:spTree>
  </p:cSld>
  <mc:AlternateContent>
    <mc:Choice Requires="p14">
      <p:transition spd="med" p14:dur="8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9"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What is a dependency?</a:t>
            </a:r>
            <a:endParaRPr b="0" lang="nl-NL" sz="3200" spc="-1" strike="noStrike">
              <a:solidFill>
                <a:schemeClr val="dk1"/>
              </a:solidFill>
              <a:latin typeface="Calibri"/>
            </a:endParaRPr>
          </a:p>
        </p:txBody>
      </p:sp>
      <p:sp>
        <p:nvSpPr>
          <p:cNvPr id="1470"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Aft>
                <a:spcPts val="601"/>
              </a:spcAft>
              <a:buNone/>
              <a:tabLst>
                <a:tab algn="l" pos="0"/>
              </a:tabLst>
            </a:pPr>
            <a:r>
              <a:rPr b="0" lang="en-US" sz="1600" spc="-1" strike="noStrike">
                <a:solidFill>
                  <a:schemeClr val="dk1"/>
                </a:solidFill>
                <a:latin typeface="Courier New"/>
              </a:rPr>
              <a:t>$ ldd square_program</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en-US" sz="1600" spc="-1" strike="noStrike">
                <a:solidFill>
                  <a:schemeClr val="dk1"/>
                </a:solidFill>
                <a:latin typeface="Courier New"/>
              </a:rPr>
              <a:t>        </a:t>
            </a:r>
            <a:r>
              <a:rPr b="0" lang="en-US" sz="1600" spc="-1" strike="noStrike">
                <a:solidFill>
                  <a:schemeClr val="dk1"/>
                </a:solidFill>
                <a:latin typeface="Courier New"/>
              </a:rPr>
              <a:t>linux-vdso.so.1 (0x000014f4faeb7000)</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en-US" sz="1600" spc="-1" strike="noStrike">
                <a:solidFill>
                  <a:schemeClr val="dk1"/>
                </a:solidFill>
                <a:latin typeface="Courier New"/>
              </a:rPr>
              <a:t>        </a:t>
            </a:r>
            <a:r>
              <a:rPr b="0" lang="en-US" sz="1600" spc="-1" strike="noStrike">
                <a:solidFill>
                  <a:schemeClr val="dk1"/>
                </a:solidFill>
                <a:latin typeface="Courier New"/>
              </a:rPr>
              <a:t>libsquare.so =&gt; not found</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en-US" sz="1600" spc="-1" strike="noStrike">
                <a:solidFill>
                  <a:schemeClr val="dk1"/>
                </a:solidFill>
                <a:latin typeface="Courier New"/>
              </a:rPr>
              <a:t>        </a:t>
            </a:r>
            <a:r>
              <a:rPr b="0" lang="en-US" sz="1600" spc="-1" strike="noStrike">
                <a:solidFill>
                  <a:schemeClr val="dk1"/>
                </a:solidFill>
                <a:latin typeface="Courier New"/>
              </a:rPr>
              <a:t>libc.so.6 =&gt; /lib64/libc.so.6 (0x000014f4fa8c6000)</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en-US" sz="1600" spc="-1" strike="noStrike">
                <a:solidFill>
                  <a:schemeClr val="dk1"/>
                </a:solidFill>
                <a:latin typeface="Courier New"/>
              </a:rPr>
              <a:t>        </a:t>
            </a:r>
            <a:r>
              <a:rPr b="0" lang="en-US" sz="1600" spc="-1" strike="noStrike">
                <a:solidFill>
                  <a:schemeClr val="dk1"/>
                </a:solidFill>
                <a:latin typeface="Courier New"/>
              </a:rPr>
              <a:t>/lib64/ld-linux-x86-64.so.2 (0x000014f4fac8c000)</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nl-NL" sz="1600" spc="-1" strike="noStrike">
                <a:solidFill>
                  <a:schemeClr val="dk1"/>
                </a:solidFill>
                <a:latin typeface="Calibri"/>
              </a:rPr>
              <a:t>As you can see, </a:t>
            </a:r>
            <a:r>
              <a:rPr b="0" lang="nl-NL" sz="1600" spc="-1" strike="noStrike">
                <a:solidFill>
                  <a:schemeClr val="dk1"/>
                </a:solidFill>
                <a:latin typeface="Courier New"/>
              </a:rPr>
              <a:t>ldd</a:t>
            </a:r>
            <a:r>
              <a:rPr b="0" lang="nl-NL" sz="1600" spc="-1" strike="noStrike">
                <a:solidFill>
                  <a:schemeClr val="dk1"/>
                </a:solidFill>
                <a:latin typeface="Calibri"/>
              </a:rPr>
              <a:t> now can tell us against which libraries </a:t>
            </a:r>
            <a:r>
              <a:rPr b="0" lang="nl-NL" sz="1600" spc="-1" strike="noStrike">
                <a:solidFill>
                  <a:schemeClr val="dk1"/>
                </a:solidFill>
                <a:latin typeface="Courier New"/>
              </a:rPr>
              <a:t>square_program</a:t>
            </a:r>
            <a:r>
              <a:rPr b="0" lang="nl-NL" sz="1600" spc="-1" strike="noStrike">
                <a:solidFill>
                  <a:schemeClr val="dk1"/>
                </a:solidFill>
                <a:latin typeface="Calibri"/>
              </a:rPr>
              <a:t> was linked (</a:t>
            </a:r>
            <a:r>
              <a:rPr b="0" lang="nl-NL" sz="1600" spc="-1" strike="noStrike">
                <a:solidFill>
                  <a:schemeClr val="dk1"/>
                </a:solidFill>
                <a:latin typeface="Courier New"/>
              </a:rPr>
              <a:t>libsquare.so</a:t>
            </a:r>
            <a:r>
              <a:rPr b="0" lang="nl-NL" sz="1600" spc="-1" strike="noStrike">
                <a:solidFill>
                  <a:schemeClr val="dk1"/>
                </a:solidFill>
                <a:latin typeface="Calibri"/>
              </a:rPr>
              <a:t>, among a few standard libraries).</a:t>
            </a:r>
            <a:endParaRPr b="0" lang="nl-NL" sz="16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p:txBody>
      </p:sp>
      <p:sp>
        <p:nvSpPr>
          <p:cNvPr id="1471"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D8AD150B-CAF8-4FC3-B366-30AA7695FBF1}" type="slidenum">
              <a:t>16</a:t>
            </a:fld>
          </a:p>
        </p:txBody>
      </p:sp>
    </p:spTree>
  </p:cSld>
  <mc:AlternateContent>
    <mc:Choice Requires="p14">
      <p:transition spd="med" p14:dur="8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2"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What is a dependency?</a:t>
            </a:r>
            <a:endParaRPr b="0" lang="nl-NL" sz="3200" spc="-1" strike="noStrike">
              <a:solidFill>
                <a:schemeClr val="dk1"/>
              </a:solidFill>
              <a:latin typeface="Calibri"/>
            </a:endParaRPr>
          </a:p>
        </p:txBody>
      </p:sp>
      <p:sp>
        <p:nvSpPr>
          <p:cNvPr id="1473"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Aft>
                <a:spcPts val="601"/>
              </a:spcAft>
              <a:buNone/>
              <a:tabLst>
                <a:tab algn="l" pos="0"/>
              </a:tabLst>
            </a:pPr>
            <a:r>
              <a:rPr b="0" lang="en-US" sz="1600" spc="-1" strike="noStrike">
                <a:solidFill>
                  <a:schemeClr val="dk1"/>
                </a:solidFill>
                <a:latin typeface="Courier New"/>
              </a:rPr>
              <a:t>$ ./square_program</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en-US" sz="1600" spc="-1" strike="noStrike">
                <a:solidFill>
                  <a:schemeClr val="dk1"/>
                </a:solidFill>
                <a:latin typeface="Courier New"/>
              </a:rPr>
              <a:t>./square_program: error while loading shared libraries: libsquare.so: cannot open shared object file: No such file or directory</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nl-NL" sz="1600" spc="-1" strike="noStrike">
                <a:solidFill>
                  <a:schemeClr val="dk1"/>
                </a:solidFill>
                <a:latin typeface="Calibri"/>
              </a:rPr>
              <a:t>Why? Because our linker has no idea where to find </a:t>
            </a:r>
            <a:r>
              <a:rPr b="0" lang="nl-NL" sz="1600" spc="-1" strike="noStrike">
                <a:solidFill>
                  <a:schemeClr val="dk1"/>
                </a:solidFill>
                <a:latin typeface="Courier New"/>
              </a:rPr>
              <a:t>libsquare.so</a:t>
            </a:r>
            <a:r>
              <a:rPr b="0" lang="nl-NL" sz="1600" spc="-1" strike="noStrike">
                <a:solidFill>
                  <a:schemeClr val="dk1"/>
                </a:solidFill>
                <a:latin typeface="Calibri"/>
              </a:rPr>
              <a:t>. </a:t>
            </a:r>
            <a:endParaRPr b="0" lang="nl-NL" sz="1600" spc="-1" strike="noStrike">
              <a:solidFill>
                <a:schemeClr val="dk1"/>
              </a:solidFill>
              <a:latin typeface="Calibri"/>
            </a:endParaRPr>
          </a:p>
          <a:p>
            <a:pPr indent="0" defTabSz="914400">
              <a:lnSpc>
                <a:spcPct val="100000"/>
              </a:lnSpc>
              <a:spcAft>
                <a:spcPts val="601"/>
              </a:spcAft>
              <a:buNone/>
              <a:tabLst>
                <a:tab algn="l" pos="0"/>
              </a:tabLst>
            </a:pP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nl-NL" sz="1600" spc="-1" strike="noStrike">
                <a:solidFill>
                  <a:schemeClr val="dk1"/>
                </a:solidFill>
                <a:latin typeface="Calibri"/>
              </a:rPr>
              <a:t>Among many others, the runtime linker searches paths specified on </a:t>
            </a:r>
            <a:r>
              <a:rPr b="0" lang="nl-NL" sz="1600" spc="-1" strike="noStrike">
                <a:solidFill>
                  <a:schemeClr val="dk1"/>
                </a:solidFill>
                <a:latin typeface="Courier New"/>
              </a:rPr>
              <a:t>LD_LIBRARY_PATH</a:t>
            </a:r>
            <a:r>
              <a:rPr b="0" lang="nl-NL" sz="1600" spc="-1" strike="noStrike">
                <a:solidFill>
                  <a:schemeClr val="dk1"/>
                </a:solidFill>
                <a:latin typeface="Calibri"/>
              </a:rPr>
              <a:t> for libraries used by executables. We can use that to make our runtime linker find </a:t>
            </a:r>
            <a:r>
              <a:rPr b="0" lang="nl-NL" sz="1600" spc="-1" strike="noStrike">
                <a:solidFill>
                  <a:schemeClr val="dk1"/>
                </a:solidFill>
                <a:latin typeface="Courier New"/>
              </a:rPr>
              <a:t>libsquare.so</a:t>
            </a:r>
            <a:r>
              <a:rPr b="0" lang="nl-NL" sz="1600" spc="-1" strike="noStrike">
                <a:solidFill>
                  <a:schemeClr val="dk1"/>
                </a:solidFill>
                <a:latin typeface="Calibri"/>
              </a:rPr>
              <a:t>:</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en-US" sz="1600" spc="-1" strike="noStrike">
                <a:solidFill>
                  <a:schemeClr val="dk1"/>
                </a:solidFill>
                <a:latin typeface="Courier New"/>
              </a:rPr>
              <a:t>$ LD_LIBRARY_PATH=.:$LD_LIBRARY_PATH ./square_program</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en-US" sz="1600" spc="-1" strike="noStrike">
                <a:solidFill>
                  <a:schemeClr val="dk1"/>
                </a:solidFill>
                <a:latin typeface="Courier New"/>
              </a:rPr>
              <a:t>Enter one number: 5</a:t>
            </a:r>
            <a:endParaRPr b="0" lang="nl-NL" sz="1600" spc="-1" strike="noStrike">
              <a:solidFill>
                <a:schemeClr val="dk1"/>
              </a:solidFill>
              <a:latin typeface="Calibri"/>
            </a:endParaRPr>
          </a:p>
          <a:p>
            <a:pPr indent="0" defTabSz="914400">
              <a:lnSpc>
                <a:spcPct val="100000"/>
              </a:lnSpc>
              <a:spcAft>
                <a:spcPts val="601"/>
              </a:spcAft>
              <a:buNone/>
              <a:tabLst>
                <a:tab algn="l" pos="0"/>
              </a:tabLst>
            </a:pPr>
            <a:r>
              <a:rPr b="0" lang="en-US" sz="1600" spc="-1" strike="noStrike">
                <a:solidFill>
                  <a:schemeClr val="dk1"/>
                </a:solidFill>
                <a:latin typeface="Courier New"/>
              </a:rPr>
              <a:t>Square = 25.00</a:t>
            </a:r>
            <a:endParaRPr b="0" lang="nl-NL" sz="16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p:txBody>
      </p:sp>
      <p:sp>
        <p:nvSpPr>
          <p:cNvPr id="1474"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1475" name="TextBox 5"/>
          <p:cNvSpPr/>
          <p:nvPr/>
        </p:nvSpPr>
        <p:spPr>
          <a:xfrm>
            <a:off x="5120640" y="4586040"/>
            <a:ext cx="5003640" cy="609480"/>
          </a:xfrm>
          <a:prstGeom prst="rect">
            <a:avLst/>
          </a:prstGeom>
          <a:solidFill>
            <a:schemeClr val="bg1"/>
          </a:solidFill>
          <a:ln w="0">
            <a:solidFill>
              <a:srgbClr val="000000"/>
            </a:solidFill>
          </a:ln>
        </p:spPr>
        <p:style>
          <a:lnRef idx="0"/>
          <a:fillRef idx="0"/>
          <a:effectRef idx="0"/>
          <a:fontRef idx="minor"/>
        </p:style>
        <p:txBody>
          <a:bodyPr lIns="182880" rIns="182880" tIns="91440" bIns="91440" anchor="t">
            <a:spAutoFit/>
          </a:bodyPr>
          <a:p>
            <a:pPr defTabSz="914400">
              <a:lnSpc>
                <a:spcPct val="100000"/>
              </a:lnSpc>
            </a:pPr>
            <a:r>
              <a:rPr b="0" lang="en-GB" sz="1400" spc="-1" strike="noStrike">
                <a:solidFill>
                  <a:schemeClr val="dk1"/>
                </a:solidFill>
                <a:latin typeface="Calibri"/>
              </a:rPr>
              <a:t>LD_LIBRARY_PATH tells the runtime linker </a:t>
            </a:r>
            <a:r>
              <a:rPr b="1" lang="en-GB" sz="1400" spc="-1" strike="noStrike">
                <a:solidFill>
                  <a:schemeClr val="dk1"/>
                </a:solidFill>
                <a:latin typeface="Calibri"/>
              </a:rPr>
              <a:t>where to look for shared libraries</a:t>
            </a:r>
            <a:r>
              <a:rPr b="0" lang="en-GB" sz="1400" spc="-1" strike="noStrike">
                <a:solidFill>
                  <a:schemeClr val="dk1"/>
                </a:solidFill>
                <a:latin typeface="Calibri"/>
              </a:rPr>
              <a:t>.</a:t>
            </a:r>
            <a:endParaRPr b="0" lang="en-US" sz="1400" spc="-1" strike="noStrike">
              <a:solidFill>
                <a:srgbClr val="000000"/>
              </a:solidFill>
              <a:latin typeface="Arial"/>
            </a:endParaRPr>
          </a:p>
        </p:txBody>
      </p:sp>
      <p:cxnSp>
        <p:nvCxnSpPr>
          <p:cNvPr id="1476" name="Straight Arrow Connector 6"/>
          <p:cNvCxnSpPr/>
          <p:nvPr/>
        </p:nvCxnSpPr>
        <p:spPr>
          <a:xfrm flipH="1" flipV="1">
            <a:off x="3677040" y="3549240"/>
            <a:ext cx="1440000" cy="1037160"/>
          </a:xfrm>
          <a:prstGeom prst="straightConnector1">
            <a:avLst/>
          </a:prstGeom>
          <a:ln>
            <a:solidFill>
              <a:srgbClr val="ea7600"/>
            </a:solidFill>
            <a:tailEnd len="med" type="triangle" w="med"/>
          </a:ln>
        </p:spPr>
      </p:cxnSp>
      <p:sp>
        <p:nvSpPr>
          <p:cNvPr id="5" name="PlaceHolder 4"/>
          <p:cNvSpPr>
            <a:spLocks noGrp="1"/>
          </p:cNvSpPr>
          <p:nvPr>
            <p:ph type="sldNum" idx="27"/>
          </p:nvPr>
        </p:nvSpPr>
        <p:spPr/>
        <p:txBody>
          <a:bodyPr/>
          <a:p>
            <a:fld id="{2781FCBA-DCFF-42E2-9E9C-20E50FBCE693}" type="slidenum">
              <a:t>17</a:t>
            </a:fld>
          </a:p>
        </p:txBody>
      </p:sp>
    </p:spTree>
  </p:cSld>
  <mc:AlternateContent>
    <mc:Choice Requires="p14">
      <p:transition spd="med" p14:dur="8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7"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What is a dependency?</a:t>
            </a:r>
            <a:endParaRPr b="0" lang="nl-NL" sz="3200" spc="-1" strike="noStrike">
              <a:solidFill>
                <a:schemeClr val="dk1"/>
              </a:solidFill>
              <a:latin typeface="Calibri"/>
            </a:endParaRPr>
          </a:p>
        </p:txBody>
      </p:sp>
      <p:sp>
        <p:nvSpPr>
          <p:cNvPr id="1478"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My </a:t>
            </a:r>
            <a:r>
              <a:rPr b="0" lang="nl-NL" sz="2000" spc="-1" strike="noStrike">
                <a:solidFill>
                  <a:schemeClr val="dk1"/>
                </a:solidFill>
                <a:latin typeface="Courier New"/>
              </a:rPr>
              <a:t>square_program </a:t>
            </a:r>
            <a:r>
              <a:rPr b="0" lang="nl-NL" sz="2000" spc="-1" strike="noStrike">
                <a:solidFill>
                  <a:schemeClr val="dk1"/>
                </a:solidFill>
                <a:latin typeface="Calibri"/>
              </a:rPr>
              <a:t>can only run if the </a:t>
            </a:r>
            <a:r>
              <a:rPr b="0" lang="nl-NL" sz="2000" spc="-1" strike="noStrike">
                <a:solidFill>
                  <a:schemeClr val="dk1"/>
                </a:solidFill>
                <a:latin typeface="Courier New"/>
              </a:rPr>
              <a:t>libsquare.so</a:t>
            </a:r>
            <a:r>
              <a:rPr b="0" lang="nl-NL" sz="2000" spc="-1" strike="noStrike">
                <a:solidFill>
                  <a:schemeClr val="dk1"/>
                </a:solidFill>
                <a:latin typeface="Calibri"/>
              </a:rPr>
              <a:t> is there to </a:t>
            </a:r>
            <a:r>
              <a:rPr b="0" i="1" lang="nl-NL" sz="2000" spc="-1" strike="noStrike">
                <a:solidFill>
                  <a:schemeClr val="dk1"/>
                </a:solidFill>
                <a:latin typeface="Calibri"/>
              </a:rPr>
              <a:t>provide</a:t>
            </a:r>
            <a:r>
              <a:rPr b="0" lang="nl-NL" sz="2000" spc="-1" strike="noStrike">
                <a:solidFill>
                  <a:schemeClr val="dk1"/>
                </a:solidFill>
                <a:latin typeface="Calibri"/>
              </a:rPr>
              <a:t> the </a:t>
            </a:r>
            <a:r>
              <a:rPr b="0" lang="nl-NL" sz="2000" spc="-1" strike="noStrike">
                <a:solidFill>
                  <a:schemeClr val="dk1"/>
                </a:solidFill>
                <a:latin typeface="Courier New"/>
              </a:rPr>
              <a:t>square()</a:t>
            </a:r>
            <a:r>
              <a:rPr b="0" lang="nl-NL" sz="2000" spc="-1" strike="noStrike">
                <a:solidFill>
                  <a:schemeClr val="dk1"/>
                </a:solidFill>
                <a:latin typeface="Calibri"/>
              </a:rPr>
              <a:t> function</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ourier New"/>
              </a:rPr>
              <a:t>libsquare.so</a:t>
            </a:r>
            <a:r>
              <a:rPr b="0" lang="nl-NL" sz="2000" spc="-1" strike="noStrike">
                <a:solidFill>
                  <a:schemeClr val="dk1"/>
                </a:solidFill>
                <a:latin typeface="Calibri"/>
              </a:rPr>
              <a:t> is a dependency for </a:t>
            </a:r>
            <a:r>
              <a:rPr b="0" lang="nl-NL" sz="2000" spc="-1" strike="noStrike">
                <a:solidFill>
                  <a:schemeClr val="dk1"/>
                </a:solidFill>
                <a:latin typeface="Courier New"/>
              </a:rPr>
              <a:t>square_program</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For interpreted langagues (e.g. Python), there is a similar concept of dependencies if one packages uses functions from another package</a:t>
            </a:r>
            <a:endParaRPr b="0" lang="nl-NL" sz="2000" spc="-1" strike="noStrike">
              <a:solidFill>
                <a:schemeClr val="dk1"/>
              </a:solidFill>
              <a:latin typeface="Calibri"/>
            </a:endParaRPr>
          </a:p>
          <a:p>
            <a:pPr lvl="1" marL="53964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E.g. PyTorch has a dependency on numpy</a:t>
            </a:r>
            <a:endParaRPr b="0" lang="nl-NL" sz="20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p:txBody>
      </p:sp>
      <p:sp>
        <p:nvSpPr>
          <p:cNvPr id="1479"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0108DB11-D24D-45FE-8DC5-E63427B088A5}" type="slidenum">
              <a:t>18</a:t>
            </a:fld>
          </a:p>
        </p:txBody>
      </p:sp>
    </p:spTree>
  </p:cSld>
  <mc:AlternateContent>
    <mc:Choice Requires="p14">
      <p:transition spd="med" p14:dur="8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0"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How does all this apply to AI?</a:t>
            </a:r>
            <a:endParaRPr b="0" lang="nl-NL" sz="3200" spc="-1" strike="noStrike">
              <a:solidFill>
                <a:schemeClr val="dk1"/>
              </a:solidFill>
              <a:latin typeface="Calibri"/>
            </a:endParaRPr>
          </a:p>
        </p:txBody>
      </p:sp>
      <p:sp>
        <p:nvSpPr>
          <p:cNvPr id="1481"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1" lang="nl-NL" sz="2000" spc="-1" strike="noStrike">
                <a:solidFill>
                  <a:schemeClr val="dk1"/>
                </a:solidFill>
                <a:latin typeface="Calibri"/>
              </a:rPr>
              <a:t>“</a:t>
            </a:r>
            <a:r>
              <a:rPr b="1" lang="nl-NL" sz="2000" spc="-1" strike="noStrike">
                <a:solidFill>
                  <a:schemeClr val="dk1"/>
                </a:solidFill>
                <a:latin typeface="Calibri"/>
              </a:rPr>
              <a:t>Compiled langauges </a:t>
            </a:r>
            <a:r>
              <a:rPr b="0" lang="nl-NL" sz="2000" spc="-1" strike="noStrike">
                <a:solidFill>
                  <a:schemeClr val="dk1"/>
                </a:solidFill>
                <a:latin typeface="Calibri"/>
              </a:rPr>
              <a:t>are often more performant than </a:t>
            </a:r>
            <a:r>
              <a:rPr b="1" lang="nl-NL" sz="2000" spc="-1" strike="noStrike">
                <a:solidFill>
                  <a:schemeClr val="dk1"/>
                </a:solidFill>
                <a:latin typeface="Calibri"/>
              </a:rPr>
              <a:t>interpreted languages</a:t>
            </a:r>
            <a:r>
              <a:rPr b="0" lang="nl-NL" sz="2000" spc="-1" strike="noStrike">
                <a:solidFill>
                  <a:schemeClr val="dk1"/>
                </a:solidFill>
                <a:latin typeface="Calibri"/>
              </a:rPr>
              <a:t>, because the separate compilation step allows high degree of optimization by the compiler”</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You might be a bit depressed by now… Does that mean we are doing a bad job in AI, because we typically program in Python with PyTorch or TensorFlow?</a:t>
            </a:r>
            <a:endParaRPr b="0" lang="nl-NL" sz="20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p:txBody>
      </p:sp>
      <p:sp>
        <p:nvSpPr>
          <p:cNvPr id="1482"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9226139E-163D-437F-B6A2-A17AC35C17E6}" type="slidenum">
              <a:t>19</a:t>
            </a:fld>
          </a:p>
        </p:txBody>
      </p:sp>
    </p:spTree>
  </p:cSld>
  <mc:AlternateContent>
    <mc:Choice Requires="p14">
      <p:transition spd="med" p14:dur="8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3"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How does all this apply to AI?</a:t>
            </a:r>
            <a:endParaRPr b="0" lang="nl-NL" sz="3200" spc="-1" strike="noStrike">
              <a:solidFill>
                <a:schemeClr val="dk1"/>
              </a:solidFill>
              <a:latin typeface="Calibri"/>
            </a:endParaRPr>
          </a:p>
        </p:txBody>
      </p:sp>
      <p:sp>
        <p:nvSpPr>
          <p:cNvPr id="1484"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Performance-critical python packages, such as numpy, PyTorch and TensorFlow, often use compiled backends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End-users program in Python (convenient, easy!)</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When executing performance critical functions (e.g. a convolutional layer), PyTorch calls </a:t>
            </a:r>
            <a:r>
              <a:rPr b="0" i="1" lang="nl-NL" sz="2000" spc="-1" strike="noStrike">
                <a:solidFill>
                  <a:schemeClr val="dk1"/>
                </a:solidFill>
                <a:latin typeface="Calibri"/>
              </a:rPr>
              <a:t>compiled</a:t>
            </a:r>
            <a:r>
              <a:rPr b="0" lang="nl-NL" sz="2000" spc="-1" strike="noStrike">
                <a:solidFill>
                  <a:schemeClr val="dk1"/>
                </a:solidFill>
                <a:latin typeface="Calibri"/>
              </a:rPr>
              <a:t> functions in the backend</a:t>
            </a:r>
            <a:endParaRPr b="0" lang="nl-NL" sz="2000" spc="-1" strike="noStrike">
              <a:solidFill>
                <a:schemeClr val="dk1"/>
              </a:solidFill>
              <a:latin typeface="Calibri"/>
            </a:endParaRPr>
          </a:p>
          <a:p>
            <a:pPr lvl="1" marL="53964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These functions typically come from deep-learning specific </a:t>
            </a:r>
            <a:r>
              <a:rPr b="1" lang="nl-NL" sz="2000" spc="-1" strike="noStrike">
                <a:solidFill>
                  <a:schemeClr val="dk1"/>
                </a:solidFill>
                <a:latin typeface="Calibri"/>
              </a:rPr>
              <a:t>libraries</a:t>
            </a:r>
            <a:r>
              <a:rPr b="0" lang="nl-NL" sz="2000" spc="-1" strike="noStrike">
                <a:solidFill>
                  <a:schemeClr val="dk1"/>
                </a:solidFill>
                <a:latin typeface="Calibri"/>
              </a:rPr>
              <a:t>, such as MKL-DNN and cuDNN</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p:txBody>
      </p:sp>
      <p:sp>
        <p:nvSpPr>
          <p:cNvPr id="1485"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4F9B22EB-DF9B-4EC0-8280-2E5BE40DC582}" type="slidenum">
              <a:t>20</a:t>
            </a:fld>
          </a:p>
        </p:txBody>
      </p:sp>
    </p:spTree>
  </p:cSld>
  <mc:AlternateContent>
    <mc:Choice Requires="p14">
      <p:transition spd="med" p14:dur="8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6"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How does all this apply to AI?</a:t>
            </a:r>
            <a:endParaRPr b="0" lang="nl-NL" sz="3200" spc="-1" strike="noStrike">
              <a:solidFill>
                <a:schemeClr val="dk1"/>
              </a:solidFill>
              <a:latin typeface="Calibri"/>
            </a:endParaRPr>
          </a:p>
        </p:txBody>
      </p:sp>
      <p:sp>
        <p:nvSpPr>
          <p:cNvPr id="1487"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The AI community has </a:t>
            </a:r>
            <a:r>
              <a:rPr b="0" i="1" lang="nl-NL" sz="2000" spc="-1" strike="noStrike">
                <a:solidFill>
                  <a:schemeClr val="dk1"/>
                </a:solidFill>
                <a:latin typeface="Calibri"/>
              </a:rPr>
              <a:t>no idea</a:t>
            </a:r>
            <a:r>
              <a:rPr b="0" lang="nl-NL" sz="2000" spc="-1" strike="noStrike">
                <a:solidFill>
                  <a:schemeClr val="dk1"/>
                </a:solidFill>
                <a:latin typeface="Calibri"/>
              </a:rPr>
              <a:t> how lucky they are compared to other HPC communities! You get the convenience of programming in Python, with the performance of compiled languages!</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Does that mean nothing can go wrong? Well, it can… Let’s try to install PyTorch…</a:t>
            </a:r>
            <a:endParaRPr b="0" lang="nl-NL" sz="2000" spc="-1" strike="noStrike">
              <a:solidFill>
                <a:schemeClr val="dk1"/>
              </a:solidFill>
              <a:latin typeface="Calibri"/>
            </a:endParaRPr>
          </a:p>
          <a:p>
            <a:pPr indent="0" defTabSz="914400">
              <a:lnSpc>
                <a:spcPct val="100000"/>
              </a:lnSpc>
              <a:buNone/>
              <a:tabLst>
                <a:tab algn="l" pos="0"/>
              </a:tabLst>
            </a:pPr>
            <a:endParaRPr b="0" lang="nl-NL" sz="1200" spc="-1" strike="noStrike">
              <a:solidFill>
                <a:schemeClr val="dk1"/>
              </a:solidFill>
              <a:latin typeface="Calibri"/>
            </a:endParaRPr>
          </a:p>
        </p:txBody>
      </p:sp>
      <p:sp>
        <p:nvSpPr>
          <p:cNvPr id="1488"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2A6198E7-3E31-4D4E-A084-01634ADFFA87}" type="slidenum">
              <a:t>21</a:t>
            </a:fld>
          </a:p>
        </p:txBody>
      </p:sp>
    </p:spTree>
  </p:cSld>
  <mc:AlternateContent>
    <mc:Choice Requires="p14">
      <p:transition spd="med" p14:dur="8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9"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What can happen: PyTorch in a virtual environment with pip</a:t>
            </a:r>
            <a:endParaRPr b="0" lang="nl-NL" sz="3200" spc="-1" strike="noStrike">
              <a:solidFill>
                <a:schemeClr val="dk1"/>
              </a:solidFill>
              <a:latin typeface="Calibri"/>
            </a:endParaRPr>
          </a:p>
        </p:txBody>
      </p:sp>
      <p:sp>
        <p:nvSpPr>
          <p:cNvPr id="1490"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0" lang="nl-NL" sz="1400" spc="-1" strike="noStrike">
                <a:solidFill>
                  <a:schemeClr val="dk1"/>
                </a:solidFill>
                <a:latin typeface="Courier New"/>
              </a:rPr>
              <a:t>$ module purge # Start with clean environment, I’ll get back to what modules are…</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 python3 –m my_pytorch_venv</a:t>
            </a: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 source my_pytorch_venv/bin/activate</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pip3 install torch torchvision torchaudio --index-url https://download.pytorch.org/whl/cu124 (instruction from </a:t>
            </a:r>
            <a:r>
              <a:rPr b="0" lang="en-US" sz="1400" spc="-1" strike="noStrike" u="sng">
                <a:solidFill>
                  <a:schemeClr val="dk1"/>
                </a:solidFill>
                <a:uFillTx/>
                <a:latin typeface="Courier New"/>
                <a:hlinkClick r:id="rId1"/>
              </a:rPr>
              <a:t>https://pytorch.org/get-started/locally/</a:t>
            </a: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Looking in indexes: https://download.pytorch.org/whl/cu124 </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ERROR: Could not find a version that satisfies the requirement torch (from versions: none)</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ERROR: No matching distribution found for torch</a:t>
            </a:r>
            <a:endParaRPr b="0" lang="nl-NL" sz="14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rPr>
              <a:t>Why? Well, the </a:t>
            </a:r>
            <a:r>
              <a:rPr b="0" i="1" lang="en-US" sz="1600" spc="-1" strike="noStrike">
                <a:solidFill>
                  <a:schemeClr val="dk1"/>
                </a:solidFill>
                <a:latin typeface="Calibri"/>
              </a:rPr>
              <a:t>system</a:t>
            </a:r>
            <a:r>
              <a:rPr b="0" lang="en-US" sz="1600" spc="-1" strike="noStrike">
                <a:solidFill>
                  <a:schemeClr val="dk1"/>
                </a:solidFill>
                <a:latin typeface="Calibri"/>
              </a:rPr>
              <a:t> python on many HPC clusters is old (22-04-2024: 3.9 on Snellius, 3.6 on Vega, Karolina, Duecalion – three </a:t>
            </a:r>
            <a:r>
              <a:rPr b="0" i="1" lang="en-US" sz="1600" spc="-1" strike="noStrike">
                <a:solidFill>
                  <a:schemeClr val="dk1"/>
                </a:solidFill>
                <a:latin typeface="Calibri"/>
              </a:rPr>
              <a:t>big</a:t>
            </a:r>
            <a:r>
              <a:rPr b="0" lang="en-US" sz="1600" spc="-1" strike="noStrike">
                <a:solidFill>
                  <a:schemeClr val="dk1"/>
                </a:solidFill>
                <a:latin typeface="Calibri"/>
              </a:rPr>
              <a:t> EuroHPC clusters)!</a:t>
            </a:r>
            <a:endParaRPr b="0" lang="nl-NL" sz="1600" spc="-1" strike="noStrike">
              <a:solidFill>
                <a:schemeClr val="dk1"/>
              </a:solidFill>
              <a:latin typeface="Calibri"/>
            </a:endParaRPr>
          </a:p>
        </p:txBody>
      </p:sp>
      <p:sp>
        <p:nvSpPr>
          <p:cNvPr id="1491"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pic>
        <p:nvPicPr>
          <p:cNvPr id="1492" name="Picture 6" descr=""/>
          <p:cNvPicPr/>
          <p:nvPr/>
        </p:nvPicPr>
        <p:blipFill>
          <a:blip r:embed="rId2"/>
          <a:srcRect l="41432" t="54420" r="25688" b="35335"/>
          <a:stretch/>
        </p:blipFill>
        <p:spPr>
          <a:xfrm>
            <a:off x="1975320" y="4583160"/>
            <a:ext cx="7628400" cy="1290600"/>
          </a:xfrm>
          <a:prstGeom prst="rect">
            <a:avLst/>
          </a:prstGeom>
          <a:ln w="0">
            <a:noFill/>
          </a:ln>
        </p:spPr>
      </p:pic>
      <p:sp>
        <p:nvSpPr>
          <p:cNvPr id="1493" name="Arrow: Right 7"/>
          <p:cNvSpPr/>
          <p:nvPr/>
        </p:nvSpPr>
        <p:spPr>
          <a:xfrm>
            <a:off x="1168200" y="4706280"/>
            <a:ext cx="835200" cy="349920"/>
          </a:xfrm>
          <a:prstGeom prst="rightArrow">
            <a:avLst>
              <a:gd name="adj1" fmla="val 50000"/>
              <a:gd name="adj2" fmla="val 50000"/>
            </a:avLst>
          </a:prstGeom>
          <a:solidFill>
            <a:srgbClr val="ea76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NL" sz="1800" spc="-1" strike="noStrike">
              <a:solidFill>
                <a:schemeClr val="lt1"/>
              </a:solidFill>
              <a:latin typeface="Calibri"/>
            </a:endParaRPr>
          </a:p>
        </p:txBody>
      </p:sp>
      <p:sp>
        <p:nvSpPr>
          <p:cNvPr id="5" name="PlaceHolder 4"/>
          <p:cNvSpPr>
            <a:spLocks noGrp="1"/>
          </p:cNvSpPr>
          <p:nvPr>
            <p:ph type="sldNum" idx="27"/>
          </p:nvPr>
        </p:nvSpPr>
        <p:spPr/>
        <p:txBody>
          <a:bodyPr/>
          <a:p>
            <a:fld id="{BCAA6F43-C8FF-4B78-AA3A-CB78E49DCB15}" type="slidenum">
              <a:t>22</a:t>
            </a:fld>
          </a:p>
        </p:txBody>
      </p:sp>
    </p:spTree>
  </p:cSld>
  <mc:AlternateContent>
    <mc:Choice Requires="p14">
      <p:transition spd="med" p14:dur="8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4"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Do NOT use anything from system paths</a:t>
            </a:r>
            <a:endParaRPr b="0" lang="nl-NL" sz="3200" spc="-1" strike="noStrike">
              <a:solidFill>
                <a:schemeClr val="dk1"/>
              </a:solidFill>
              <a:latin typeface="Calibri"/>
            </a:endParaRPr>
          </a:p>
        </p:txBody>
      </p:sp>
      <p:sp>
        <p:nvSpPr>
          <p:cNvPr id="1495"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50000"/>
              </a:lnSpc>
              <a:buNone/>
              <a:tabLst>
                <a:tab algn="l" pos="0"/>
              </a:tabLst>
            </a:pPr>
            <a:r>
              <a:rPr b="0" lang="en-US" sz="2000" spc="-1" strike="noStrike">
                <a:solidFill>
                  <a:schemeClr val="dk1"/>
                </a:solidFill>
                <a:latin typeface="Calibri"/>
              </a:rPr>
              <a:t>On HPC clusters, NEVER use</a:t>
            </a:r>
            <a:endParaRPr b="0" lang="nl-NL" sz="2000" spc="-1" strike="noStrike">
              <a:solidFill>
                <a:schemeClr val="dk1"/>
              </a:solidFill>
              <a:latin typeface="Calibri"/>
            </a:endParaRPr>
          </a:p>
          <a:p>
            <a:pPr marL="270000" indent="-270000" defTabSz="914400">
              <a:lnSpc>
                <a:spcPct val="150000"/>
              </a:lnSpc>
              <a:buSzPct val="100000"/>
              <a:buBlip>
                <a:blip r:embed="rId1"/>
              </a:buBlip>
              <a:tabLst>
                <a:tab algn="l" pos="0"/>
              </a:tabLst>
            </a:pPr>
            <a:r>
              <a:rPr b="0" lang="en-US" sz="2000" spc="-1" strike="noStrike">
                <a:solidFill>
                  <a:schemeClr val="dk1"/>
                </a:solidFill>
                <a:latin typeface="Calibri"/>
              </a:rPr>
              <a:t>Python or compilers from </a:t>
            </a:r>
            <a:r>
              <a:rPr b="0" lang="en-US" sz="2000" spc="-1" strike="noStrike">
                <a:solidFill>
                  <a:schemeClr val="dk1"/>
                </a:solidFill>
                <a:latin typeface="Courier New"/>
              </a:rPr>
              <a:t>/usr/bin</a:t>
            </a:r>
            <a:r>
              <a:rPr b="0" lang="en-US" sz="2000" spc="-1" strike="noStrike">
                <a:solidFill>
                  <a:schemeClr val="dk1"/>
                </a:solidFill>
                <a:latin typeface="Calibri"/>
              </a:rPr>
              <a:t> or </a:t>
            </a:r>
            <a:r>
              <a:rPr b="0" lang="en-US" sz="2000" spc="-1" strike="noStrike">
                <a:solidFill>
                  <a:schemeClr val="dk1"/>
                </a:solidFill>
                <a:latin typeface="Courier New"/>
              </a:rPr>
              <a:t>/bin</a:t>
            </a:r>
            <a:endParaRPr b="0" lang="nl-NL" sz="2000" spc="-1" strike="noStrike">
              <a:solidFill>
                <a:schemeClr val="dk1"/>
              </a:solidFill>
              <a:latin typeface="Calibri"/>
            </a:endParaRPr>
          </a:p>
          <a:p>
            <a:pPr lvl="1" marL="538200" indent="-270000" defTabSz="914400">
              <a:lnSpc>
                <a:spcPct val="150000"/>
              </a:lnSpc>
              <a:buSzPct val="100000"/>
              <a:buBlip>
                <a:blip r:embed="rId2"/>
              </a:buBlip>
              <a:tabLst>
                <a:tab algn="l" pos="538200"/>
              </a:tabLst>
            </a:pPr>
            <a:r>
              <a:rPr b="0" lang="en-US" sz="2000" spc="-1" strike="noStrike">
                <a:solidFill>
                  <a:schemeClr val="dk1"/>
                </a:solidFill>
                <a:latin typeface="Calibri"/>
              </a:rPr>
              <a:t>N.B. using things like text editors etc. from here is fine</a:t>
            </a:r>
            <a:endParaRPr b="0" lang="nl-NL" sz="2000" spc="-1" strike="noStrike">
              <a:solidFill>
                <a:schemeClr val="dk1"/>
              </a:solidFill>
              <a:latin typeface="Calibri"/>
            </a:endParaRPr>
          </a:p>
          <a:p>
            <a:pPr marL="270000" indent="-270000" defTabSz="914400">
              <a:lnSpc>
                <a:spcPct val="150000"/>
              </a:lnSpc>
              <a:buSzPct val="100000"/>
              <a:buBlip>
                <a:blip r:embed="rId3"/>
              </a:buBlip>
              <a:tabLst>
                <a:tab algn="l" pos="538200"/>
              </a:tabLst>
            </a:pPr>
            <a:r>
              <a:rPr b="0" lang="en-US" sz="2000" spc="-1" strike="noStrike">
                <a:solidFill>
                  <a:schemeClr val="dk1"/>
                </a:solidFill>
                <a:latin typeface="Calibri"/>
              </a:rPr>
              <a:t>Libraries from </a:t>
            </a:r>
            <a:r>
              <a:rPr b="0" lang="en-US" sz="2000" spc="-1" strike="noStrike">
                <a:solidFill>
                  <a:schemeClr val="dk1"/>
                </a:solidFill>
                <a:latin typeface="Courier New"/>
              </a:rPr>
              <a:t>/usr/lib</a:t>
            </a:r>
            <a:r>
              <a:rPr b="0" lang="en-US" sz="2000" spc="-1" strike="noStrike">
                <a:solidFill>
                  <a:schemeClr val="dk1"/>
                </a:solidFill>
                <a:latin typeface="Calibri"/>
              </a:rPr>
              <a:t>, </a:t>
            </a:r>
            <a:r>
              <a:rPr b="0" lang="en-US" sz="2000" spc="-1" strike="noStrike">
                <a:solidFill>
                  <a:schemeClr val="dk1"/>
                </a:solidFill>
                <a:latin typeface="Courier New"/>
              </a:rPr>
              <a:t>/usr/lib64</a:t>
            </a:r>
            <a:r>
              <a:rPr b="0" lang="en-US" sz="2000" spc="-1" strike="noStrike">
                <a:solidFill>
                  <a:schemeClr val="dk1"/>
                </a:solidFill>
                <a:latin typeface="Calibri"/>
              </a:rPr>
              <a:t>, </a:t>
            </a:r>
            <a:r>
              <a:rPr b="0" lang="en-US" sz="2000" spc="-1" strike="noStrike">
                <a:solidFill>
                  <a:schemeClr val="dk1"/>
                </a:solidFill>
                <a:latin typeface="Courier New"/>
              </a:rPr>
              <a:t>/lib</a:t>
            </a:r>
            <a:r>
              <a:rPr b="0" lang="en-US" sz="2000" spc="-1" strike="noStrike">
                <a:solidFill>
                  <a:schemeClr val="dk1"/>
                </a:solidFill>
                <a:latin typeface="Calibri"/>
              </a:rPr>
              <a:t> or </a:t>
            </a:r>
            <a:r>
              <a:rPr b="0" lang="en-US" sz="2000" spc="-1" strike="noStrike">
                <a:solidFill>
                  <a:schemeClr val="dk1"/>
                </a:solidFill>
                <a:latin typeface="Courier New"/>
              </a:rPr>
              <a:t>/lib64</a:t>
            </a:r>
            <a:endParaRPr b="0" lang="nl-NL" sz="2000" spc="-1" strike="noStrike">
              <a:solidFill>
                <a:schemeClr val="dk1"/>
              </a:solidFill>
              <a:latin typeface="Calibri"/>
            </a:endParaRPr>
          </a:p>
          <a:p>
            <a:pPr marL="270000" indent="-270000" defTabSz="914400">
              <a:lnSpc>
                <a:spcPct val="150000"/>
              </a:lnSpc>
              <a:buSzPct val="100000"/>
              <a:buBlip>
                <a:blip r:embed="rId4"/>
              </a:buBlip>
              <a:tabLst>
                <a:tab algn="l" pos="538200"/>
              </a:tabLst>
            </a:pPr>
            <a:r>
              <a:rPr b="0" lang="en-US" sz="2000" spc="-1" strike="noStrike">
                <a:solidFill>
                  <a:schemeClr val="dk1"/>
                </a:solidFill>
                <a:latin typeface="Calibri"/>
              </a:rPr>
              <a:t>Use things from the </a:t>
            </a:r>
            <a:r>
              <a:rPr b="0" lang="en-US" sz="2000" spc="-1" strike="noStrike" u="sng">
                <a:solidFill>
                  <a:schemeClr val="dk1"/>
                </a:solidFill>
                <a:uFillTx/>
                <a:latin typeface="Calibri"/>
              </a:rPr>
              <a:t>Module environment</a:t>
            </a:r>
            <a:endParaRPr b="0" lang="nl-NL" sz="2000" spc="-1" strike="noStrike">
              <a:solidFill>
                <a:schemeClr val="dk1"/>
              </a:solidFill>
              <a:latin typeface="Calibri"/>
            </a:endParaRPr>
          </a:p>
          <a:p>
            <a:pPr indent="0" defTabSz="914400">
              <a:lnSpc>
                <a:spcPct val="150000"/>
              </a:lnSpc>
              <a:buNone/>
              <a:tabLst>
                <a:tab algn="l" pos="538200"/>
              </a:tabLst>
            </a:pPr>
            <a:endParaRPr b="0" lang="nl-NL" sz="2000" spc="-1" strike="noStrike">
              <a:solidFill>
                <a:schemeClr val="dk1"/>
              </a:solidFill>
              <a:latin typeface="Calibri"/>
            </a:endParaRPr>
          </a:p>
          <a:p>
            <a:pPr indent="0" defTabSz="914400">
              <a:lnSpc>
                <a:spcPct val="150000"/>
              </a:lnSpc>
              <a:buNone/>
              <a:tabLst>
                <a:tab algn="l" pos="0"/>
              </a:tabLst>
            </a:pPr>
            <a:r>
              <a:rPr b="0" lang="en-US" sz="2000" spc="-1" strike="noStrike">
                <a:solidFill>
                  <a:schemeClr val="dk1"/>
                </a:solidFill>
                <a:latin typeface="Calibri"/>
              </a:rPr>
              <a:t>But… Why? </a:t>
            </a:r>
            <a:endParaRPr b="0" lang="nl-NL" sz="2000" spc="-1" strike="noStrike">
              <a:solidFill>
                <a:schemeClr val="dk1"/>
              </a:solidFill>
              <a:latin typeface="Calibri"/>
            </a:endParaRPr>
          </a:p>
          <a:p>
            <a:pPr marL="270000" indent="-270000" defTabSz="914400">
              <a:lnSpc>
                <a:spcPct val="150000"/>
              </a:lnSpc>
              <a:buSzPct val="100000"/>
              <a:buBlip>
                <a:blip r:embed="rId5"/>
              </a:buBlip>
              <a:tabLst>
                <a:tab algn="l" pos="0"/>
              </a:tabLst>
            </a:pPr>
            <a:r>
              <a:rPr b="0" lang="en-US" sz="2000" spc="-1" strike="noStrike">
                <a:solidFill>
                  <a:schemeClr val="dk1"/>
                </a:solidFill>
                <a:latin typeface="Calibri"/>
              </a:rPr>
              <a:t>Because HPC sysadmins may add / remove / upgrade tools, the OS, etc </a:t>
            </a:r>
            <a:r>
              <a:rPr b="0" i="1" lang="en-US" sz="2000" spc="-1" strike="noStrike">
                <a:solidFill>
                  <a:schemeClr val="dk1"/>
                </a:solidFill>
                <a:latin typeface="Calibri"/>
              </a:rPr>
              <a:t>as they please, without notice</a:t>
            </a:r>
            <a:r>
              <a:rPr b="0" lang="en-US" sz="2000" spc="-1" strike="noStrike">
                <a:solidFill>
                  <a:schemeClr val="dk1"/>
                </a:solidFill>
                <a:latin typeface="Calibri"/>
              </a:rPr>
              <a:t>. You cannot rely on certain versions to be there! (for text editors, you typically don’t care what exact version they are, hence it’s fine to use those)</a:t>
            </a:r>
            <a:endParaRPr b="0" lang="nl-NL" sz="2000" spc="-1" strike="noStrike">
              <a:solidFill>
                <a:schemeClr val="dk1"/>
              </a:solidFill>
              <a:latin typeface="Calibri"/>
            </a:endParaRPr>
          </a:p>
        </p:txBody>
      </p:sp>
      <p:sp>
        <p:nvSpPr>
          <p:cNvPr id="1496"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793C8AD5-6F01-4FD4-9B15-AE2370F51BD9}" type="slidenum">
              <a:t>23</a:t>
            </a:fld>
          </a:p>
        </p:txBody>
      </p:sp>
    </p:spTree>
  </p:cSld>
  <mc:AlternateContent>
    <mc:Choice Requires="p14">
      <p:transition spd="med" p14:dur="8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7"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Module environment</a:t>
            </a:r>
            <a:endParaRPr b="0" lang="nl-NL" sz="3200" spc="-1" strike="noStrike">
              <a:solidFill>
                <a:schemeClr val="dk1"/>
              </a:solidFill>
              <a:latin typeface="Calibri"/>
            </a:endParaRPr>
          </a:p>
        </p:txBody>
      </p:sp>
      <p:sp>
        <p:nvSpPr>
          <p:cNvPr id="1498"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HPC systems are shared between many users, with different needs. How to offer several versions of the same software?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Module environment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Let’s look what modules we have: </a:t>
            </a:r>
            <a:r>
              <a:rPr b="0" lang="nl-NL" sz="2000" spc="-1" strike="noStrike">
                <a:solidFill>
                  <a:schemeClr val="dk1"/>
                </a:solidFill>
                <a:latin typeface="Courier New"/>
              </a:rPr>
              <a:t>module av</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We build a module environment every year. Let’s load the one for 2023: </a:t>
            </a:r>
            <a:r>
              <a:rPr b="0" lang="nl-NL" sz="2000" spc="-1" strike="noStrike">
                <a:solidFill>
                  <a:schemeClr val="dk1"/>
                </a:solidFill>
                <a:latin typeface="Courier New"/>
              </a:rPr>
              <a:t>module load 2023</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Check the modules again: </a:t>
            </a:r>
            <a:r>
              <a:rPr b="0" lang="nl-NL" sz="2000" spc="-1" strike="noStrike">
                <a:solidFill>
                  <a:schemeClr val="dk1"/>
                </a:solidFill>
                <a:latin typeface="Courier New"/>
              </a:rPr>
              <a:t>module av</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5"/>
              </a:buBlip>
              <a:tabLst>
                <a:tab algn="l" pos="0"/>
              </a:tabLst>
            </a:pPr>
            <a:r>
              <a:rPr b="0" lang="nl-NL" sz="2000" spc="-1" strike="noStrike">
                <a:solidFill>
                  <a:schemeClr val="dk1"/>
                </a:solidFill>
                <a:latin typeface="Calibri"/>
              </a:rPr>
              <a:t>What Python modules do we have? </a:t>
            </a:r>
            <a:r>
              <a:rPr b="0" lang="nl-NL" sz="2000" spc="-1" strike="noStrike">
                <a:solidFill>
                  <a:schemeClr val="dk1"/>
                </a:solidFill>
                <a:latin typeface="Courier New"/>
              </a:rPr>
              <a:t>module av Python</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6"/>
              </a:buBlip>
              <a:tabLst>
                <a:tab algn="l" pos="0"/>
              </a:tabLst>
            </a:pPr>
            <a:r>
              <a:rPr b="0" lang="nl-NL" sz="2000" spc="-1" strike="noStrike">
                <a:solidFill>
                  <a:schemeClr val="dk1"/>
                </a:solidFill>
                <a:latin typeface="Calibri"/>
              </a:rPr>
              <a:t>Let’s have a look at one: </a:t>
            </a:r>
            <a:r>
              <a:rPr b="0" lang="nl-NL" sz="2000" spc="-1" strike="noStrike">
                <a:solidFill>
                  <a:schemeClr val="dk1"/>
                </a:solidFill>
                <a:latin typeface="Courier New"/>
              </a:rPr>
              <a:t>module show </a:t>
            </a:r>
            <a:r>
              <a:rPr b="0" lang="nl-NL" sz="2000" spc="-1" strike="noStrike">
                <a:solidFill>
                  <a:schemeClr val="dk1"/>
                </a:solidFill>
                <a:latin typeface="Courier New"/>
                <a:ea typeface="Calibri"/>
              </a:rPr>
              <a:t>Python/3.11.3-GCCcore-12.3.0</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7"/>
              </a:buBlip>
              <a:tabLst>
                <a:tab algn="l" pos="0"/>
              </a:tabLst>
            </a:pPr>
            <a:r>
              <a:rPr b="0" lang="nl-NL" sz="2000" spc="-1" strike="noStrike">
                <a:solidFill>
                  <a:schemeClr val="dk1"/>
                </a:solidFill>
                <a:latin typeface="Calibri"/>
                <a:ea typeface="Calibri"/>
              </a:rPr>
              <a:t>Modules set environment variables like </a:t>
            </a:r>
            <a:r>
              <a:rPr b="0" lang="nl-NL" sz="2000" spc="-1" strike="noStrike">
                <a:solidFill>
                  <a:schemeClr val="dk1"/>
                </a:solidFill>
                <a:latin typeface="Courier New"/>
                <a:ea typeface="Calibri"/>
              </a:rPr>
              <a:t>PATH</a:t>
            </a:r>
            <a:r>
              <a:rPr b="0" lang="nl-NL" sz="2000" spc="-1" strike="noStrike">
                <a:solidFill>
                  <a:schemeClr val="dk1"/>
                </a:solidFill>
                <a:latin typeface="Calibri"/>
                <a:ea typeface="Calibri"/>
              </a:rPr>
              <a:t>, </a:t>
            </a:r>
            <a:r>
              <a:rPr b="0" lang="nl-NL" sz="2000" spc="-1" strike="noStrike">
                <a:solidFill>
                  <a:schemeClr val="dk1"/>
                </a:solidFill>
                <a:latin typeface="Courier New"/>
                <a:ea typeface="Calibri"/>
              </a:rPr>
              <a:t>LD_LIBRARY_PATH</a:t>
            </a:r>
            <a:r>
              <a:rPr b="0" lang="nl-NL" sz="2000" spc="-1" strike="noStrike">
                <a:solidFill>
                  <a:schemeClr val="dk1"/>
                </a:solidFill>
                <a:latin typeface="Calibri"/>
                <a:ea typeface="Calibri"/>
              </a:rPr>
              <a:t>, etc. These are used by the Linux OS to find binaries, libaries, etc</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499"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6AF3C79F-0DDA-40EB-9235-69A136B91239}" type="slidenum">
              <a:t>24</a:t>
            </a:fld>
          </a:p>
        </p:txBody>
      </p:sp>
    </p:spTree>
  </p:cSld>
  <mc:AlternateContent>
    <mc:Choice Requires="p14">
      <p:transition spd="med" p14:dur="8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0"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How does e.g. PATH work?</a:t>
            </a:r>
            <a:endParaRPr b="0" lang="nl-NL" sz="3200" spc="-1" strike="noStrike">
              <a:solidFill>
                <a:schemeClr val="dk1"/>
              </a:solidFill>
              <a:latin typeface="Calibri"/>
            </a:endParaRPr>
          </a:p>
        </p:txBody>
      </p:sp>
      <p:sp>
        <p:nvSpPr>
          <p:cNvPr id="1501"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0" lang="nl-NL" sz="1400" spc="-1" strike="noStrike">
                <a:solidFill>
                  <a:schemeClr val="dk1"/>
                </a:solidFill>
                <a:latin typeface="Courier New"/>
              </a:rPr>
              <a:t>$ which python3</a:t>
            </a: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/bin/python3</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 module av</a:t>
            </a: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 module load 2023</a:t>
            </a: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 module load </a:t>
            </a:r>
            <a:r>
              <a:rPr b="0" lang="nl-NL" sz="1400" spc="-1" strike="noStrike">
                <a:solidFill>
                  <a:schemeClr val="dk1"/>
                </a:solidFill>
                <a:latin typeface="Courier New"/>
                <a:ea typeface="Calibri"/>
              </a:rPr>
              <a:t>Python/3.11.3-GCCcore-12.3.0</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ea typeface="Calibri"/>
              </a:rPr>
              <a:t>$ which python3</a:t>
            </a: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ea typeface="Calibri"/>
              </a:rPr>
              <a:t>/sw/arch/RHEL8/EB_production/2023/software/Python/3.11.3-GCCcore-12.3.0/bin/python3</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ea typeface="Calibri"/>
              </a:rPr>
              <a:t>echo $PATH</a:t>
            </a:r>
            <a:endParaRPr b="0" lang="nl-NL" sz="1400" spc="-1" strike="noStrike">
              <a:solidFill>
                <a:schemeClr val="dk1"/>
              </a:solidFill>
              <a:latin typeface="Calibri"/>
            </a:endParaRPr>
          </a:p>
          <a:p>
            <a:pPr marL="270000" indent="-270000" defTabSz="914400">
              <a:lnSpc>
                <a:spcPct val="100000"/>
              </a:lnSpc>
              <a:spcBef>
                <a:spcPts val="601"/>
              </a:spcBef>
              <a:spcAft>
                <a:spcPts val="601"/>
              </a:spcAft>
              <a:buNone/>
              <a:tabLst>
                <a:tab algn="l" pos="0"/>
              </a:tabLst>
            </a:pPr>
            <a:r>
              <a:rPr b="0" lang="nl-NL" sz="1400" spc="-1" strike="noStrike">
                <a:solidFill>
                  <a:schemeClr val="dk1"/>
                </a:solidFill>
                <a:highlight>
                  <a:srgbClr val="ffff00"/>
                </a:highlight>
                <a:latin typeface="Calibri"/>
                <a:ea typeface="Calibri"/>
              </a:rPr>
              <a:t>/sw/arch/RHEL8/EB_production/2023/software/Python/3.11.3-GCCcore-12.3.0/bin</a:t>
            </a:r>
            <a:r>
              <a:rPr b="0" lang="nl-NL" sz="1400" spc="-1" strike="noStrike">
                <a:solidFill>
                  <a:schemeClr val="dk1"/>
                </a:solidFill>
                <a:latin typeface="Calibri"/>
                <a:ea typeface="Calibri"/>
              </a:rPr>
              <a:t>:/sw/arch/RHEL8/EB_production/2023/software/OpenSSL/3/bin:/sw/arch/RHEL8/EB_production/2023/software/XZ/5.4.2-GCCcore-12.3.0/bin:/sw/arch/RHEL8/EB_production/2023/software/SQLite/3.42.0-GCCcore-12.3.0/bin:/sw/arch/RHEL8/EB_production/2023/software/Tcl/8.6.13-GCCcore-12.3.0/bin:/sw/arch/RHEL8/EB_production/2023/software/ncurses/6.4-GCCcore-12.3.0/bin:/sw/arch/RHEL8/EB_production/2023/software/bzip2/1.0.8-GCCcore-12.3.0/bin:/sw/arch/RHEL8/EB_production/2023/software/binutils/2.40-GCCcore-12.3.0/bin:/sw/arch/RHEL8/EB_production/2023/software/GCCcore/12.3.0/bin:/gpfs/admin/hpc/sw/hpc/bin:/gpfs/admin/hpc/sw/hpc/sbin:/usr/local/bin:/usr/bin:/usr/local/sbin:/usr/sbin</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ea typeface="Calibri"/>
              </a:rPr>
              <a:t>The OS finds the </a:t>
            </a:r>
            <a:r>
              <a:rPr b="0" lang="en-US" sz="1600" spc="-1" strike="noStrike">
                <a:solidFill>
                  <a:schemeClr val="dk1"/>
                </a:solidFill>
                <a:latin typeface="Courier New"/>
                <a:ea typeface="Calibri"/>
              </a:rPr>
              <a:t>python3</a:t>
            </a:r>
            <a:r>
              <a:rPr b="0" lang="en-US" sz="1600" spc="-1" strike="noStrike">
                <a:solidFill>
                  <a:schemeClr val="dk1"/>
                </a:solidFill>
                <a:latin typeface="Calibri"/>
                <a:ea typeface="Calibri"/>
              </a:rPr>
              <a:t> from the module environment because </a:t>
            </a:r>
            <a:r>
              <a:rPr b="0" lang="en-US" sz="1600" spc="-1" strike="noStrike">
                <a:solidFill>
                  <a:schemeClr val="dk1"/>
                </a:solidFill>
                <a:latin typeface="Courier New"/>
                <a:ea typeface="Calibri"/>
              </a:rPr>
              <a:t>PATH</a:t>
            </a:r>
            <a:r>
              <a:rPr b="0" lang="en-US" sz="1600" spc="-1" strike="noStrike">
                <a:solidFill>
                  <a:schemeClr val="dk1"/>
                </a:solidFill>
                <a:latin typeface="Calibri"/>
                <a:ea typeface="Calibri"/>
              </a:rPr>
              <a:t> includes the directory in which </a:t>
            </a:r>
            <a:r>
              <a:rPr b="0" lang="en-US" sz="1600" spc="-1" strike="noStrike">
                <a:solidFill>
                  <a:schemeClr val="dk1"/>
                </a:solidFill>
                <a:latin typeface="Courier New"/>
                <a:ea typeface="Calibri"/>
              </a:rPr>
              <a:t>python3</a:t>
            </a:r>
            <a:r>
              <a:rPr b="0" lang="en-US" sz="1600" spc="-1" strike="noStrike">
                <a:solidFill>
                  <a:schemeClr val="dk1"/>
                </a:solidFill>
                <a:latin typeface="Calibri"/>
                <a:ea typeface="Calibri"/>
              </a:rPr>
              <a:t> is located</a:t>
            </a:r>
            <a:endParaRPr b="0" lang="nl-NL" sz="1600" spc="-1" strike="noStrike">
              <a:solidFill>
                <a:schemeClr val="dk1"/>
              </a:solidFill>
              <a:latin typeface="Calibri"/>
            </a:endParaRPr>
          </a:p>
        </p:txBody>
      </p:sp>
      <p:sp>
        <p:nvSpPr>
          <p:cNvPr id="1502"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D1BECA03-4EE1-4A6F-9D69-E1BB583C0E0E}" type="slidenum">
              <a:t>25</a:t>
            </a:fld>
          </a:p>
        </p:txBody>
      </p:sp>
    </p:spTree>
  </p:cSld>
  <mc:AlternateContent>
    <mc:Choice Requires="p14">
      <p:transition spd="med" p14:dur="8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3"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Attempt 2: PyTorch in a virtual environment with pip</a:t>
            </a:r>
            <a:endParaRPr b="0" lang="nl-NL" sz="3200" spc="-1" strike="noStrike">
              <a:solidFill>
                <a:schemeClr val="dk1"/>
              </a:solidFill>
              <a:latin typeface="Calibri"/>
            </a:endParaRPr>
          </a:p>
        </p:txBody>
      </p:sp>
      <p:sp>
        <p:nvSpPr>
          <p:cNvPr id="1504"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0" lang="nl-NL" sz="1400" spc="-1" strike="noStrike">
                <a:solidFill>
                  <a:schemeClr val="dk1"/>
                </a:solidFill>
                <a:latin typeface="Courier New"/>
              </a:rPr>
              <a:t># We don’t want it to pick up PYTHON packages from our course environment for this demo</a:t>
            </a: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unset PYTHONPATH</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source my_pytorch_venv/bin/activate</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pip3 install torch torchvision torchaudio --index-url https://download.pytorch.org/whl/cu124 (instruction from </a:t>
            </a:r>
            <a:r>
              <a:rPr b="0" lang="en-US" sz="1400" spc="-1" strike="noStrike" u="sng">
                <a:solidFill>
                  <a:schemeClr val="dk1"/>
                </a:solidFill>
                <a:uFillTx/>
                <a:latin typeface="Courier New"/>
                <a:hlinkClick r:id="rId1"/>
              </a:rPr>
              <a:t>https://pytorch.org/get-started/locally/</a:t>
            </a: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Python</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&gt;&gt;&gt; </a:t>
            </a:r>
            <a:r>
              <a:rPr b="1" lang="en-US" sz="1400" spc="-1" strike="noStrike">
                <a:solidFill>
                  <a:schemeClr val="dk1"/>
                </a:solidFill>
                <a:latin typeface="Courier New"/>
              </a:rPr>
              <a:t>import torch</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&gt;&gt;&gt; Traceback (most recent call last):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a:t>
            </a:r>
            <a:r>
              <a:rPr b="0" lang="en-US" sz="1400" spc="-1" strike="noStrike">
                <a:solidFill>
                  <a:schemeClr val="dk1"/>
                </a:solidFill>
                <a:latin typeface="Courier New"/>
              </a:rPr>
              <a:t>File "&lt;stdin&gt;", line 1, in &lt;module&gt;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a:t>
            </a:r>
            <a:r>
              <a:rPr b="0" lang="en-US" sz="1400" spc="-1" strike="noStrike">
                <a:solidFill>
                  <a:schemeClr val="dk1"/>
                </a:solidFill>
                <a:latin typeface="Courier New"/>
              </a:rPr>
              <a:t>File "/gpfs/home5/scur1443/HPML-course-materials/Day2/notebooks/my_pytorch_venv/lib/python3.11/site-packages/torch/__init__.py", line 367, in &lt;module&gt;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a:t>
            </a:r>
            <a:r>
              <a:rPr b="0" lang="en-US" sz="1400" spc="-1" strike="noStrike">
                <a:solidFill>
                  <a:schemeClr val="dk1"/>
                </a:solidFill>
                <a:latin typeface="Courier New"/>
              </a:rPr>
              <a:t>from torch._C import *  # noqa: F403</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a:t>
            </a: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highlight>
                  <a:srgbClr val="ffff00"/>
                </a:highlight>
                <a:latin typeface="Courier New"/>
              </a:rPr>
              <a:t>ImportError:</a:t>
            </a:r>
            <a:r>
              <a:rPr b="0" lang="en-US" sz="1400" spc="-1" strike="noStrike">
                <a:solidFill>
                  <a:schemeClr val="dk1"/>
                </a:solidFill>
                <a:latin typeface="Courier New"/>
              </a:rPr>
              <a:t> /gpfs/home5/scur1443/HPML-course-materials/Day2/notebooks/my_pytorch_venv/lib/python3.11/site-packages/torch/lib/../../nvidia/cusparse/lib/libcusparse.so.12: </a:t>
            </a:r>
            <a:r>
              <a:rPr b="0" lang="en-US" sz="1400" spc="-1" strike="noStrike">
                <a:solidFill>
                  <a:schemeClr val="dk1"/>
                </a:solidFill>
                <a:highlight>
                  <a:srgbClr val="ffff00"/>
                </a:highlight>
                <a:latin typeface="Courier New"/>
              </a:rPr>
              <a:t>undefined symbol: __nvJitLinkComplete_12_4, version libnvJitLink.so.12</a:t>
            </a:r>
            <a:endParaRPr b="0" lang="nl-NL" sz="14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rPr>
              <a:t>Ugh, what now? Where does torch normally find the CUDA installation?</a:t>
            </a:r>
            <a:endParaRPr b="0" lang="nl-NL" sz="1600" spc="-1" strike="noStrike">
              <a:solidFill>
                <a:schemeClr val="dk1"/>
              </a:solidFill>
              <a:latin typeface="Calibri"/>
            </a:endParaRPr>
          </a:p>
        </p:txBody>
      </p:sp>
      <p:sp>
        <p:nvSpPr>
          <p:cNvPr id="1505"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1506" name="TextBox 5"/>
          <p:cNvSpPr/>
          <p:nvPr/>
        </p:nvSpPr>
        <p:spPr>
          <a:xfrm>
            <a:off x="7510320" y="2702160"/>
            <a:ext cx="4287960" cy="396000"/>
          </a:xfrm>
          <a:prstGeom prst="rect">
            <a:avLst/>
          </a:prstGeom>
          <a:solidFill>
            <a:schemeClr val="bg1"/>
          </a:solidFill>
          <a:ln w="0">
            <a:solidFill>
              <a:srgbClr val="000000"/>
            </a:solidFill>
          </a:ln>
        </p:spPr>
        <p:style>
          <a:lnRef idx="0"/>
          <a:fillRef idx="0"/>
          <a:effectRef idx="0"/>
          <a:fontRef idx="minor"/>
        </p:style>
        <p:txBody>
          <a:bodyPr lIns="182880" rIns="182880" tIns="91440" bIns="91440" anchor="t">
            <a:spAutoFit/>
          </a:bodyPr>
          <a:p>
            <a:pPr defTabSz="914400">
              <a:lnSpc>
                <a:spcPct val="100000"/>
              </a:lnSpc>
            </a:pPr>
            <a:r>
              <a:rPr b="0" lang="en-GB" sz="1400" spc="-1" strike="noStrike">
                <a:solidFill>
                  <a:schemeClr val="dk1"/>
                </a:solidFill>
                <a:latin typeface="Calibri"/>
              </a:rPr>
              <a:t>PyTorch is installed with CUDA 12.4 support (cu124).</a:t>
            </a:r>
            <a:endParaRPr b="0" lang="en-US" sz="1400" spc="-1" strike="noStrike">
              <a:solidFill>
                <a:srgbClr val="000000"/>
              </a:solidFill>
              <a:latin typeface="Arial"/>
            </a:endParaRPr>
          </a:p>
        </p:txBody>
      </p:sp>
      <p:cxnSp>
        <p:nvCxnSpPr>
          <p:cNvPr id="1507" name="Straight Arrow Connector 6"/>
          <p:cNvCxnSpPr/>
          <p:nvPr/>
        </p:nvCxnSpPr>
        <p:spPr>
          <a:xfrm flipV="1">
            <a:off x="9861480" y="2261160"/>
            <a:ext cx="98640" cy="403560"/>
          </a:xfrm>
          <a:prstGeom prst="straightConnector1">
            <a:avLst/>
          </a:prstGeom>
          <a:ln>
            <a:solidFill>
              <a:srgbClr val="ea7600"/>
            </a:solidFill>
            <a:tailEnd len="med" type="triangle" w="med"/>
          </a:ln>
        </p:spPr>
      </p:cxnSp>
      <p:sp>
        <p:nvSpPr>
          <p:cNvPr id="5" name="PlaceHolder 4"/>
          <p:cNvSpPr>
            <a:spLocks noGrp="1"/>
          </p:cNvSpPr>
          <p:nvPr>
            <p:ph type="sldNum" idx="27"/>
          </p:nvPr>
        </p:nvSpPr>
        <p:spPr/>
        <p:txBody>
          <a:bodyPr/>
          <a:p>
            <a:fld id="{542E2B79-77F0-48F7-A83F-6A03332F59A5}" type="slidenum">
              <a:t>26</a:t>
            </a:fld>
          </a:p>
        </p:txBody>
      </p:sp>
    </p:spTree>
  </p:cSld>
  <mc:AlternateContent>
    <mc:Choice Requires="p14">
      <p:transition spd="med" p14:dur="800">
        <p:fade/>
      </p:transition>
    </mc:Choice>
    <mc:Fallback>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506"/>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15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8"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Attempt 2: PyTorch in a virtual environment with pip</a:t>
            </a:r>
            <a:endParaRPr b="0" lang="nl-NL" sz="3200" spc="-1" strike="noStrike">
              <a:solidFill>
                <a:schemeClr val="dk1"/>
              </a:solidFill>
              <a:latin typeface="Calibri"/>
            </a:endParaRPr>
          </a:p>
        </p:txBody>
      </p:sp>
      <p:sp>
        <p:nvSpPr>
          <p:cNvPr id="1509"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1" lang="nl-NL" sz="1400" spc="-1" strike="noStrike">
                <a:solidFill>
                  <a:schemeClr val="dk1"/>
                </a:solidFill>
                <a:latin typeface="Courier New"/>
              </a:rPr>
              <a:t>ldd</a:t>
            </a:r>
            <a:r>
              <a:rPr b="0" lang="nl-NL" sz="1400" spc="-1" strike="noStrike">
                <a:solidFill>
                  <a:schemeClr val="dk1"/>
                </a:solidFill>
                <a:latin typeface="Courier New"/>
              </a:rPr>
              <a:t> /gpfs/home5/scur1443/HPML-course-materials/Day2/notebooks/my_pytorch_venv/lib/python3.11/site-packages/torch/lib/../../nvidia/cusparse/lib/libcusparse.so.12</a:t>
            </a: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        </a:t>
            </a:r>
            <a:r>
              <a:rPr b="0" lang="nl-NL" sz="1400" spc="-1" strike="noStrike">
                <a:solidFill>
                  <a:schemeClr val="dk1"/>
                </a:solidFill>
                <a:latin typeface="Courier New"/>
              </a:rPr>
              <a:t>linux-vdso.so.1 (0x00007ffce2326000)</a:t>
            </a: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        </a:t>
            </a:r>
            <a:r>
              <a:rPr b="0" lang="nl-NL" sz="1400" spc="-1" strike="noStrike">
                <a:solidFill>
                  <a:schemeClr val="dk1"/>
                </a:solidFill>
                <a:highlight>
                  <a:srgbClr val="ffff00"/>
                </a:highlight>
                <a:latin typeface="Courier New"/>
              </a:rPr>
              <a:t>libnvJitLink.so.12 =&gt; /sw/arch/RHEL8/EB_production/2023/software/</a:t>
            </a:r>
            <a:r>
              <a:rPr b="1" lang="nl-NL" sz="1400" spc="-1" strike="noStrike">
                <a:solidFill>
                  <a:schemeClr val="dk1"/>
                </a:solidFill>
                <a:highlight>
                  <a:srgbClr val="ffff00"/>
                </a:highlight>
                <a:latin typeface="Courier New"/>
              </a:rPr>
              <a:t>CUDA/12.1.1</a:t>
            </a:r>
            <a:r>
              <a:rPr b="0" lang="nl-NL" sz="1400" spc="-1" strike="noStrike">
                <a:solidFill>
                  <a:schemeClr val="dk1"/>
                </a:solidFill>
                <a:highlight>
                  <a:srgbClr val="ffff00"/>
                </a:highlight>
                <a:latin typeface="Courier New"/>
              </a:rPr>
              <a:t>/lib/libnvJitLink.so.12</a:t>
            </a:r>
            <a:r>
              <a:rPr b="0" lang="nl-NL" sz="1400" spc="-1" strike="noStrike">
                <a:solidFill>
                  <a:schemeClr val="dk1"/>
                </a:solidFill>
                <a:latin typeface="Courier New"/>
              </a:rPr>
              <a:t> (0x0000146b3ef09000</a:t>
            </a:r>
            <a:endParaRPr b="0" lang="nl-NL" sz="14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rPr>
              <a:t>This library has been linked with lbnvJitLink.so.12 </a:t>
            </a:r>
            <a:r>
              <a:rPr b="0" i="1" lang="en-US" sz="1600" spc="-1" strike="noStrike">
                <a:solidFill>
                  <a:schemeClr val="dk1"/>
                </a:solidFill>
                <a:latin typeface="Calibri"/>
              </a:rPr>
              <a:t>but only works with 12.4 (or newer). </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p:txBody>
      </p:sp>
      <p:sp>
        <p:nvSpPr>
          <p:cNvPr id="1510"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32FEDCC5-5A8A-4601-95B6-471D88B6888A}" type="slidenum">
              <a:t>27</a:t>
            </a:fld>
          </a:p>
        </p:txBody>
      </p:sp>
    </p:spTree>
  </p:cSld>
  <mc:AlternateContent>
    <mc:Choice Requires="p14">
      <p:transition spd="med" p14:dur="8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1"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Attempt 2: PyTorch in a virtual environment with pip</a:t>
            </a:r>
            <a:endParaRPr b="0" lang="nl-NL" sz="3200" spc="-1" strike="noStrike">
              <a:solidFill>
                <a:schemeClr val="dk1"/>
              </a:solidFill>
              <a:latin typeface="Calibri"/>
            </a:endParaRPr>
          </a:p>
        </p:txBody>
      </p:sp>
      <p:sp>
        <p:nvSpPr>
          <p:cNvPr id="1512"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1" lang="en-US" sz="1600" spc="-1" strike="noStrike">
                <a:solidFill>
                  <a:schemeClr val="dk1"/>
                </a:solidFill>
                <a:latin typeface="Calibri"/>
              </a:rPr>
              <a:t>How to fix this?</a:t>
            </a: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rPr>
              <a:t>It is now picking up on the CUDA from our module environment.</a:t>
            </a:r>
            <a:r>
              <a:rPr b="0" i="1" lang="en-US" sz="1600" spc="-1" strike="noStrike">
                <a:solidFill>
                  <a:schemeClr val="dk1"/>
                </a:solidFill>
                <a:latin typeface="Calibri"/>
              </a:rPr>
              <a:t> </a:t>
            </a:r>
            <a:r>
              <a:rPr b="0" lang="en-US" sz="1600" spc="-1" strike="noStrike">
                <a:solidFill>
                  <a:schemeClr val="dk1"/>
                </a:solidFill>
                <a:latin typeface="Calibri"/>
              </a:rPr>
              <a:t>Nowadays, pip can also install CUDA itself (and does so), but the runtime linker picked up on the </a:t>
            </a:r>
            <a:r>
              <a:rPr b="0" lang="en-US" sz="1600" spc="-1" strike="noStrike">
                <a:solidFill>
                  <a:schemeClr val="dk1"/>
                </a:solidFill>
                <a:latin typeface="Courier New"/>
              </a:rPr>
              <a:t>libnvJiTlink.so</a:t>
            </a:r>
            <a:r>
              <a:rPr b="0" lang="en-US" sz="1600" spc="-1" strike="noStrike">
                <a:solidFill>
                  <a:schemeClr val="dk1"/>
                </a:solidFill>
                <a:latin typeface="Calibri"/>
              </a:rPr>
              <a:t> from the module environment </a:t>
            </a:r>
            <a:r>
              <a:rPr b="0" i="1" lang="en-US" sz="1600" spc="-1" strike="noStrike">
                <a:solidFill>
                  <a:schemeClr val="dk1"/>
                </a:solidFill>
                <a:latin typeface="Calibri"/>
              </a:rPr>
              <a:t>first</a:t>
            </a:r>
            <a:r>
              <a:rPr b="0" lang="en-US" sz="1600" spc="-1" strike="noStrike">
                <a:solidFill>
                  <a:schemeClr val="dk1"/>
                </a:solidFill>
                <a:latin typeface="Calibri"/>
              </a:rPr>
              <a:t>. Why?</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ourier New"/>
              </a:rPr>
              <a:t>$ readelf -a /home/scur1443/my_pytorch_venv/lib/python3.11/site-packages/torch/lib/../../nvidia/cusparse/lib/libcusparse.so.12 | grep RUNPATH</a:t>
            </a: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ourier New"/>
              </a:rPr>
              <a:t> </a:t>
            </a:r>
            <a:r>
              <a:rPr b="0" lang="en-US" sz="1600" spc="-1" strike="noStrike">
                <a:solidFill>
                  <a:schemeClr val="dk1"/>
                </a:solidFill>
                <a:latin typeface="Courier New"/>
              </a:rPr>
              <a:t>0x000000000000001d (RUNPATH)            Library runpath: [$ORIGIN:$ORIGIN/../../nvjitlink/lib]</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ea typeface="Calibri"/>
              </a:rPr>
              <a:t>This library exists:</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 ls -al /home/scur1443/my_pytorch_venv/lib/python3.11/site-packages/nvidia/nvjitlink/lib/libnvJitLink.so.12 </a:t>
            </a: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-rw-rw----+ 1 scur1443 scur1443 53594512 Nov  4 12:14 /home/scur1443/my_pytorch_venv/lib/python3.11/site-packages/nvidia/nvjitlink/lib/libnvJitLink.so.12</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ea typeface="Calibri"/>
              </a:rPr>
              <a:t>But: </a:t>
            </a:r>
            <a:r>
              <a:rPr b="0" lang="en-US" sz="1600" spc="-1" strike="noStrike">
                <a:solidFill>
                  <a:schemeClr val="dk1"/>
                </a:solidFill>
                <a:highlight>
                  <a:srgbClr val="ffff00"/>
                </a:highlight>
                <a:latin typeface="Calibri"/>
                <a:ea typeface="Calibri"/>
              </a:rPr>
              <a:t>runtime linker (</a:t>
            </a:r>
            <a:r>
              <a:rPr b="0" lang="en-US" sz="1600" spc="-1" strike="noStrike">
                <a:solidFill>
                  <a:schemeClr val="dk1"/>
                </a:solidFill>
                <a:highlight>
                  <a:srgbClr val="ffff00"/>
                </a:highlight>
                <a:latin typeface="Courier New"/>
                <a:ea typeface="Calibri"/>
              </a:rPr>
              <a:t>ld</a:t>
            </a:r>
            <a:r>
              <a:rPr b="0" lang="en-US" sz="1600" spc="-1" strike="noStrike">
                <a:solidFill>
                  <a:schemeClr val="dk1"/>
                </a:solidFill>
                <a:highlight>
                  <a:srgbClr val="ffff00"/>
                </a:highlight>
                <a:latin typeface="Calibri"/>
                <a:ea typeface="Calibri"/>
              </a:rPr>
              <a:t>) reads from </a:t>
            </a:r>
            <a:r>
              <a:rPr b="0" lang="en-US" sz="1600" spc="-1" strike="noStrike">
                <a:solidFill>
                  <a:schemeClr val="dk1"/>
                </a:solidFill>
                <a:highlight>
                  <a:srgbClr val="ffff00"/>
                </a:highlight>
                <a:latin typeface="Courier New"/>
                <a:ea typeface="Calibri"/>
              </a:rPr>
              <a:t>LD_LIBRARY_PATH</a:t>
            </a:r>
            <a:r>
              <a:rPr b="0" lang="en-US" sz="1600" spc="-1" strike="noStrike">
                <a:solidFill>
                  <a:schemeClr val="dk1"/>
                </a:solidFill>
                <a:highlight>
                  <a:srgbClr val="ffff00"/>
                </a:highlight>
                <a:latin typeface="Calibri"/>
                <a:ea typeface="Calibri"/>
              </a:rPr>
              <a:t> </a:t>
            </a:r>
            <a:r>
              <a:rPr b="0" i="1" lang="en-US" sz="1600" spc="-1" strike="noStrike">
                <a:solidFill>
                  <a:schemeClr val="dk1"/>
                </a:solidFill>
                <a:highlight>
                  <a:srgbClr val="ffff00"/>
                </a:highlight>
                <a:latin typeface="Calibri"/>
                <a:ea typeface="Calibri"/>
              </a:rPr>
              <a:t>before</a:t>
            </a:r>
            <a:r>
              <a:rPr b="0" lang="en-US" sz="1600" spc="-1" strike="noStrike">
                <a:solidFill>
                  <a:schemeClr val="dk1"/>
                </a:solidFill>
                <a:highlight>
                  <a:srgbClr val="ffff00"/>
                </a:highlight>
                <a:latin typeface="Calibri"/>
                <a:ea typeface="Calibri"/>
              </a:rPr>
              <a:t> the </a:t>
            </a:r>
            <a:r>
              <a:rPr b="0" lang="en-US" sz="1600" spc="-1" strike="noStrike">
                <a:solidFill>
                  <a:schemeClr val="dk1"/>
                </a:solidFill>
                <a:highlight>
                  <a:srgbClr val="ffff00"/>
                </a:highlight>
                <a:latin typeface="Courier New"/>
                <a:ea typeface="Calibri"/>
              </a:rPr>
              <a:t>RUNPATH</a:t>
            </a:r>
            <a:r>
              <a:rPr b="0" lang="en-US" sz="1600" spc="-1" strike="noStrike">
                <a:solidFill>
                  <a:schemeClr val="dk1"/>
                </a:solidFill>
                <a:highlight>
                  <a:srgbClr val="ffff00"/>
                </a:highlight>
                <a:latin typeface="Calibri"/>
                <a:ea typeface="Calibri"/>
              </a:rPr>
              <a:t> of any specific library</a:t>
            </a:r>
            <a:r>
              <a:rPr b="0" lang="en-US" sz="1600" spc="-1" strike="noStrike">
                <a:solidFill>
                  <a:schemeClr val="dk1"/>
                </a:solidFill>
                <a:latin typeface="Calibri"/>
                <a:ea typeface="Calibri"/>
              </a:rPr>
              <a:t> (see </a:t>
            </a:r>
            <a:r>
              <a:rPr b="0" lang="en-US" sz="1600" spc="-1" strike="noStrike">
                <a:solidFill>
                  <a:schemeClr val="dk1"/>
                </a:solidFill>
                <a:latin typeface="Courier New"/>
                <a:ea typeface="Calibri"/>
              </a:rPr>
              <a:t>man ld</a:t>
            </a:r>
            <a:r>
              <a:rPr b="0" lang="en-US" sz="1600" spc="-1" strike="noStrike">
                <a:solidFill>
                  <a:schemeClr val="dk1"/>
                </a:solidFill>
                <a:latin typeface="Calibri"/>
                <a:ea typeface="Calibri"/>
              </a:rPr>
              <a:t>)</a:t>
            </a:r>
            <a:endParaRPr b="0" lang="nl-NL" sz="1600" spc="-1" strike="noStrike">
              <a:solidFill>
                <a:schemeClr val="dk1"/>
              </a:solidFill>
              <a:latin typeface="Calibri"/>
            </a:endParaRPr>
          </a:p>
        </p:txBody>
      </p:sp>
      <p:sp>
        <p:nvSpPr>
          <p:cNvPr id="1513"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702A13BA-499D-465A-A5B8-1259CBD48B20}" type="slidenum">
              <a:t>28</a:t>
            </a:fld>
          </a:p>
        </p:txBody>
      </p:sp>
    </p:spTree>
  </p:cSld>
  <mc:AlternateContent>
    <mc:Choice Requires="p14">
      <p:transition spd="med" p14:dur="8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4"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Attempt 2: PyTorch in a virtual environment with pip</a:t>
            </a:r>
            <a:endParaRPr b="0" lang="nl-NL" sz="3200" spc="-1" strike="noStrike">
              <a:solidFill>
                <a:schemeClr val="dk1"/>
              </a:solidFill>
              <a:latin typeface="Calibri"/>
            </a:endParaRPr>
          </a:p>
        </p:txBody>
      </p:sp>
      <p:sp>
        <p:nvSpPr>
          <p:cNvPr id="1515"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1" lang="en-US" sz="1600" spc="-1" strike="noStrike">
                <a:solidFill>
                  <a:schemeClr val="dk1"/>
                </a:solidFill>
                <a:latin typeface="Calibri"/>
              </a:rPr>
              <a:t>Solution:</a:t>
            </a: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rPr>
              <a:t>Make sure there is no (incompatible) CUDA on </a:t>
            </a:r>
            <a:r>
              <a:rPr b="0" lang="en-US" sz="1600" spc="-1" strike="noStrike">
                <a:solidFill>
                  <a:schemeClr val="dk1"/>
                </a:solidFill>
                <a:latin typeface="Courier New"/>
              </a:rPr>
              <a:t>LD_LIBRARY_PATH</a:t>
            </a:r>
            <a:r>
              <a:rPr b="0" lang="en-US" sz="1600" spc="-1" strike="noStrike">
                <a:solidFill>
                  <a:schemeClr val="dk1"/>
                </a:solidFill>
                <a:latin typeface="Calibri"/>
              </a:rPr>
              <a:t>:</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ourier New"/>
              </a:rPr>
              <a:t>$ </a:t>
            </a:r>
            <a:r>
              <a:rPr b="0" lang="en-US" sz="1600" spc="-1" strike="noStrike">
                <a:solidFill>
                  <a:schemeClr val="dk1"/>
                </a:solidFill>
                <a:highlight>
                  <a:srgbClr val="ffff00"/>
                </a:highlight>
                <a:latin typeface="Courier New"/>
              </a:rPr>
              <a:t>module unload CUDA</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ea typeface="Calibri"/>
              </a:rPr>
              <a:t>This library exists:</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&gt;&gt;&gt; import torch</a:t>
            </a: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&gt;&gt;&gt; torch.cuda.is_available()</a:t>
            </a: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True</a:t>
            </a: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&gt;&gt;&gt; torch.backends.cudnn.version()</a:t>
            </a: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90100</a:t>
            </a: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&gt;&gt;&gt; torch.backends.cudnn.enabled</a:t>
            </a:r>
            <a:endParaRPr b="0" lang="nl-NL" sz="1600" spc="-1" strike="noStrike">
              <a:solidFill>
                <a:schemeClr val="dk1"/>
              </a:solidFill>
              <a:latin typeface="Calibri"/>
            </a:endParaRPr>
          </a:p>
          <a:p>
            <a:pPr indent="0" defTabSz="914400">
              <a:lnSpc>
                <a:spcPct val="100000"/>
              </a:lnSpc>
              <a:buNone/>
              <a:tabLst>
                <a:tab algn="l" pos="0"/>
              </a:tabLst>
            </a:pPr>
            <a:r>
              <a:rPr b="0" i="1" lang="en-US" sz="1600" spc="-1" strike="noStrike">
                <a:solidFill>
                  <a:schemeClr val="dk1"/>
                </a:solidFill>
                <a:latin typeface="Courier New"/>
                <a:ea typeface="Calibri"/>
              </a:rPr>
              <a:t>True</a:t>
            </a:r>
            <a:endParaRPr b="0" lang="nl-NL" sz="16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600" spc="-1" strike="noStrike">
                <a:solidFill>
                  <a:schemeClr val="dk1"/>
                </a:solidFill>
                <a:latin typeface="Calibri"/>
                <a:ea typeface="Calibri"/>
              </a:rPr>
              <a:t>GPU support works now!</a:t>
            </a:r>
            <a:endParaRPr b="0" lang="nl-NL" sz="1600" spc="-1" strike="noStrike">
              <a:solidFill>
                <a:schemeClr val="dk1"/>
              </a:solidFill>
              <a:latin typeface="Calibri"/>
            </a:endParaRPr>
          </a:p>
        </p:txBody>
      </p:sp>
      <p:sp>
        <p:nvSpPr>
          <p:cNvPr id="1516"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9A2D505D-69DB-4916-930B-3A3C1A48B910}" type="slidenum">
              <a:t>29</a:t>
            </a:fld>
          </a:p>
        </p:txBody>
      </p:sp>
    </p:spTree>
  </p:cSld>
  <mc:AlternateContent>
    <mc:Choice Requires="p14">
      <p:transition spd="med" p14:dur="8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7"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Tensorflow in a virtual environment with pip: the old days</a:t>
            </a:r>
            <a:endParaRPr b="0" lang="nl-NL" sz="3200" spc="-1" strike="noStrike">
              <a:solidFill>
                <a:schemeClr val="dk1"/>
              </a:solidFill>
              <a:latin typeface="Calibri"/>
            </a:endParaRPr>
          </a:p>
        </p:txBody>
      </p:sp>
      <p:sp>
        <p:nvSpPr>
          <p:cNvPr id="1518"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0" lang="nl-NL" sz="1400" spc="-1" strike="noStrike">
                <a:solidFill>
                  <a:schemeClr val="dk1"/>
                </a:solidFill>
                <a:latin typeface="Courier New"/>
              </a:rPr>
              <a:t>$ python -m venv my_tf_venv</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source my_tf_venv/bin/activate</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pip3 install nvidia-cudnn-cu11==8.6.0.163 tensorflow==2.12.* (instructions from </a:t>
            </a:r>
            <a:r>
              <a:rPr b="0" lang="en-US" sz="1400" spc="-1" strike="noStrike" u="sng">
                <a:solidFill>
                  <a:schemeClr val="dk1"/>
                </a:solidFill>
                <a:uFillTx/>
                <a:latin typeface="Courier New"/>
                <a:hlinkClick r:id="rId1"/>
              </a:rPr>
              <a:t>https://www.tensorflow.org/install/pip</a:t>
            </a: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python3 -c "import tensorflow as tf; print(tf.config.list_physical_devices('GPU'))"</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2023-05-12 15:49:48.115916: I tensorflow/tsl/cuda/cudart_stub.cc:28] Could not find cuda drivers on your machine, GPU will not be used.</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2023-05-12 15:49:48.222125: I tensorflow/tsl/cuda/cudart_stub.cc:28] Could not find cuda drivers on your machine, GPU will not be used.</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2023-05-12 15:49:48.222644: I tensorflow/core/platform/cpu_feature_guard.cc:182] This TensorFlow binary is optimized to use available CPU instructions in performance-critical operations.</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To enable the following instructions: AVX2 AVX512F FMA, in other operations, rebuild TensorFlow with the appropriate compiler flags.</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2023-05-12 15:49:49.932425: W tensorflow/compiler/tf2tensorrt/utils/py_utils.cc:38] TF-TRT Warning: Could not find TensorRT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2023-05-12 15:49:52.152843: W tensorflow/core/common_runtime/gpu/gpu_device.cc:1956] Cannot dlopen some GPU libraries. Please make sure the missing libraries mentioned above are installed properly if you would like to use GPU. Follow the guide at https://www.tensorflow.org/install/gpu for how to download and setup the required libraries for your platform.</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Skipping registering GPU devices...</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a:t>
            </a:r>
            <a:endParaRPr b="0" lang="nl-NL" sz="1400" spc="-1" strike="noStrike">
              <a:solidFill>
                <a:schemeClr val="dk1"/>
              </a:solidFill>
              <a:latin typeface="Calibri"/>
            </a:endParaRPr>
          </a:p>
        </p:txBody>
      </p:sp>
      <p:sp>
        <p:nvSpPr>
          <p:cNvPr id="1519"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DC7FF686-804D-4E6C-A2D0-F942B10E234C}" type="slidenum">
              <a:t>30</a:t>
            </a:fld>
          </a:p>
        </p:txBody>
      </p:sp>
    </p:spTree>
  </p:cSld>
  <mc:AlternateContent>
    <mc:Choice Requires="p14">
      <p:transition spd="med" p14:dur="8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0"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Tensorflow in a virtual environment with pip: the old days</a:t>
            </a:r>
            <a:endParaRPr b="0" lang="nl-NL" sz="3200" spc="-1" strike="noStrike">
              <a:solidFill>
                <a:schemeClr val="dk1"/>
              </a:solidFill>
              <a:latin typeface="Calibri"/>
            </a:endParaRPr>
          </a:p>
        </p:txBody>
      </p:sp>
      <p:sp>
        <p:nvSpPr>
          <p:cNvPr id="1521"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0" lang="en-US" sz="1400" spc="-1" strike="noStrike">
                <a:solidFill>
                  <a:schemeClr val="dk1"/>
                </a:solidFill>
                <a:latin typeface="Courier New"/>
              </a:rPr>
              <a:t>$ python3 -c "import tensorflow as tf; print(tf.config.list_physical_devices('GPU'))"</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2023-05-12 15:49:48.222125: I tensorflow/tsl/cuda/cudart_stub.cc:28] </a:t>
            </a:r>
            <a:r>
              <a:rPr b="1" lang="en-US" sz="1400" spc="-1" strike="noStrike">
                <a:solidFill>
                  <a:schemeClr val="dk1"/>
                </a:solidFill>
                <a:latin typeface="Courier New"/>
              </a:rPr>
              <a:t>Could not find cuda drivers on your machine, GPU will not be used</a:t>
            </a: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2023-05-12 15:49:52.152843: W tensorflow/core/common_runtime/gpu/gpu_device.cc:1956] </a:t>
            </a:r>
            <a:r>
              <a:rPr b="1" lang="en-US" sz="1400" spc="-1" strike="noStrike">
                <a:solidFill>
                  <a:schemeClr val="dk1"/>
                </a:solidFill>
                <a:latin typeface="Courier New"/>
              </a:rPr>
              <a:t>Cannot dlopen some GPU libraries. </a:t>
            </a:r>
            <a:r>
              <a:rPr b="0" lang="en-US" sz="1400" spc="-1" strike="noStrike">
                <a:solidFill>
                  <a:schemeClr val="dk1"/>
                </a:solidFill>
                <a:latin typeface="Courier New"/>
              </a:rPr>
              <a:t>Please make sure the missing libraries mentioned above are installed properly if you would like to use GPU. Follow the guide at https://www.tensorflow.org/install/gpu for how to download and setup the required libraries for your platform.</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Skipping registering GPU devices...</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800" spc="-1" strike="noStrike">
                <a:solidFill>
                  <a:schemeClr val="dk1"/>
                </a:solidFill>
                <a:latin typeface="Calibri"/>
              </a:rPr>
              <a:t>This TensorFlow installation is not using the GPUs! You wouldn’t believe how many users don’t read these warnings. They allocate (very) expensive GPUs, and then don’t use them… Please make us happy, don’t do this! </a:t>
            </a:r>
            <a:endParaRPr b="0" lang="nl-NL" sz="1800" spc="-1" strike="noStrike">
              <a:solidFill>
                <a:schemeClr val="dk1"/>
              </a:solidFill>
              <a:latin typeface="Calibri"/>
            </a:endParaRPr>
          </a:p>
        </p:txBody>
      </p:sp>
      <p:sp>
        <p:nvSpPr>
          <p:cNvPr id="1522"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Tree>
  </p:cSld>
  <mc:AlternateContent>
    <mc:Choice Requires="p14">
      <p:transition spd="med" p14:dur="8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3"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Tensorflow in a virtual environment with pip: present day</a:t>
            </a:r>
            <a:endParaRPr b="0" lang="nl-NL" sz="3200" spc="-1" strike="noStrike">
              <a:solidFill>
                <a:schemeClr val="dk1"/>
              </a:solidFill>
              <a:latin typeface="Calibri"/>
            </a:endParaRPr>
          </a:p>
        </p:txBody>
      </p:sp>
      <p:sp>
        <p:nvSpPr>
          <p:cNvPr id="1524"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0" lang="en-US" sz="1400" spc="-1" strike="noStrike">
                <a:solidFill>
                  <a:schemeClr val="dk1"/>
                </a:solidFill>
                <a:latin typeface="Courier New"/>
              </a:rPr>
              <a:t>$ python3 -m pip install tensorflow[and-cuda]</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python3 -c "import tensorflow as tf; print(tf.config.list_physical_devices('GPU'))"</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[PhysicalDevice(name='/physical_device:GPU:0', device_type='GPU')]</a:t>
            </a:r>
            <a:endParaRPr b="0" lang="nl-NL" sz="14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800" spc="-1" strike="noStrike">
                <a:solidFill>
                  <a:schemeClr val="dk1"/>
                </a:solidFill>
                <a:latin typeface="Calibri"/>
              </a:rPr>
              <a:t>Yeey, this ‘just works’ now!</a:t>
            </a:r>
            <a:endParaRPr b="0" lang="nl-NL" sz="1800" spc="-1" strike="noStrike">
              <a:solidFill>
                <a:schemeClr val="dk1"/>
              </a:solidFill>
              <a:latin typeface="Calibri"/>
            </a:endParaRPr>
          </a:p>
          <a:p>
            <a:pPr indent="0" defTabSz="914400">
              <a:lnSpc>
                <a:spcPct val="100000"/>
              </a:lnSpc>
              <a:buNone/>
              <a:tabLst>
                <a:tab algn="l" pos="0"/>
              </a:tabLst>
            </a:pPr>
            <a:endParaRPr b="0" lang="nl-NL" sz="1800" spc="-1" strike="noStrike">
              <a:solidFill>
                <a:schemeClr val="dk1"/>
              </a:solidFill>
              <a:latin typeface="Calibri"/>
            </a:endParaRPr>
          </a:p>
          <a:p>
            <a:pPr indent="0" defTabSz="914400">
              <a:lnSpc>
                <a:spcPct val="100000"/>
              </a:lnSpc>
              <a:buNone/>
              <a:tabLst>
                <a:tab algn="l" pos="0"/>
              </a:tabLst>
            </a:pPr>
            <a:r>
              <a:rPr b="0" lang="en-US" sz="1800" spc="-1" strike="noStrike">
                <a:solidFill>
                  <a:schemeClr val="dk1"/>
                </a:solidFill>
                <a:latin typeface="Calibri"/>
              </a:rPr>
              <a:t>Why?</a:t>
            </a:r>
            <a:endParaRPr b="0" lang="nl-NL" sz="1800" spc="-1" strike="noStrike">
              <a:solidFill>
                <a:schemeClr val="dk1"/>
              </a:solidFill>
              <a:latin typeface="Calibri"/>
            </a:endParaRPr>
          </a:p>
          <a:p>
            <a:pPr marL="270000" indent="-270000" defTabSz="914400">
              <a:lnSpc>
                <a:spcPct val="100000"/>
              </a:lnSpc>
              <a:buSzPct val="100112"/>
              <a:buBlip>
                <a:blip r:embed="rId1"/>
              </a:buBlip>
              <a:tabLst>
                <a:tab algn="l" pos="0"/>
              </a:tabLst>
            </a:pPr>
            <a:r>
              <a:rPr b="0" lang="en-US" sz="1800" spc="-1" strike="noStrike">
                <a:solidFill>
                  <a:schemeClr val="dk1"/>
                </a:solidFill>
                <a:latin typeface="Calibri"/>
              </a:rPr>
              <a:t>Again: because pip can now be used to install CUDA as well (previously, you’d have to load it from the system – and if you didn’t, you would have no GPU support)</a:t>
            </a:r>
            <a:endParaRPr b="0" lang="nl-NL" sz="1800" spc="-1" strike="noStrike">
              <a:solidFill>
                <a:schemeClr val="dk1"/>
              </a:solidFill>
              <a:latin typeface="Calibri"/>
            </a:endParaRPr>
          </a:p>
        </p:txBody>
      </p:sp>
      <p:sp>
        <p:nvSpPr>
          <p:cNvPr id="1525"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Tree>
  </p:cSld>
  <mc:AlternateContent>
    <mc:Choice Requires="p14">
      <p:transition spd="med" p14:dur="8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6"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Tensorflow in a virtual environment with pip: present day</a:t>
            </a:r>
            <a:endParaRPr b="0" lang="nl-NL" sz="3200" spc="-1" strike="noStrike">
              <a:solidFill>
                <a:schemeClr val="dk1"/>
              </a:solidFill>
              <a:latin typeface="Calibri"/>
            </a:endParaRPr>
          </a:p>
        </p:txBody>
      </p:sp>
      <p:sp>
        <p:nvSpPr>
          <p:cNvPr id="1527"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0" lang="en-US" sz="1400" spc="-1" strike="noStrike">
                <a:solidFill>
                  <a:schemeClr val="dk1"/>
                </a:solidFill>
                <a:latin typeface="Courier New"/>
              </a:rPr>
              <a:t>$ python3 -m pip install tensorflow[and-cuda]</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 python3 -c "import tensorflow as tf; print(tf.config.list_physical_devices('GPU'))"</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2023-05-12 15:49:48.222644: I tensorflow/core/platform/cpu_feature_guard.cc:182] </a:t>
            </a:r>
            <a:r>
              <a:rPr b="1" lang="en-US" sz="1400" spc="-1" strike="noStrike">
                <a:solidFill>
                  <a:schemeClr val="dk1"/>
                </a:solidFill>
                <a:latin typeface="Courier New"/>
              </a:rPr>
              <a:t>This TensorFlow binary is optimized to use available CPU instructions in performance-critical operations.</a:t>
            </a:r>
            <a:endParaRPr b="0" lang="nl-NL" sz="1400" spc="-1" strike="noStrike">
              <a:solidFill>
                <a:schemeClr val="dk1"/>
              </a:solidFill>
              <a:latin typeface="Calibri"/>
            </a:endParaRPr>
          </a:p>
          <a:p>
            <a:pPr indent="0" defTabSz="914400">
              <a:lnSpc>
                <a:spcPct val="100000"/>
              </a:lnSpc>
              <a:buNone/>
              <a:tabLst>
                <a:tab algn="l" pos="0"/>
              </a:tabLst>
            </a:pPr>
            <a:r>
              <a:rPr b="1" lang="en-US" sz="1400" spc="-1" strike="noStrike">
                <a:solidFill>
                  <a:schemeClr val="dk1"/>
                </a:solidFill>
                <a:latin typeface="Courier New"/>
              </a:rPr>
              <a:t>To enable the following instructions: AVX2 AVX512F FMA, in other operations, rebuild TensorFlow with the appropriate compiler flags.</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rPr>
              <a:t>[PhysicalDevice(name='/physical_device:GPU:0', device_type='GPU')]</a:t>
            </a:r>
            <a:endParaRPr b="0" lang="nl-NL" sz="14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800" spc="-1" strike="noStrike">
                <a:solidFill>
                  <a:schemeClr val="dk1"/>
                </a:solidFill>
                <a:latin typeface="Calibri"/>
              </a:rPr>
              <a:t>But it’s not all sunshine and rainbows…</a:t>
            </a:r>
            <a:endParaRPr b="0" lang="nl-NL" sz="1800" spc="-1" strike="noStrike">
              <a:solidFill>
                <a:schemeClr val="dk1"/>
              </a:solidFill>
              <a:latin typeface="Calibri"/>
            </a:endParaRPr>
          </a:p>
          <a:p>
            <a:pPr marL="270000" indent="-270000" defTabSz="914400">
              <a:lnSpc>
                <a:spcPct val="100000"/>
              </a:lnSpc>
              <a:buSzPct val="100112"/>
              <a:buBlip>
                <a:blip r:embed="rId1"/>
              </a:buBlip>
              <a:tabLst>
                <a:tab algn="l" pos="0"/>
              </a:tabLst>
            </a:pPr>
            <a:r>
              <a:rPr b="0" lang="en-US" sz="1800" spc="-1" strike="noStrike">
                <a:solidFill>
                  <a:schemeClr val="dk1"/>
                </a:solidFill>
                <a:latin typeface="Calibri"/>
              </a:rPr>
              <a:t>This TensorFlow itself is build without modern extensions to the X86_64 instruction set (AVX2, AVX512 and FMA). This problem is somewhat mitigated by the fact that for performance critical functions, TensorFlow uses low level CPU libraries that </a:t>
            </a:r>
            <a:r>
              <a:rPr b="0" i="1" lang="en-US" sz="1800" spc="-1" strike="noStrike">
                <a:solidFill>
                  <a:schemeClr val="dk1"/>
                </a:solidFill>
                <a:latin typeface="Calibri"/>
              </a:rPr>
              <a:t>are</a:t>
            </a:r>
            <a:r>
              <a:rPr b="0" lang="en-US" sz="1800" spc="-1" strike="noStrike">
                <a:solidFill>
                  <a:schemeClr val="dk1"/>
                </a:solidFill>
                <a:latin typeface="Calibri"/>
              </a:rPr>
              <a:t> optimized (we will get back to this later today). But, for the last 1% of performance on CPU, one would have to rebuild TensorFlow from sources </a:t>
            </a:r>
            <a:r>
              <a:rPr b="0" i="1" lang="en-US" sz="1800" spc="-1" strike="noStrike">
                <a:solidFill>
                  <a:schemeClr val="dk1"/>
                </a:solidFill>
                <a:latin typeface="Calibri"/>
              </a:rPr>
              <a:t>with</a:t>
            </a:r>
            <a:r>
              <a:rPr b="0" lang="en-US" sz="1800" spc="-1" strike="noStrike">
                <a:solidFill>
                  <a:schemeClr val="dk1"/>
                </a:solidFill>
                <a:latin typeface="Calibri"/>
              </a:rPr>
              <a:t> these instruction sets enabled </a:t>
            </a:r>
            <a:endParaRPr b="0" lang="nl-NL" sz="1800" spc="-1" strike="noStrike">
              <a:solidFill>
                <a:schemeClr val="dk1"/>
              </a:solidFill>
              <a:latin typeface="Calibri"/>
            </a:endParaRPr>
          </a:p>
          <a:p>
            <a:pPr lvl="1" marL="538200" indent="-270000" defTabSz="914400">
              <a:lnSpc>
                <a:spcPct val="100000"/>
              </a:lnSpc>
              <a:buSzPct val="100112"/>
              <a:buBlip>
                <a:blip r:embed="rId2"/>
              </a:buBlip>
              <a:tabLst>
                <a:tab algn="l" pos="0"/>
              </a:tabLst>
            </a:pPr>
            <a:r>
              <a:rPr b="0" lang="en-US" sz="1800" spc="-1" strike="noStrike">
                <a:solidFill>
                  <a:schemeClr val="dk1"/>
                </a:solidFill>
                <a:latin typeface="Calibri"/>
              </a:rPr>
              <a:t>We do this for our TensorFlow module!</a:t>
            </a:r>
            <a:endParaRPr b="0" lang="nl-NL" sz="1800" spc="-1" strike="noStrike">
              <a:solidFill>
                <a:schemeClr val="dk1"/>
              </a:solidFill>
              <a:latin typeface="Calibri"/>
            </a:endParaRPr>
          </a:p>
        </p:txBody>
      </p:sp>
      <p:sp>
        <p:nvSpPr>
          <p:cNvPr id="1528"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Tree>
  </p:cSld>
  <mc:AlternateContent>
    <mc:Choice Requires="p14">
      <p:transition spd="med" p14:dur="8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9"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Tensorflow in a virtual environment with pip</a:t>
            </a:r>
            <a:endParaRPr b="0" lang="nl-NL" sz="3200" spc="-1" strike="noStrike">
              <a:solidFill>
                <a:schemeClr val="dk1"/>
              </a:solidFill>
              <a:latin typeface="Calibri"/>
            </a:endParaRPr>
          </a:p>
        </p:txBody>
      </p:sp>
      <p:sp>
        <p:nvSpPr>
          <p:cNvPr id="1530"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buNone/>
              <a:tabLst>
                <a:tab algn="l" pos="0"/>
              </a:tabLst>
            </a:pPr>
            <a:r>
              <a:rPr b="0" lang="nl-NL" sz="1800" spc="-1" strike="noStrike">
                <a:solidFill>
                  <a:schemeClr val="dk1"/>
                </a:solidFill>
                <a:latin typeface="Calibri"/>
              </a:rPr>
              <a:t>So, what if supply the necessary cuDNN (version 8.6) and CUDA (version 11.8) at runtime?</a:t>
            </a:r>
            <a:endParaRPr b="0" lang="nl-NL" sz="1800" spc="-1" strike="noStrike">
              <a:solidFill>
                <a:schemeClr val="dk1"/>
              </a:solidFill>
              <a:latin typeface="Calibri"/>
            </a:endParaRPr>
          </a:p>
          <a:p>
            <a:pPr indent="0" defTabSz="914400">
              <a:lnSpc>
                <a:spcPct val="100000"/>
              </a:lnSpc>
              <a:buNone/>
              <a:tabLst>
                <a:tab algn="l" pos="0"/>
              </a:tabLst>
            </a:pPr>
            <a:endParaRPr b="0" lang="nl-NL" sz="1400" spc="-1" strike="noStrike">
              <a:solidFill>
                <a:schemeClr val="dk1"/>
              </a:solidFill>
              <a:latin typeface="Calibri"/>
            </a:endParaRPr>
          </a:p>
          <a:p>
            <a:pPr indent="0" defTabSz="914400">
              <a:lnSpc>
                <a:spcPct val="100000"/>
              </a:lnSpc>
              <a:buNone/>
              <a:tabLst>
                <a:tab algn="l" pos="0"/>
              </a:tabLst>
            </a:pPr>
            <a:r>
              <a:rPr b="0" lang="nl-NL" sz="1400" spc="-1" strike="noStrike">
                <a:solidFill>
                  <a:schemeClr val="dk1"/>
                </a:solidFill>
                <a:latin typeface="Courier New"/>
              </a:rPr>
              <a:t>$ module load </a:t>
            </a:r>
            <a:r>
              <a:rPr b="0" lang="nl-NL" sz="1400" spc="-1" strike="noStrike">
                <a:solidFill>
                  <a:schemeClr val="dk1"/>
                </a:solidFill>
                <a:latin typeface="Courier New"/>
                <a:ea typeface="Calibri"/>
              </a:rPr>
              <a:t>cuDNN/8.9.2.26-CUDA-12.1.1</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ea typeface="Calibri"/>
              </a:rPr>
              <a:t>$ python3 -c "import tensorflow as tf; </a:t>
            </a:r>
            <a:r>
              <a:rPr b="1" lang="en-US" sz="1400" spc="-1" strike="noStrike">
                <a:solidFill>
                  <a:schemeClr val="dk1"/>
                </a:solidFill>
                <a:latin typeface="Courier New"/>
                <a:ea typeface="Calibri"/>
              </a:rPr>
              <a:t>print(tf.config.list_physical_devices('GPU’))</a:t>
            </a:r>
            <a:r>
              <a:rPr b="0" lang="en-US" sz="1400" spc="-1" strike="noStrike">
                <a:solidFill>
                  <a:schemeClr val="dk1"/>
                </a:solidFill>
                <a:latin typeface="Courier New"/>
                <a:ea typeface="Calibri"/>
              </a:rPr>
              <a:t>”</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ea typeface="Calibri"/>
              </a:rPr>
              <a:t>2023-05-12 16:00:34.191403: I tensorflow/core/platform/cpu_feature_guard.cc:182] This TensorFlow binary is optimized to use available CPU instructions in performance-critical operations.</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ea typeface="Calibri"/>
              </a:rPr>
              <a:t>To enable the following instructions: AVX2 AVX512F FMA, in other operations, rebuild TensorFlow with the appropriate compiler flags.</a:t>
            </a:r>
            <a:endParaRPr b="0" lang="nl-NL" sz="1400" spc="-1" strike="noStrike">
              <a:solidFill>
                <a:schemeClr val="dk1"/>
              </a:solidFill>
              <a:latin typeface="Calibri"/>
            </a:endParaRPr>
          </a:p>
          <a:p>
            <a:pPr indent="0" defTabSz="914400">
              <a:lnSpc>
                <a:spcPct val="100000"/>
              </a:lnSpc>
              <a:buNone/>
              <a:tabLst>
                <a:tab algn="l" pos="0"/>
              </a:tabLst>
            </a:pPr>
            <a:r>
              <a:rPr b="0" lang="en-US" sz="1400" spc="-1" strike="noStrike">
                <a:solidFill>
                  <a:schemeClr val="dk1"/>
                </a:solidFill>
                <a:latin typeface="Courier New"/>
                <a:ea typeface="Calibri"/>
              </a:rPr>
              <a:t>2023-05-12 16:00:35.657146: W tensorflow/compiler/tf2tensorrt/utils/py_utils.cc:38] TF-TRT Warning: Could not find TensorRT</a:t>
            </a:r>
            <a:endParaRPr b="0" lang="nl-NL" sz="1400" spc="-1" strike="noStrike">
              <a:solidFill>
                <a:schemeClr val="dk1"/>
              </a:solidFill>
              <a:latin typeface="Calibri"/>
            </a:endParaRPr>
          </a:p>
          <a:p>
            <a:pPr indent="0" defTabSz="914400">
              <a:lnSpc>
                <a:spcPct val="100000"/>
              </a:lnSpc>
              <a:buNone/>
              <a:tabLst>
                <a:tab algn="l" pos="0"/>
              </a:tabLst>
            </a:pPr>
            <a:r>
              <a:rPr b="1" lang="en-US" sz="1400" spc="-1" strike="noStrike">
                <a:solidFill>
                  <a:schemeClr val="dk1"/>
                </a:solidFill>
                <a:latin typeface="Courier New"/>
                <a:ea typeface="Calibri"/>
              </a:rPr>
              <a:t>[PhysicalDevice(name='/physical_device:GPU:0', device_type='GPU')]</a:t>
            </a:r>
            <a:endParaRPr b="0" lang="nl-NL" sz="1400" spc="-1" strike="noStrike">
              <a:solidFill>
                <a:schemeClr val="dk1"/>
              </a:solidFill>
              <a:latin typeface="Calibri"/>
            </a:endParaRPr>
          </a:p>
          <a:p>
            <a:pPr indent="0" defTabSz="914400">
              <a:lnSpc>
                <a:spcPct val="100000"/>
              </a:lnSpc>
              <a:buNone/>
              <a:tabLst>
                <a:tab algn="l" pos="0"/>
              </a:tabLst>
            </a:pPr>
            <a:endParaRPr b="0" lang="nl-NL" sz="1600" spc="-1" strike="noStrike">
              <a:solidFill>
                <a:schemeClr val="dk1"/>
              </a:solidFill>
              <a:latin typeface="Calibri"/>
            </a:endParaRPr>
          </a:p>
          <a:p>
            <a:pPr indent="0" defTabSz="914400">
              <a:lnSpc>
                <a:spcPct val="100000"/>
              </a:lnSpc>
              <a:buNone/>
              <a:tabLst>
                <a:tab algn="l" pos="0"/>
              </a:tabLst>
            </a:pPr>
            <a:r>
              <a:rPr b="0" lang="en-US" sz="1800" spc="-1" strike="noStrike">
                <a:solidFill>
                  <a:schemeClr val="dk1"/>
                </a:solidFill>
                <a:latin typeface="Calibri"/>
                <a:ea typeface="Calibri"/>
              </a:rPr>
              <a:t>Yes, TensorFlow now sees the GPU in my node!</a:t>
            </a:r>
            <a:endParaRPr b="0" lang="nl-NL" sz="1800" spc="-1" strike="noStrike">
              <a:solidFill>
                <a:schemeClr val="dk1"/>
              </a:solidFill>
              <a:latin typeface="Calibri"/>
            </a:endParaRPr>
          </a:p>
        </p:txBody>
      </p:sp>
      <p:sp>
        <p:nvSpPr>
          <p:cNvPr id="1531"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1FA0FA3F-159F-42CC-B6F3-0EA7BF2209EA}" type="slidenum">
              <a:t>34</a:t>
            </a:fld>
          </a:p>
        </p:txBody>
      </p:sp>
    </p:spTree>
  </p:cSld>
  <mc:AlternateContent>
    <mc:Choice Requires="p14">
      <p:transition spd="med" p14:dur="8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2"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So, what did we just do…?</a:t>
            </a:r>
            <a:endParaRPr b="0" lang="nl-NL" sz="3200" spc="-1" strike="noStrike">
              <a:solidFill>
                <a:schemeClr val="dk1"/>
              </a:solidFill>
              <a:latin typeface="Calibri"/>
            </a:endParaRPr>
          </a:p>
        </p:txBody>
      </p:sp>
      <p:sp>
        <p:nvSpPr>
          <p:cNvPr id="1533"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We installed TensorFlow and PyTorch from their wheels. That means we are doing a </a:t>
            </a:r>
            <a:r>
              <a:rPr b="1" lang="nl-NL" sz="2000" spc="-1" strike="noStrike">
                <a:solidFill>
                  <a:schemeClr val="dk1"/>
                </a:solidFill>
                <a:latin typeface="Calibri"/>
              </a:rPr>
              <a:t>binary</a:t>
            </a:r>
            <a:r>
              <a:rPr b="0" lang="nl-NL" sz="2000" spc="-1" strike="noStrike">
                <a:solidFill>
                  <a:schemeClr val="dk1"/>
                </a:solidFill>
                <a:latin typeface="Calibri"/>
              </a:rPr>
              <a:t> installation. Essentially, we are just copying </a:t>
            </a:r>
            <a:r>
              <a:rPr b="0" i="1" lang="nl-NL" sz="2000" spc="-1" strike="noStrike">
                <a:solidFill>
                  <a:schemeClr val="dk1"/>
                </a:solidFill>
                <a:latin typeface="Calibri"/>
              </a:rPr>
              <a:t>already compiled</a:t>
            </a:r>
            <a:r>
              <a:rPr b="0" lang="nl-NL" sz="2000" spc="-1" strike="noStrike">
                <a:solidFill>
                  <a:schemeClr val="dk1"/>
                </a:solidFill>
                <a:latin typeface="Calibri"/>
              </a:rPr>
              <a:t> executables (+ python scripts) and libraries to our system. </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That means we have </a:t>
            </a:r>
            <a:r>
              <a:rPr b="0" i="1" lang="nl-NL" sz="2000" spc="-1" strike="noStrike">
                <a:solidFill>
                  <a:schemeClr val="dk1"/>
                </a:solidFill>
                <a:latin typeface="Calibri"/>
              </a:rPr>
              <a:t>no control</a:t>
            </a:r>
            <a:r>
              <a:rPr b="0" lang="nl-NL" sz="2000" spc="-1" strike="noStrike">
                <a:solidFill>
                  <a:schemeClr val="dk1"/>
                </a:solidFill>
                <a:latin typeface="Calibri"/>
              </a:rPr>
              <a:t> over </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compiler optimization flags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which versions are used for dependencies</a:t>
            </a:r>
            <a:endParaRPr b="0" lang="nl-NL" sz="2000" spc="-1" strike="noStrike">
              <a:solidFill>
                <a:schemeClr val="dk1"/>
              </a:solidFill>
              <a:latin typeface="Calibri"/>
            </a:endParaRPr>
          </a:p>
          <a:p>
            <a:pPr lvl="1" marL="51264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E.g. running on H100 GPUs requires CUDA 12.X. Pulling in an older PyTorch / TensorFlow version compiled against CUDA 11.X </a:t>
            </a:r>
            <a:r>
              <a:rPr b="0" i="1" lang="nl-NL" sz="2000" spc="-1" strike="noStrike">
                <a:solidFill>
                  <a:schemeClr val="dk1"/>
                </a:solidFill>
                <a:latin typeface="Calibri"/>
              </a:rPr>
              <a:t>will not work</a:t>
            </a:r>
            <a:r>
              <a:rPr b="0" lang="nl-NL" sz="2000" spc="-1" strike="noStrike">
                <a:solidFill>
                  <a:schemeClr val="dk1"/>
                </a:solidFill>
                <a:latin typeface="Calibri"/>
              </a:rPr>
              <a:t> on these GPUs.</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p:txBody>
      </p:sp>
      <p:sp>
        <p:nvSpPr>
          <p:cNvPr id="1534"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90D2F52F-6D90-4D9E-8470-5383FC05189F}" type="slidenum">
              <a:t>35</a:t>
            </a:fld>
          </a:p>
        </p:txBody>
      </p:sp>
    </p:spTree>
  </p:cSld>
  <mc:AlternateContent>
    <mc:Choice Requires="p14">
      <p:transition spd="med" p14:dur="8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5"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Doing software installation myself is complicated!</a:t>
            </a:r>
            <a:endParaRPr b="0" lang="nl-NL" sz="3200" spc="-1" strike="noStrike">
              <a:solidFill>
                <a:schemeClr val="dk1"/>
              </a:solidFill>
              <a:latin typeface="Calibri"/>
            </a:endParaRPr>
          </a:p>
        </p:txBody>
      </p:sp>
      <p:sp>
        <p:nvSpPr>
          <p:cNvPr id="1536"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Yes it is! For good performance, you need to make sure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you’re software is optimized for the capabilities of your hardware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all the dependencies your software needs are present (and found!)</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Your software is using the hardware you expect, and is giving the performance you expect (is it </a:t>
            </a:r>
            <a:r>
              <a:rPr b="0" i="1" lang="nl-NL" sz="2000" spc="-1" strike="noStrike">
                <a:solidFill>
                  <a:schemeClr val="dk1"/>
                </a:solidFill>
                <a:latin typeface="Calibri"/>
              </a:rPr>
              <a:t>really</a:t>
            </a:r>
            <a:r>
              <a:rPr b="0" lang="nl-NL" sz="2000" spc="-1" strike="noStrike">
                <a:solidFill>
                  <a:schemeClr val="dk1"/>
                </a:solidFill>
                <a:latin typeface="Calibri"/>
              </a:rPr>
              <a:t> using the GPUs?)</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What we could have done…</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ourier New"/>
              </a:rPr>
              <a:t>Module load 2023</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ourier New"/>
              </a:rPr>
              <a:t>Module load </a:t>
            </a:r>
            <a:r>
              <a:rPr b="0" lang="nl-NL" sz="2000" spc="-1" strike="noStrike">
                <a:solidFill>
                  <a:schemeClr val="dk1"/>
                </a:solidFill>
                <a:latin typeface="Courier New"/>
                <a:ea typeface="Calibri"/>
              </a:rPr>
              <a:t>PyTorch/2.1.2-foss-2023a-CUDA-12.1.1</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en-US" sz="2000" spc="-1" strike="noStrike">
                <a:solidFill>
                  <a:schemeClr val="dk1"/>
                </a:solidFill>
                <a:latin typeface="Courier New"/>
                <a:ea typeface="Calibri"/>
              </a:rPr>
              <a:t>python3 -c "import torch; print(torch.__file__)"</a:t>
            </a:r>
            <a:endParaRPr b="0" lang="nl-NL" sz="2000" spc="-1" strike="noStrike">
              <a:solidFill>
                <a:schemeClr val="dk1"/>
              </a:solidFill>
              <a:latin typeface="Calibri"/>
            </a:endParaRPr>
          </a:p>
        </p:txBody>
      </p:sp>
      <p:sp>
        <p:nvSpPr>
          <p:cNvPr id="1537"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2E8C9054-7523-477B-91B1-6C0D4E3F11E5}" type="slidenum">
              <a:t>36</a:t>
            </a:fld>
          </a:p>
        </p:txBody>
      </p:sp>
    </p:spTree>
  </p:cSld>
  <mc:AlternateContent>
    <mc:Choice Requires="p14">
      <p:transition spd="med" p14:dur="8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8"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Module environment</a:t>
            </a:r>
            <a:endParaRPr b="0" lang="nl-NL" sz="3200" spc="-1" strike="noStrike">
              <a:solidFill>
                <a:schemeClr val="dk1"/>
              </a:solidFill>
              <a:latin typeface="Calibri"/>
            </a:endParaRPr>
          </a:p>
        </p:txBody>
      </p:sp>
      <p:sp>
        <p:nvSpPr>
          <p:cNvPr id="1539"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Why using software from the module environment is a good idea</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Convenient!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All dependencies are provided by our module environment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Optimized for our specific hardware</a:t>
            </a:r>
            <a:endParaRPr b="0" lang="nl-NL" sz="2000" spc="-1" strike="noStrike">
              <a:solidFill>
                <a:schemeClr val="dk1"/>
              </a:solidFill>
              <a:latin typeface="Calibri"/>
            </a:endParaRPr>
          </a:p>
          <a:p>
            <a:pPr lvl="1" marL="539640" indent="-27000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Difference is most pronounced for CPU-based codes. CUDA binaries are typically (but not always!) optimized for a wide range of GPU models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5"/>
              </a:buBlip>
              <a:tabLst>
                <a:tab algn="l" pos="0"/>
              </a:tabLst>
            </a:pPr>
            <a:r>
              <a:rPr b="0" lang="nl-NL" sz="2000" spc="-1" strike="noStrike">
                <a:solidFill>
                  <a:schemeClr val="dk1"/>
                </a:solidFill>
                <a:latin typeface="Calibri"/>
              </a:rPr>
              <a:t>One software stack to debug in case of problems (easier to debug then when users each have their own software installations!)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6"/>
              </a:buBlip>
              <a:tabLst>
                <a:tab algn="l" pos="0"/>
              </a:tabLst>
            </a:pPr>
            <a:r>
              <a:rPr b="0" lang="nl-NL" sz="2000" spc="-1" strike="noStrike">
                <a:solidFill>
                  <a:schemeClr val="dk1"/>
                </a:solidFill>
                <a:latin typeface="Calibri"/>
              </a:rPr>
              <a:t>Many users use the same installation =&gt; bigger chance of spotting problems. Only have to solve them once, and they’ll be solved for everyone.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7"/>
              </a:buBlip>
              <a:tabLst>
                <a:tab algn="l" pos="0"/>
              </a:tabLst>
            </a:pPr>
            <a:r>
              <a:rPr b="0" lang="nl-NL" sz="2000" spc="-1" strike="noStrike">
                <a:solidFill>
                  <a:schemeClr val="dk1"/>
                </a:solidFill>
                <a:latin typeface="Calibri"/>
              </a:rPr>
              <a:t>Less duplication (save disk space, reduce amount of files)</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540"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13500DE4-C5EA-4ED6-AB8D-8B8C116FABF7}" type="slidenum">
              <a:t>37</a:t>
            </a:fld>
          </a:p>
        </p:txBody>
      </p:sp>
    </p:spTree>
  </p:cSld>
  <mc:AlternateContent>
    <mc:Choice Requires="p14">
      <p:transition spd="med" p14:dur="8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1"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Reasons to still install your own…</a:t>
            </a:r>
            <a:endParaRPr b="0" lang="nl-NL" sz="3200" spc="-1" strike="noStrike">
              <a:solidFill>
                <a:schemeClr val="dk1"/>
              </a:solidFill>
              <a:latin typeface="Calibri"/>
            </a:endParaRPr>
          </a:p>
        </p:txBody>
      </p:sp>
      <p:sp>
        <p:nvSpPr>
          <p:cNvPr id="1542"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1"/>
              </a:buBlip>
            </a:pPr>
            <a:r>
              <a:rPr b="0" lang="nl-NL" sz="2000" spc="-1" strike="noStrike">
                <a:solidFill>
                  <a:schemeClr val="dk1"/>
                </a:solidFill>
                <a:latin typeface="Calibri"/>
              </a:rPr>
              <a:t>Module environment does not provide my software at all</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pPr>
            <a:r>
              <a:rPr b="0" lang="nl-NL" sz="2000" spc="-1" strike="noStrike">
                <a:solidFill>
                  <a:schemeClr val="dk1"/>
                </a:solidFill>
                <a:latin typeface="Calibri"/>
              </a:rPr>
              <a:t>Module environment does provide my software, but not the version I want</a:t>
            </a:r>
            <a:endParaRPr b="0" lang="nl-NL" sz="2000" spc="-1" strike="noStrike">
              <a:solidFill>
                <a:schemeClr val="dk1"/>
              </a:solidFill>
              <a:latin typeface="Calibri"/>
            </a:endParaRPr>
          </a:p>
          <a:p>
            <a:pPr lvl="1" marL="538200" indent="-270000" defTabSz="914400">
              <a:lnSpc>
                <a:spcPct val="100000"/>
              </a:lnSpc>
              <a:spcBef>
                <a:spcPts val="601"/>
              </a:spcBef>
              <a:spcAft>
                <a:spcPts val="601"/>
              </a:spcAft>
              <a:buSzPct val="100000"/>
              <a:buBlip>
                <a:blip r:embed="rId3"/>
              </a:buBlip>
              <a:tabLst>
                <a:tab algn="l" pos="628560"/>
              </a:tabLst>
            </a:pPr>
            <a:r>
              <a:rPr b="0" lang="nl-NL" sz="2000" spc="-1" strike="noStrike">
                <a:solidFill>
                  <a:schemeClr val="dk1"/>
                </a:solidFill>
                <a:latin typeface="Calibri"/>
              </a:rPr>
              <a:t>Building PyTorch / TensorFlow from sources is </a:t>
            </a:r>
            <a:r>
              <a:rPr b="0" i="1" lang="nl-NL" sz="2000" spc="-1" strike="noStrike">
                <a:solidFill>
                  <a:schemeClr val="dk1"/>
                </a:solidFill>
                <a:latin typeface="Calibri"/>
              </a:rPr>
              <a:t>hell</a:t>
            </a:r>
            <a:r>
              <a:rPr b="0" lang="nl-NL" sz="2000" spc="-1" strike="noStrike">
                <a:solidFill>
                  <a:schemeClr val="dk1"/>
                </a:solidFill>
                <a:latin typeface="Calibri"/>
              </a:rPr>
              <a:t>. Thus, the HPC community always lags behind a few versions</a:t>
            </a:r>
            <a:endParaRPr b="0" lang="nl-NL" sz="2000" spc="-1" strike="noStrike">
              <a:solidFill>
                <a:schemeClr val="dk1"/>
              </a:solidFill>
              <a:latin typeface="Calibri"/>
            </a:endParaRPr>
          </a:p>
        </p:txBody>
      </p:sp>
      <p:sp>
        <p:nvSpPr>
          <p:cNvPr id="1543"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FD8D898F-D1B3-44AE-A59A-49E2853E9AA6}" type="slidenum">
              <a:t>38</a:t>
            </a:fld>
          </a:p>
        </p:txBody>
      </p:sp>
    </p:spTree>
  </p:cSld>
  <mc:AlternateContent>
    <mc:Choice Requires="p14">
      <p:transition spd="med" p14:dur="8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4"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Combining virtual environment with modules</a:t>
            </a:r>
            <a:endParaRPr b="0" lang="nl-NL" sz="3200" spc="-1" strike="noStrike">
              <a:solidFill>
                <a:schemeClr val="dk1"/>
              </a:solidFill>
              <a:latin typeface="Calibri"/>
            </a:endParaRPr>
          </a:p>
        </p:txBody>
      </p:sp>
      <p:sp>
        <p:nvSpPr>
          <p:cNvPr id="1545"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What do you do if you need additional Python packages? </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Load whatever you can/want to use from the module environment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Create a virtual environment with </a:t>
            </a:r>
            <a:r>
              <a:rPr b="0" lang="nl-NL" sz="2000" spc="-1" strike="noStrike">
                <a:solidFill>
                  <a:schemeClr val="dk1"/>
                </a:solidFill>
                <a:latin typeface="Courier New"/>
              </a:rPr>
              <a:t>python –m venv &lt;venv-name&gt;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Activate the virtual environment, and pip-install your additional package</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546"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pic>
        <p:nvPicPr>
          <p:cNvPr id="1547" name="Picture 5" descr="A screenshot of a computer code&#10;&#10;AI-generated content may be incorrect."/>
          <p:cNvPicPr/>
          <p:nvPr/>
        </p:nvPicPr>
        <p:blipFill>
          <a:blip r:embed="rId4"/>
          <a:stretch/>
        </p:blipFill>
        <p:spPr>
          <a:xfrm>
            <a:off x="5254200" y="3836160"/>
            <a:ext cx="5119200" cy="2242080"/>
          </a:xfrm>
          <a:prstGeom prst="rect">
            <a:avLst/>
          </a:prstGeom>
          <a:ln w="0">
            <a:noFill/>
          </a:ln>
        </p:spPr>
      </p:pic>
      <p:sp>
        <p:nvSpPr>
          <p:cNvPr id="5" name="PlaceHolder 4"/>
          <p:cNvSpPr>
            <a:spLocks noGrp="1"/>
          </p:cNvSpPr>
          <p:nvPr>
            <p:ph type="sldNum" idx="27"/>
          </p:nvPr>
        </p:nvSpPr>
        <p:spPr/>
        <p:txBody>
          <a:bodyPr/>
          <a:p>
            <a:fld id="{F516C282-0018-4E10-9AC9-64F2C4C64027}" type="slidenum">
              <a:t>39</a:t>
            </a:fld>
          </a:p>
        </p:txBody>
      </p:sp>
    </p:spTree>
  </p:cSld>
  <mc:AlternateContent>
    <mc:Choice Requires="p14">
      <p:transition spd="med" p14:dur="8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8"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More on the module environment</a:t>
            </a:r>
            <a:endParaRPr b="0" lang="nl-NL" sz="3200" spc="-1" strike="noStrike">
              <a:solidFill>
                <a:schemeClr val="dk1"/>
              </a:solidFill>
              <a:latin typeface="Calibri"/>
            </a:endParaRPr>
          </a:p>
        </p:txBody>
      </p:sp>
      <p:sp>
        <p:nvSpPr>
          <p:cNvPr id="1549"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See </a:t>
            </a:r>
            <a:r>
              <a:rPr b="0" lang="nl-NL" sz="2000" spc="-1" strike="noStrike" u="sng">
                <a:solidFill>
                  <a:schemeClr val="dk1"/>
                </a:solidFill>
                <a:uFillTx/>
                <a:latin typeface="Calibri"/>
                <a:hlinkClick r:id="rId1"/>
              </a:rPr>
              <a:t>https://servicedesk.surf.nl/wiki/display/WIKI/Environment+Modules</a:t>
            </a:r>
            <a:r>
              <a:rPr b="0" lang="nl-NL" sz="2000" spc="-1" strike="noStrike">
                <a:solidFill>
                  <a:schemeClr val="dk1"/>
                </a:solidFill>
                <a:latin typeface="Calibri"/>
              </a:rPr>
              <a:t> </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module avail / module av: show what modules can be loaded</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module spider &lt;modulename&gt;: show what modules can be loaded after other modules (e.g. 2023) are loaded first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module load &lt;modulename&gt;: load a module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5"/>
              </a:buBlip>
              <a:tabLst>
                <a:tab algn="l" pos="0"/>
              </a:tabLst>
            </a:pPr>
            <a:r>
              <a:rPr b="0" lang="nl-NL" sz="2000" spc="-1" strike="noStrike">
                <a:solidFill>
                  <a:schemeClr val="dk1"/>
                </a:solidFill>
                <a:latin typeface="Calibri"/>
              </a:rPr>
              <a:t>module display / module show &lt;modulename&gt;: prints the lua script that a ‘module load’ will execute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6"/>
              </a:buBlip>
              <a:tabLst>
                <a:tab algn="l" pos="0"/>
              </a:tabLst>
            </a:pPr>
            <a:r>
              <a:rPr b="0" lang="nl-NL" sz="2000" spc="-1" strike="noStrike">
                <a:solidFill>
                  <a:schemeClr val="dk1"/>
                </a:solidFill>
                <a:latin typeface="Calibri"/>
              </a:rPr>
              <a:t>module unload &lt;modulename&gt;: unload a module</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7"/>
              </a:buBlip>
              <a:tabLst>
                <a:tab algn="l" pos="0"/>
              </a:tabLst>
            </a:pPr>
            <a:r>
              <a:rPr b="0" lang="nl-NL" sz="2000" spc="-1" strike="noStrike">
                <a:solidFill>
                  <a:schemeClr val="dk1"/>
                </a:solidFill>
                <a:latin typeface="Calibri"/>
              </a:rPr>
              <a:t>module list: show currently loaded modules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8"/>
              </a:buBlip>
              <a:tabLst>
                <a:tab algn="l" pos="0"/>
              </a:tabLst>
            </a:pPr>
            <a:r>
              <a:rPr b="0" lang="nl-NL" sz="2000" spc="-1" strike="noStrike">
                <a:solidFill>
                  <a:schemeClr val="dk1"/>
                </a:solidFill>
                <a:latin typeface="Calibri"/>
              </a:rPr>
              <a:t>module purge: unload all modules</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550"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D7E000D3-39A2-45C9-AE94-461B190EA762}" type="slidenum">
              <a:t>40</a:t>
            </a:fld>
          </a:p>
        </p:txBody>
      </p:sp>
    </p:spTree>
  </p:cSld>
  <mc:AlternateContent>
    <mc:Choice Requires="p14">
      <p:transition spd="med" p14:dur="8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1"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Requests for additional modules</a:t>
            </a:r>
            <a:endParaRPr b="0" lang="nl-NL" sz="3200" spc="-1" strike="noStrike">
              <a:solidFill>
                <a:schemeClr val="dk1"/>
              </a:solidFill>
              <a:latin typeface="Calibri"/>
            </a:endParaRPr>
          </a:p>
        </p:txBody>
      </p:sp>
      <p:sp>
        <p:nvSpPr>
          <p:cNvPr id="1552"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See our module policy at </a:t>
            </a:r>
            <a:r>
              <a:rPr b="0" lang="nl-NL" sz="2000" spc="-1" strike="noStrike">
                <a:solidFill>
                  <a:schemeClr val="dk1"/>
                </a:solidFill>
                <a:latin typeface="Calibri"/>
                <a:ea typeface="Calibri"/>
              </a:rPr>
              <a:t>https://servicedesk.surf.nl/wiki/display/WIKI/Software+policy+Snellius</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553"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FF7A7233-4C2E-453E-ADBF-AFF63E7F3803}" type="slidenum">
              <a:t>41</a:t>
            </a:fld>
          </a:p>
        </p:txBody>
      </p:sp>
    </p:spTree>
  </p:cSld>
  <mc:AlternateContent>
    <mc:Choice Requires="p14">
      <p:transition spd="med" p14:dur="8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4"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Why is conda used so much?</a:t>
            </a:r>
            <a:endParaRPr b="0" lang="nl-NL" sz="3200" spc="-1" strike="noStrike">
              <a:solidFill>
                <a:schemeClr val="dk1"/>
              </a:solidFill>
              <a:latin typeface="Calibri"/>
            </a:endParaRPr>
          </a:p>
        </p:txBody>
      </p:sp>
      <p:sp>
        <p:nvSpPr>
          <p:cNvPr id="1555"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Anaconda is used widely accross scientific domains. Why?</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1"/>
              </a:buBlip>
              <a:tabLst>
                <a:tab algn="l" pos="0"/>
              </a:tabLst>
            </a:pPr>
            <a:r>
              <a:rPr b="0" lang="nl-NL" sz="2000" spc="-1" strike="noStrike">
                <a:solidFill>
                  <a:schemeClr val="dk1"/>
                </a:solidFill>
                <a:latin typeface="Calibri"/>
              </a:rPr>
              <a:t>Python virtual environments is limited to managing Python packages. Conda also manages non-Python installations (e.g. CUDA)</a:t>
            </a:r>
            <a:endParaRPr b="0" lang="nl-NL" sz="2000" spc="-1" strike="noStrike">
              <a:solidFill>
                <a:schemeClr val="dk1"/>
              </a:solidFill>
              <a:latin typeface="Calibri"/>
            </a:endParaRPr>
          </a:p>
          <a:p>
            <a:pPr lvl="1" marL="51264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This leads to better reproducibility and less issues with missing libraries, particularly for novice users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Many instructions for software installation reference conda</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Conda does proper dependency resolution (pip doesn’t) to figure out if all packages in an environment are compatible. </a:t>
            </a:r>
            <a:endParaRPr b="0" lang="nl-NL" sz="2000" spc="-1" strike="noStrike">
              <a:solidFill>
                <a:schemeClr val="dk1"/>
              </a:solidFill>
              <a:latin typeface="Calibri"/>
            </a:endParaRPr>
          </a:p>
          <a:p>
            <a:pPr lvl="1" marL="512640" indent="-270000" defTabSz="914400">
              <a:lnSpc>
                <a:spcPct val="100000"/>
              </a:lnSpc>
              <a:spcBef>
                <a:spcPts val="601"/>
              </a:spcBef>
              <a:spcAft>
                <a:spcPts val="601"/>
              </a:spcAft>
              <a:buSzPct val="100000"/>
              <a:buBlip>
                <a:blip r:embed="rId5"/>
              </a:buBlip>
              <a:tabLst>
                <a:tab algn="l" pos="512640"/>
              </a:tabLst>
            </a:pPr>
            <a:r>
              <a:rPr b="0" lang="nl-NL" sz="2000" spc="-1" strike="noStrike">
                <a:solidFill>
                  <a:schemeClr val="dk1"/>
                </a:solidFill>
                <a:latin typeface="Calibri"/>
              </a:rPr>
              <a:t>If package A is used as dependency by packages B and C, and those package have version requirements A &lt; 2.0 and A &gt; 2.5, conda will simply error out and tell you it’s impossible to satisfy both requirements. Pip will install A &lt; 2.0 and then overwrite with A &gt; 2.5.</a:t>
            </a:r>
            <a:endParaRPr b="0" lang="nl-NL" sz="2000" spc="-1" strike="noStrike">
              <a:solidFill>
                <a:schemeClr val="dk1"/>
              </a:solidFill>
              <a:latin typeface="Calibri"/>
            </a:endParaRPr>
          </a:p>
        </p:txBody>
      </p:sp>
      <p:sp>
        <p:nvSpPr>
          <p:cNvPr id="1556"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68A02B83-5B61-4F44-B176-4E0F8F6466B1}" type="slidenum">
              <a:t>42</a:t>
            </a:fld>
          </a:p>
        </p:txBody>
      </p:sp>
    </p:spTree>
  </p:cSld>
  <mc:AlternateContent>
    <mc:Choice Requires="p14">
      <p:transition spd="med" p14:dur="8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7"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Conda</a:t>
            </a:r>
            <a:endParaRPr b="0" lang="nl-NL" sz="3200" spc="-1" strike="noStrike">
              <a:solidFill>
                <a:schemeClr val="dk1"/>
              </a:solidFill>
              <a:latin typeface="Calibri"/>
            </a:endParaRPr>
          </a:p>
        </p:txBody>
      </p:sp>
      <p:sp>
        <p:nvSpPr>
          <p:cNvPr id="1558" name="PlaceHolder 2"/>
          <p:cNvSpPr>
            <a:spLocks noGrp="1"/>
          </p:cNvSpPr>
          <p:nvPr>
            <p:ph/>
          </p:nvPr>
        </p:nvSpPr>
        <p:spPr>
          <a:xfrm>
            <a:off x="516240" y="1145160"/>
            <a:ext cx="9881640" cy="459288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1800" spc="-1" strike="noStrike">
                <a:solidFill>
                  <a:schemeClr val="dk1"/>
                </a:solidFill>
                <a:latin typeface="Calibri"/>
              </a:rPr>
              <a:t>So, why is conda bad on HPC systems?</a:t>
            </a:r>
            <a:endParaRPr b="0" lang="nl-NL" sz="1800" spc="-1" strike="noStrike">
              <a:solidFill>
                <a:schemeClr val="dk1"/>
              </a:solidFill>
              <a:latin typeface="Calibri"/>
            </a:endParaRPr>
          </a:p>
          <a:p>
            <a:pPr marL="270000" indent="-270000" defTabSz="914400">
              <a:lnSpc>
                <a:spcPct val="100000"/>
              </a:lnSpc>
              <a:spcBef>
                <a:spcPts val="601"/>
              </a:spcBef>
              <a:spcAft>
                <a:spcPts val="601"/>
              </a:spcAft>
              <a:buSzPct val="100112"/>
              <a:buBlip>
                <a:blip r:embed="rId1"/>
              </a:buBlip>
              <a:tabLst>
                <a:tab algn="l" pos="0"/>
              </a:tabLst>
            </a:pPr>
            <a:r>
              <a:rPr b="0" lang="nl-NL" sz="1800" spc="-1" strike="noStrike">
                <a:solidFill>
                  <a:schemeClr val="dk1"/>
                </a:solidFill>
                <a:latin typeface="Calibri"/>
              </a:rPr>
              <a:t>Conda uses generically optimized binaries =&gt; (potentially) bad for performance</a:t>
            </a:r>
            <a:endParaRPr b="0" lang="nl-NL" sz="1800" spc="-1" strike="noStrike">
              <a:solidFill>
                <a:schemeClr val="dk1"/>
              </a:solidFill>
              <a:latin typeface="Calibri"/>
            </a:endParaRPr>
          </a:p>
          <a:p>
            <a:pPr marL="270000" indent="-270000" defTabSz="914400">
              <a:lnSpc>
                <a:spcPct val="100000"/>
              </a:lnSpc>
              <a:spcBef>
                <a:spcPts val="601"/>
              </a:spcBef>
              <a:spcAft>
                <a:spcPts val="601"/>
              </a:spcAft>
              <a:buSzPct val="100112"/>
              <a:buBlip>
                <a:blip r:embed="rId2"/>
              </a:buBlip>
              <a:tabLst>
                <a:tab algn="l" pos="0"/>
              </a:tabLst>
            </a:pPr>
            <a:r>
              <a:rPr b="0" lang="nl-NL" sz="1800" spc="-1" strike="noStrike">
                <a:solidFill>
                  <a:schemeClr val="dk1"/>
                </a:solidFill>
                <a:latin typeface="Calibri"/>
              </a:rPr>
              <a:t>Conda makes incorrect assumption about the location of system libraries =&gt; Still issues at runtime</a:t>
            </a:r>
            <a:endParaRPr b="0" lang="nl-NL" sz="1800" spc="-1" strike="noStrike">
              <a:solidFill>
                <a:schemeClr val="dk1"/>
              </a:solidFill>
              <a:latin typeface="Calibri"/>
            </a:endParaRPr>
          </a:p>
          <a:p>
            <a:pPr marL="270000" indent="-270000" defTabSz="914400">
              <a:lnSpc>
                <a:spcPct val="100000"/>
              </a:lnSpc>
              <a:spcBef>
                <a:spcPts val="601"/>
              </a:spcBef>
              <a:spcAft>
                <a:spcPts val="601"/>
              </a:spcAft>
              <a:buSzPct val="100112"/>
              <a:buBlip>
                <a:blip r:embed="rId3"/>
              </a:buBlip>
              <a:tabLst>
                <a:tab algn="l" pos="0"/>
              </a:tabLst>
            </a:pPr>
            <a:r>
              <a:rPr b="0" lang="nl-NL" sz="1800" spc="-1" strike="noStrike">
                <a:solidFill>
                  <a:schemeClr val="dk1"/>
                </a:solidFill>
                <a:latin typeface="Calibri"/>
              </a:rPr>
              <a:t>Conda virtual environments produce enormous amounts of files, easily half your file quotum on an HPC system</a:t>
            </a:r>
            <a:endParaRPr b="0" lang="nl-NL" sz="1800" spc="-1" strike="noStrike">
              <a:solidFill>
                <a:schemeClr val="dk1"/>
              </a:solidFill>
              <a:latin typeface="Calibri"/>
            </a:endParaRPr>
          </a:p>
          <a:p>
            <a:pPr lvl="1" marL="512640" indent="-270000" defTabSz="914400">
              <a:lnSpc>
                <a:spcPct val="100000"/>
              </a:lnSpc>
              <a:spcBef>
                <a:spcPts val="601"/>
              </a:spcBef>
              <a:spcAft>
                <a:spcPts val="601"/>
              </a:spcAft>
              <a:buSzPct val="100112"/>
              <a:buBlip>
                <a:blip r:embed="rId4"/>
              </a:buBlip>
              <a:tabLst>
                <a:tab algn="l" pos="0"/>
              </a:tabLst>
            </a:pPr>
            <a:r>
              <a:rPr b="0" lang="nl-NL" sz="1800" spc="-1" strike="noStrike">
                <a:solidFill>
                  <a:schemeClr val="dk1"/>
                </a:solidFill>
                <a:latin typeface="Calibri"/>
              </a:rPr>
              <a:t>Many small files are hard to handle for HPC file systems, we’ll get back to this</a:t>
            </a:r>
            <a:endParaRPr b="0" lang="nl-NL" sz="1800" spc="-1" strike="noStrike">
              <a:solidFill>
                <a:schemeClr val="dk1"/>
              </a:solidFill>
              <a:latin typeface="Calibri"/>
            </a:endParaRPr>
          </a:p>
          <a:p>
            <a:pPr lvl="1" marL="512640" indent="-270000" defTabSz="914400">
              <a:lnSpc>
                <a:spcPct val="100000"/>
              </a:lnSpc>
              <a:spcBef>
                <a:spcPts val="601"/>
              </a:spcBef>
              <a:spcAft>
                <a:spcPts val="601"/>
              </a:spcAft>
              <a:buSzPct val="100112"/>
              <a:buBlip>
                <a:blip r:embed="rId5"/>
              </a:buBlip>
              <a:tabLst>
                <a:tab algn="l" pos="0"/>
              </a:tabLst>
            </a:pPr>
            <a:r>
              <a:rPr b="0" lang="nl-NL" sz="1800" spc="-1" strike="noStrike">
                <a:solidFill>
                  <a:schemeClr val="dk1"/>
                </a:solidFill>
                <a:latin typeface="Calibri"/>
              </a:rPr>
              <a:t>Conda on LUMI (largest EU system) is only allowed in a container… </a:t>
            </a:r>
            <a:r>
              <a:rPr b="0" lang="nl-NL" sz="1800" spc="-1" strike="noStrike" u="sng">
                <a:solidFill>
                  <a:schemeClr val="dk1"/>
                </a:solidFill>
                <a:uFillTx/>
                <a:latin typeface="Calibri"/>
                <a:hlinkClick r:id="rId6"/>
              </a:rPr>
              <a:t>https://docs.lumi-supercomputer.eu/software/installing/container-wrapper/</a:t>
            </a:r>
            <a:r>
              <a:rPr b="0" lang="nl-NL" sz="1800" spc="-1" strike="noStrike">
                <a:solidFill>
                  <a:schemeClr val="dk1"/>
                </a:solidFill>
                <a:latin typeface="Calibri"/>
              </a:rPr>
              <a:t> </a:t>
            </a:r>
            <a:endParaRPr b="0" lang="nl-NL" sz="1800" spc="-1" strike="noStrike">
              <a:solidFill>
                <a:schemeClr val="dk1"/>
              </a:solidFill>
              <a:latin typeface="Calibri"/>
            </a:endParaRPr>
          </a:p>
          <a:p>
            <a:pPr marL="270000" indent="-270000" defTabSz="914400">
              <a:lnSpc>
                <a:spcPct val="100000"/>
              </a:lnSpc>
              <a:spcBef>
                <a:spcPts val="601"/>
              </a:spcBef>
              <a:spcAft>
                <a:spcPts val="601"/>
              </a:spcAft>
              <a:buSzPct val="100112"/>
              <a:buBlip>
                <a:blip r:embed="rId7"/>
              </a:buBlip>
              <a:tabLst>
                <a:tab algn="l" pos="0"/>
              </a:tabLst>
            </a:pPr>
            <a:r>
              <a:rPr b="0" lang="nl-NL" sz="1800" spc="-1" strike="noStrike">
                <a:solidFill>
                  <a:schemeClr val="dk1"/>
                </a:solidFill>
                <a:latin typeface="Calibri"/>
              </a:rPr>
              <a:t>Conda modifies the </a:t>
            </a:r>
            <a:r>
              <a:rPr b="0" lang="nl-NL" sz="1800" spc="-1" strike="noStrike">
                <a:solidFill>
                  <a:schemeClr val="dk1"/>
                </a:solidFill>
                <a:latin typeface="Courier New"/>
              </a:rPr>
              <a:t>.bashrc </a:t>
            </a:r>
            <a:r>
              <a:rPr b="0" lang="nl-NL" sz="1800" spc="-1" strike="noStrike">
                <a:solidFill>
                  <a:schemeClr val="dk1"/>
                </a:solidFill>
                <a:latin typeface="Calibri"/>
              </a:rPr>
              <a:t>file, which can easily cause conflicts or uninteded effects</a:t>
            </a:r>
            <a:endParaRPr b="0" lang="nl-NL" sz="1800" spc="-1" strike="noStrike">
              <a:solidFill>
                <a:schemeClr val="dk1"/>
              </a:solidFill>
              <a:latin typeface="Calibri"/>
            </a:endParaRPr>
          </a:p>
          <a:p>
            <a:pPr marL="270000" indent="-270000" defTabSz="914400">
              <a:lnSpc>
                <a:spcPct val="100000"/>
              </a:lnSpc>
              <a:spcBef>
                <a:spcPts val="601"/>
              </a:spcBef>
              <a:spcAft>
                <a:spcPts val="601"/>
              </a:spcAft>
              <a:buSzPct val="100112"/>
              <a:buBlip>
                <a:blip r:embed="rId8"/>
              </a:buBlip>
              <a:tabLst>
                <a:tab algn="l" pos="0"/>
              </a:tabLst>
            </a:pPr>
            <a:r>
              <a:rPr b="0" lang="nl-NL" sz="1800" spc="-1" strike="noStrike">
                <a:solidFill>
                  <a:schemeClr val="dk1"/>
                </a:solidFill>
                <a:latin typeface="Calibri"/>
              </a:rPr>
              <a:t>Conda environments are hard to support</a:t>
            </a:r>
            <a:endParaRPr b="0" lang="nl-NL" sz="1800" spc="-1" strike="noStrike">
              <a:solidFill>
                <a:schemeClr val="dk1"/>
              </a:solidFill>
              <a:latin typeface="Calibri"/>
            </a:endParaRPr>
          </a:p>
          <a:p>
            <a:pPr lvl="1" marL="512640" indent="-270000" defTabSz="914400">
              <a:lnSpc>
                <a:spcPct val="100000"/>
              </a:lnSpc>
              <a:spcBef>
                <a:spcPts val="601"/>
              </a:spcBef>
              <a:spcAft>
                <a:spcPts val="601"/>
              </a:spcAft>
              <a:buSzPct val="100112"/>
              <a:buBlip>
                <a:blip r:embed="rId9"/>
              </a:buBlip>
              <a:tabLst>
                <a:tab algn="l" pos="512640"/>
              </a:tabLst>
            </a:pPr>
            <a:r>
              <a:rPr b="0" lang="nl-NL" sz="1800" spc="-1" strike="noStrike">
                <a:solidFill>
                  <a:schemeClr val="dk1"/>
                </a:solidFill>
                <a:latin typeface="Calibri"/>
              </a:rPr>
              <a:t>Each conda environment is a full software stack. Each user might have multiple conda environments (i.e. multiple complete stacks). We simply cannot support all of those</a:t>
            </a:r>
            <a:endParaRPr b="0" lang="nl-NL" sz="18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1800" spc="-1" strike="noStrike">
                <a:solidFill>
                  <a:schemeClr val="dk1"/>
                </a:solidFill>
                <a:latin typeface="Calibri"/>
              </a:rPr>
              <a:t>See e.g. </a:t>
            </a:r>
            <a:r>
              <a:rPr b="0" lang="nl-NL" sz="1800" spc="-1" strike="noStrike" u="sng">
                <a:solidFill>
                  <a:schemeClr val="dk1"/>
                </a:solidFill>
                <a:uFillTx/>
                <a:latin typeface="Calibri"/>
                <a:hlinkClick r:id="rId10"/>
              </a:rPr>
              <a:t>https://docs.alliancecan.ca/wiki/Anaconda/en</a:t>
            </a:r>
            <a:r>
              <a:rPr b="0" lang="nl-NL" sz="1800" spc="-1" strike="noStrike">
                <a:solidFill>
                  <a:schemeClr val="dk1"/>
                </a:solidFill>
                <a:latin typeface="Calibri"/>
              </a:rPr>
              <a:t> </a:t>
            </a:r>
            <a:endParaRPr b="0" lang="nl-NL" sz="1800" spc="-1" strike="noStrike">
              <a:solidFill>
                <a:schemeClr val="dk1"/>
              </a:solidFill>
              <a:latin typeface="Calibri"/>
            </a:endParaRPr>
          </a:p>
        </p:txBody>
      </p:sp>
      <p:sp>
        <p:nvSpPr>
          <p:cNvPr id="1559"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211F46D0-D840-4E97-BA52-C5BF62076411}" type="slidenum">
              <a:t>43</a:t>
            </a:fld>
          </a:p>
        </p:txBody>
      </p:sp>
    </p:spTree>
  </p:cSld>
  <mc:AlternateContent>
    <mc:Choice Requires="p14">
      <p:transition spd="med" p14:dur="8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0"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Containers…</a:t>
            </a:r>
            <a:endParaRPr b="0" lang="nl-NL" sz="3200" spc="-1" strike="noStrike">
              <a:solidFill>
                <a:schemeClr val="dk1"/>
              </a:solidFill>
              <a:latin typeface="Calibri"/>
            </a:endParaRPr>
          </a:p>
        </p:txBody>
      </p:sp>
      <p:sp>
        <p:nvSpPr>
          <p:cNvPr id="1561" name="PlaceHolder 2"/>
          <p:cNvSpPr>
            <a:spLocks noGrp="1"/>
          </p:cNvSpPr>
          <p:nvPr>
            <p:ph/>
          </p:nvPr>
        </p:nvSpPr>
        <p:spPr>
          <a:xfrm>
            <a:off x="516240" y="1145160"/>
            <a:ext cx="9881640" cy="445644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u="sng">
                <a:solidFill>
                  <a:schemeClr val="dk1"/>
                </a:solidFill>
                <a:uFillTx/>
                <a:latin typeface="Calibri"/>
                <a:hlinkClick r:id="rId1"/>
              </a:rPr>
              <a:t>https://docs.alliancecan.ca/wiki/Singularity</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Containers are ok-ish on HPC systems. Some remarks </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Containers are nice for HPC file systems, since they save file I/O</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Containers generally have generically optimized binaries, so same performance issues apply as to conda / any binary install (Nvidia GPU performance ok, CPU may or may not be ok)</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Like conda, it is a software stack on its own. We can’t help debug.</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5"/>
              </a:buBlip>
              <a:tabLst>
                <a:tab algn="l" pos="0"/>
              </a:tabLst>
            </a:pPr>
            <a:r>
              <a:rPr b="0" lang="nl-NL" sz="2000" spc="-1" strike="noStrike">
                <a:solidFill>
                  <a:schemeClr val="dk1"/>
                </a:solidFill>
                <a:latin typeface="Calibri"/>
              </a:rPr>
              <a:t>Very </a:t>
            </a:r>
            <a:r>
              <a:rPr b="0" i="1" lang="nl-NL" sz="2000" spc="-1" strike="noStrike">
                <a:solidFill>
                  <a:schemeClr val="dk1"/>
                </a:solidFill>
                <a:latin typeface="Calibri"/>
              </a:rPr>
              <a:t>static</a:t>
            </a:r>
            <a:r>
              <a:rPr b="0" lang="nl-NL" sz="2000" spc="-1" strike="noStrike">
                <a:solidFill>
                  <a:schemeClr val="dk1"/>
                </a:solidFill>
                <a:latin typeface="Calibri"/>
              </a:rPr>
              <a:t> software environments, hard to add one package =&gt; Container rebuild needed</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6"/>
              </a:buBlip>
              <a:tabLst>
                <a:tab algn="l" pos="0"/>
              </a:tabLst>
            </a:pPr>
            <a:r>
              <a:rPr b="0" lang="nl-NL" sz="2000" spc="-1" strike="noStrike">
                <a:solidFill>
                  <a:schemeClr val="dk1"/>
                </a:solidFill>
                <a:latin typeface="Calibri"/>
              </a:rPr>
              <a:t>Need to pull in full container to use one small script</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7"/>
              </a:buBlip>
              <a:tabLst>
                <a:tab algn="l" pos="0"/>
              </a:tabLst>
            </a:pPr>
            <a:r>
              <a:rPr b="0" lang="nl-NL" sz="2000" spc="-1" strike="noStrike">
                <a:solidFill>
                  <a:schemeClr val="dk1"/>
                </a:solidFill>
                <a:latin typeface="Calibri"/>
              </a:rPr>
              <a:t>Multinode use with MPI applications can be difficult</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562"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1FB63201-D740-4AC2-93F9-6BE93CC27164}" type="slidenum">
              <a:t>44</a:t>
            </a:fld>
          </a:p>
        </p:txBody>
      </p:sp>
    </p:spTree>
  </p:cSld>
  <mc:AlternateContent>
    <mc:Choice Requires="p14">
      <p:transition spd="med" p14:dur="8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63" name="Picture 6" descr="A diagram of a graph&#10;&#10;AI-generated content may be incorrect."/>
          <p:cNvPicPr/>
          <p:nvPr/>
        </p:nvPicPr>
        <p:blipFill>
          <a:blip r:embed="rId1"/>
          <a:stretch/>
        </p:blipFill>
        <p:spPr>
          <a:xfrm>
            <a:off x="3156120" y="811440"/>
            <a:ext cx="8602920" cy="3957840"/>
          </a:xfrm>
          <a:prstGeom prst="rect">
            <a:avLst/>
          </a:prstGeom>
          <a:ln w="0">
            <a:noFill/>
          </a:ln>
        </p:spPr>
      </p:pic>
      <p:sp>
        <p:nvSpPr>
          <p:cNvPr id="1564"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Why is performance so important on an HPC system?</a:t>
            </a:r>
            <a:endParaRPr b="0" lang="nl-NL" sz="3200" spc="-1" strike="noStrike">
              <a:solidFill>
                <a:schemeClr val="dk1"/>
              </a:solidFill>
              <a:latin typeface="Calibri"/>
            </a:endParaRPr>
          </a:p>
        </p:txBody>
      </p:sp>
      <p:sp>
        <p:nvSpPr>
          <p:cNvPr id="1565" name="PlaceHolder 2"/>
          <p:cNvSpPr>
            <a:spLocks noGrp="1"/>
          </p:cNvSpPr>
          <p:nvPr>
            <p:ph/>
          </p:nvPr>
        </p:nvSpPr>
        <p:spPr>
          <a:xfrm>
            <a:off x="516240" y="1145160"/>
            <a:ext cx="4035600" cy="5078520"/>
          </a:xfrm>
          <a:prstGeom prst="rect">
            <a:avLst/>
          </a:prstGeom>
          <a:noFill/>
          <a:ln w="0">
            <a:noFill/>
          </a:ln>
        </p:spPr>
        <p:txBody>
          <a:bodyPr lIns="0" rIns="0" tIns="0" bIns="0" anchor="t">
            <a:noAutofit/>
          </a:bodyPr>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Questions: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2"/>
              </a:buBlip>
              <a:tabLst>
                <a:tab algn="l" pos="0"/>
              </a:tabLst>
            </a:pPr>
            <a:r>
              <a:rPr b="0" lang="nl-NL" sz="2000" spc="-1" strike="noStrike">
                <a:solidFill>
                  <a:schemeClr val="dk1"/>
                </a:solidFill>
                <a:latin typeface="Calibri"/>
              </a:rPr>
              <a:t>How much power do you think Snellius draws?</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tabLst>
                <a:tab algn="l" pos="0"/>
              </a:tabLst>
            </a:pPr>
            <a:r>
              <a:rPr b="0" lang="nl-NL" sz="2000" spc="-1" strike="noStrike">
                <a:solidFill>
                  <a:schemeClr val="dk1"/>
                </a:solidFill>
                <a:latin typeface="Calibri"/>
              </a:rPr>
              <a:t>How much money do you think  Snellius costs?</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r>
              <a:rPr b="0" lang="nl-NL" sz="2000" spc="-1" strike="noStrike">
                <a:solidFill>
                  <a:schemeClr val="dk1"/>
                </a:solidFill>
                <a:latin typeface="Calibri"/>
              </a:rPr>
              <a:t>With more performance we can</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tabLst>
                <a:tab algn="l" pos="0"/>
              </a:tabLst>
            </a:pPr>
            <a:r>
              <a:rPr b="0" lang="nl-NL" sz="2000" spc="-1" strike="noStrike">
                <a:solidFill>
                  <a:schemeClr val="dk1"/>
                </a:solidFill>
                <a:latin typeface="Calibri"/>
              </a:rPr>
              <a:t>Do the same science, for less money / energy</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5"/>
              </a:buBlip>
              <a:tabLst>
                <a:tab algn="l" pos="0"/>
              </a:tabLst>
            </a:pPr>
            <a:r>
              <a:rPr b="0" lang="nl-NL" sz="2000" spc="-1" strike="noStrike">
                <a:solidFill>
                  <a:schemeClr val="dk1"/>
                </a:solidFill>
                <a:latin typeface="Calibri"/>
              </a:rPr>
              <a:t>Do more science</a:t>
            </a:r>
            <a:endParaRPr b="0" lang="nl-NL" sz="20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a:p>
            <a:pPr indent="0" defTabSz="914400">
              <a:lnSpc>
                <a:spcPct val="100000"/>
              </a:lnSpc>
              <a:spcBef>
                <a:spcPts val="601"/>
              </a:spcBef>
              <a:spcAft>
                <a:spcPts val="601"/>
              </a:spcAft>
              <a:buNone/>
              <a:tabLst>
                <a:tab algn="l" pos="0"/>
              </a:tabLst>
            </a:pPr>
            <a:endParaRPr b="0" lang="nl-NL" sz="1400" spc="-1" strike="noStrike">
              <a:solidFill>
                <a:schemeClr val="dk1"/>
              </a:solidFill>
              <a:latin typeface="Calibri"/>
            </a:endParaRPr>
          </a:p>
        </p:txBody>
      </p:sp>
      <p:sp>
        <p:nvSpPr>
          <p:cNvPr id="1566"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1567" name="TextBox 8"/>
          <p:cNvSpPr/>
          <p:nvPr/>
        </p:nvSpPr>
        <p:spPr>
          <a:xfrm>
            <a:off x="712800" y="6394320"/>
            <a:ext cx="6100560" cy="251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nl-NL" sz="1050" spc="-1" strike="noStrike" u="sng">
                <a:solidFill>
                  <a:schemeClr val="dk1"/>
                </a:solidFill>
                <a:uFillTx/>
                <a:latin typeface="Calibri"/>
                <a:hlinkClick r:id="rId6"/>
              </a:rPr>
              <a:t>https://grafana.hpcv.surf.nl/d/dca6ffeb-569a-463e-8340-2424c2bcd6e0/power-usage?orgId=1</a:t>
            </a:r>
            <a:r>
              <a:rPr b="0" lang="nl-NL" sz="1050" spc="-1" strike="noStrike">
                <a:solidFill>
                  <a:schemeClr val="dk1"/>
                </a:solidFill>
                <a:latin typeface="Calibri"/>
              </a:rPr>
              <a:t> (not public)</a:t>
            </a:r>
            <a:endParaRPr b="0" lang="en-US" sz="1050" spc="-1" strike="noStrike">
              <a:solidFill>
                <a:srgbClr val="000000"/>
              </a:solidFill>
              <a:latin typeface="Arial"/>
            </a:endParaRPr>
          </a:p>
        </p:txBody>
      </p:sp>
      <p:sp>
        <p:nvSpPr>
          <p:cNvPr id="1568" name="TextBox 11"/>
          <p:cNvSpPr/>
          <p:nvPr/>
        </p:nvSpPr>
        <p:spPr>
          <a:xfrm>
            <a:off x="9667440" y="4769640"/>
            <a:ext cx="20916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nl-NL" sz="1600" spc="-1" strike="noStrike">
                <a:solidFill>
                  <a:schemeClr val="dk1"/>
                </a:solidFill>
                <a:latin typeface="Calibri"/>
              </a:rPr>
              <a:t>Analysis by Teimour</a:t>
            </a:r>
            <a:endParaRPr b="0" lang="en-US" sz="1600" spc="-1" strike="noStrike">
              <a:solidFill>
                <a:srgbClr val="000000"/>
              </a:solidFill>
              <a:latin typeface="Arial"/>
            </a:endParaRPr>
          </a:p>
        </p:txBody>
      </p:sp>
      <p:sp>
        <p:nvSpPr>
          <p:cNvPr id="5" name="PlaceHolder 4"/>
          <p:cNvSpPr>
            <a:spLocks noGrp="1"/>
          </p:cNvSpPr>
          <p:nvPr>
            <p:ph type="sldNum" idx="27"/>
          </p:nvPr>
        </p:nvSpPr>
        <p:spPr/>
        <p:txBody>
          <a:bodyPr/>
          <a:p>
            <a:fld id="{43C80CF9-3077-468F-A934-3B947EC64BE6}" type="slidenum">
              <a:t>45</a:t>
            </a:fld>
          </a:p>
        </p:txBody>
      </p:sp>
    </p:spTree>
  </p:cSld>
  <mc:AlternateContent>
    <mc:Choice Requires="p14">
      <p:transition spd="med" p14:dur="8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9"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Best practices: software on HPC (1/2)</a:t>
            </a:r>
            <a:endParaRPr b="0" lang="nl-NL" sz="3200" spc="-1" strike="noStrike">
              <a:solidFill>
                <a:schemeClr val="dk1"/>
              </a:solidFill>
              <a:latin typeface="Calibri"/>
            </a:endParaRPr>
          </a:p>
        </p:txBody>
      </p:sp>
      <p:sp>
        <p:nvSpPr>
          <p:cNvPr id="1570" name="PlaceHolder 2"/>
          <p:cNvSpPr>
            <a:spLocks noGrp="1"/>
          </p:cNvSpPr>
          <p:nvPr>
            <p:ph/>
          </p:nvPr>
        </p:nvSpPr>
        <p:spPr>
          <a:xfrm>
            <a:off x="523800" y="1145160"/>
            <a:ext cx="8973720" cy="47120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1"/>
              </a:buBlip>
            </a:pPr>
            <a:r>
              <a:rPr b="0" lang="en-US" sz="2000" spc="-1" strike="noStrike">
                <a:solidFill>
                  <a:schemeClr val="dk1"/>
                </a:solidFill>
                <a:latin typeface="Calibri"/>
              </a:rPr>
              <a:t>Use software from the module environment whenever you can</a:t>
            </a:r>
            <a:endParaRPr b="0" lang="nl-NL" sz="2000" spc="-1" strike="noStrike">
              <a:solidFill>
                <a:schemeClr val="dk1"/>
              </a:solidFill>
              <a:latin typeface="Calibri"/>
            </a:endParaRPr>
          </a:p>
          <a:p>
            <a:pPr lvl="1" marL="512640" indent="-270000" defTabSz="914400">
              <a:lnSpc>
                <a:spcPct val="100000"/>
              </a:lnSpc>
              <a:spcBef>
                <a:spcPts val="601"/>
              </a:spcBef>
              <a:spcAft>
                <a:spcPts val="601"/>
              </a:spcAft>
              <a:buSzPct val="100000"/>
              <a:buBlip>
                <a:blip r:embed="rId2"/>
              </a:buBlip>
            </a:pPr>
            <a:r>
              <a:rPr b="0" lang="en-US" sz="2000" spc="-1" strike="noStrike">
                <a:solidFill>
                  <a:schemeClr val="dk1"/>
                </a:solidFill>
                <a:latin typeface="Calibri"/>
              </a:rPr>
              <a:t>Build on top of the module environment when you have to</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3"/>
              </a:buBlip>
            </a:pPr>
            <a:r>
              <a:rPr b="0" lang="en-US" sz="2000" spc="-1" strike="noStrike">
                <a:solidFill>
                  <a:schemeClr val="dk1"/>
                </a:solidFill>
                <a:latin typeface="Calibri"/>
              </a:rPr>
              <a:t>Never use system installations of Python/GNU compilers/Perl/etc</a:t>
            </a:r>
            <a:endParaRPr b="0" lang="nl-NL" sz="2000" spc="-1" strike="noStrike">
              <a:solidFill>
                <a:schemeClr val="dk1"/>
              </a:solidFill>
              <a:latin typeface="Calibri"/>
            </a:endParaRPr>
          </a:p>
          <a:p>
            <a:pPr marL="270000" indent="-270000" defTabSz="914400">
              <a:lnSpc>
                <a:spcPct val="100000"/>
              </a:lnSpc>
              <a:spcBef>
                <a:spcPts val="601"/>
              </a:spcBef>
              <a:spcAft>
                <a:spcPts val="601"/>
              </a:spcAft>
              <a:buSzPct val="100000"/>
              <a:buBlip>
                <a:blip r:embed="rId4"/>
              </a:buBlip>
            </a:pPr>
            <a:r>
              <a:rPr b="0" lang="en-US" sz="2000" spc="-1" strike="noStrike">
                <a:solidFill>
                  <a:schemeClr val="dk1"/>
                </a:solidFill>
                <a:latin typeface="Calibri"/>
              </a:rPr>
              <a:t>If you need additional Python packages: built a virtual environment on top of software from the module environment</a:t>
            </a:r>
            <a:endParaRPr b="0" lang="nl-NL" sz="2000" spc="-1" strike="noStrike">
              <a:solidFill>
                <a:schemeClr val="dk1"/>
              </a:solidFill>
              <a:latin typeface="Calibri"/>
            </a:endParaRPr>
          </a:p>
          <a:p>
            <a:pPr lvl="1" marL="539640" indent="-270000" defTabSz="914400">
              <a:lnSpc>
                <a:spcPct val="100000"/>
              </a:lnSpc>
              <a:spcBef>
                <a:spcPts val="601"/>
              </a:spcBef>
              <a:spcAft>
                <a:spcPts val="601"/>
              </a:spcAft>
              <a:buSzPct val="100000"/>
              <a:buBlip>
                <a:blip r:embed="rId5"/>
              </a:buBlip>
            </a:pPr>
            <a:r>
              <a:rPr b="0" lang="en-US" sz="2000" spc="-1" strike="noStrike">
                <a:solidFill>
                  <a:schemeClr val="dk1"/>
                </a:solidFill>
                <a:latin typeface="Calibri"/>
              </a:rPr>
              <a:t>Load the modules first, </a:t>
            </a:r>
            <a:r>
              <a:rPr b="0" i="1" lang="en-US" sz="2000" spc="-1" strike="noStrike">
                <a:solidFill>
                  <a:schemeClr val="dk1"/>
                </a:solidFill>
                <a:latin typeface="Calibri"/>
              </a:rPr>
              <a:t>then</a:t>
            </a:r>
            <a:r>
              <a:rPr b="0" lang="en-US" sz="2000" spc="-1" strike="noStrike">
                <a:solidFill>
                  <a:schemeClr val="dk1"/>
                </a:solidFill>
                <a:latin typeface="Calibri"/>
              </a:rPr>
              <a:t> create / load the virtual environment</a:t>
            </a: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p:txBody>
      </p:sp>
      <p:sp>
        <p:nvSpPr>
          <p:cNvPr id="1571"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F44202AF-CCCD-4E76-A6CC-07B074B22340}" type="slidenum">
              <a:t>46</a:t>
            </a:fld>
          </a:p>
        </p:txBody>
      </p:sp>
    </p:spTree>
  </p:cSld>
  <mc:AlternateContent>
    <mc:Choice Requires="p14">
      <p:transition spd="med" p14:dur="8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2" name="PlaceHolder 1"/>
          <p:cNvSpPr>
            <a:spLocks noGrp="1"/>
          </p:cNvSpPr>
          <p:nvPr>
            <p:ph type="title"/>
          </p:nvPr>
        </p:nvSpPr>
        <p:spPr>
          <a:xfrm>
            <a:off x="518760" y="272160"/>
            <a:ext cx="11148840" cy="600480"/>
          </a:xfrm>
          <a:prstGeom prst="rect">
            <a:avLst/>
          </a:prstGeom>
          <a:noFill/>
          <a:ln w="0">
            <a:noFill/>
          </a:ln>
        </p:spPr>
        <p:txBody>
          <a:bodyPr lIns="0" rIns="0" tIns="72000" bIns="0" anchor="t">
            <a:noAutofit/>
          </a:bodyPr>
          <a:p>
            <a:pPr indent="0" defTabSz="914400">
              <a:lnSpc>
                <a:spcPct val="80000"/>
              </a:lnSpc>
              <a:buNone/>
            </a:pPr>
            <a:r>
              <a:rPr b="1" lang="nl-NL" sz="3200" spc="-1" strike="noStrike">
                <a:solidFill>
                  <a:schemeClr val="dk1"/>
                </a:solidFill>
                <a:latin typeface="Calibri"/>
              </a:rPr>
              <a:t>Best practices: software on HPC (2/2)</a:t>
            </a:r>
            <a:endParaRPr b="0" lang="nl-NL" sz="3200" spc="-1" strike="noStrike">
              <a:solidFill>
                <a:schemeClr val="dk1"/>
              </a:solidFill>
              <a:latin typeface="Calibri"/>
            </a:endParaRPr>
          </a:p>
        </p:txBody>
      </p:sp>
      <p:sp>
        <p:nvSpPr>
          <p:cNvPr id="1573" name="PlaceHolder 2"/>
          <p:cNvSpPr>
            <a:spLocks noGrp="1"/>
          </p:cNvSpPr>
          <p:nvPr>
            <p:ph/>
          </p:nvPr>
        </p:nvSpPr>
        <p:spPr>
          <a:xfrm>
            <a:off x="523800" y="1145160"/>
            <a:ext cx="8973720" cy="4712040"/>
          </a:xfrm>
          <a:prstGeom prst="rect">
            <a:avLst/>
          </a:prstGeom>
          <a:noFill/>
          <a:ln w="0">
            <a:noFill/>
          </a:ln>
        </p:spPr>
        <p:txBody>
          <a:bodyPr lIns="0" rIns="0" tIns="0" bIns="0" anchor="t">
            <a:noAutofit/>
          </a:bodyPr>
          <a:p>
            <a:pPr marL="270000" indent="-270000" defTabSz="914400">
              <a:lnSpc>
                <a:spcPct val="100000"/>
              </a:lnSpc>
              <a:spcBef>
                <a:spcPts val="601"/>
              </a:spcBef>
              <a:spcAft>
                <a:spcPts val="601"/>
              </a:spcAft>
              <a:buSzPct val="100000"/>
              <a:buBlip>
                <a:blip r:embed="rId1"/>
              </a:buBlip>
            </a:pPr>
            <a:r>
              <a:rPr b="0" lang="en-US" sz="2000" spc="-1" strike="noStrike">
                <a:solidFill>
                  <a:schemeClr val="dk1"/>
                </a:solidFill>
                <a:latin typeface="Calibri"/>
              </a:rPr>
              <a:t>Avoid using conda</a:t>
            </a:r>
            <a:endParaRPr b="0" lang="nl-NL" sz="2000" spc="-1" strike="noStrike">
              <a:solidFill>
                <a:schemeClr val="dk1"/>
              </a:solidFill>
              <a:latin typeface="Calibri"/>
            </a:endParaRPr>
          </a:p>
          <a:p>
            <a:pPr lvl="1" marL="569880" indent="-270000" defTabSz="914400">
              <a:lnSpc>
                <a:spcPct val="100000"/>
              </a:lnSpc>
              <a:spcBef>
                <a:spcPts val="601"/>
              </a:spcBef>
              <a:spcAft>
                <a:spcPts val="601"/>
              </a:spcAft>
              <a:buSzPct val="100000"/>
              <a:buBlip>
                <a:blip r:embed="rId2"/>
              </a:buBlip>
            </a:pPr>
            <a:r>
              <a:rPr b="0" lang="en-US" sz="2000" spc="-1" strike="noStrike">
                <a:solidFill>
                  <a:schemeClr val="dk1"/>
                </a:solidFill>
                <a:latin typeface="Calibri"/>
              </a:rPr>
              <a:t>But if you do, install </a:t>
            </a:r>
            <a:r>
              <a:rPr b="0" i="1" lang="en-US" sz="2000" spc="-1" strike="noStrike">
                <a:solidFill>
                  <a:schemeClr val="dk1"/>
                </a:solidFill>
                <a:latin typeface="Calibri"/>
              </a:rPr>
              <a:t>everything</a:t>
            </a:r>
            <a:r>
              <a:rPr b="0" lang="en-US" sz="2000" spc="-1" strike="noStrike">
                <a:solidFill>
                  <a:schemeClr val="dk1"/>
                </a:solidFill>
                <a:latin typeface="Calibri"/>
              </a:rPr>
              <a:t> with conda. Don’t combine with modules.</a:t>
            </a:r>
            <a:endParaRPr b="0" lang="nl-NL" sz="2000" spc="-1" strike="noStrike">
              <a:solidFill>
                <a:schemeClr val="dk1"/>
              </a:solidFill>
              <a:latin typeface="Calibri"/>
            </a:endParaRPr>
          </a:p>
          <a:p>
            <a:pPr lvl="1" marL="569880" indent="-270000" defTabSz="914400">
              <a:lnSpc>
                <a:spcPct val="100000"/>
              </a:lnSpc>
              <a:spcBef>
                <a:spcPts val="601"/>
              </a:spcBef>
              <a:spcAft>
                <a:spcPts val="601"/>
              </a:spcAft>
              <a:buSzPct val="100000"/>
              <a:buBlip>
                <a:blip r:embed="rId3"/>
              </a:buBlip>
            </a:pPr>
            <a:r>
              <a:rPr b="0" lang="en-US" sz="2000" spc="-1" strike="noStrike">
                <a:solidFill>
                  <a:schemeClr val="dk1"/>
                </a:solidFill>
                <a:latin typeface="Calibri"/>
              </a:rPr>
              <a:t>Expect little support from us</a:t>
            </a:r>
            <a:endParaRPr b="0" lang="nl-NL" sz="2000" spc="-1" strike="noStrike">
              <a:solidFill>
                <a:schemeClr val="dk1"/>
              </a:solidFill>
              <a:latin typeface="Calibri"/>
            </a:endParaRPr>
          </a:p>
          <a:p>
            <a:pPr marL="289080" indent="-289080" defTabSz="914400">
              <a:lnSpc>
                <a:spcPct val="100000"/>
              </a:lnSpc>
              <a:spcBef>
                <a:spcPts val="601"/>
              </a:spcBef>
              <a:spcAft>
                <a:spcPts val="601"/>
              </a:spcAft>
              <a:buSzPct val="100000"/>
              <a:buBlip>
                <a:blip r:embed="rId4"/>
              </a:buBlip>
            </a:pPr>
            <a:r>
              <a:rPr b="0" lang="en-US" sz="2000" spc="-1" strike="noStrike">
                <a:solidFill>
                  <a:schemeClr val="dk1"/>
                </a:solidFill>
                <a:latin typeface="Calibri"/>
              </a:rPr>
              <a:t>Use containers with care</a:t>
            </a:r>
            <a:endParaRPr b="0" lang="nl-NL" sz="2000" spc="-1" strike="noStrike">
              <a:solidFill>
                <a:schemeClr val="dk1"/>
              </a:solidFill>
              <a:latin typeface="Calibri"/>
            </a:endParaRPr>
          </a:p>
          <a:p>
            <a:pPr lvl="1" marL="569880" indent="-289080" defTabSz="914400">
              <a:lnSpc>
                <a:spcPct val="100000"/>
              </a:lnSpc>
              <a:spcBef>
                <a:spcPts val="601"/>
              </a:spcBef>
              <a:spcAft>
                <a:spcPts val="601"/>
              </a:spcAft>
              <a:buSzPct val="100000"/>
              <a:buBlip>
                <a:blip r:embed="rId5"/>
              </a:buBlip>
            </a:pPr>
            <a:r>
              <a:rPr b="0" lang="en-US" sz="2000" spc="-1" strike="noStrike">
                <a:solidFill>
                  <a:schemeClr val="dk1"/>
                </a:solidFill>
                <a:latin typeface="Calibri"/>
              </a:rPr>
              <a:t>Optimization usually ok for GPU, but may be poor for CPU</a:t>
            </a:r>
            <a:endParaRPr b="0" lang="nl-NL" sz="2000" spc="-1" strike="noStrike">
              <a:solidFill>
                <a:schemeClr val="dk1"/>
              </a:solidFill>
              <a:latin typeface="Calibri"/>
            </a:endParaRPr>
          </a:p>
          <a:p>
            <a:pPr lvl="1" marL="569880" indent="-270000" defTabSz="914400">
              <a:lnSpc>
                <a:spcPct val="100000"/>
              </a:lnSpc>
              <a:spcBef>
                <a:spcPts val="601"/>
              </a:spcBef>
              <a:spcAft>
                <a:spcPts val="601"/>
              </a:spcAft>
              <a:buSzPct val="100000"/>
              <a:buBlip>
                <a:blip r:embed="rId6"/>
              </a:buBlip>
            </a:pPr>
            <a:r>
              <a:rPr b="0" lang="en-US" sz="2000" spc="-1" strike="noStrike">
                <a:solidFill>
                  <a:schemeClr val="dk1"/>
                </a:solidFill>
                <a:latin typeface="Calibri"/>
              </a:rPr>
              <a:t>Expect little support from us</a:t>
            </a:r>
            <a:endParaRPr b="0" lang="nl-NL" sz="2000" spc="-1" strike="noStrike">
              <a:solidFill>
                <a:schemeClr val="dk1"/>
              </a:solidFill>
              <a:latin typeface="Calibri"/>
            </a:endParaRPr>
          </a:p>
          <a:p>
            <a:pPr lvl="1" marL="569880" indent="-270000" defTabSz="914400">
              <a:lnSpc>
                <a:spcPct val="100000"/>
              </a:lnSpc>
              <a:spcBef>
                <a:spcPts val="601"/>
              </a:spcBef>
              <a:spcAft>
                <a:spcPts val="601"/>
              </a:spcAft>
              <a:buSzPct val="100000"/>
              <a:buBlip>
                <a:blip r:embed="rId7"/>
              </a:buBlip>
            </a:pPr>
            <a:r>
              <a:rPr b="0" lang="en-US" sz="2000" spc="-1" strike="noStrike">
                <a:solidFill>
                  <a:schemeClr val="dk1"/>
                </a:solidFill>
                <a:latin typeface="Calibri"/>
              </a:rPr>
              <a:t>Multinode can be tricky (if MPI is used)</a:t>
            </a: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a:p>
            <a:pPr indent="0" defTabSz="914400">
              <a:lnSpc>
                <a:spcPct val="100000"/>
              </a:lnSpc>
              <a:spcBef>
                <a:spcPts val="601"/>
              </a:spcBef>
              <a:spcAft>
                <a:spcPts val="601"/>
              </a:spcAft>
              <a:buNone/>
            </a:pPr>
            <a:endParaRPr b="0" lang="nl-NL" sz="2000" spc="-1" strike="noStrike">
              <a:solidFill>
                <a:schemeClr val="dk1"/>
              </a:solidFill>
              <a:latin typeface="Calibri"/>
            </a:endParaRPr>
          </a:p>
        </p:txBody>
      </p:sp>
      <p:sp>
        <p:nvSpPr>
          <p:cNvPr id="1574" name="PlaceHolder 3"/>
          <p:cNvSpPr>
            <a:spLocks noGrp="1"/>
          </p:cNvSpPr>
          <p:nvPr>
            <p:ph/>
          </p:nvPr>
        </p:nvSpPr>
        <p:spPr>
          <a:xfrm>
            <a:off x="10706400" y="0"/>
            <a:ext cx="1480320" cy="6857640"/>
          </a:xfrm>
          <a:prstGeom prst="rect">
            <a:avLst/>
          </a:prstGeom>
          <a:solidFill>
            <a:schemeClr val="accent1"/>
          </a:solidFill>
          <a:ln w="0">
            <a:noFill/>
          </a:ln>
        </p:spPr>
        <p:txBody>
          <a:bodyPr lIns="0" rIns="0" tIns="0" bIns="0" anchor="t">
            <a:noAutofit/>
          </a:bodyPr>
          <a:p>
            <a:pPr indent="0">
              <a:spcBef>
                <a:spcPts val="1417"/>
              </a:spcBef>
              <a:buNone/>
            </a:pPr>
            <a:endParaRPr b="0" lang="nl-NL" sz="100" spc="-1" strike="noStrike">
              <a:solidFill>
                <a:schemeClr val="dk1">
                  <a:alpha val="0"/>
                </a:schemeClr>
              </a:solidFill>
              <a:latin typeface="Calibri"/>
            </a:endParaRPr>
          </a:p>
        </p:txBody>
      </p:sp>
      <p:sp>
        <p:nvSpPr>
          <p:cNvPr id="5" name="PlaceHolder 4"/>
          <p:cNvSpPr>
            <a:spLocks noGrp="1"/>
          </p:cNvSpPr>
          <p:nvPr>
            <p:ph type="sldNum" idx="27"/>
          </p:nvPr>
        </p:nvSpPr>
        <p:spPr/>
        <p:txBody>
          <a:bodyPr/>
          <a:p>
            <a:fld id="{8E2021BE-7EAC-4E16-B582-F270E6F45D64}" type="slidenum">
              <a:t>47</a:t>
            </a:fld>
          </a:p>
        </p:txBody>
      </p:sp>
    </p:spTree>
  </p:cSld>
  <mc:AlternateContent>
    <mc:Choice Requires="p14">
      <p:transition spd="med" p14:dur="8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SURF">
  <a:themeElements>
    <a:clrScheme name="Aangepast 5">
      <a:dk1>
        <a:srgbClr val="000000"/>
      </a:dk1>
      <a:lt1>
        <a:srgbClr val="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INSTRUCTI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INSTRUCTI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INSTRUCTI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SURF</Template>
  <TotalTime>475</TotalTime>
  <Application>LibreOffice/24.2.7.2$Linux_X86_64 LibreOffice_project/420$Build-2</Application>
  <AppVersion>15.0000</AppVersion>
  <Words>5508</Words>
  <Paragraphs>466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2018-10-01T11:25:03Z</dcterms:created>
  <dc:creator>Microsoft Office User</dc:creator>
  <dc:description>Sjabloonversie 2.0, 2 juli 2018</dc:description>
  <dc:language>en-US</dc:language>
  <cp:lastModifiedBy/>
  <cp:lastPrinted>2019-06-12T07:01:08Z</cp:lastPrinted>
  <dcterms:modified xsi:type="dcterms:W3CDTF">2025-02-04T20:52:17Z</dcterms:modified>
  <cp:revision>104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1</vt:i4>
  </property>
  <property fmtid="{D5CDD505-2E9C-101B-9397-08002B2CF9AE}" pid="4" name="PresentationFormat">
    <vt:lpwstr>Widescreen</vt:lpwstr>
  </property>
  <property fmtid="{D5CDD505-2E9C-101B-9397-08002B2CF9AE}" pid="5" name="Slides">
    <vt:i4>47</vt:i4>
  </property>
</Properties>
</file>