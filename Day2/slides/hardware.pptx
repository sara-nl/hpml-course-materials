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4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5.xml" ContentType="application/vnd.openxmlformats-officedocument.theme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6.xml" ContentType="application/vnd.openxmlformats-officedocument.theme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theme/theme7.xml" ContentType="application/vnd.openxmlformats-officedocument.theme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theme/theme8.xml" ContentType="application/vnd.openxmlformats-officedocument.theme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9.xml" ContentType="application/vnd.openxmlformats-officedocument.theme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10.xml" ContentType="application/vnd.openxmlformats-officedocument.theme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theme/theme11.xml" ContentType="application/vnd.openxmlformats-officedocument.theme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theme/theme12.xml" ContentType="application/vnd.openxmlformats-officedocument.theme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theme/theme13.xml" ContentType="application/vnd.openxmlformats-officedocument.theme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theme/theme14.xml" ContentType="application/vnd.openxmlformats-officedocument.theme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theme/theme15.xml" ContentType="application/vnd.openxmlformats-officedocument.theme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theme/theme16.xml" ContentType="application/vnd.openxmlformats-officedocument.theme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theme/theme17.xml" ContentType="application/vnd.openxmlformats-officedocument.theme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theme/theme18.xml" ContentType="application/vnd.openxmlformats-officedocument.theme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theme/theme19.xml" ContentType="application/vnd.openxmlformats-officedocument.theme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theme/theme20.xml" ContentType="application/vnd.openxmlformats-officedocument.theme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62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303" r:id="rId39"/>
    <p:sldId id="302" r:id="rId40"/>
    <p:sldId id="301" r:id="rId41"/>
    <p:sldId id="300" r:id="rId42"/>
    <p:sldId id="299" r:id="rId43"/>
    <p:sldId id="321" r:id="rId44"/>
    <p:sldId id="279" r:id="rId45"/>
    <p:sldId id="288" r:id="rId46"/>
    <p:sldId id="287" r:id="rId47"/>
    <p:sldId id="286" r:id="rId48"/>
    <p:sldId id="285" r:id="rId49"/>
    <p:sldId id="317" r:id="rId50"/>
    <p:sldId id="284" r:id="rId51"/>
    <p:sldId id="319" r:id="rId52"/>
    <p:sldId id="295" r:id="rId53"/>
    <p:sldId id="529" r:id="rId54"/>
    <p:sldId id="526" r:id="rId55"/>
    <p:sldId id="530" r:id="rId56"/>
    <p:sldId id="291" r:id="rId57"/>
    <p:sldId id="282" r:id="rId58"/>
    <p:sldId id="292" r:id="rId59"/>
    <p:sldId id="293" r:id="rId60"/>
    <p:sldId id="294" r:id="rId6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10"/>
    <p:restoredTop sz="94623"/>
  </p:normalViewPr>
  <p:slideViewPr>
    <p:cSldViewPr snapToGrid="0">
      <p:cViewPr>
        <p:scale>
          <a:sx n="115" d="100"/>
          <a:sy n="115" d="100"/>
        </p:scale>
        <p:origin x="-104" y="1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34" Type="http://schemas.openxmlformats.org/officeDocument/2006/relationships/slide" Target="slides/slide13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50" Type="http://schemas.openxmlformats.org/officeDocument/2006/relationships/slide" Target="slides/slide29.xml"/><Relationship Id="rId55" Type="http://schemas.openxmlformats.org/officeDocument/2006/relationships/slide" Target="slides/slide34.xml"/><Relationship Id="rId63" Type="http://schemas.openxmlformats.org/officeDocument/2006/relationships/commentAuthors" Target="commentAuthors.xml"/><Relationship Id="rId68" Type="http://schemas.microsoft.com/office/2015/10/relationships/revisionInfo" Target="revisionInfo.xml"/><Relationship Id="rId7" Type="http://schemas.openxmlformats.org/officeDocument/2006/relationships/slideMaster" Target="slideMasters/slideMaster7.xml"/><Relationship Id="rId2" Type="http://schemas.openxmlformats.org/officeDocument/2006/relationships/slideMaster" Target="slideMasters/slideMaster2.xml"/><Relationship Id="rId16" Type="http://schemas.openxmlformats.org/officeDocument/2006/relationships/slideMaster" Target="slideMasters/slideMaster16.xml"/><Relationship Id="rId29" Type="http://schemas.openxmlformats.org/officeDocument/2006/relationships/slide" Target="slides/slide8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3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66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presProps" Target="presProps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tableStyles" Target="tableStyles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6.png"/></Relationships>
</file>

<file path=ppt/slideLayouts/_rels/slideLayout2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8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wmf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31-01-2025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31-01-2025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31-01-2025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31-01-2025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8.xml"/><Relationship Id="rId7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7.xml"/><Relationship Id="rId1" Type="http://schemas.openxmlformats.org/officeDocument/2006/relationships/slideLayout" Target="../slideLayouts/slideLayout26.xml"/><Relationship Id="rId6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5.xml"/><Relationship Id="rId4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4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slideLayout" Target="../slideLayouts/slideLayout49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2.xml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2" Type="http://schemas.openxmlformats.org/officeDocument/2006/relationships/slideLayout" Target="../slideLayouts/slideLayout51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59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9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4.xml"/><Relationship Id="rId7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73.xml"/><Relationship Id="rId2" Type="http://schemas.openxmlformats.org/officeDocument/2006/relationships/slideLayout" Target="../slideLayouts/slideLayout63.xml"/><Relationship Id="rId1" Type="http://schemas.openxmlformats.org/officeDocument/2006/relationships/slideLayout" Target="../slideLayouts/slideLayout62.xml"/><Relationship Id="rId6" Type="http://schemas.openxmlformats.org/officeDocument/2006/relationships/slideLayout" Target="../slideLayouts/slideLayout67.xml"/><Relationship Id="rId11" Type="http://schemas.openxmlformats.org/officeDocument/2006/relationships/slideLayout" Target="../slideLayouts/slideLayout72.xml"/><Relationship Id="rId5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71.xml"/><Relationship Id="rId4" Type="http://schemas.openxmlformats.org/officeDocument/2006/relationships/slideLayout" Target="../slideLayouts/slideLayout65.xml"/><Relationship Id="rId9" Type="http://schemas.openxmlformats.org/officeDocument/2006/relationships/slideLayout" Target="../slideLayouts/slideLayout70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1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6.xml"/><Relationship Id="rId7" Type="http://schemas.openxmlformats.org/officeDocument/2006/relationships/slideLayout" Target="../slideLayouts/slideLayout80.xml"/><Relationship Id="rId12" Type="http://schemas.openxmlformats.org/officeDocument/2006/relationships/slideLayout" Target="../slideLayouts/slideLayout85.xml"/><Relationship Id="rId2" Type="http://schemas.openxmlformats.org/officeDocument/2006/relationships/slideLayout" Target="../slideLayouts/slideLayout75.xml"/><Relationship Id="rId1" Type="http://schemas.openxmlformats.org/officeDocument/2006/relationships/slideLayout" Target="../slideLayouts/slideLayout74.xml"/><Relationship Id="rId6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84.xml"/><Relationship Id="rId5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83.xml"/><Relationship Id="rId4" Type="http://schemas.openxmlformats.org/officeDocument/2006/relationships/slideLayout" Target="../slideLayouts/slideLayout77.xml"/><Relationship Id="rId9" Type="http://schemas.openxmlformats.org/officeDocument/2006/relationships/slideLayout" Target="../slideLayouts/slideLayout82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3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8.xml"/><Relationship Id="rId7" Type="http://schemas.openxmlformats.org/officeDocument/2006/relationships/slideLayout" Target="../slideLayouts/slideLayout92.xml"/><Relationship Id="rId12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7.xml"/><Relationship Id="rId1" Type="http://schemas.openxmlformats.org/officeDocument/2006/relationships/slideLayout" Target="../slideLayouts/slideLayout86.xml"/><Relationship Id="rId6" Type="http://schemas.openxmlformats.org/officeDocument/2006/relationships/slideLayout" Target="../slideLayouts/slideLayout91.xml"/><Relationship Id="rId11" Type="http://schemas.openxmlformats.org/officeDocument/2006/relationships/slideLayout" Target="../slideLayouts/slideLayout96.xml"/><Relationship Id="rId5" Type="http://schemas.openxmlformats.org/officeDocument/2006/relationships/slideLayout" Target="../slideLayouts/slideLayout90.xml"/><Relationship Id="rId10" Type="http://schemas.openxmlformats.org/officeDocument/2006/relationships/slideLayout" Target="../slideLayouts/slideLayout95.xml"/><Relationship Id="rId4" Type="http://schemas.openxmlformats.org/officeDocument/2006/relationships/slideLayout" Target="../slideLayouts/slideLayout89.xml"/><Relationship Id="rId9" Type="http://schemas.openxmlformats.org/officeDocument/2006/relationships/slideLayout" Target="../slideLayouts/slideLayout94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5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0.xml"/><Relationship Id="rId7" Type="http://schemas.openxmlformats.org/officeDocument/2006/relationships/slideLayout" Target="../slideLayouts/slideLayout104.xml"/><Relationship Id="rId12" Type="http://schemas.openxmlformats.org/officeDocument/2006/relationships/slideLayout" Target="../slideLayouts/slideLayout109.xml"/><Relationship Id="rId2" Type="http://schemas.openxmlformats.org/officeDocument/2006/relationships/slideLayout" Target="../slideLayouts/slideLayout99.xml"/><Relationship Id="rId1" Type="http://schemas.openxmlformats.org/officeDocument/2006/relationships/slideLayout" Target="../slideLayouts/slideLayout98.xml"/><Relationship Id="rId6" Type="http://schemas.openxmlformats.org/officeDocument/2006/relationships/slideLayout" Target="../slideLayouts/slideLayout103.xml"/><Relationship Id="rId11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2.xml"/><Relationship Id="rId10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1.xml"/><Relationship Id="rId9" Type="http://schemas.openxmlformats.org/officeDocument/2006/relationships/slideLayout" Target="../slideLayouts/slideLayout106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7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2.xml"/><Relationship Id="rId7" Type="http://schemas.openxmlformats.org/officeDocument/2006/relationships/slideLayout" Target="../slideLayouts/slideLayout116.xml"/><Relationship Id="rId12" Type="http://schemas.openxmlformats.org/officeDocument/2006/relationships/slideLayout" Target="../slideLayouts/slideLayout121.xml"/><Relationship Id="rId2" Type="http://schemas.openxmlformats.org/officeDocument/2006/relationships/slideLayout" Target="../slideLayouts/slideLayout111.xml"/><Relationship Id="rId1" Type="http://schemas.openxmlformats.org/officeDocument/2006/relationships/slideLayout" Target="../slideLayouts/slideLayout110.xml"/><Relationship Id="rId6" Type="http://schemas.openxmlformats.org/officeDocument/2006/relationships/slideLayout" Target="../slideLayouts/slideLayout115.xml"/><Relationship Id="rId11" Type="http://schemas.openxmlformats.org/officeDocument/2006/relationships/slideLayout" Target="../slideLayouts/slideLayout120.xml"/><Relationship Id="rId5" Type="http://schemas.openxmlformats.org/officeDocument/2006/relationships/slideLayout" Target="../slideLayouts/slideLayout114.xml"/><Relationship Id="rId10" Type="http://schemas.openxmlformats.org/officeDocument/2006/relationships/slideLayout" Target="../slideLayouts/slideLayout119.xml"/><Relationship Id="rId4" Type="http://schemas.openxmlformats.org/officeDocument/2006/relationships/slideLayout" Target="../slideLayouts/slideLayout113.xml"/><Relationship Id="rId9" Type="http://schemas.openxmlformats.org/officeDocument/2006/relationships/slideLayout" Target="../slideLayouts/slideLayout118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9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4.xml"/><Relationship Id="rId7" Type="http://schemas.openxmlformats.org/officeDocument/2006/relationships/slideLayout" Target="../slideLayouts/slideLayout128.xml"/><Relationship Id="rId12" Type="http://schemas.openxmlformats.org/officeDocument/2006/relationships/slideLayout" Target="../slideLayouts/slideLayout133.xml"/><Relationship Id="rId2" Type="http://schemas.openxmlformats.org/officeDocument/2006/relationships/slideLayout" Target="../slideLayouts/slideLayout123.xml"/><Relationship Id="rId1" Type="http://schemas.openxmlformats.org/officeDocument/2006/relationships/slideLayout" Target="../slideLayouts/slideLayout122.xml"/><Relationship Id="rId6" Type="http://schemas.openxmlformats.org/officeDocument/2006/relationships/slideLayout" Target="../slideLayouts/slideLayout127.xml"/><Relationship Id="rId11" Type="http://schemas.openxmlformats.org/officeDocument/2006/relationships/slideLayout" Target="../slideLayouts/slideLayout132.xml"/><Relationship Id="rId5" Type="http://schemas.openxmlformats.org/officeDocument/2006/relationships/slideLayout" Target="../slideLayouts/slideLayout126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1.xml"/><Relationship Id="rId4" Type="http://schemas.openxmlformats.org/officeDocument/2006/relationships/slideLayout" Target="../slideLayouts/slideLayout125.xml"/><Relationship Id="rId9" Type="http://schemas.openxmlformats.org/officeDocument/2006/relationships/slideLayout" Target="../slideLayouts/slideLayout130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1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6.xml"/><Relationship Id="rId7" Type="http://schemas.openxmlformats.org/officeDocument/2006/relationships/slideLayout" Target="../slideLayouts/slideLayout140.xml"/><Relationship Id="rId12" Type="http://schemas.openxmlformats.org/officeDocument/2006/relationships/slideLayout" Target="../slideLayouts/slideLayout145.xml"/><Relationship Id="rId2" Type="http://schemas.openxmlformats.org/officeDocument/2006/relationships/slideLayout" Target="../slideLayouts/slideLayout135.xml"/><Relationship Id="rId1" Type="http://schemas.openxmlformats.org/officeDocument/2006/relationships/slideLayout" Target="../slideLayouts/slideLayout134.xml"/><Relationship Id="rId6" Type="http://schemas.openxmlformats.org/officeDocument/2006/relationships/slideLayout" Target="../slideLayouts/slideLayout139.xml"/><Relationship Id="rId11" Type="http://schemas.openxmlformats.org/officeDocument/2006/relationships/slideLayout" Target="../slideLayouts/slideLayout144.xml"/><Relationship Id="rId5" Type="http://schemas.openxmlformats.org/officeDocument/2006/relationships/slideLayout" Target="../slideLayouts/slideLayout138.xml"/><Relationship Id="rId15" Type="http://schemas.openxmlformats.org/officeDocument/2006/relationships/image" Target="../media/image4.png"/><Relationship Id="rId10" Type="http://schemas.openxmlformats.org/officeDocument/2006/relationships/slideLayout" Target="../slideLayouts/slideLayout143.xml"/><Relationship Id="rId4" Type="http://schemas.openxmlformats.org/officeDocument/2006/relationships/slideLayout" Target="../slideLayouts/slideLayout137.xml"/><Relationship Id="rId9" Type="http://schemas.openxmlformats.org/officeDocument/2006/relationships/slideLayout" Target="../slideLayouts/slideLayout142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3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8.xml"/><Relationship Id="rId7" Type="http://schemas.openxmlformats.org/officeDocument/2006/relationships/slideLayout" Target="../slideLayouts/slideLayout152.xml"/><Relationship Id="rId12" Type="http://schemas.openxmlformats.org/officeDocument/2006/relationships/slideLayout" Target="../slideLayouts/slideLayout157.xml"/><Relationship Id="rId2" Type="http://schemas.openxmlformats.org/officeDocument/2006/relationships/slideLayout" Target="../slideLayouts/slideLayout147.xml"/><Relationship Id="rId1" Type="http://schemas.openxmlformats.org/officeDocument/2006/relationships/slideLayout" Target="../slideLayouts/slideLayout146.xml"/><Relationship Id="rId6" Type="http://schemas.openxmlformats.org/officeDocument/2006/relationships/slideLayout" Target="../slideLayouts/slideLayout151.xml"/><Relationship Id="rId11" Type="http://schemas.openxmlformats.org/officeDocument/2006/relationships/slideLayout" Target="../slideLayouts/slideLayout156.xml"/><Relationship Id="rId5" Type="http://schemas.openxmlformats.org/officeDocument/2006/relationships/slideLayout" Target="../slideLayouts/slideLayout150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5.xml"/><Relationship Id="rId4" Type="http://schemas.openxmlformats.org/officeDocument/2006/relationships/slideLayout" Target="../slideLayouts/slideLayout149.xml"/><Relationship Id="rId9" Type="http://schemas.openxmlformats.org/officeDocument/2006/relationships/slideLayout" Target="../slideLayouts/slideLayout154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5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0.xml"/><Relationship Id="rId7" Type="http://schemas.openxmlformats.org/officeDocument/2006/relationships/slideLayout" Target="../slideLayouts/slideLayout164.xml"/><Relationship Id="rId12" Type="http://schemas.openxmlformats.org/officeDocument/2006/relationships/slideLayout" Target="../slideLayouts/slideLayout169.xml"/><Relationship Id="rId2" Type="http://schemas.openxmlformats.org/officeDocument/2006/relationships/slideLayout" Target="../slideLayouts/slideLayout159.xml"/><Relationship Id="rId1" Type="http://schemas.openxmlformats.org/officeDocument/2006/relationships/slideLayout" Target="../slideLayouts/slideLayout158.xml"/><Relationship Id="rId6" Type="http://schemas.openxmlformats.org/officeDocument/2006/relationships/slideLayout" Target="../slideLayouts/slideLayout163.xml"/><Relationship Id="rId11" Type="http://schemas.openxmlformats.org/officeDocument/2006/relationships/slideLayout" Target="../slideLayouts/slideLayout168.xml"/><Relationship Id="rId5" Type="http://schemas.openxmlformats.org/officeDocument/2006/relationships/slideLayout" Target="../slideLayouts/slideLayout16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67.xml"/><Relationship Id="rId4" Type="http://schemas.openxmlformats.org/officeDocument/2006/relationships/slideLayout" Target="../slideLayouts/slideLayout161.xml"/><Relationship Id="rId9" Type="http://schemas.openxmlformats.org/officeDocument/2006/relationships/slideLayout" Target="../slideLayouts/slideLayout166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7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2.xml"/><Relationship Id="rId7" Type="http://schemas.openxmlformats.org/officeDocument/2006/relationships/slideLayout" Target="../slideLayouts/slideLayout176.xml"/><Relationship Id="rId12" Type="http://schemas.openxmlformats.org/officeDocument/2006/relationships/slideLayout" Target="../slideLayouts/slideLayout181.xml"/><Relationship Id="rId2" Type="http://schemas.openxmlformats.org/officeDocument/2006/relationships/slideLayout" Target="../slideLayouts/slideLayout171.xml"/><Relationship Id="rId1" Type="http://schemas.openxmlformats.org/officeDocument/2006/relationships/slideLayout" Target="../slideLayouts/slideLayout170.xml"/><Relationship Id="rId6" Type="http://schemas.openxmlformats.org/officeDocument/2006/relationships/slideLayout" Target="../slideLayouts/slideLayout175.xml"/><Relationship Id="rId11" Type="http://schemas.openxmlformats.org/officeDocument/2006/relationships/slideLayout" Target="../slideLayouts/slideLayout180.xml"/><Relationship Id="rId5" Type="http://schemas.openxmlformats.org/officeDocument/2006/relationships/slideLayout" Target="../slideLayouts/slideLayout174.xml"/><Relationship Id="rId10" Type="http://schemas.openxmlformats.org/officeDocument/2006/relationships/slideLayout" Target="../slideLayouts/slideLayout179.xml"/><Relationship Id="rId4" Type="http://schemas.openxmlformats.org/officeDocument/2006/relationships/slideLayout" Target="../slideLayouts/slideLayout173.xml"/><Relationship Id="rId9" Type="http://schemas.openxmlformats.org/officeDocument/2006/relationships/slideLayout" Target="../slideLayouts/slideLayout178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9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4.xml"/><Relationship Id="rId7" Type="http://schemas.openxmlformats.org/officeDocument/2006/relationships/slideLayout" Target="../slideLayouts/slideLayout188.xml"/><Relationship Id="rId12" Type="http://schemas.openxmlformats.org/officeDocument/2006/relationships/slideLayout" Target="../slideLayouts/slideLayout193.xml"/><Relationship Id="rId2" Type="http://schemas.openxmlformats.org/officeDocument/2006/relationships/slideLayout" Target="../slideLayouts/slideLayout183.xml"/><Relationship Id="rId1" Type="http://schemas.openxmlformats.org/officeDocument/2006/relationships/slideLayout" Target="../slideLayouts/slideLayout182.xml"/><Relationship Id="rId6" Type="http://schemas.openxmlformats.org/officeDocument/2006/relationships/slideLayout" Target="../slideLayouts/slideLayout187.xml"/><Relationship Id="rId11" Type="http://schemas.openxmlformats.org/officeDocument/2006/relationships/slideLayout" Target="../slideLayouts/slideLayout192.xml"/><Relationship Id="rId5" Type="http://schemas.openxmlformats.org/officeDocument/2006/relationships/slideLayout" Target="../slideLayouts/slideLayout186.xml"/><Relationship Id="rId10" Type="http://schemas.openxmlformats.org/officeDocument/2006/relationships/slideLayout" Target="../slideLayouts/slideLayout191.xml"/><Relationship Id="rId4" Type="http://schemas.openxmlformats.org/officeDocument/2006/relationships/slideLayout" Target="../slideLayouts/slideLayout185.xml"/><Relationship Id="rId9" Type="http://schemas.openxmlformats.org/officeDocument/2006/relationships/slideLayout" Target="../slideLayouts/slideLayout190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1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6.xml"/><Relationship Id="rId7" Type="http://schemas.openxmlformats.org/officeDocument/2006/relationships/slideLayout" Target="../slideLayouts/slideLayout200.xml"/><Relationship Id="rId12" Type="http://schemas.openxmlformats.org/officeDocument/2006/relationships/slideLayout" Target="../slideLayouts/slideLayout205.xml"/><Relationship Id="rId2" Type="http://schemas.openxmlformats.org/officeDocument/2006/relationships/slideLayout" Target="../slideLayouts/slideLayout195.xml"/><Relationship Id="rId1" Type="http://schemas.openxmlformats.org/officeDocument/2006/relationships/slideLayout" Target="../slideLayouts/slideLayout194.xml"/><Relationship Id="rId6" Type="http://schemas.openxmlformats.org/officeDocument/2006/relationships/slideLayout" Target="../slideLayouts/slideLayout199.xml"/><Relationship Id="rId11" Type="http://schemas.openxmlformats.org/officeDocument/2006/relationships/slideLayout" Target="../slideLayouts/slideLayout204.xml"/><Relationship Id="rId5" Type="http://schemas.openxmlformats.org/officeDocument/2006/relationships/slideLayout" Target="../slideLayouts/slideLayout198.xml"/><Relationship Id="rId10" Type="http://schemas.openxmlformats.org/officeDocument/2006/relationships/slideLayout" Target="../slideLayouts/slideLayout203.xml"/><Relationship Id="rId4" Type="http://schemas.openxmlformats.org/officeDocument/2006/relationships/slideLayout" Target="../slideLayouts/slideLayout197.xml"/><Relationship Id="rId9" Type="http://schemas.openxmlformats.org/officeDocument/2006/relationships/slideLayout" Target="../slideLayouts/slideLayout202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3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8.xml"/><Relationship Id="rId7" Type="http://schemas.openxmlformats.org/officeDocument/2006/relationships/slideLayout" Target="../slideLayouts/slideLayout212.xml"/><Relationship Id="rId12" Type="http://schemas.openxmlformats.org/officeDocument/2006/relationships/slideLayout" Target="../slideLayouts/slideLayout217.xml"/><Relationship Id="rId2" Type="http://schemas.openxmlformats.org/officeDocument/2006/relationships/slideLayout" Target="../slideLayouts/slideLayout207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6.xml"/><Relationship Id="rId6" Type="http://schemas.openxmlformats.org/officeDocument/2006/relationships/slideLayout" Target="../slideLayouts/slideLayout211.xml"/><Relationship Id="rId11" Type="http://schemas.openxmlformats.org/officeDocument/2006/relationships/slideLayout" Target="../slideLayouts/slideLayout216.xml"/><Relationship Id="rId5" Type="http://schemas.openxmlformats.org/officeDocument/2006/relationships/slideLayout" Target="../slideLayouts/slideLayout210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15.xml"/><Relationship Id="rId4" Type="http://schemas.openxmlformats.org/officeDocument/2006/relationships/slideLayout" Target="../slideLayouts/slideLayout209.xml"/><Relationship Id="rId9" Type="http://schemas.openxmlformats.org/officeDocument/2006/relationships/slideLayout" Target="../slideLayouts/slideLayout214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5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0.xml"/><Relationship Id="rId7" Type="http://schemas.openxmlformats.org/officeDocument/2006/relationships/slideLayout" Target="../slideLayouts/slideLayout224.xml"/><Relationship Id="rId12" Type="http://schemas.openxmlformats.org/officeDocument/2006/relationships/slideLayout" Target="../slideLayouts/slideLayout229.xml"/><Relationship Id="rId2" Type="http://schemas.openxmlformats.org/officeDocument/2006/relationships/slideLayout" Target="../slideLayouts/slideLayout219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8.xml"/><Relationship Id="rId6" Type="http://schemas.openxmlformats.org/officeDocument/2006/relationships/slideLayout" Target="../slideLayouts/slideLayout223.xml"/><Relationship Id="rId11" Type="http://schemas.openxmlformats.org/officeDocument/2006/relationships/slideLayout" Target="../slideLayouts/slideLayout228.xml"/><Relationship Id="rId5" Type="http://schemas.openxmlformats.org/officeDocument/2006/relationships/slideLayout" Target="../slideLayouts/slideLayout222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27.xml"/><Relationship Id="rId4" Type="http://schemas.openxmlformats.org/officeDocument/2006/relationships/slideLayout" Target="../slideLayouts/slideLayout221.xml"/><Relationship Id="rId9" Type="http://schemas.openxmlformats.org/officeDocument/2006/relationships/slideLayout" Target="../slideLayouts/slideLayout226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7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2.xml"/><Relationship Id="rId7" Type="http://schemas.openxmlformats.org/officeDocument/2006/relationships/slideLayout" Target="../slideLayouts/slideLayout236.xml"/><Relationship Id="rId12" Type="http://schemas.openxmlformats.org/officeDocument/2006/relationships/slideLayout" Target="../slideLayouts/slideLayout241.xml"/><Relationship Id="rId2" Type="http://schemas.openxmlformats.org/officeDocument/2006/relationships/slideLayout" Target="../slideLayouts/slideLayout231.xml"/><Relationship Id="rId1" Type="http://schemas.openxmlformats.org/officeDocument/2006/relationships/slideLayout" Target="../slideLayouts/slideLayout230.xml"/><Relationship Id="rId6" Type="http://schemas.openxmlformats.org/officeDocument/2006/relationships/slideLayout" Target="../slideLayouts/slideLayout235.xml"/><Relationship Id="rId11" Type="http://schemas.openxmlformats.org/officeDocument/2006/relationships/slideLayout" Target="../slideLayouts/slideLayout240.xml"/><Relationship Id="rId5" Type="http://schemas.openxmlformats.org/officeDocument/2006/relationships/slideLayout" Target="../slideLayouts/slideLayout234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239.xml"/><Relationship Id="rId4" Type="http://schemas.openxmlformats.org/officeDocument/2006/relationships/slideLayout" Target="../slideLayouts/slideLayout233.xml"/><Relationship Id="rId9" Type="http://schemas.openxmlformats.org/officeDocument/2006/relationships/slideLayout" Target="../slideLayouts/slideLayout238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9.xml"/><Relationship Id="rId13" Type="http://schemas.openxmlformats.org/officeDocument/2006/relationships/slideLayout" Target="../slideLayouts/slideLayout254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4.xml"/><Relationship Id="rId21" Type="http://schemas.openxmlformats.org/officeDocument/2006/relationships/image" Target="../media/image9.png"/><Relationship Id="rId7" Type="http://schemas.openxmlformats.org/officeDocument/2006/relationships/slideLayout" Target="../slideLayouts/slideLayout248.xml"/><Relationship Id="rId12" Type="http://schemas.openxmlformats.org/officeDocument/2006/relationships/slideLayout" Target="../slideLayouts/slideLayout253.xml"/><Relationship Id="rId17" Type="http://schemas.openxmlformats.org/officeDocument/2006/relationships/slideLayout" Target="../slideLayouts/slideLayout258.xml"/><Relationship Id="rId25" Type="http://schemas.openxmlformats.org/officeDocument/2006/relationships/image" Target="../media/image13.png"/><Relationship Id="rId2" Type="http://schemas.openxmlformats.org/officeDocument/2006/relationships/slideLayout" Target="../slideLayouts/slideLayout243.xml"/><Relationship Id="rId16" Type="http://schemas.openxmlformats.org/officeDocument/2006/relationships/slideLayout" Target="../slideLayouts/slideLayout257.xml"/><Relationship Id="rId20" Type="http://schemas.openxmlformats.org/officeDocument/2006/relationships/image" Target="../media/image8.svg"/><Relationship Id="rId1" Type="http://schemas.openxmlformats.org/officeDocument/2006/relationships/slideLayout" Target="../slideLayouts/slideLayout242.xml"/><Relationship Id="rId6" Type="http://schemas.openxmlformats.org/officeDocument/2006/relationships/slideLayout" Target="../slideLayouts/slideLayout247.xml"/><Relationship Id="rId11" Type="http://schemas.openxmlformats.org/officeDocument/2006/relationships/slideLayout" Target="../slideLayouts/slideLayout252.xml"/><Relationship Id="rId24" Type="http://schemas.openxmlformats.org/officeDocument/2006/relationships/image" Target="../media/image12.png"/><Relationship Id="rId5" Type="http://schemas.openxmlformats.org/officeDocument/2006/relationships/slideLayout" Target="../slideLayouts/slideLayout246.xml"/><Relationship Id="rId15" Type="http://schemas.openxmlformats.org/officeDocument/2006/relationships/slideLayout" Target="../slideLayouts/slideLayout256.xml"/><Relationship Id="rId23" Type="http://schemas.openxmlformats.org/officeDocument/2006/relationships/image" Target="../media/image11.png"/><Relationship Id="rId10" Type="http://schemas.openxmlformats.org/officeDocument/2006/relationships/slideLayout" Target="../slideLayouts/slideLayout251.xml"/><Relationship Id="rId19" Type="http://schemas.openxmlformats.org/officeDocument/2006/relationships/image" Target="../media/image7.png"/><Relationship Id="rId4" Type="http://schemas.openxmlformats.org/officeDocument/2006/relationships/slideLayout" Target="../slideLayouts/slideLayout245.xml"/><Relationship Id="rId9" Type="http://schemas.openxmlformats.org/officeDocument/2006/relationships/slideLayout" Target="../slideLayouts/slideLayout250.xml"/><Relationship Id="rId14" Type="http://schemas.openxmlformats.org/officeDocument/2006/relationships/slideLayout" Target="../slideLayouts/slideLayout255.xml"/><Relationship Id="rId22" Type="http://schemas.openxmlformats.org/officeDocument/2006/relationships/image" Target="../media/image1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5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31-01-2025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4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4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1.xml"/><Relationship Id="rId4" Type="http://schemas.openxmlformats.org/officeDocument/2006/relationships/hyperlink" Target="https://en.wikipedia.org/wiki/Ampere_(microarchitecture)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3.xml"/><Relationship Id="rId4" Type="http://schemas.openxmlformats.org/officeDocument/2006/relationships/hyperlink" Target="https://en.wikipedia.org/wiki/Ampere_(microarchitecture)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4.xml"/><Relationship Id="rId4" Type="http://schemas.openxmlformats.org/officeDocument/2006/relationships/hyperlink" Target="https://en.wikipedia.org/wiki/Ampere_(microarchitecture)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5.xml"/><Relationship Id="rId4" Type="http://schemas.openxmlformats.org/officeDocument/2006/relationships/hyperlink" Target="https://en.wikipedia.org/wiki/Ampere_(microarchitecture)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3.xml"/><Relationship Id="rId5" Type="http://schemas.openxmlformats.org/officeDocument/2006/relationships/comments" Target="../comments/comment6.xml"/><Relationship Id="rId4" Type="http://schemas.openxmlformats.org/officeDocument/2006/relationships/hyperlink" Target="https://en.wikipedia.org/wiki/Ampere_(microarchitecture)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8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</a:t>
            </a:r>
            <a:r>
              <a:rPr lang="en-GB" sz="1600" spc="-1" dirty="0" err="1">
                <a:cs typeface="Arial"/>
              </a:rPr>
              <a:t>NVMe</a:t>
            </a:r>
            <a:r>
              <a:rPr lang="en-GB" sz="1600" spc="-1" dirty="0">
                <a:cs typeface="Arial"/>
              </a:rPr>
              <a:t> or full PCI-E?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Data Double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poor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(for now)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Very</a:t>
            </a:r>
            <a:r>
              <a:rPr lang="nl-NL" dirty="0"/>
              <a:t> </a:t>
            </a:r>
            <a:r>
              <a:rPr lang="nl-NL" dirty="0" err="1"/>
              <a:t>deep</a:t>
            </a:r>
            <a:r>
              <a:rPr lang="nl-NL" dirty="0"/>
              <a:t> or 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, or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resolution</a:t>
            </a:r>
            <a:r>
              <a:rPr lang="nl-NL" dirty="0"/>
              <a:t> images) 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 </a:t>
            </a:r>
            <a:r>
              <a:rPr lang="nl-NL" dirty="0" err="1"/>
              <a:t>size</a:t>
            </a:r>
            <a:r>
              <a:rPr lang="nl-NL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systems, </a:t>
            </a:r>
            <a:r>
              <a:rPr lang="nl-NL" dirty="0" err="1"/>
              <a:t>usually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bandwidth</a:t>
            </a:r>
            <a:r>
              <a:rPr lang="nl-NL" dirty="0"/>
              <a:t>, but 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9026756"/>
              </p:ext>
            </p:extLst>
          </p:nvPr>
        </p:nvGraphicFramePr>
        <p:xfrm>
          <a:off x="3235319" y="215979"/>
          <a:ext cx="7858683" cy="6273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80-240M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finally</a:t>
            </a:r>
            <a:r>
              <a:rPr lang="nl-NL" dirty="0"/>
              <a:t>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Specialized</a:t>
            </a:r>
            <a:r>
              <a:rPr lang="nl-NL" dirty="0"/>
              <a:t> hardware </a:t>
            </a:r>
            <a:r>
              <a:rPr lang="nl-NL" dirty="0" err="1"/>
              <a:t>losing</a:t>
            </a:r>
            <a:r>
              <a:rPr lang="nl-NL" dirty="0"/>
              <a:t> </a:t>
            </a:r>
            <a:r>
              <a:rPr lang="nl-NL" dirty="0" err="1"/>
              <a:t>favour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4452836" y="2002279"/>
            <a:ext cx="6411268" cy="405221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610470" y="6114451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840862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 dirty="0">
                <a:hlinkClick r:id="rId3"/>
              </a:rPr>
              <a:t>Prace best practice guide – deep learning </a:t>
            </a:r>
            <a:endParaRPr lang="en-US" sz="1400" dirty="0"/>
          </a:p>
          <a:p>
            <a:pPr algn="ctr"/>
            <a:r>
              <a:rPr lang="nl-NL" sz="1400" dirty="0">
                <a:hlinkClick r:id="rId4"/>
              </a:rPr>
              <a:t>https://en.wikipedia.org/wiki/Ampere_(microarchitecture)</a:t>
            </a:r>
            <a:r>
              <a:rPr lang="en-US" sz="1400" dirty="0"/>
              <a:t> 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026897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+mn-cs"/>
                        </a:rPr>
                        <a:t>495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5882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support </a:t>
            </a:r>
            <a:r>
              <a:rPr lang="nl-NL" err="1"/>
              <a:t>reduced</a:t>
            </a:r>
            <a:r>
              <a:rPr lang="nl-NL"/>
              <a:t> </a:t>
            </a:r>
            <a:r>
              <a:rPr lang="nl-NL" err="1"/>
              <a:t>precision</a:t>
            </a:r>
            <a:r>
              <a:rPr lang="nl-NL"/>
              <a:t>, has </a:t>
            </a:r>
            <a:r>
              <a:rPr lang="nl-NL" err="1"/>
              <a:t>higher</a:t>
            </a:r>
            <a:r>
              <a:rPr lang="nl-NL"/>
              <a:t> performance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873495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+mn-cs"/>
                        </a:rPr>
                        <a:t>495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5293860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+mn-cs"/>
                        </a:rPr>
                        <a:t>495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494223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+mn-cs"/>
                        </a:rPr>
                        <a:t>495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9798537"/>
              </p:ext>
            </p:extLst>
          </p:nvPr>
        </p:nvGraphicFramePr>
        <p:xfrm>
          <a:off x="244381" y="797492"/>
          <a:ext cx="11059175" cy="544181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4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055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6826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77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1959">
                  <a:extLst>
                    <a:ext uri="{9D8B030D-6E8A-4147-A177-3AD203B41FA5}">
                      <a16:colId xmlns:a16="http://schemas.microsoft.com/office/drawing/2014/main" val="734977636"/>
                    </a:ext>
                  </a:extLst>
                </a:gridCol>
                <a:gridCol w="8756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62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99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45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5310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2466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027442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FP16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Bloat16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FP32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 Bandwidth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</a:rPr>
                        <a:t>PCIe [GB/s]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MI300x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192 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5300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1.74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Times New Roman" panose="02020603050405020304" pitchFamily="18" charset="0"/>
                          <a:cs typeface="+mn-cs"/>
                        </a:rPr>
                        <a:t>495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4090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330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660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0.41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1.4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</p:cNvCxnSpPr>
          <p:nvPr/>
        </p:nvCxnSpPr>
        <p:spPr>
          <a:xfrm>
            <a:off x="10709610" y="618694"/>
            <a:ext cx="132561" cy="4481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Volta (e.g. V100, </a:t>
            </a:r>
            <a:r>
              <a:rPr lang="nl-NL" dirty="0" err="1"/>
              <a:t>TitanRTX</a:t>
            </a:r>
            <a:r>
              <a:rPr lang="nl-NL" dirty="0"/>
              <a:t>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Features 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INT8 &amp; FP16 support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(Volta) Tensor </a:t>
            </a:r>
            <a:r>
              <a:rPr lang="nl-NL" dirty="0" err="1"/>
              <a:t>cores</a:t>
            </a:r>
            <a:r>
              <a:rPr lang="nl-NL" dirty="0"/>
              <a:t>: </a:t>
            </a:r>
            <a:r>
              <a:rPr lang="nl-NL" dirty="0" err="1"/>
              <a:t>fused</a:t>
            </a:r>
            <a:r>
              <a:rPr lang="nl-NL" dirty="0"/>
              <a:t> </a:t>
            </a:r>
            <a:r>
              <a:rPr lang="nl-NL" dirty="0" err="1"/>
              <a:t>multiply-add</a:t>
            </a:r>
            <a:r>
              <a:rPr lang="nl-NL" dirty="0"/>
              <a:t> units </a:t>
            </a:r>
            <a:r>
              <a:rPr lang="nl-NL" dirty="0" err="1"/>
              <a:t>that</a:t>
            </a:r>
            <a:r>
              <a:rPr lang="nl-NL" dirty="0"/>
              <a:t> support mixed </a:t>
            </a:r>
            <a:r>
              <a:rPr lang="nl-NL" dirty="0" err="1"/>
              <a:t>precision</a:t>
            </a:r>
            <a:r>
              <a:rPr lang="nl-NL" dirty="0"/>
              <a:t> (</a:t>
            </a:r>
            <a:r>
              <a:rPr lang="nl-NL" dirty="0" err="1"/>
              <a:t>multiply</a:t>
            </a:r>
            <a:r>
              <a:rPr lang="nl-NL" dirty="0"/>
              <a:t> in FP16, </a:t>
            </a:r>
            <a:r>
              <a:rPr lang="nl-NL" dirty="0" err="1"/>
              <a:t>add</a:t>
            </a:r>
            <a:r>
              <a:rPr lang="nl-NL" dirty="0"/>
              <a:t> in FP32). High performance: 120 TFLOPS (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time).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High </a:t>
            </a:r>
            <a:r>
              <a:rPr lang="nl-NL" dirty="0" err="1"/>
              <a:t>bandwidth</a:t>
            </a:r>
            <a:r>
              <a:rPr lang="nl-NL" dirty="0"/>
              <a:t> memory, 2nd </a:t>
            </a:r>
            <a:r>
              <a:rPr lang="nl-NL" dirty="0" err="1"/>
              <a:t>generation</a:t>
            </a:r>
            <a:r>
              <a:rPr lang="nl-NL" dirty="0"/>
              <a:t> (HBM2) (vs. DDR)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128" y="2883452"/>
            <a:ext cx="7172473" cy="19167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5529" y="935379"/>
            <a:ext cx="6108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Generally, </a:t>
            </a:r>
            <a:r>
              <a:rPr lang="nl-NL" i="1" dirty="0" err="1"/>
              <a:t>you</a:t>
            </a:r>
            <a:r>
              <a:rPr lang="nl-NL" dirty="0"/>
              <a:t> are </a:t>
            </a:r>
            <a:r>
              <a:rPr lang="nl-NL" dirty="0" err="1"/>
              <a:t>responsible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specifying</a:t>
            </a:r>
            <a:r>
              <a:rPr lang="nl-NL" dirty="0"/>
              <a:t> a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: DL </a:t>
            </a:r>
            <a:r>
              <a:rPr lang="nl-NL" dirty="0" err="1"/>
              <a:t>frameworks</a:t>
            </a:r>
            <a:r>
              <a:rPr lang="nl-NL" dirty="0"/>
              <a:t> </a:t>
            </a:r>
            <a:r>
              <a:rPr lang="nl-NL" dirty="0" err="1"/>
              <a:t>don’t</a:t>
            </a:r>
            <a:r>
              <a:rPr lang="nl-NL" dirty="0"/>
              <a:t> do </a:t>
            </a:r>
            <a:r>
              <a:rPr lang="nl-NL" dirty="0" err="1"/>
              <a:t>this</a:t>
            </a:r>
            <a:r>
              <a:rPr lang="nl-NL" dirty="0"/>
              <a:t> </a:t>
            </a:r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since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may</a:t>
            </a:r>
            <a:r>
              <a:rPr lang="nl-NL" dirty="0"/>
              <a:t> impact </a:t>
            </a:r>
            <a:r>
              <a:rPr lang="nl-NL" dirty="0" err="1"/>
              <a:t>your</a:t>
            </a:r>
            <a:r>
              <a:rPr lang="nl-NL" dirty="0"/>
              <a:t> </a:t>
            </a:r>
            <a:r>
              <a:rPr lang="nl-NL" dirty="0" err="1"/>
              <a:t>networks</a:t>
            </a:r>
            <a:r>
              <a:rPr lang="nl-NL" dirty="0"/>
              <a:t> </a:t>
            </a:r>
            <a:r>
              <a:rPr lang="nl-NL" dirty="0" err="1"/>
              <a:t>accuracy</a:t>
            </a:r>
            <a:r>
              <a:rPr lang="nl-NL" dirty="0"/>
              <a:t>, </a:t>
            </a:r>
            <a:r>
              <a:rPr lang="nl-NL" dirty="0" err="1"/>
              <a:t>convergence</a:t>
            </a:r>
            <a:r>
              <a:rPr lang="nl-NL" dirty="0"/>
              <a:t>, </a:t>
            </a:r>
            <a:r>
              <a:rPr lang="nl-NL" dirty="0" err="1"/>
              <a:t>etc</a:t>
            </a:r>
            <a:endParaRPr lang="nl-NL" dirty="0"/>
          </a:p>
        </p:txBody>
      </p:sp>
      <p:cxnSp>
        <p:nvCxnSpPr>
          <p:cNvPr id="12" name="Straight Arrow Connector 11"/>
          <p:cNvCxnSpPr/>
          <p:nvPr/>
        </p:nvCxnSpPr>
        <p:spPr>
          <a:xfrm flipH="1">
            <a:off x="5041935" y="1443210"/>
            <a:ext cx="510513" cy="3175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Features (</a:t>
            </a:r>
            <a:r>
              <a:rPr lang="nl-NL" dirty="0" err="1"/>
              <a:t>see</a:t>
            </a:r>
            <a:r>
              <a:rPr lang="nl-NL" dirty="0"/>
              <a:t> </a:t>
            </a:r>
            <a:r>
              <a:rPr lang="nl-NL" dirty="0" err="1"/>
              <a:t>also</a:t>
            </a:r>
            <a:r>
              <a:rPr lang="nl-NL" dirty="0"/>
              <a:t> </a:t>
            </a:r>
            <a:r>
              <a:rPr lang="nl-NL" dirty="0">
                <a:hlinkClick r:id="rId2"/>
              </a:rPr>
              <a:t>https://servicedesk.surf.nl/wiki/display/WIKI/Deep+Learning+on+A100+GPUs</a:t>
            </a:r>
            <a:r>
              <a:rPr lang="nl-NL" dirty="0"/>
              <a:t> 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 </a:t>
            </a:r>
            <a:r>
              <a:rPr lang="nl-NL" dirty="0" err="1"/>
              <a:t>Cores</a:t>
            </a:r>
            <a:r>
              <a:rPr lang="nl-NL" dirty="0"/>
              <a:t> support more datatypes (FP64, TF32, FP16, BF16, Int8, Int4, </a:t>
            </a:r>
            <a:r>
              <a:rPr lang="nl-NL" dirty="0" err="1"/>
              <a:t>Binary</a:t>
            </a:r>
            <a:r>
              <a:rPr lang="nl-NL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Ampere GPUs (e.g. A100)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/>
              <a:t>Features (see also </a:t>
            </a:r>
            <a:r>
              <a:rPr lang="nl-NL">
                <a:hlinkClick r:id="rId2"/>
              </a:rPr>
              <a:t>https://servicedesk.surf.nl/wiki/display/WIKI/Deep+Learning+on+A100+GPUs</a:t>
            </a:r>
            <a:r>
              <a:rPr lang="nl-NL"/>
              <a:t> )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 Cores support more datatypes (FP64, TF32, FP16, BF16, Int8, Int4, Binary)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TensorFloat32 datatype:</a:t>
            </a:r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indent="0">
              <a:buNone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>
              <a:buFont typeface="Arial" panose="020B0604020202020204" pitchFamily="34" charset="0"/>
              <a:buChar char="•"/>
            </a:pPr>
            <a:endParaRPr lang="nl-NL"/>
          </a:p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</a:t>
            </a:r>
            <a:r>
              <a:rPr lang="nl-NL" err="1"/>
              <a:t>Ampere</a:t>
            </a:r>
            <a:r>
              <a:rPr lang="nl-NL"/>
              <a:t> </a:t>
            </a:r>
            <a:r>
              <a:rPr lang="nl-NL" err="1"/>
              <a:t>GPUs</a:t>
            </a:r>
            <a:r>
              <a:rPr lang="nl-NL"/>
              <a:t> (e.g. A100)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B6F0BB-8228-7398-F504-1F879F2EC3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9091565"/>
              </p:ext>
            </p:extLst>
          </p:nvPr>
        </p:nvGraphicFramePr>
        <p:xfrm>
          <a:off x="829815" y="1219811"/>
          <a:ext cx="9775726" cy="4565520"/>
        </p:xfrm>
        <a:graphic>
          <a:graphicData uri="http://schemas.openxmlformats.org/drawingml/2006/table">
            <a:tbl>
              <a:tblPr/>
              <a:tblGrid>
                <a:gridCol w="1946467">
                  <a:extLst>
                    <a:ext uri="{9D8B030D-6E8A-4147-A177-3AD203B41FA5}">
                      <a16:colId xmlns:a16="http://schemas.microsoft.com/office/drawing/2014/main" val="373531038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2004116965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516198633"/>
                    </a:ext>
                  </a:extLst>
                </a:gridCol>
                <a:gridCol w="1946467">
                  <a:extLst>
                    <a:ext uri="{9D8B030D-6E8A-4147-A177-3AD203B41FA5}">
                      <a16:colId xmlns:a16="http://schemas.microsoft.com/office/drawing/2014/main" val="3553388252"/>
                    </a:ext>
                  </a:extLst>
                </a:gridCol>
                <a:gridCol w="1989858">
                  <a:extLst>
                    <a:ext uri="{9D8B030D-6E8A-4147-A177-3AD203B41FA5}">
                      <a16:colId xmlns:a16="http://schemas.microsoft.com/office/drawing/2014/main" val="12857226"/>
                    </a:ext>
                  </a:extLst>
                </a:gridCol>
              </a:tblGrid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Model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Precision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Throughput (img/s)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Speedup (compared to FP32)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b="1">
                          <a:solidFill>
                            <a:srgbClr val="070809"/>
                          </a:solidFill>
                          <a:effectLst/>
                        </a:rPr>
                        <a:t>Loss (1st iteration)</a:t>
                      </a:r>
                    </a:p>
                  </a:txBody>
                  <a:tcPr marL="82268" marR="123402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38776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455.9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7.457645893096924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096202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750.6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1.65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7.456507205963135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88346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ResNet50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1087.6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2.38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7.45703125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794069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212.7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6.9077839851379395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753773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550.3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2.59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6.907783508300781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823501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VGG19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1099.8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5.17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6.90625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6320083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391.9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6.96142053604126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2559250"/>
                  </a:ext>
                </a:extLst>
              </a:tr>
              <a:tr h="352108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TF32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591.5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1.51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6.961450576782227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548615"/>
                  </a:ext>
                </a:extLst>
              </a:tr>
              <a:tr h="589041"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DenseNet121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FP16 (input) + FP32 (accumulator)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876.2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>
                          <a:effectLst/>
                        </a:rPr>
                        <a:t>2.24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sz="1600" dirty="0">
                          <a:effectLst/>
                        </a:rPr>
                        <a:t>6.9609375</a:t>
                      </a:r>
                    </a:p>
                  </a:txBody>
                  <a:tcPr marL="82268" marR="82268" marT="57588" marB="57588">
                    <a:lnL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1C7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0910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Nvidia Hopper </a:t>
            </a:r>
            <a:r>
              <a:rPr lang="nl-NL" err="1"/>
              <a:t>GPUs</a:t>
            </a:r>
            <a:r>
              <a:rPr lang="nl-NL"/>
              <a:t> (e.g. H100)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r>
              <a:rPr lang="nl-NL" sz="1400" dirty="0"/>
              <a:t>FP8 support</a:t>
            </a:r>
          </a:p>
          <a:p>
            <a:r>
              <a:rPr lang="nl-NL" sz="1400" dirty="0" err="1"/>
              <a:t>Transformer-specific</a:t>
            </a:r>
            <a:r>
              <a:rPr lang="nl-NL" sz="1400" dirty="0"/>
              <a:t> </a:t>
            </a:r>
            <a:r>
              <a:rPr lang="nl-NL" sz="1400" dirty="0" err="1"/>
              <a:t>optimizations</a:t>
            </a:r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2671" y="2025322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And on CPU:</a:t>
            </a: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" name="Afbeelding 3" descr="Afbeelding met tekst&#10;&#10;Automatisch gegenereerde beschrijving">
            <a:extLst>
              <a:ext uri="{FF2B5EF4-FFF2-40B4-BE49-F238E27FC236}">
                <a16:creationId xmlns:a16="http://schemas.microsoft.com/office/drawing/2014/main" id="{C1E67075-3321-C0A5-A9F0-DCD441AEB0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8" y="2423065"/>
            <a:ext cx="12188824" cy="4432811"/>
          </a:xfrm>
          <a:prstGeom prst="rect">
            <a:avLst/>
          </a:prstGeom>
        </p:spPr>
      </p:pic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6E3CB2C1-FC14-F061-8933-C7377E6800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5511" y="1047576"/>
            <a:ext cx="10982324" cy="4762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Second S: Software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?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?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Low-level lib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(added recently)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2000" spc="-1" dirty="0">
              <a:latin typeface="Calibri"/>
              <a:ea typeface="+mn-lt"/>
              <a:cs typeface="+mn-lt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cs typeface="Arial"/>
                <a:hlinkClick r:id="rId4"/>
              </a:rPr>
              <a:t>https</a:t>
            </a:r>
            <a:r>
              <a:rPr lang="en-GB" sz="20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US" sz="2000" spc="-1" dirty="0">
              <a:cs typeface="Arial"/>
            </a:endParaRPr>
          </a:p>
          <a:p>
            <a:pPr marL="269875" indent="-269875">
              <a:lnSpc>
                <a:spcPct val="100000"/>
              </a:lnSpc>
              <a:buFont typeface="Calibri,Sans-Serif"/>
              <a:buChar char="•"/>
            </a:pPr>
            <a:r>
              <a:rPr lang="en-GB" sz="20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GB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it"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FEBB0CB-C326-D125-91EC-3992C350DAB2}"/>
              </a:ext>
            </a:extLst>
          </p:cNvPr>
          <p:cNvSpPr txBox="1"/>
          <p:nvPr/>
        </p:nvSpPr>
        <p:spPr>
          <a:xfrm>
            <a:off x="7412363" y="3825965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❌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29DB3B-81D2-A802-CC37-0132E8D97836}"/>
              </a:ext>
            </a:extLst>
          </p:cNvPr>
          <p:cNvSpPr txBox="1"/>
          <p:nvPr/>
        </p:nvSpPr>
        <p:spPr>
          <a:xfrm>
            <a:off x="7572329" y="1846788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method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Profile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nl-NL" dirty="0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Profile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Profile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wiel&#10;&#10;Automatisch gegenereerde beschrijving">
            <a:extLst>
              <a:ext uri="{FF2B5EF4-FFF2-40B4-BE49-F238E27FC236}">
                <a16:creationId xmlns:a16="http://schemas.microsoft.com/office/drawing/2014/main" id="{990048BE-1D46-0CDB-88C9-F4FB31A52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650" y="5357721"/>
            <a:ext cx="2743200" cy="1428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7140</TotalTime>
  <Words>3423</Words>
  <Application>Microsoft Macintosh PowerPoint</Application>
  <PresentationFormat>Widescreen</PresentationFormat>
  <Paragraphs>1124</Paragraphs>
  <Slides>40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40</vt:i4>
      </vt:variant>
    </vt:vector>
  </HeadingPairs>
  <TitlesOfParts>
    <vt:vector size="67" baseType="lpstr"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Nvidia Volta (e.g. V100, TitanRTX)</vt:lpstr>
      <vt:lpstr>Nvidia Ampere GPUs (e.g. A100)</vt:lpstr>
      <vt:lpstr>Nvidia Ampere GPUs (e.g. A100)</vt:lpstr>
      <vt:lpstr>Nvidia Ampere GPUs (e.g. A100)</vt:lpstr>
      <vt:lpstr>Nvidia Ampere GPUs (e.g. A100)</vt:lpstr>
      <vt:lpstr>Nvidia Hopper GPUs (e.g. H100)</vt:lpstr>
      <vt:lpstr>And on CPU: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Always</vt:lpstr>
      <vt:lpstr>Profile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Monica Rotulo</cp:lastModifiedBy>
  <cp:revision>175</cp:revision>
  <dcterms:modified xsi:type="dcterms:W3CDTF">2025-02-03T16:39:25Z</dcterms:modified>
  <dc:language>en-US</dc:language>
</cp:coreProperties>
</file>