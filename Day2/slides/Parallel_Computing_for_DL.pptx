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notesSlides/notesSlide3.xml" ContentType="application/vnd.openxmlformats-officedocument.presentationml.notesSlide+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9"/>
  </p:notesMasterIdLst>
  <p:handoutMasterIdLst>
    <p:handoutMasterId r:id="rId60"/>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472" r:id="rId17"/>
    <p:sldId id="523" r:id="rId18"/>
    <p:sldId id="525" r:id="rId19"/>
    <p:sldId id="513" r:id="rId20"/>
    <p:sldId id="526" r:id="rId21"/>
    <p:sldId id="423" r:id="rId22"/>
    <p:sldId id="422" r:id="rId23"/>
    <p:sldId id="530" r:id="rId24"/>
    <p:sldId id="427" r:id="rId25"/>
    <p:sldId id="426" r:id="rId26"/>
    <p:sldId id="519" r:id="rId27"/>
    <p:sldId id="524" r:id="rId28"/>
    <p:sldId id="520" r:id="rId29"/>
    <p:sldId id="531" r:id="rId30"/>
    <p:sldId id="518" r:id="rId31"/>
    <p:sldId id="527" r:id="rId32"/>
    <p:sldId id="521" r:id="rId33"/>
    <p:sldId id="474" r:id="rId34"/>
    <p:sldId id="476" r:id="rId35"/>
    <p:sldId id="478" r:id="rId36"/>
    <p:sldId id="504" r:id="rId37"/>
    <p:sldId id="479" r:id="rId38"/>
    <p:sldId id="492" r:id="rId39"/>
    <p:sldId id="493" r:id="rId40"/>
    <p:sldId id="495" r:id="rId41"/>
    <p:sldId id="480" r:id="rId42"/>
    <p:sldId id="481" r:id="rId43"/>
    <p:sldId id="482" r:id="rId44"/>
    <p:sldId id="486" r:id="rId45"/>
    <p:sldId id="496" r:id="rId46"/>
    <p:sldId id="485" r:id="rId47"/>
    <p:sldId id="487" r:id="rId48"/>
    <p:sldId id="488" r:id="rId49"/>
    <p:sldId id="489" r:id="rId50"/>
    <p:sldId id="490" r:id="rId51"/>
    <p:sldId id="506" r:id="rId52"/>
    <p:sldId id="497" r:id="rId53"/>
    <p:sldId id="509" r:id="rId54"/>
    <p:sldId id="500" r:id="rId55"/>
    <p:sldId id="498" r:id="rId56"/>
    <p:sldId id="491" r:id="rId57"/>
    <p:sldId id="522" r:id="rId58"/>
  </p:sldIdLst>
  <p:sldSz cx="12192000" cy="6858000"/>
  <p:notesSz cx="6858000" cy="9144000"/>
  <p:custDataLst>
    <p:tags r:id="rId61"/>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472"/>
            <p14:sldId id="523"/>
            <p14:sldId id="525"/>
            <p14:sldId id="513"/>
            <p14:sldId id="526"/>
            <p14:sldId id="423"/>
            <p14:sldId id="422"/>
            <p14:sldId id="530"/>
            <p14:sldId id="427"/>
            <p14:sldId id="426"/>
            <p14:sldId id="519"/>
            <p14:sldId id="524"/>
            <p14:sldId id="520"/>
            <p14:sldId id="531"/>
            <p14:sldId id="518"/>
            <p14:sldId id="527"/>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506"/>
            <p14:sldId id="497"/>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40" autoAdjust="0"/>
    <p:restoredTop sz="89296" autoAdjust="0"/>
  </p:normalViewPr>
  <p:slideViewPr>
    <p:cSldViewPr snapToGrid="0">
      <p:cViewPr varScale="1">
        <p:scale>
          <a:sx n="112" d="100"/>
          <a:sy n="112" d="100"/>
        </p:scale>
        <p:origin x="1064" y="184"/>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tags" Target="tags/tag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27-10-2025</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177"/>
    </inkml:context>
    <inkml:brush xml:id="br0">
      <inkml:brushProperty name="width" value="0.035" units="cm"/>
      <inkml:brushProperty name="height" value="0.035" units="cm"/>
      <inkml:brushProperty name="color" value="#E71224"/>
    </inkml:brush>
  </inkml:definitions>
  <inkml:trace contextRef="#ctx0" brushRef="#br0">1 0 24575,'3'0'0,"6"0"0,4 0 0,1 4 0,1 1 0,2 0 0,2-1 0,1-1 0,1-1 0,1-2 0,1 1 0,-1-1 0,1 0 0,-1-1 0,0 1 0,0 0 0,1 0 0,-5 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560"/>
    </inkml:context>
    <inkml:brush xml:id="br0">
      <inkml:brushProperty name="width" value="0.035" units="cm"/>
      <inkml:brushProperty name="height" value="0.035" units="cm"/>
      <inkml:brushProperty name="color" value="#E71224"/>
    </inkml:brush>
  </inkml:definitions>
  <inkml:trace contextRef="#ctx0" brushRef="#br0">1 26 24575,'85'-20'0,"236"15"0,-174 7 0,-36-2-1365,-93 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973"/>
    </inkml:context>
    <inkml:brush xml:id="br0">
      <inkml:brushProperty name="width" value="0.035" units="cm"/>
      <inkml:brushProperty name="height" value="0.035" units="cm"/>
      <inkml:brushProperty name="color" value="#E71224"/>
    </inkml:brush>
  </inkml:definitions>
  <inkml:trace contextRef="#ctx0" brushRef="#br0">1 1 24575,'3'0'0,"6"0"0,4 0 0,1 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259"/>
    </inkml:context>
    <inkml:brush xml:id="br0">
      <inkml:brushProperty name="width" value="0.035" units="cm"/>
      <inkml:brushProperty name="height" value="0.035" units="cm"/>
      <inkml:brushProperty name="color" value="#E71224"/>
    </inkml:brush>
  </inkml:definitions>
  <inkml:trace contextRef="#ctx0" brushRef="#br0">1 23 24575,'628'0'0,"-490"-11"0,2 0 0,-50 11-1365,-72 1-5461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510"/>
    </inkml:context>
    <inkml:brush xml:id="br0">
      <inkml:brushProperty name="width" value="0.035" units="cm"/>
      <inkml:brushProperty name="height" value="0.035" units="cm"/>
      <inkml:brushProperty name="color" value="#E71224"/>
    </inkml:brush>
  </inkml:definitions>
  <inkml:trace contextRef="#ctx0" brushRef="#br0">1 25 24575,'78'-1'0,"110"-15"0,-118 9 0,142 6 0,-93 4 0,74-3-1365,-172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732"/>
    </inkml:context>
    <inkml:brush xml:id="br0">
      <inkml:brushProperty name="width" value="0.035" units="cm"/>
      <inkml:brushProperty name="height" value="0.035" units="cm"/>
      <inkml:brushProperty name="color" value="#E71224"/>
    </inkml:brush>
  </inkml:definitions>
  <inkml:trace contextRef="#ctx0" brushRef="#br0">0 1 24575,'796'0'-1365,"-777"0"-5461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969"/>
    </inkml:context>
    <inkml:brush xml:id="br0">
      <inkml:brushProperty name="width" value="0.035" units="cm"/>
      <inkml:brushProperty name="height" value="0.035" units="cm"/>
      <inkml:brushProperty name="color" value="#E71224"/>
    </inkml:brush>
  </inkml:definitions>
  <inkml:trace contextRef="#ctx0" brushRef="#br0">0 1 24575,'1017'0'-1365,"-998"0"-5461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289"/>
    </inkml:context>
    <inkml:brush xml:id="br0">
      <inkml:brushProperty name="width" value="0.035" units="cm"/>
      <inkml:brushProperty name="height" value="0.035" units="cm"/>
      <inkml:brushProperty name="color" value="#E71224"/>
    </inkml:brush>
  </inkml:definitions>
  <inkml:trace contextRef="#ctx0" brushRef="#br0">0 1 24575,'1086'0'-1365,"-1059"0"-5461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416"/>
    </inkml:context>
    <inkml:brush xml:id="br0">
      <inkml:brushProperty name="width" value="0.035" units="cm"/>
      <inkml:brushProperty name="height" value="0.035" units="cm"/>
      <inkml:brushProperty name="color" value="#E71224"/>
    </inkml:brush>
  </inkml:definitions>
  <inkml:trace contextRef="#ctx0" brushRef="#br0">1 67 24575,'141'0'0,"239"-30"0,-371 29-53,235-33-1259,-224 33-5514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750"/>
    </inkml:context>
    <inkml:brush xml:id="br0">
      <inkml:brushProperty name="width" value="0.035" units="cm"/>
      <inkml:brushProperty name="height" value="0.035" units="cm"/>
      <inkml:brushProperty name="color" value="#E71224"/>
    </inkml:brush>
  </inkml:definitions>
  <inkml:trace contextRef="#ctx0" brushRef="#br0">0 1 24575,'67'12'0,"0"-4"0,0-2 0,0-3 0,80-8 0,-11 3 0,639 2 0,-756 1 45,0 1-1,28 6 1,22 3-1544,-50-10-5327</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022"/>
    </inkml:context>
    <inkml:brush xml:id="br0">
      <inkml:brushProperty name="width" value="0.035" units="cm"/>
      <inkml:brushProperty name="height" value="0.035" units="cm"/>
      <inkml:brushProperty name="color" value="#E71224"/>
    </inkml:brush>
  </inkml:definitions>
  <inkml:trace contextRef="#ctx0" brushRef="#br0">1 0 24575,'42'9'0,"0"-2"0,80 4 0,90-13 0,-77 0 0,196 2-1365,-312 0-5461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278"/>
    </inkml:context>
    <inkml:brush xml:id="br0">
      <inkml:brushProperty name="width" value="0.035" units="cm"/>
      <inkml:brushProperty name="height" value="0.035" units="cm"/>
      <inkml:brushProperty name="color" value="#E71224"/>
    </inkml:brush>
  </inkml:definitions>
  <inkml:trace contextRef="#ctx0" brushRef="#br0">1 1 24575,'1016'0'-1365,"-997"0"-5461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613"/>
    </inkml:context>
    <inkml:brush xml:id="br0">
      <inkml:brushProperty name="width" value="0.035" units="cm"/>
      <inkml:brushProperty name="height" value="0.035" units="cm"/>
      <inkml:brushProperty name="color" value="#E71224"/>
    </inkml:brush>
  </inkml:definitions>
  <inkml:trace contextRef="#ctx0" brushRef="#br0">0 0 24575,'1272'0'-1365,"-1235"0"-5461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836"/>
    </inkml:context>
    <inkml:brush xml:id="br0">
      <inkml:brushProperty name="width" value="0.035" units="cm"/>
      <inkml:brushProperty name="height" value="0.035" units="cm"/>
      <inkml:brushProperty name="color" value="#E71224"/>
    </inkml:brush>
  </inkml:definitions>
  <inkml:trace contextRef="#ctx0" brushRef="#br0">0 37 24575,'421'0'0,"-407"-1"-170,0 0-1,0-1 0,0-1 1,0-1-1,-1 0 0,0 0 1,15-7-1,-15 5-6655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8.042"/>
    </inkml:context>
    <inkml:brush xml:id="br0">
      <inkml:brushProperty name="width" value="0.035" units="cm"/>
      <inkml:brushProperty name="height" value="0.035" units="cm"/>
      <inkml:brushProperty name="color" value="#E71224"/>
    </inkml:brush>
  </inkml:definitions>
  <inkml:trace contextRef="#ctx0" brushRef="#br0">0 1 24575,'4'0'0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0.711"/>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022"/>
    </inkml:context>
    <inkml:brush xml:id="br0">
      <inkml:brushProperty name="width" value="0.035" units="cm"/>
      <inkml:brushProperty name="height" value="0.035" units="cm"/>
      <inkml:brushProperty name="color" value="#E71224"/>
    </inkml:brush>
  </inkml:definitions>
  <inkml:trace contextRef="#ctx0" brushRef="#br0">1 281 24575,'8'-9'0,"-1"0"0,1 0 0,-2-1 0,11-19 0,-10 18 0,81-146 0,-58 119-1365,-20 29-5461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328"/>
    </inkml:context>
    <inkml:brush xml:id="br0">
      <inkml:brushProperty name="width" value="0.035" units="cm"/>
      <inkml:brushProperty name="height" value="0.035" units="cm"/>
      <inkml:brushProperty name="color" value="#E71224"/>
    </inkml:brush>
  </inkml:definitions>
  <inkml:trace contextRef="#ctx0" brushRef="#br0">1 394 24575,'8'-6'0,"0"0"0,0 0 0,1 1 0,0 0 0,0 1 0,0 0 0,0 0 0,1 1 0,14-4 0,-9 3 0,0-1 0,-1 0 0,19-10 0,25-23 0,89-76 0,-133 103 0,168-122-1365,-157 114-5461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551"/>
    </inkml:context>
    <inkml:brush xml:id="br0">
      <inkml:brushProperty name="width" value="0.035" units="cm"/>
      <inkml:brushProperty name="height" value="0.035" units="cm"/>
      <inkml:brushProperty name="color" value="#E71224"/>
    </inkml:brush>
  </inkml:definitions>
  <inkml:trace contextRef="#ctx0" brushRef="#br0">1 706 24575,'49'-55'0,"-35"38"0,1 0 0,0 1 0,2 1 0,28-21 0,-23 20 0,0-1 0,27-28 0,-20 17 0,22-13 0,-36 30 0,-1 0 0,0-2 0,19-20 0,-22 21 0,0 1 0,0 1 0,18-13 0,-16 14 0,-1-1 0,0-1 0,17-18 0,-16 14 0,1 2 0,0-1 0,25-16 0,25-24 0,-54 46 32,0-1 0,0 1 0,16-8 0,27-22-1525,-39 23-5333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803"/>
    </inkml:context>
    <inkml:brush xml:id="br0">
      <inkml:brushProperty name="width" value="0.035" units="cm"/>
      <inkml:brushProperty name="height" value="0.035" units="cm"/>
      <inkml:brushProperty name="color" value="#E71224"/>
    </inkml:brush>
  </inkml:definitions>
  <inkml:trace contextRef="#ctx0" brushRef="#br0">0 552 24575,'67'-31'0,"99"-61"0,-105 55 0,118-52 0,45-15 0,-116 51 0,163-78-1365,-242 116-5461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040"/>
    </inkml:context>
    <inkml:brush xml:id="br0">
      <inkml:brushProperty name="width" value="0.035" units="cm"/>
      <inkml:brushProperty name="height" value="0.035" units="cm"/>
      <inkml:brushProperty name="color" value="#E71224"/>
    </inkml:brush>
  </inkml:definitions>
  <inkml:trace contextRef="#ctx0" brushRef="#br0">1 288 24575,'4'-1'0,"0"0"0,1 0 0,-1 0 0,0-1 0,0 1 0,-1-1 0,1 0 0,0 0 0,4-4 0,21-9 0,116-44 0,-34 30 0,-29 9 0,-54 10 0,-1-1 0,0-1 0,32-20 0,39-19 0,-62 32-1365,-19 8-5461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331"/>
    </inkml:context>
    <inkml:brush xml:id="br0">
      <inkml:brushProperty name="width" value="0.035" units="cm"/>
      <inkml:brushProperty name="height" value="0.035" units="cm"/>
      <inkml:brushProperty name="color" value="#E71224"/>
    </inkml:brush>
  </inkml:definitions>
  <inkml:trace contextRef="#ctx0" brushRef="#br0">0 719 24575,'5'0'0,"0"0"0,0 0 0,0-1 0,0 1 0,-1-1 0,1-1 0,0 1 0,0-1 0,-1 1 0,1-1 0,-1-1 0,0 1 0,6-4 0,-2-1 0,-1 0 0,0 0 0,0-1 0,-1 0 0,9-13 0,-11 17 0,-1 0 0,1 0 0,1 0 0,-1 1 0,1-1 0,-1 1 0,1 0 0,0 0 0,0 1 0,8-3 0,30-19 0,1-10 0,55-30 0,37-28 0,54-43 0,-25 11 125,-9 7-1615,-143 106-5336</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595"/>
    </inkml:context>
    <inkml:brush xml:id="br0">
      <inkml:brushProperty name="width" value="0.035" units="cm"/>
      <inkml:brushProperty name="height" value="0.035" units="cm"/>
      <inkml:brushProperty name="color" value="#E71224"/>
    </inkml:brush>
  </inkml:definitions>
  <inkml:trace contextRef="#ctx0" brushRef="#br0">0 477 24575,'23'-21'0,"43"-28"0,-42 32 0,-1-1 0,23-22 0,-32 27 0,2 0 0,-1 1 0,2 0 0,-1 1 0,23-10 0,97-38 0,-98 43 0,-12 7 0,1 1 0,39-7 0,-35 9 0,46-16 0,77-21 0,-72 16 76,-50 18-797,43-19 1,-59 21-6106</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924"/>
    </inkml:context>
    <inkml:brush xml:id="br0">
      <inkml:brushProperty name="width" value="0.035" units="cm"/>
      <inkml:brushProperty name="height" value="0.035" units="cm"/>
      <inkml:brushProperty name="color" value="#E71224"/>
    </inkml:brush>
  </inkml:definitions>
  <inkml:trace contextRef="#ctx0" brushRef="#br0">1 587 24575,'161'-133'0,"34"-24"0,-148 122 0,-24 18 0,0 0 0,45-23 0,272-129-1365,-302 150-5461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118"/>
    </inkml:context>
    <inkml:brush xml:id="br0">
      <inkml:brushProperty name="width" value="0.035" units="cm"/>
      <inkml:brushProperty name="height" value="0.035" units="cm"/>
      <inkml:brushProperty name="color" value="#E71224"/>
    </inkml:brush>
  </inkml:definitions>
  <inkml:trace contextRef="#ctx0" brushRef="#br0">0 449 24575,'31'-12'0,"50"-27"0,-60 27 0,1 2 0,1 0 0,-1 1 0,44-11 0,-44 15 0,0-1 0,-1 0 0,0-2 0,0 0 0,29-18 0,-19 10 0,0 1 0,1 2 0,0 1 0,1 1 0,48-9 0,-51 12 0,0-1 0,-1-1 0,48-24 0,-46 19 0,1 1 0,48-13 0,-53 19-133,0-2 0,0 0 0,27-17-1,-35 18-698,0-1-5994</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402"/>
    </inkml:context>
    <inkml:brush xml:id="br0">
      <inkml:brushProperty name="width" value="0.035" units="cm"/>
      <inkml:brushProperty name="height" value="0.035" units="cm"/>
      <inkml:brushProperty name="color" value="#E71224"/>
    </inkml:brush>
  </inkml:definitions>
  <inkml:trace contextRef="#ctx0" brushRef="#br0">0 217 24575,'53'-12'0,"0"-2"0,50-20 0,13-5 0,253-72-1365,-343 105-5461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688"/>
    </inkml:context>
    <inkml:brush xml:id="br0">
      <inkml:brushProperty name="width" value="0.035" units="cm"/>
      <inkml:brushProperty name="height" value="0.035" units="cm"/>
      <inkml:brushProperty name="color" value="#E71224"/>
    </inkml:brush>
  </inkml:definitions>
  <inkml:trace contextRef="#ctx0" brushRef="#br0">1 214 24575,'8'-1'0,"1"-1"0,0 0 0,-1 0 0,0 0 0,0-1 0,1-1 0,8-4 0,22-9 0,209-47 0,-163 44 0,180-40 0,-175 38-1365,-58 15-5461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925"/>
    </inkml:context>
    <inkml:brush xml:id="br0">
      <inkml:brushProperty name="width" value="0.035" units="cm"/>
      <inkml:brushProperty name="height" value="0.035" units="cm"/>
      <inkml:brushProperty name="color" value="#E71224"/>
    </inkml:brush>
  </inkml:definitions>
  <inkml:trace contextRef="#ctx0" brushRef="#br0">1 235 24575,'98'-38'0,"-24"7"0,97-25 0,47 12 0,-182 38 0,48-3 0,-17 2 0,-17 1-100,-9 2-322,0-2 1,50-15-1,-70 15-6404</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177"/>
    </inkml:context>
    <inkml:brush xml:id="br0">
      <inkml:brushProperty name="width" value="0.035" units="cm"/>
      <inkml:brushProperty name="height" value="0.035" units="cm"/>
      <inkml:brushProperty name="color" value="#E71224"/>
    </inkml:brush>
  </inkml:definitions>
  <inkml:trace contextRef="#ctx0" brushRef="#br0">0 367 24575,'101'-31'0,"-48"16"0,0-3 0,70-33 0,-99 39 0,0 2 0,0 0 0,1 1 0,0 2 0,1 0 0,29-2 0,138-32 0,-21 3 0,-103 26 0,-35 5 0,0 2 0,50-2 0,-82 7 0,24 1 0,-1-2 0,1 0 0,46-10 0,-9-2 0,-41 9 0,-1 0 0,1-2 0,40-15 0,-41 11-1365,-3 2-5461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509"/>
    </inkml:context>
    <inkml:brush xml:id="br0">
      <inkml:brushProperty name="width" value="0.035" units="cm"/>
      <inkml:brushProperty name="height" value="0.035" units="cm"/>
      <inkml:brushProperty name="color" value="#E71224"/>
    </inkml:brush>
  </inkml:definitions>
  <inkml:trace contextRef="#ctx0" brushRef="#br0">0 235 24575,'206'-52'0,"-72"21"0,-88 22 0,-1 1 0,76-2 0,-94 8 0,55-8 0,-49 5 0,47 0 0,-46 6 0,-1-2 0,1-1 0,-1-2 0,0-1 0,56-15 0,-50 7-100,-2 2-533,66-30 1,-91 34-6194</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810"/>
    </inkml:context>
    <inkml:brush xml:id="br0">
      <inkml:brushProperty name="width" value="0.035" units="cm"/>
      <inkml:brushProperty name="height" value="0.035" units="cm"/>
      <inkml:brushProperty name="color" value="#E71224"/>
    </inkml:brush>
  </inkml:definitions>
  <inkml:trace contextRef="#ctx0" brushRef="#br0">1 156 24575,'90'-38'0,"-74"30"0,1 0 0,0 1 0,0 0 0,1 2 0,0 0 0,0 1 0,36-4 0,-32 6 0,0 0 0,0-2 0,35-9 0,-35 6 0,0 2 0,0 1 0,33-2 0,41-5 0,-67 6 0,44-1 0,-29 6-1365,-25 0-5461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063"/>
    </inkml:context>
    <inkml:brush xml:id="br0">
      <inkml:brushProperty name="width" value="0.035" units="cm"/>
      <inkml:brushProperty name="height" value="0.035" units="cm"/>
      <inkml:brushProperty name="color" value="#E71224"/>
    </inkml:brush>
  </inkml:definitions>
  <inkml:trace contextRef="#ctx0" brushRef="#br0">0 134 24575,'15'-2'0,"1"-1"0,-1 0 0,0-1 0,18-7 0,-22 8 0,28-15 0,-32 14 0,-1 1 0,1 0 0,-1 0 0,1 1 0,0-1 0,10-1 0,246-42 0,-214 38 0,-19 3 0,1 0 0,36 1 0,-23 4-1365,-25 1-5461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414"/>
    </inkml:context>
    <inkml:brush xml:id="br0">
      <inkml:brushProperty name="width" value="0.035" units="cm"/>
      <inkml:brushProperty name="height" value="0.035" units="cm"/>
      <inkml:brushProperty name="color" value="#E71224"/>
    </inkml:brush>
  </inkml:definitions>
  <inkml:trace contextRef="#ctx0" brushRef="#br0">1 123 24575,'16'-2'0,"1"1"0,-1-2 0,1 0 0,29-11 0,-29 8 0,0 2 0,0-1 0,0 2 0,25-2 0,65 5 0,-37 0 0,111-12 0,-7-28-64,-115 25-1237,-21 5-5525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633"/>
    </inkml:context>
    <inkml:brush xml:id="br0">
      <inkml:brushProperty name="width" value="0.035" units="cm"/>
      <inkml:brushProperty name="height" value="0.035" units="cm"/>
      <inkml:brushProperty name="color" value="#E71224"/>
    </inkml:brush>
  </inkml:definitions>
  <inkml:trace contextRef="#ctx0" brushRef="#br0">1 107 24575,'11'-2'0,"1"0"0,-1-1 0,0 0 0,0 0 0,0-1 0,0-1 0,13-7 0,21-8 0,-30 16 0,1 0 0,0 1 0,0 0 0,20 0 0,37-6 0,15-14-1365,-73 19-5461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855"/>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632"/>
    </inkml:context>
    <inkml:brush xml:id="br0">
      <inkml:brushProperty name="width" value="0.035" units="cm"/>
      <inkml:brushProperty name="height" value="0.035" units="cm"/>
      <inkml:brushProperty name="color" value="#E71224"/>
    </inkml:brush>
  </inkml:definitions>
  <inkml:trace contextRef="#ctx0" brushRef="#br0">0 1 24575,'63'0'0,"53"-1"0,118 16 0,-25-1 0,-13-2 0,337 15 0,-513-27-1365,-1 0-5461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884"/>
    </inkml:context>
    <inkml:brush xml:id="br0">
      <inkml:brushProperty name="width" value="0.035" units="cm"/>
      <inkml:brushProperty name="height" value="0.035" units="cm"/>
      <inkml:brushProperty name="color" value="#E71224"/>
    </inkml:brush>
  </inkml:definitions>
  <inkml:trace contextRef="#ctx0" brushRef="#br0">1 156 24575,'42'-2'0,"54"-9"0,-12 0 0,-60 7 0,1-2 0,-2-1 0,1 0 0,-1-2 0,40-21 0,28-9 0,-70 32-195,0 1 0,1 1 0,-1 0 0,1 2 0,0 1 0,39 1 0,-42 1-6631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7.122"/>
    </inkml:context>
    <inkml:brush xml:id="br0">
      <inkml:brushProperty name="width" value="0.035" units="cm"/>
      <inkml:brushProperty name="height" value="0.035" units="cm"/>
      <inkml:brushProperty name="color" value="#E71224"/>
    </inkml:brush>
  </inkml:definitions>
  <inkml:trace contextRef="#ctx0" brushRef="#br0">0 1 24575,'4'0'0,"5"0"0,4 0 0,4 0 0,3 0 0,2 0 0,1 0 0,0 0 0,0 0 0,0 0 0,0 0 0,-5 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2.410"/>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3.223"/>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6.069"/>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025"/>
    </inkml:context>
    <inkml:brush xml:id="br0">
      <inkml:brushProperty name="width" value="0.035" units="cm"/>
      <inkml:brushProperty name="height" value="0.035" units="cm"/>
      <inkml:brushProperty name="color" value="#E71224"/>
    </inkml:brush>
  </inkml:definitions>
  <inkml:trace contextRef="#ctx0" brushRef="#br0">116 1 24575,'0'12'0,"0"0"0,-1 1 0,0-1 0,-1 0 0,-4 15 0,3-19 0,0-1 0,0-1 0,-1 1 0,0 0 0,0-1 0,-1 0 0,1 0 0,-1 0 0,-10 9 0,9-9 0,1 0 0,0 0 0,0 1 0,0 0 0,1 0 0,0 0 0,0 0 0,1 1 0,0 0 0,0 0 0,1-1 0,0 2 0,0-1 0,1 0 0,0 0 0,1 0 0,-1 1 0,2-1 0,1 14 0,1-2 0,1 0 0,1 0 0,1 0 0,0-1 0,2 0 0,17 32 0,-11-23 0,-8-16 0,0 0 0,0 0 0,2 0 0,-1-1 0,1 0 0,1-1 0,0 1 0,0-2 0,1 1 0,12 8 0,3 0-1365,-14-10-5461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984"/>
    </inkml:context>
    <inkml:brush xml:id="br0">
      <inkml:brushProperty name="width" value="0.035" units="cm"/>
      <inkml:brushProperty name="height" value="0.035" units="cm"/>
      <inkml:brushProperty name="color" value="#E71224"/>
    </inkml:brush>
  </inkml:definitions>
  <inkml:trace contextRef="#ctx0" brushRef="#br0">1 1 24575,'4'1'0,"-1"1"0,1 0 0,0 1 0,0-1 0,-1 1 0,0-1 0,1 1 0,-1 0 0,0 0 0,4 5 0,7 6 0,14 6 0,1-2 0,1-1 0,0-2 0,44 16 0,14 9 0,-56-27 0,0-1 0,34 8 0,-34-11 0,0 1 0,36 18 0,-19 0-23,-40-21-126,1-1 0,0 0 0,0-1 0,0 0 0,1 0-1,0-1 1,0-1 0,15 3 0,-10-4-6677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41.038"/>
    </inkml:context>
    <inkml:brush xml:id="br0">
      <inkml:brushProperty name="width" value="0.035" units="cm"/>
      <inkml:brushProperty name="height" value="0.035" units="cm"/>
      <inkml:brushProperty name="color" value="#E71224"/>
    </inkml:brush>
  </inkml:definitions>
  <inkml:trace contextRef="#ctx0" brushRef="#br0">1 1 24575,'1'19'0,"0"0"0,1 0 0,1 1 0,1-2 0,1 1 0,1 0 0,0-1 0,2 0 0,0-1 0,0 0 0,21 30 0,59 125 0,-59-111 0,-18-39 0,7 19 0,3-2 0,38 56 0,51 73 0,-82-142 0,-23-22 0,-1-1 0,0 1 0,0 0 0,0 0 0,0 0 0,0 1 0,2 4 0,3 5 0,1-1 0,0 0 0,0-1 0,1 0 0,1 0 0,0-1 0,17 11 0,-4-1 0,93 77 0,-39-31 0,-53-43 0,1-1 0,43 28 0,70 55 0,-83-68-35,-44-28-131,1 0 0,-1-1-1,2-1 1,-1 0 0,1-1 0,0 0-1,23 6 1,-21-10-6660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8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4"/>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5"/>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6"/>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1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11.656"/>
    </inkml:context>
    <inkml:brush xml:id="br0">
      <inkml:brushProperty name="width" value="0.035" units="cm"/>
      <inkml:brushProperty name="height" value="0.035" units="cm"/>
      <inkml:brushProperty name="color" value="#E71224"/>
    </inkml:brush>
  </inkml:definitions>
  <inkml:trace contextRef="#ctx0" brushRef="#br0">28 468 24575,'6'1'0,"0"-1"0,0 1 0,1 0 0,-1 0 0,0 1 0,0 0 0,0 0 0,-1 0 0,1 1 0,9 6 0,51 42 0,-52-38 0,0-1 0,32 19 0,-25-17 0,-1 0 0,0 1 0,-1 1 0,23 25 0,38 30 0,-26-25 0,60 63 0,-43-38 0,-2-5 0,82 76 0,-11-30 0,-95-71 0,-36-31 0,1-1 0,1 0 0,0 0 0,20 12 0,59 38 0,-66-41 0,0-1 0,30 14 0,261 148-911,-263-139 1130,-42-31-84,1 1 0,1-2 0,19 13 0,9 2-53,55 42 0,22 14-94,-80-56 12,36 31 0,-1-2 0,161 115 0,-215-153 0,0 1 0,17 19 0,-20-19 0,0-1 0,0-1 0,18 12 0,-19-14 0,0 0 0,0 0 0,22 27 0,-22-22 0,1-1 0,22 17 0,-25-22 0,0 1 0,0 0 0,-1 1 0,0 0 0,-1 0 0,10 16 0,-13-18 0,2-1 0,-1 0 0,1 0 0,20 14 0,-19-15 0,0-1 0,-1 1 0,0 1 0,0 0 0,11 15 0,-11-13 0,0 0 0,0-1 0,1-1 0,0 0 0,20 14 0,25 23 0,14 10 0,-51-42 0,34 31 0,0 3 0,-40-38 0,0 0 0,0 1 0,-1 0 0,-1 1 0,16 23 0,95 184 0,-88-157 0,-26-50 0,1 0 0,1-1 0,14 16 0,-14-17 0,0-1 0,-1 1 0,-1 1 0,0-1 0,6 13 0,-6-10 0,0-1 0,1-1 0,0 0 0,1 0 0,17 18 0,25 31 0,-42-49 0,-1-1 0,1 0 0,0 0 0,1-1 0,14 10 0,-13-11 0,-1 0 0,0 1 0,-1 0 0,0 0 0,12 17 0,-16-19 0,0-1 0,1 0 0,0 0 0,0-1 0,1 1 0,-1-1 0,1-1 0,14 8 0,-14-8 0,1 0 0,-1 1 0,0 0 0,0 0 0,0 0 0,-1 1 0,0 0 0,9 12 0,-7-8 0,0 0 0,0-1 0,1 0 0,0-1 0,16 12 0,-14-12 0,-1 0 0,0 1 0,-1 0 0,16 19 0,-15-15 0,0-1 0,1 0 0,1-1 0,15 11 0,-15-11 0,1-1 0,-1 2 0,17 21 0,14 39 0,42 28 0,137 143 0,-39-77 0,-160-143 0,36 46 0,7 7 0,-23-28 0,-30-32 0,2 0 0,26 22 0,-34-31 0,0 0 0,-1 0 0,0 0 0,-1 0 0,1 1 0,-2 0 0,6 10 0,26 38 0,25 17 0,20 21 0,52 60 0,9 11 0,-97-108 0,71 70 0,-104-114 0,0 0 0,16 25 0,-19-25 0,0 0 0,1 0 0,1-1 0,14 12 0,45 47 0,-12-10 0,-6-6 0,-42-42 0,2-1 0,-1 0 0,1 0 0,1-2 0,24 17 0,-22-17 0,0 2 0,0 0 0,-1 0 0,14 17 0,-12-13 0,0-1 0,27 20 0,106 68 0,-85-70 0,-51-28 0,0 1 0,-1 0 0,0 1 0,21 16 0,-14-8 0,1-1 0,0-1 0,1-1 0,44 18 0,95 24 0,-132-49 0,1-1 0,-1-2 0,1 0 0,53-5 0,-9 0 0,-64 3 0,0-1 0,0-1 0,0 0 0,-1 0 0,1-1 0,-1 0 0,15-7 0,-14 6 0,0 0 0,1 0 0,-1 1 0,1 0 0,0 1 0,10-1 0,-9 2 0,0-1 0,0 0 0,0-1 0,0 0 0,-1 0 0,1-1 0,-1 0 0,0-1 0,0 0 0,-1-1 0,1 0 0,-1-1 0,-1 0 0,1 0 0,-1 0 0,0-1 0,-1-1 0,13-17 0,-2-3 0,1 1 0,1 1 0,28-28 0,-42 47 0,0 0 0,-1-1 0,-1 0 0,1 0 0,-1 0 0,-1 0 0,5-18 0,6-16 0,-4 14 0,-1 0 0,9-58 0,-2 7 0,-10 42 0,-1 0 0,-3 0 0,0 0 0,-6-53 0,1-4 0,4 49 0,2-1 0,11-50 0,-8 42 0,-3 0 0,-5-91 0,0 38 0,-1 72 0,-1-1 0,-2 1 0,-1 1 0,-13-38 0,-6-28 0,23 85 0,-5-18 0,2-1 0,-4-70 0,9 82 0,-2 0 0,-5-25 0,-3-40 0,0-2 0,6 66 0,-2-49 0,8-435 0,-2 487 0,-1 0 0,-7-29 0,4 29 0,2 0 0,-2-29 0,-6-86 0,0-6 0,10 120 0,-1 1 0,-7-29 0,5 29 0,0-2 0,0-24 0,5-832 0,-2 852 0,-10-50 0,6 49 0,-2-47 0,6 51 0,-2 1 0,-6-27 0,-1-14 0,-16-86 0,6 45 0,11 56 0,4 24 0,1 1 0,-1-39 0,3 35 0,-8-48 0,5 47 0,-2-46 0,6 53 0,-1 1 0,-2 0 0,0 1 0,-1-1 0,-1 1 0,-1 0 0,-11-24 0,-6-5 0,-48-73 0,26 54 0,-83-91 0,87 125 0,36 31 0,1-1 0,0 0 0,-1 0 0,1 0 0,0 0 0,1-1 0,-1 0 0,1 0 0,-6-10 0,0 0 0,0 0 0,-1 0 0,-1 2 0,0-1 0,-23-18 0,17 15 0,0 0 0,-18-24 0,29 32 0,-1 1 0,0 0 0,-1 1 0,1 0 0,-14-8 0,-26-23 0,27 19 0,-1 1 0,-1 1 0,-1 0 0,-41-20 0,-109-41 0,144 67 0,0 2 0,-1 1 0,0 1 0,0 2 0,0 1 0,0 1 0,-54 3 0,58-1 0,0-1 0,-27-6 0,25 3 0,-46-2 0,-706 8 0,755-2 0,-52-10 0,51 6 0,-50-2 0,-252-6 0,90-14-2613,121 21 2613,77 6 0,1-2 0,-48-9 0,31 3 628,0 3 0,-1 3 1,-70 5-1,12 0-528,-484-3-100,584 1 0,-1 0 0,-32 9 0,-29 2 0,-456-11 0,259-3 0,249 1 0,-52-10 0,51 6 0,-50-2 0,-361 8 0,415 0 0,1 2 0,0 1 0,0 0 0,-28 11 0,-20 3 0,-3-1 0,39-8 0,0-1 0,-1-2 0,-64 2 0,-341-9 0,419 2 0,-1 2 0,-27 5 0,27-4 0,0 0 0,-26 0 0,14-4 0,23-1 0,-1 0 0,1 1 0,0 0 0,-1 1 0,1 1 0,0 0 0,-1 0 0,1 1 0,0 1 0,1-1 0,-14 8 0,-3 4 0,16-10 0,1 1 0,1 0 0,-1 0 0,-15 15 0,21-17 0,1-1 0,1 1 0,-1 0 0,0 0 0,1 0 0,0 0 0,0 1 0,0-1 0,1 0 0,-1 1 0,1 0 0,0-1 0,0 1 0,1 0 0,-1 6 0,0 10 0,1 1 0,1-1 0,4 25 0,-4-40 0,0 0 0,1 0 0,0 0 0,-1-1 0,2 1 0,-1-1 0,1 1 0,0-1 0,0 0 0,0 0 0,1 0 0,-1 0 0,1-1 0,0 0 0,1 1 0,4 3 0,34 30 0,-37-31 0,1 0 0,0-1 0,0 1 0,0-2 0,16 10 0,-4-4 0,1-1 0,0-1 0,1-1 0,0-1 0,0-1 0,25 5 0,-33-9-136,0 2-1,-1-1 1,1 2-1,-1 0 1,0 0-1,0 1 1,-1 1-1,0 0 0,21 16 1,-22-14-6690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55.120"/>
    </inkml:context>
    <inkml:brush xml:id="br0">
      <inkml:brushProperty name="width" value="0.035" units="cm"/>
      <inkml:brushProperty name="height" value="0.035" units="cm"/>
      <inkml:brushProperty name="color" value="#E71224"/>
    </inkml:brush>
  </inkml:definitions>
  <inkml:trace contextRef="#ctx0" brushRef="#br0">1 1163 24575,'0'-7'0,"1"-1"0,0 0 0,1 0 0,0 1 0,0-1 0,0 1 0,1-1 0,0 1 0,1 0 0,0 0 0,0 0 0,0 1 0,10-11 0,7-7 0,2 1 0,28-22 0,-1 0 0,-32 29 0,0 2 0,33-20 0,21-17 0,-60 42 0,1 1 0,0 0 0,1 1 0,23-10 0,27-14 0,-17 0 0,-33 21 0,0 1 0,0 0 0,1 1 0,0 1 0,0 0 0,17-5 0,-5 3 0,-1-2 0,-1-1 0,35-21 0,-45 24 0,132-96 0,-96 68 0,-42 30 0,1-1 0,0 1 0,0 0 0,1 1 0,0 1 0,15-7 0,-15 8 0,1-1 0,-2 0 0,1-1 0,0 0 0,-1 0 0,0-1 0,13-12 0,57-66 0,-63 65 0,0 1 0,0 0 0,2 2 0,40-29 0,-46 38 0,1 1 0,0 1 0,1 1 0,0 0 0,0 1 0,19-4 0,97-7 0,-110 13 0,8 0-116,-13 2-63,-1-2 1,1 1-1,0-2 1,-1 0 0,0-1-1,22-8 1,-24 5-6648</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0.058"/>
    </inkml:context>
    <inkml:brush xml:id="br0">
      <inkml:brushProperty name="width" value="0.035" units="cm"/>
      <inkml:brushProperty name="height" value="0.035" units="cm"/>
      <inkml:brushProperty name="color" value="#E71224"/>
    </inkml:brush>
  </inkml:definitions>
  <inkml:trace contextRef="#ctx0" brushRef="#br0">1 2254 24575,'39'-2'0,"64"-12"0,-37 5 0,-42 4 0,0-1 0,0-1 0,-1-1 0,0-1 0,0-1 0,-1-1 0,38-25 0,-45 28 0,0 1 0,0 1 0,1 0 0,29-7 0,38-15 0,-69 22 0,-10 5 0,0-1 0,0 1 0,-1-1 0,1 0 0,0 0 0,-1-1 0,1 1 0,-1 0 0,0-1 0,0 0 0,0 0 0,0 0 0,-1 0 0,1 0 0,3-8 0,0 4 0,-1 0 0,1 0 0,0 1 0,0-1 0,1 1 0,-1 1 0,1-1 0,1 1 0,-1 0 0,11-4 0,38-31 0,-38 26 0,1 0 0,0 1 0,1 1 0,0 1 0,1 1 0,36-12 0,42-22 0,50-21 0,-54 25 0,-17-4 0,-61 33 0,0 1 0,1 0 0,36-14 0,-40 18 0,0 0 0,0-1 0,-1-1 0,1-1 0,-2 1 0,20-18 0,-18 14 0,0 1 0,1 0 0,1 1 0,17-8 0,-1 1 0,-1-1 0,-1-2 0,46-37 0,-41 29 0,68-40 0,-98 64 0,1 0 0,0 0 0,-1-1 0,0 0 0,9-9 0,-10 9 0,0 1 0,0-1 0,1 1 0,-1 0 0,1 0 0,0 1 0,0-1 0,6-2 0,19-9 0,50-33 0,-56 32 0,1 1 0,52-24 0,-44 28 0,-25 9 0,1 0 0,-1-1 0,0-1 0,-1 1 0,1-1 0,-1 0 0,1-1 0,-1 0 0,7-6 0,5-5 0,1 1 0,27-16 0,-33 23 0,-1 0 0,0 0 0,-1-2 0,0 0 0,0 0 0,-1-1 0,0 0 0,16-23 0,-9 10 0,0 0 0,33-30 0,-29 30 0,106-123 0,-106 127 0,38-28 0,-13 10 0,27-14 0,-58 42 0,1-1 0,-2 0 0,0-1 0,0-1 0,-1 0 0,0-1 0,18-25 0,-21 25 0,0 1 0,0 0 0,2 1 0,-1 1 0,2 0 0,15-10 0,16-14 0,-35 27 0,0 1 0,1 1 0,0 0 0,17-7 0,-14 7 0,-1 0 0,25-17 0,-6 2-1365,-16 12-5461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1.813"/>
    </inkml:context>
    <inkml:brush xml:id="br0">
      <inkml:brushProperty name="width" value="0.035" units="cm"/>
      <inkml:brushProperty name="height" value="0.035" units="cm"/>
      <inkml:brushProperty name="color" value="#E71224"/>
    </inkml:brush>
  </inkml:definitions>
  <inkml:trace contextRef="#ctx0" brushRef="#br0">0 1713 24575,'2'-4'0,"-1"0"0,1 0 0,0 1 0,0-1 0,0 1 0,0-1 0,1 1 0,-1 0 0,1 0 0,0 0 0,0 0 0,6-4 0,6-8 0,126-171 0,-130 175 0,1 0 0,0 1 0,1 1 0,27-16 0,28-21 0,-60 38 0,1 0 0,0 1 0,0 1 0,1-1 0,0 1 0,0 1 0,18-7 0,-5 2 0,-1 0 0,0-2 0,35-24 0,-37 22 0,0 1 0,1 1 0,1 1 0,26-10 0,-31 15 0,0-1 0,-1-1 0,0-1 0,0 0 0,-1-1 0,25-22 0,78-84 0,-24 21 0,-89 90 0,46-41 0,111-78 0,-129 101 0,-23 16 0,0 0 0,1 0 0,0 1 0,16-7 0,26-10 0,0-3 0,67-43 0,-77 47 0,-34 18 0,0 0 0,0-1 0,0 0 0,-1 0 0,15-13 0,92-99 0,-106 108 0,-2-1 0,1-1 0,9-16 0,-12 18 0,0 0 0,1 1 0,0-1 0,0 1 0,1 1 0,10-10 0,-10 10 0,1 0 0,-1 0 0,-1-1 0,1 1 0,-1-1 0,0-1 0,-1 1 0,0-1 0,-1 0 0,0 0 0,0-1 0,-1 1 0,3-14 0,-4 18 11,0 1 1,0-1-1,0 0 0,0 1 0,1 0 0,5-9 0,4-6-1454,-5 7-5383</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3.022"/>
    </inkml:context>
    <inkml:brush xml:id="br0">
      <inkml:brushProperty name="width" value="0.035" units="cm"/>
      <inkml:brushProperty name="height" value="0.035" units="cm"/>
      <inkml:brushProperty name="color" value="#E71224"/>
    </inkml:brush>
  </inkml:definitions>
  <inkml:trace contextRef="#ctx0" brushRef="#br0">1 1272 24575,'7'-1'0,"1"-1"0,-1 0 0,1 0 0,-1-1 0,1 1 0,-1-2 0,0 1 0,0-1 0,-1 0 0,8-5 0,42-21 0,-3 9 0,94-52 0,-54 25 0,5-11 0,-19 11 0,19 4 0,-70 33 0,0-1 0,-2-1 0,41-27 0,-48 28 0,1 1 0,0 0 0,1 2 0,41-14 0,-35 14 0,0-1 0,37-20 0,-31 13 0,45-18 0,-54 27 0,-1-2 0,0-1 0,-1-1 0,0 0 0,24-20 0,-24 16 0,48-28 0,-1 2 0,-28 11 0,-24 17 0,0 1 0,1 1 0,21-10 0,-25 14 0,0-1 0,-1-1 0,0 0 0,-1 0 0,0-1 0,-1-1 0,11-13 0,35-34 0,-49 50 0,0 1 0,0-2 0,-1 1 0,-1-1 0,1-1 0,-2 1 0,1-1 0,-1 0 0,-1 0 0,0 0 0,-1-1 0,0 1 0,-1-1 0,2-16 0,-4 26-40,1 0 0,-1 0 0,0 0 0,0 0-1,0-1 1,0 1 0,-1 0 0,1 0 0,-1 0 0,1 0 0,-1 0-1,1-1 1,-1 1 0,0 0 0,0 0 0,0 1 0,0-1-1,-1 0 1,1 0 0,0 1 0,-1-1 0,1 0 0,-1 1 0,0-1-1,1 1 1,-1 0 0,0 0 0,0 0 0,0-1 0,0 2-1,0-1 1,0 0 0,-4-1 0,-10-2-6786</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6.286"/>
    </inkml:context>
    <inkml:brush xml:id="br0">
      <inkml:brushProperty name="width" value="0.035" units="cm"/>
      <inkml:brushProperty name="height" value="0.035" units="cm"/>
      <inkml:brushProperty name="color" value="#E71224"/>
    </inkml:brush>
  </inkml:definitions>
  <inkml:trace contextRef="#ctx0" brushRef="#br0">1 53 24575,'45'1'0,"-11"0"0,1-2 0,-1 0 0,59-12 0,-32 3 32,-47 9-311,1-2-1,-1 1 1,1-2-1,23-8 1,-21 4-6547</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9.530"/>
    </inkml:context>
    <inkml:brush xml:id="br0">
      <inkml:brushProperty name="width" value="0.035" units="cm"/>
      <inkml:brushProperty name="height" value="0.035" units="cm"/>
      <inkml:brushProperty name="color" value="#E71224"/>
    </inkml:brush>
  </inkml:definitions>
  <inkml:trace contextRef="#ctx0" brushRef="#br0">1 884 24575,'0'-3'0,"1"0"0,-1 0 0,1 0 0,0 0 0,0 0 0,0 1 0,1-1 0,-1 0 0,1 0 0,-1 1 0,1-1 0,0 1 0,0 0 0,3-3 0,38-34 0,-26 25 0,-3 1 0,1 1 0,0 0 0,0 1 0,1 1 0,1 0 0,0 1 0,20-7 0,-14 5 0,0 0 0,-1-2 0,38-30 0,-4 4 0,-51 36 0,1 0 0,1 0 0,-1 1 0,0-1 0,1 1 0,-1 1 0,8-2 0,-9 2 0,0 0 0,0 0 0,0 0 0,0 0 0,0-1 0,0 0 0,-1 0 0,1 0 0,-1-1 0,1 0 0,-1 0 0,0 0 0,7-6 0,12-18 0,-15 17 0,1-1 0,1 1 0,0 1 0,22-17 0,-16 14 0,-1 0 0,21-20 0,-23 19 0,1 0 0,31-21 0,24-11 0,35-20 0,-92 58 0,1 2 0,-1 0 0,1 0 0,1 1 0,-1 1 0,26-4 0,-22 4 0,-1-1 0,-1 0 0,1-2 0,-1 1 0,1-2 0,-2 0 0,1-1 0,-1 0 0,23-19 0,52-27 0,-47 28-1365,-32 17-5461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7.654"/>
    </inkml:context>
    <inkml:brush xml:id="br0">
      <inkml:brushProperty name="width" value="0.035" units="cm"/>
      <inkml:brushProperty name="height" value="0.035" units="cm"/>
      <inkml:brushProperty name="color" value="#E71224"/>
    </inkml:brush>
  </inkml:definitions>
  <inkml:trace contextRef="#ctx0" brushRef="#br0">0 306 24575,'16'-2'0,"-1"0"0,0-1 0,0-1 0,0 0 0,17-9 0,-3 3 0,28-9 0,117-42 0,-91 16 0,-17 8 0,-48 28-195,0 0 0,-1-1 0,-1-1 0,1-1 0,-2 0 0,20-19 0,-26 20-6631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10.381"/>
    </inkml:context>
    <inkml:brush xml:id="br0">
      <inkml:brushProperty name="width" value="0.035" units="cm"/>
      <inkml:brushProperty name="height" value="0.035" units="cm"/>
      <inkml:brushProperty name="color" value="#E71224"/>
    </inkml:brush>
  </inkml:definitions>
  <inkml:trace contextRef="#ctx0" brushRef="#br0">0 447 24575,'6'-2'0,"-1"0"0,0 0 0,1 0 0,-1-1 0,-1 0 0,1 0 0,0 0 0,7-7 0,0 1 0,11-5 0,1 1 0,0 1 0,32-11 0,0 0 0,54-28 0,62-32 0,-163 78 5,-1 0 0,1-1 0,-1 0 1,0 0-1,-1-1 0,0 0 0,0-1 0,0 0 0,-1 0 0,0 0 0,-1 0 0,1-1 0,4-12 0,32-44-1441,-33 54-5390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27-10-2025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15</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F7A0-72B9-006A-FD6D-612FF36BA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29ED7-E442-1F6C-5931-84E41613B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37FD-5F57-59C3-9FFE-E559671407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4D0DEA4B-A1E9-82FE-EDBA-D10B72968185}"/>
              </a:ext>
            </a:extLst>
          </p:cNvPr>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7853535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099AD2B3-D140-44BD-B63C-3C9AE3845FBA}" type="slidenum">
              <a:rPr lang="en-NL" smtClean="0"/>
              <a:t>23</a:t>
            </a:fld>
            <a:endParaRPr lang="en-NL"/>
          </a:p>
        </p:txBody>
      </p:sp>
    </p:spTree>
    <p:extLst>
      <p:ext uri="{BB962C8B-B14F-4D97-AF65-F5344CB8AC3E}">
        <p14:creationId xmlns:p14="http://schemas.microsoft.com/office/powerpoint/2010/main" val="37268128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36</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50</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52</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53</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55</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1.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27-10-2025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27-10-2025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27-10-2025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27-10-2025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27-10-2025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A6EF6-49D5-866F-A7C7-23E2AC9B8C49}"/>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E627C2F5-B08B-CD9C-D020-5550F6A0C1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180A06FF-1FEF-22A3-8DE7-066E8CD7B0CF}"/>
              </a:ext>
            </a:extLst>
          </p:cNvPr>
          <p:cNvSpPr>
            <a:spLocks noGrp="1"/>
          </p:cNvSpPr>
          <p:nvPr>
            <p:ph type="dt" sz="half" idx="10"/>
          </p:nvPr>
        </p:nvSpPr>
        <p:spPr/>
        <p:txBody>
          <a:bodyPr/>
          <a:lstStyle/>
          <a:p>
            <a:fld id="{8AE12256-5C70-4277-A5E9-96882E7B8C89}" type="datetimeFigureOut">
              <a:rPr lang="en-NL" smtClean="0"/>
              <a:t>10/27/25</a:t>
            </a:fld>
            <a:endParaRPr lang="en-NL"/>
          </a:p>
        </p:txBody>
      </p:sp>
      <p:sp>
        <p:nvSpPr>
          <p:cNvPr id="5" name="Footer Placeholder 4">
            <a:extLst>
              <a:ext uri="{FF2B5EF4-FFF2-40B4-BE49-F238E27FC236}">
                <a16:creationId xmlns:a16="http://schemas.microsoft.com/office/drawing/2014/main" id="{44B06264-B970-E33A-C4D7-07C3D0BDFF21}"/>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C3A7DC2B-3CFE-A343-F460-0D9E368C0155}"/>
              </a:ext>
            </a:extLst>
          </p:cNvPr>
          <p:cNvSpPr>
            <a:spLocks noGrp="1"/>
          </p:cNvSpPr>
          <p:nvPr>
            <p:ph type="sldNum" sz="quarter" idx="12"/>
          </p:nvPr>
        </p:nvSpPr>
        <p:spPr/>
        <p:txBody>
          <a:bodyPr/>
          <a:lstStyle/>
          <a:p>
            <a:fld id="{E47D697A-CF44-4C00-81BC-B5B9DDDC8359}" type="slidenum">
              <a:rPr lang="en-NL" smtClean="0"/>
              <a:t>‹#›</a:t>
            </a:fld>
            <a:endParaRPr lang="en-NL"/>
          </a:p>
        </p:txBody>
      </p:sp>
    </p:spTree>
    <p:extLst>
      <p:ext uri="{BB962C8B-B14F-4D97-AF65-F5344CB8AC3E}">
        <p14:creationId xmlns:p14="http://schemas.microsoft.com/office/powerpoint/2010/main" val="23128050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7.png"/><Relationship Id="rId3" Type="http://schemas.openxmlformats.org/officeDocument/2006/relationships/slideLayout" Target="../slideLayouts/slideLayout3.xml"/><Relationship Id="rId21"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6.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5.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4.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3.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slideLayout" Target="../slideLayouts/slideLayout20.xml"/><Relationship Id="rId1" Type="http://schemas.openxmlformats.org/officeDocument/2006/relationships/slideLayout" Target="../slideLayouts/slideLayout19.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27-10-2025</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2">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 id="2147483746" r:id="rId18"/>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38.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4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hyperlink" Target="https://arxiv.org/abs/2105.13120"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6" Type="http://schemas.openxmlformats.org/officeDocument/2006/relationships/customXml" Target="../ink/ink13.xml"/><Relationship Id="rId21" Type="http://schemas.openxmlformats.org/officeDocument/2006/relationships/customXml" Target="../ink/ink10.xml"/><Relationship Id="rId42" Type="http://schemas.openxmlformats.org/officeDocument/2006/relationships/customXml" Target="../ink/ink21.xml"/><Relationship Id="rId47" Type="http://schemas.openxmlformats.org/officeDocument/2006/relationships/image" Target="../media/image50.png"/><Relationship Id="rId63" Type="http://schemas.openxmlformats.org/officeDocument/2006/relationships/image" Target="../media/image58.png"/><Relationship Id="rId68" Type="http://schemas.openxmlformats.org/officeDocument/2006/relationships/customXml" Target="../ink/ink34.xml"/><Relationship Id="rId84" Type="http://schemas.openxmlformats.org/officeDocument/2006/relationships/image" Target="../media/image68.png"/><Relationship Id="rId89" Type="http://schemas.openxmlformats.org/officeDocument/2006/relationships/customXml" Target="../ink/ink45.xml"/><Relationship Id="rId16" Type="http://schemas.openxmlformats.org/officeDocument/2006/relationships/image" Target="../media/image350.png"/><Relationship Id="rId11" Type="http://schemas.openxmlformats.org/officeDocument/2006/relationships/customXml" Target="../ink/ink5.xml"/><Relationship Id="rId32" Type="http://schemas.openxmlformats.org/officeDocument/2006/relationships/customXml" Target="../ink/ink16.xml"/><Relationship Id="rId37" Type="http://schemas.openxmlformats.org/officeDocument/2006/relationships/image" Target="../media/image45.png"/><Relationship Id="rId53" Type="http://schemas.openxmlformats.org/officeDocument/2006/relationships/image" Target="../media/image53.png"/><Relationship Id="rId58" Type="http://schemas.openxmlformats.org/officeDocument/2006/relationships/customXml" Target="../ink/ink29.xml"/><Relationship Id="rId74" Type="http://schemas.openxmlformats.org/officeDocument/2006/relationships/image" Target="../media/image63.png"/><Relationship Id="rId79" Type="http://schemas.openxmlformats.org/officeDocument/2006/relationships/customXml" Target="../ink/ink40.xml"/><Relationship Id="rId5" Type="http://schemas.openxmlformats.org/officeDocument/2006/relationships/customXml" Target="../ink/ink2.xml"/><Relationship Id="rId90" Type="http://schemas.openxmlformats.org/officeDocument/2006/relationships/customXml" Target="../ink/ink46.xml"/><Relationship Id="rId95" Type="http://schemas.openxmlformats.org/officeDocument/2006/relationships/customXml" Target="../ink/ink51.xml"/><Relationship Id="rId22" Type="http://schemas.openxmlformats.org/officeDocument/2006/relationships/image" Target="../media/image382.png"/><Relationship Id="rId27" Type="http://schemas.openxmlformats.org/officeDocument/2006/relationships/image" Target="../media/image402.png"/><Relationship Id="rId43" Type="http://schemas.openxmlformats.org/officeDocument/2006/relationships/image" Target="../media/image48.png"/><Relationship Id="rId48" Type="http://schemas.openxmlformats.org/officeDocument/2006/relationships/customXml" Target="../ink/ink24.xml"/><Relationship Id="rId64" Type="http://schemas.openxmlformats.org/officeDocument/2006/relationships/customXml" Target="../ink/ink32.xml"/><Relationship Id="rId69" Type="http://schemas.openxmlformats.org/officeDocument/2006/relationships/image" Target="../media/image61.png"/><Relationship Id="rId80" Type="http://schemas.openxmlformats.org/officeDocument/2006/relationships/image" Target="../media/image66.png"/><Relationship Id="rId85" Type="http://schemas.openxmlformats.org/officeDocument/2006/relationships/customXml" Target="../ink/ink43.xml"/><Relationship Id="rId3" Type="http://schemas.openxmlformats.org/officeDocument/2006/relationships/customXml" Target="../ink/ink1.xml"/><Relationship Id="rId12" Type="http://schemas.openxmlformats.org/officeDocument/2006/relationships/image" Target="../media/image330.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image" Target="../media/image432.png"/><Relationship Id="rId38" Type="http://schemas.openxmlformats.org/officeDocument/2006/relationships/customXml" Target="../ink/ink19.xml"/><Relationship Id="rId46" Type="http://schemas.openxmlformats.org/officeDocument/2006/relationships/customXml" Target="../ink/ink23.xml"/><Relationship Id="rId59" Type="http://schemas.openxmlformats.org/officeDocument/2006/relationships/image" Target="../media/image56.png"/><Relationship Id="rId67" Type="http://schemas.openxmlformats.org/officeDocument/2006/relationships/image" Target="../media/image60.png"/><Relationship Id="rId20" Type="http://schemas.openxmlformats.org/officeDocument/2006/relationships/image" Target="../media/image371.png"/><Relationship Id="rId41" Type="http://schemas.openxmlformats.org/officeDocument/2006/relationships/image" Target="../media/image47.png"/><Relationship Id="rId54" Type="http://schemas.openxmlformats.org/officeDocument/2006/relationships/customXml" Target="../ink/ink27.xml"/><Relationship Id="rId62" Type="http://schemas.openxmlformats.org/officeDocument/2006/relationships/customXml" Target="../ink/ink31.xml"/><Relationship Id="rId70" Type="http://schemas.openxmlformats.org/officeDocument/2006/relationships/customXml" Target="../ink/ink35.xml"/><Relationship Id="rId75" Type="http://schemas.openxmlformats.org/officeDocument/2006/relationships/customXml" Target="../ink/ink38.xml"/><Relationship Id="rId83" Type="http://schemas.openxmlformats.org/officeDocument/2006/relationships/customXml" Target="../ink/ink42.xml"/><Relationship Id="rId88" Type="http://schemas.openxmlformats.org/officeDocument/2006/relationships/image" Target="../media/image70.png"/><Relationship Id="rId91" Type="http://schemas.openxmlformats.org/officeDocument/2006/relationships/customXml" Target="../ink/ink47.xml"/><Relationship Id="rId96" Type="http://schemas.openxmlformats.org/officeDocument/2006/relationships/customXml" Target="../ink/ink52.xml"/><Relationship Id="rId1" Type="http://schemas.openxmlformats.org/officeDocument/2006/relationships/slideLayout" Target="../slideLayouts/slideLayout18.xml"/><Relationship Id="rId6" Type="http://schemas.openxmlformats.org/officeDocument/2006/relationships/image" Target="../media/image30.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51.png"/><Relationship Id="rId57" Type="http://schemas.openxmlformats.org/officeDocument/2006/relationships/image" Target="../media/image55.png"/><Relationship Id="rId10" Type="http://schemas.openxmlformats.org/officeDocument/2006/relationships/image" Target="../media/image320.png"/><Relationship Id="rId31" Type="http://schemas.openxmlformats.org/officeDocument/2006/relationships/image" Target="../media/image422.png"/><Relationship Id="rId44" Type="http://schemas.openxmlformats.org/officeDocument/2006/relationships/customXml" Target="../ink/ink22.xml"/><Relationship Id="rId52" Type="http://schemas.openxmlformats.org/officeDocument/2006/relationships/customXml" Target="../ink/ink26.xml"/><Relationship Id="rId60" Type="http://schemas.openxmlformats.org/officeDocument/2006/relationships/customXml" Target="../ink/ink30.xml"/><Relationship Id="rId65" Type="http://schemas.openxmlformats.org/officeDocument/2006/relationships/image" Target="../media/image59.png"/><Relationship Id="rId73" Type="http://schemas.openxmlformats.org/officeDocument/2006/relationships/customXml" Target="../ink/ink37.xml"/><Relationship Id="rId78" Type="http://schemas.openxmlformats.org/officeDocument/2006/relationships/image" Target="../media/image65.png"/><Relationship Id="rId81" Type="http://schemas.openxmlformats.org/officeDocument/2006/relationships/customXml" Target="../ink/ink41.xml"/><Relationship Id="rId86" Type="http://schemas.openxmlformats.org/officeDocument/2006/relationships/image" Target="../media/image69.png"/><Relationship Id="rId94" Type="http://schemas.openxmlformats.org/officeDocument/2006/relationships/customXml" Target="../ink/ink50.xml"/><Relationship Id="rId4" Type="http://schemas.openxmlformats.org/officeDocument/2006/relationships/image" Target="../media/image29.png"/><Relationship Id="rId9" Type="http://schemas.openxmlformats.org/officeDocument/2006/relationships/customXml" Target="../ink/ink4.xml"/><Relationship Id="rId13" Type="http://schemas.openxmlformats.org/officeDocument/2006/relationships/customXml" Target="../ink/ink6.xml"/><Relationship Id="rId18" Type="http://schemas.openxmlformats.org/officeDocument/2006/relationships/image" Target="../media/image361.png"/><Relationship Id="rId39" Type="http://schemas.openxmlformats.org/officeDocument/2006/relationships/image" Target="../media/image46.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54.png"/><Relationship Id="rId76" Type="http://schemas.openxmlformats.org/officeDocument/2006/relationships/image" Target="../media/image64.png"/><Relationship Id="rId97" Type="http://schemas.openxmlformats.org/officeDocument/2006/relationships/customXml" Target="../ink/ink53.xml"/><Relationship Id="rId7" Type="http://schemas.openxmlformats.org/officeDocument/2006/relationships/customXml" Target="../ink/ink3.xml"/><Relationship Id="rId71" Type="http://schemas.openxmlformats.org/officeDocument/2006/relationships/customXml" Target="../ink/ink36.xml"/><Relationship Id="rId92" Type="http://schemas.openxmlformats.org/officeDocument/2006/relationships/customXml" Target="../ink/ink48.xml"/><Relationship Id="rId2" Type="http://schemas.openxmlformats.org/officeDocument/2006/relationships/image" Target="../media/image44.png"/><Relationship Id="rId29" Type="http://schemas.openxmlformats.org/officeDocument/2006/relationships/image" Target="../media/image412.png"/><Relationship Id="rId24" Type="http://schemas.openxmlformats.org/officeDocument/2006/relationships/image" Target="../media/image391.png"/><Relationship Id="rId40" Type="http://schemas.openxmlformats.org/officeDocument/2006/relationships/customXml" Target="../ink/ink20.xml"/><Relationship Id="rId45" Type="http://schemas.openxmlformats.org/officeDocument/2006/relationships/image" Target="../media/image49.png"/><Relationship Id="rId66" Type="http://schemas.openxmlformats.org/officeDocument/2006/relationships/customXml" Target="../ink/ink33.xml"/><Relationship Id="rId87" Type="http://schemas.openxmlformats.org/officeDocument/2006/relationships/customXml" Target="../ink/ink44.xml"/><Relationship Id="rId61" Type="http://schemas.openxmlformats.org/officeDocument/2006/relationships/image" Target="../media/image57.png"/><Relationship Id="rId82" Type="http://schemas.openxmlformats.org/officeDocument/2006/relationships/image" Target="../media/image67.png"/><Relationship Id="rId19" Type="http://schemas.openxmlformats.org/officeDocument/2006/relationships/customXml" Target="../ink/ink9.xml"/><Relationship Id="rId14" Type="http://schemas.openxmlformats.org/officeDocument/2006/relationships/image" Target="../media/image340.png"/><Relationship Id="rId30" Type="http://schemas.openxmlformats.org/officeDocument/2006/relationships/customXml" Target="../ink/ink15.xml"/><Relationship Id="rId35" Type="http://schemas.openxmlformats.org/officeDocument/2006/relationships/image" Target="../media/image442.png"/><Relationship Id="rId56" Type="http://schemas.openxmlformats.org/officeDocument/2006/relationships/customXml" Target="../ink/ink28.xml"/><Relationship Id="rId77" Type="http://schemas.openxmlformats.org/officeDocument/2006/relationships/customXml" Target="../ink/ink39.xml"/><Relationship Id="rId8" Type="http://schemas.openxmlformats.org/officeDocument/2006/relationships/image" Target="../media/image31.png"/><Relationship Id="rId51" Type="http://schemas.openxmlformats.org/officeDocument/2006/relationships/image" Target="../media/image52.png"/><Relationship Id="rId72" Type="http://schemas.openxmlformats.org/officeDocument/2006/relationships/image" Target="../media/image62.png"/><Relationship Id="rId93" Type="http://schemas.openxmlformats.org/officeDocument/2006/relationships/customXml" Target="../ink/ink49.xml"/></Relationships>
</file>

<file path=ppt/slides/_rels/slide2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59.xml"/><Relationship Id="rId18" Type="http://schemas.openxmlformats.org/officeDocument/2006/relationships/image" Target="../media/image18.png"/><Relationship Id="rId3" Type="http://schemas.openxmlformats.org/officeDocument/2006/relationships/customXml" Target="../ink/ink54.xml"/><Relationship Id="rId7" Type="http://schemas.openxmlformats.org/officeDocument/2006/relationships/customXml" Target="../ink/ink56.xml"/><Relationship Id="rId12" Type="http://schemas.openxmlformats.org/officeDocument/2006/relationships/image" Target="../media/image15.png"/><Relationship Id="rId17" Type="http://schemas.openxmlformats.org/officeDocument/2006/relationships/customXml" Target="../ink/ink61.xml"/><Relationship Id="rId2" Type="http://schemas.openxmlformats.org/officeDocument/2006/relationships/image" Target="../media/image74.png"/><Relationship Id="rId16" Type="http://schemas.openxmlformats.org/officeDocument/2006/relationships/image" Target="../media/image17.png"/><Relationship Id="rId20" Type="http://schemas.openxmlformats.org/officeDocument/2006/relationships/image" Target="../media/image19.png"/><Relationship Id="rId1" Type="http://schemas.openxmlformats.org/officeDocument/2006/relationships/slideLayout" Target="../slideLayouts/slideLayout18.xml"/><Relationship Id="rId6" Type="http://schemas.openxmlformats.org/officeDocument/2006/relationships/image" Target="../media/image120.png"/><Relationship Id="rId11" Type="http://schemas.openxmlformats.org/officeDocument/2006/relationships/customXml" Target="../ink/ink58.xml"/><Relationship Id="rId5" Type="http://schemas.openxmlformats.org/officeDocument/2006/relationships/customXml" Target="../ink/ink55.xml"/><Relationship Id="rId15" Type="http://schemas.openxmlformats.org/officeDocument/2006/relationships/customXml" Target="../ink/ink60.xml"/><Relationship Id="rId10" Type="http://schemas.openxmlformats.org/officeDocument/2006/relationships/image" Target="../media/image140.png"/><Relationship Id="rId19" Type="http://schemas.openxmlformats.org/officeDocument/2006/relationships/customXml" Target="../ink/ink62.xml"/><Relationship Id="rId4" Type="http://schemas.openxmlformats.org/officeDocument/2006/relationships/image" Target="../media/image110.png"/><Relationship Id="rId9" Type="http://schemas.openxmlformats.org/officeDocument/2006/relationships/customXml" Target="../ink/ink57.xml"/><Relationship Id="rId1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www.tensorflow.org/guide/distributed_training" TargetMode="External"/><Relationship Id="rId7" Type="http://schemas.openxmlformats.org/officeDocument/2006/relationships/image" Target="../media/image5.png"/><Relationship Id="rId2" Type="http://schemas.openxmlformats.org/officeDocument/2006/relationships/hyperlink" Target="https://pytorch.org/docs/stable/distributed.html" TargetMode="Externa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huggingface.co/docs/transformers/main/en/accelerate" TargetMode="External"/><Relationship Id="rId4" Type="http://schemas.openxmlformats.org/officeDocument/2006/relationships/hyperlink" Target="https://pytorch.org/docs/stable/fsdp.html" TargetMode="External"/><Relationship Id="rId9"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61.png"/><Relationship Id="rId3" Type="http://schemas.openxmlformats.org/officeDocument/2006/relationships/image" Target="../media/image411.png"/><Relationship Id="rId7" Type="http://schemas.openxmlformats.org/officeDocument/2006/relationships/image" Target="../media/image451.png"/><Relationship Id="rId2" Type="http://schemas.openxmlformats.org/officeDocument/2006/relationships/image" Target="../media/image401.png"/><Relationship Id="rId1" Type="http://schemas.openxmlformats.org/officeDocument/2006/relationships/slideLayout" Target="../slideLayouts/slideLayout2.xml"/><Relationship Id="rId6" Type="http://schemas.openxmlformats.org/officeDocument/2006/relationships/image" Target="../media/image441.png"/><Relationship Id="rId5" Type="http://schemas.openxmlformats.org/officeDocument/2006/relationships/image" Target="../media/image431.png"/><Relationship Id="rId4" Type="http://schemas.openxmlformats.org/officeDocument/2006/relationships/image" Target="../media/image421.png"/></Relationships>
</file>

<file path=ppt/slides/_rels/slide35.xml.rels><?xml version="1.0" encoding="UTF-8" standalone="yes"?>
<Relationships xmlns="http://schemas.openxmlformats.org/package/2006/relationships"><Relationship Id="rId2" Type="http://schemas.openxmlformats.org/officeDocument/2006/relationships/image" Target="../media/image47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38.xml.rels><?xml version="1.0" encoding="UTF-8" standalone="yes"?>
<Relationships xmlns="http://schemas.openxmlformats.org/package/2006/relationships"><Relationship Id="rId8" Type="http://schemas.openxmlformats.org/officeDocument/2006/relationships/image" Target="../media/image520.png"/><Relationship Id="rId3" Type="http://schemas.openxmlformats.org/officeDocument/2006/relationships/image" Target="../media/image470.png"/><Relationship Id="rId7" Type="http://schemas.openxmlformats.org/officeDocument/2006/relationships/image" Target="../media/image510.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80.png"/></Relationships>
</file>

<file path=ppt/slides/_rels/slide39.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6.gif"/><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strike="sngStrike" dirty="0"/>
              <a:t>benefits of parallellization</a:t>
            </a:r>
          </a:p>
          <a:p>
            <a:r>
              <a:rPr lang="nl-NL" dirty="0"/>
              <a:t>parallellization strategies </a:t>
            </a:r>
          </a:p>
          <a:p>
            <a:r>
              <a:rPr lang="nl-NL" strike="sngStrike" dirty="0"/>
              <a:t>Hands-on: </a:t>
            </a:r>
            <a:r>
              <a:rPr lang="en-US" strike="sngStrike" dirty="0"/>
              <a:t>hyperparameter grid search on an HPC system</a:t>
            </a:r>
            <a:endParaRPr lang="nl-NL" strike="sngStrike" dirty="0"/>
          </a:p>
          <a:p>
            <a:r>
              <a:rPr lang="nl-NL" strike="sngStrike" dirty="0"/>
              <a:t>parallel stochastic gradient descent (SGD)</a:t>
            </a:r>
          </a:p>
          <a:p>
            <a:r>
              <a:rPr lang="nl-NL" strike="sngStrike" dirty="0" err="1"/>
              <a:t>synchronous</a:t>
            </a:r>
            <a:r>
              <a:rPr lang="nl-NL" strike="sngStrike" dirty="0"/>
              <a:t> parallel SGD</a:t>
            </a:r>
          </a:p>
          <a:p>
            <a:r>
              <a:rPr lang="nl-NL" strike="sngStrike"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marL="404813" lvl="4" indent="287338">
              <a:buFont typeface="Arial" panose="020B0604020202020204" pitchFamily="34" charset="0"/>
              <a:buChar char="•"/>
            </a:pPr>
            <a:r>
              <a:rPr lang="nl-NL" dirty="0"/>
              <a:t>Pipeline parallel</a:t>
            </a:r>
          </a:p>
          <a:p>
            <a:pPr marL="404813" lvl="4" indent="287338">
              <a:buFont typeface="Arial" panose="020B0604020202020204" pitchFamily="34" charset="0"/>
              <a:buChar char="•"/>
            </a:pPr>
            <a:r>
              <a:rPr lang="nl-NL" dirty="0"/>
              <a:t>Tensor parallel</a:t>
            </a:r>
          </a:p>
          <a:p>
            <a:pPr marL="404813" lvl="4" indent="287338">
              <a:buFont typeface="Arial" panose="020B0604020202020204" pitchFamily="34" charset="0"/>
              <a:buChar char="•"/>
            </a:pPr>
            <a:r>
              <a:rPr lang="nl-NL" dirty="0" err="1"/>
              <a:t>Sequence</a:t>
            </a:r>
            <a:r>
              <a:rPr lang="nl-NL" dirty="0"/>
              <a:t> parallel </a:t>
            </a:r>
          </a:p>
          <a:p>
            <a:pPr>
              <a:buFont typeface="Arial" panose="020B0604020202020204" pitchFamily="34" charset="0"/>
              <a:buChar char="•"/>
            </a:pPr>
            <a:r>
              <a:rPr lang="nl-NL" dirty="0" err="1"/>
              <a:t>Hybrid</a:t>
            </a:r>
            <a:r>
              <a:rPr lang="nl-NL" dirty="0"/>
              <a:t> data/model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313348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r>
              <a:rPr lang="nl-NL" dirty="0"/>
              <a:t>/</a:t>
            </a:r>
            <a:r>
              <a:rPr lang="nl-NL" dirty="0" err="1"/>
              <a:t>bandwidth</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a:buFont typeface="Arial" panose="020B0604020202020204" pitchFamily="34" charset="0"/>
              <a:buChar char="•"/>
            </a:pPr>
            <a:endParaRPr lang="en-US"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2050" name="Picture 2">
            <a:extLst>
              <a:ext uri="{FF2B5EF4-FFF2-40B4-BE49-F238E27FC236}">
                <a16:creationId xmlns:a16="http://schemas.microsoft.com/office/drawing/2014/main" id="{94D5BAFE-129D-4635-74E5-F99C969C62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27990" y="787410"/>
            <a:ext cx="1831881" cy="77994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23AACC1-F99A-4264-8F70-D2420BA2D66E}"/>
              </a:ext>
            </a:extLst>
          </p:cNvPr>
          <p:cNvSpPr txBox="1"/>
          <p:nvPr/>
        </p:nvSpPr>
        <p:spPr>
          <a:xfrm>
            <a:off x="6983048" y="6469477"/>
            <a:ext cx="5302332" cy="369332"/>
          </a:xfrm>
          <a:prstGeom prst="rect">
            <a:avLst/>
          </a:prstGeom>
          <a:noFill/>
        </p:spPr>
        <p:txBody>
          <a:bodyPr wrap="square" rtlCol="0">
            <a:spAutoFit/>
          </a:bodyPr>
          <a:lstStyle/>
          <a:p>
            <a:r>
              <a:rPr lang="en-US" dirty="0">
                <a:solidFill>
                  <a:srgbClr val="FF0000"/>
                </a:solidFill>
              </a:rPr>
              <a:t>Different levels of GPU&gt;GPU speed (in Gbps)</a:t>
            </a:r>
            <a:endParaRPr lang="en-NL" dirty="0">
              <a:solidFill>
                <a:srgbClr val="FF0000"/>
              </a:solidFill>
            </a:endParaRPr>
          </a:p>
        </p:txBody>
      </p:sp>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6233165" y="4229594"/>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a:t>
            </a:r>
            <a:r>
              <a:rPr lang="nl-NL" dirty="0" err="1"/>
              <a:t>with</a:t>
            </a:r>
            <a:r>
              <a:rPr lang="nl-NL" dirty="0"/>
              <a:t> </a:t>
            </a:r>
            <a:r>
              <a:rPr lang="nl-NL" dirty="0" err="1"/>
              <a:t>computation</a:t>
            </a:r>
            <a:endParaRPr lang="nl-NL" dirty="0"/>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pic>
        <p:nvPicPr>
          <p:cNvPr id="6" name="Picture 2">
            <a:extLst>
              <a:ext uri="{FF2B5EF4-FFF2-40B4-BE49-F238E27FC236}">
                <a16:creationId xmlns:a16="http://schemas.microsoft.com/office/drawing/2014/main" id="{422C42B5-6256-04F4-E1EE-731CC5CCB4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4056071" y="3934506"/>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pic>
        <p:nvPicPr>
          <p:cNvPr id="7" name="Picture 2">
            <a:extLst>
              <a:ext uri="{FF2B5EF4-FFF2-40B4-BE49-F238E27FC236}">
                <a16:creationId xmlns:a16="http://schemas.microsoft.com/office/drawing/2014/main" id="{68E35373-28C9-8D3E-425B-EE5B81CA8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65B6-772B-F1E7-F903-E0AF69BFE2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B189D-38BF-CC91-7288-9C4C311966AE}"/>
              </a:ext>
            </a:extLst>
          </p:cNvPr>
          <p:cNvSpPr>
            <a:spLocks noGrp="1"/>
          </p:cNvSpPr>
          <p:nvPr>
            <p:ph type="title"/>
          </p:nvPr>
        </p:nvSpPr>
        <p:spPr/>
        <p:txBody>
          <a:bodyPr/>
          <a:lstStyle/>
          <a:p>
            <a:r>
              <a:rPr lang="nl-NL" dirty="0"/>
              <a:t>Model </a:t>
            </a:r>
            <a:r>
              <a:rPr lang="nl-NL" dirty="0" err="1"/>
              <a:t>parallelism</a:t>
            </a:r>
            <a:r>
              <a:rPr lang="nl-NL" dirty="0"/>
              <a:t>: </a:t>
            </a:r>
            <a:r>
              <a:rPr lang="nl-NL" dirty="0" err="1"/>
              <a:t>Sequence</a:t>
            </a:r>
            <a:r>
              <a:rPr lang="nl-NL" dirty="0"/>
              <a:t> parallel</a:t>
            </a:r>
          </a:p>
        </p:txBody>
      </p:sp>
      <p:sp>
        <p:nvSpPr>
          <p:cNvPr id="3" name="Vertical Text Placeholder 2">
            <a:extLst>
              <a:ext uri="{FF2B5EF4-FFF2-40B4-BE49-F238E27FC236}">
                <a16:creationId xmlns:a16="http://schemas.microsoft.com/office/drawing/2014/main" id="{C9AFBC2B-0557-4AC4-0F6B-142347EE2C44}"/>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Split longer sequences (e.g. sentences) across devices.</a:t>
            </a:r>
          </a:p>
          <a:p>
            <a:pPr>
              <a:buFont typeface="Arial" panose="020B0604020202020204" pitchFamily="34" charset="0"/>
              <a:buChar char="•"/>
            </a:pPr>
            <a:r>
              <a:rPr lang="en-US" dirty="0"/>
              <a:t>Higher maximum batch size and throughput compared to tensor parallel</a:t>
            </a:r>
          </a:p>
        </p:txBody>
      </p:sp>
      <p:sp>
        <p:nvSpPr>
          <p:cNvPr id="4" name="Text Placeholder 3">
            <a:extLst>
              <a:ext uri="{FF2B5EF4-FFF2-40B4-BE49-F238E27FC236}">
                <a16:creationId xmlns:a16="http://schemas.microsoft.com/office/drawing/2014/main" id="{B8884301-7AE9-B7C7-43EE-169D86B3C9F6}"/>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48509F1-ADA9-3236-C480-90C07F151659}"/>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a:extLst>
              <a:ext uri="{FF2B5EF4-FFF2-40B4-BE49-F238E27FC236}">
                <a16:creationId xmlns:a16="http://schemas.microsoft.com/office/drawing/2014/main" id="{7414F149-C04F-81EF-E02E-7D088F812511}"/>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4100" name="Picture 4">
            <a:extLst>
              <a:ext uri="{FF2B5EF4-FFF2-40B4-BE49-F238E27FC236}">
                <a16:creationId xmlns:a16="http://schemas.microsoft.com/office/drawing/2014/main" id="{7EB1A6B2-A552-A8CF-D35B-FE570E8FB8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248074" y="941365"/>
            <a:ext cx="2086584" cy="85558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23BED4C-2BA8-14F0-5390-07E1C0120707}"/>
              </a:ext>
            </a:extLst>
          </p:cNvPr>
          <p:cNvPicPr>
            <a:picLocks noChangeAspect="1"/>
          </p:cNvPicPr>
          <p:nvPr/>
        </p:nvPicPr>
        <p:blipFill>
          <a:blip r:embed="rId8"/>
          <a:stretch>
            <a:fillRect/>
          </a:stretch>
        </p:blipFill>
        <p:spPr>
          <a:xfrm>
            <a:off x="-815254" y="3291514"/>
            <a:ext cx="11652284" cy="2885674"/>
          </a:xfrm>
          <a:prstGeom prst="rect">
            <a:avLst/>
          </a:prstGeom>
        </p:spPr>
      </p:pic>
      <p:sp>
        <p:nvSpPr>
          <p:cNvPr id="10" name="CustomShape 2">
            <a:extLst>
              <a:ext uri="{FF2B5EF4-FFF2-40B4-BE49-F238E27FC236}">
                <a16:creationId xmlns:a16="http://schemas.microsoft.com/office/drawing/2014/main" id="{5A2CD48E-560F-3484-B7F1-659B413EDF80}"/>
              </a:ext>
            </a:extLst>
          </p:cNvPr>
          <p:cNvSpPr/>
          <p:nvPr/>
        </p:nvSpPr>
        <p:spPr>
          <a:xfrm>
            <a:off x="6116162" y="6310148"/>
            <a:ext cx="4985259"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en-US" sz="1600" b="0" i="0" u="none" strike="noStrike" dirty="0">
                <a:solidFill>
                  <a:srgbClr val="222222"/>
                </a:solidFill>
                <a:effectLst/>
                <a:latin typeface="Arial" panose="020B0604020202020204" pitchFamily="34" charset="0"/>
              </a:rPr>
              <a:t>Li, </a:t>
            </a:r>
            <a:r>
              <a:rPr lang="en-US" sz="1600" b="0" i="0" u="none" strike="noStrike" dirty="0" err="1">
                <a:solidFill>
                  <a:srgbClr val="222222"/>
                </a:solidFill>
                <a:effectLst/>
                <a:latin typeface="Arial" panose="020B0604020202020204" pitchFamily="34" charset="0"/>
              </a:rPr>
              <a:t>Shenggui</a:t>
            </a:r>
            <a:r>
              <a:rPr lang="en-US" sz="1600" b="0" i="0" u="none" strike="noStrike" dirty="0">
                <a:solidFill>
                  <a:srgbClr val="222222"/>
                </a:solidFill>
                <a:effectLst/>
                <a:latin typeface="Arial" panose="020B0604020202020204" pitchFamily="34" charset="0"/>
              </a:rPr>
              <a:t>, et al. </a:t>
            </a:r>
            <a:r>
              <a:rPr lang="en-US" sz="1600" b="0" i="1" u="none" strike="noStrike" dirty="0" err="1">
                <a:solidFill>
                  <a:srgbClr val="222222"/>
                </a:solidFill>
                <a:effectLst/>
                <a:latin typeface="Arial" panose="020B0604020202020204" pitchFamily="34" charset="0"/>
              </a:rPr>
              <a:t>arXiv</a:t>
            </a:r>
            <a:r>
              <a:rPr lang="en-US" sz="1600" b="0" i="1" u="none" strike="noStrike" dirty="0">
                <a:solidFill>
                  <a:srgbClr val="222222"/>
                </a:solidFill>
                <a:effectLst/>
                <a:latin typeface="Arial" panose="020B0604020202020204" pitchFamily="34" charset="0"/>
              </a:rPr>
              <a:t> preprint:</a:t>
            </a:r>
            <a:r>
              <a:rPr lang="en-US" sz="1600" b="0" i="1" u="none" strike="noStrike" dirty="0">
                <a:solidFill>
                  <a:srgbClr val="222222"/>
                </a:solidFill>
                <a:effectLst/>
                <a:latin typeface="Arial" panose="020B0604020202020204" pitchFamily="34" charset="0"/>
                <a:hlinkClick r:id="rId9"/>
              </a:rPr>
              <a:t>2105.13120</a:t>
            </a:r>
            <a:r>
              <a:rPr lang="en-US" sz="1600" b="0" i="0" u="none" strike="noStrike" dirty="0">
                <a:solidFill>
                  <a:srgbClr val="222222"/>
                </a:solidFill>
                <a:effectLst/>
                <a:latin typeface="Arial" panose="020B0604020202020204" pitchFamily="34" charset="0"/>
              </a:rPr>
              <a:t> (2021).</a:t>
            </a:r>
            <a:endParaRPr lang="nl-NL" sz="1600" b="0" strike="noStrike" spc="-1" dirty="0">
              <a:latin typeface="Calibri"/>
            </a:endParaRPr>
          </a:p>
        </p:txBody>
      </p:sp>
    </p:spTree>
    <p:extLst>
      <p:ext uri="{BB962C8B-B14F-4D97-AF65-F5344CB8AC3E}">
        <p14:creationId xmlns:p14="http://schemas.microsoft.com/office/powerpoint/2010/main" val="165860213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5591553" y="4201312"/>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rot="5400000">
            <a:off x="5446491" y="1651970"/>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A7BD-898A-79BD-D42B-953B985701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BF0FD-E609-FFDB-BEB7-D04AD31632AB}"/>
              </a:ext>
            </a:extLst>
          </p:cNvPr>
          <p:cNvSpPr>
            <a:spLocks noGrp="1"/>
          </p:cNvSpPr>
          <p:nvPr>
            <p:ph type="title"/>
          </p:nvPr>
        </p:nvSpPr>
        <p:spPr/>
        <p:txBody>
          <a:bodyPr/>
          <a:lstStyle/>
          <a:p>
            <a:r>
              <a:rPr lang="nl-NL" dirty="0"/>
              <a:t>3D </a:t>
            </a:r>
            <a:r>
              <a:rPr lang="nl-NL" dirty="0" err="1"/>
              <a:t>Parallelism</a:t>
            </a:r>
            <a:endParaRPr lang="nl-NL" dirty="0"/>
          </a:p>
        </p:txBody>
      </p:sp>
      <p:sp>
        <p:nvSpPr>
          <p:cNvPr id="4" name="Text Placeholder 3">
            <a:extLst>
              <a:ext uri="{FF2B5EF4-FFF2-40B4-BE49-F238E27FC236}">
                <a16:creationId xmlns:a16="http://schemas.microsoft.com/office/drawing/2014/main" id="{E147CA27-2C2E-267C-DD6D-249C495B1B7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86DC573C-FD64-D618-01F9-AE2543559BA6}"/>
              </a:ext>
            </a:extLst>
          </p:cNvPr>
          <p:cNvSpPr>
            <a:spLocks noGrp="1"/>
          </p:cNvSpPr>
          <p:nvPr>
            <p:ph type="sldNum" sz="quarter" idx="12"/>
          </p:nvPr>
        </p:nvSpPr>
        <p:spPr/>
        <p:txBody>
          <a:bodyPr/>
          <a:lstStyle/>
          <a:p>
            <a:fld id="{7AD0FE45-509C-4BDF-9EDE-64426F8DF3D2}" type="slidenum">
              <a:rPr lang="nl-NL" smtClean="0"/>
              <a:t>19</a:t>
            </a:fld>
            <a:endParaRPr lang="nl-NL"/>
          </a:p>
        </p:txBody>
      </p:sp>
      <p:sp>
        <p:nvSpPr>
          <p:cNvPr id="3" name="Vertical Text Placeholder 2">
            <a:extLst>
              <a:ext uri="{FF2B5EF4-FFF2-40B4-BE49-F238E27FC236}">
                <a16:creationId xmlns:a16="http://schemas.microsoft.com/office/drawing/2014/main" id="{277C3814-5E9F-B89D-2040-F845965698A7}"/>
              </a:ext>
            </a:extLst>
          </p:cNvPr>
          <p:cNvSpPr>
            <a:spLocks noGrp="1"/>
          </p:cNvSpPr>
          <p:nvPr>
            <p:ph type="body" orient="vert" idx="1"/>
          </p:nvPr>
        </p:nvSpPr>
        <p:spPr>
          <a:xfrm>
            <a:off x="523808" y="1145098"/>
            <a:ext cx="7619824" cy="5804342"/>
          </a:xfrm>
        </p:spPr>
        <p:txBody>
          <a:bodyPr/>
          <a:lstStyle/>
          <a:p>
            <a:pPr>
              <a:buFont typeface="Arial" panose="020B0604020202020204" pitchFamily="34" charset="0"/>
              <a:buChar char="•"/>
            </a:pPr>
            <a:r>
              <a:rPr lang="en-US" dirty="0"/>
              <a:t>Combined Data Parallel, Pipeline Parallel, Tensor Parallel</a:t>
            </a:r>
          </a:p>
          <a:p>
            <a:pPr marL="809625" indent="-254000">
              <a:buFont typeface="Arial" panose="020B0604020202020204" pitchFamily="34" charset="0"/>
              <a:buChar char="•"/>
            </a:pPr>
            <a:r>
              <a:rPr lang="en-US" dirty="0"/>
              <a:t>4D: including Sequence parallel</a:t>
            </a:r>
          </a:p>
          <a:p>
            <a:pPr>
              <a:buFont typeface="Arial" panose="020B0604020202020204" pitchFamily="34" charset="0"/>
              <a:buChar char="•"/>
            </a:pPr>
            <a:r>
              <a:rPr lang="en-US" dirty="0"/>
              <a:t>3D grid of devices</a:t>
            </a:r>
          </a:p>
          <a:p>
            <a:pPr marL="630238" indent="-265113">
              <a:buFont typeface="Arial" panose="020B0604020202020204" pitchFamily="34" charset="0"/>
              <a:buChar char="•"/>
            </a:pPr>
            <a:r>
              <a:rPr lang="en-US" dirty="0"/>
              <a:t>Each dimension deals with its own parallelization type</a:t>
            </a:r>
          </a:p>
          <a:p>
            <a:pPr marL="285750" indent="-285750">
              <a:buFont typeface="Arial" panose="020B0604020202020204" pitchFamily="34" charset="0"/>
              <a:buChar char="•"/>
            </a:pPr>
            <a:r>
              <a:rPr lang="en-US" dirty="0"/>
              <a:t>Physical location of GPUs with respect to each other matters</a:t>
            </a:r>
          </a:p>
          <a:p>
            <a:pPr marL="285750" indent="-285750">
              <a:buFont typeface="Arial" panose="020B0604020202020204" pitchFamily="34" charset="0"/>
              <a:buChar char="•"/>
            </a:pPr>
            <a:r>
              <a:rPr lang="en-US" dirty="0"/>
              <a:t>For example:</a:t>
            </a:r>
          </a:p>
          <a:p>
            <a:pPr marL="635000" indent="-304800">
              <a:buFont typeface="Arial" panose="020B0604020202020204" pitchFamily="34" charset="0"/>
              <a:buChar char="•"/>
            </a:pPr>
            <a:r>
              <a:rPr lang="en-US" dirty="0"/>
              <a:t>Tensor parallel between GPUs in node</a:t>
            </a:r>
          </a:p>
          <a:p>
            <a:pPr marL="635000" indent="-304800">
              <a:buFont typeface="Arial" panose="020B0604020202020204" pitchFamily="34" charset="0"/>
              <a:buChar char="•"/>
            </a:pPr>
            <a:r>
              <a:rPr lang="en-US" dirty="0"/>
              <a:t>Pipeline parallel between nodes</a:t>
            </a:r>
          </a:p>
          <a:p>
            <a:pPr marL="635000" indent="-304800">
              <a:buFont typeface="Arial" panose="020B0604020202020204" pitchFamily="34" charset="0"/>
              <a:buChar char="•"/>
            </a:pPr>
            <a:r>
              <a:rPr lang="en-US" dirty="0"/>
              <a:t>Data parallel between racks</a:t>
            </a:r>
          </a:p>
          <a:p>
            <a:pPr marL="11113" indent="319088">
              <a:buFont typeface="Arial" panose="020B0604020202020204" pitchFamily="34" charset="0"/>
              <a:buChar char="•"/>
              <a:tabLst>
                <a:tab pos="277813" algn="l"/>
              </a:tabLst>
            </a:pPr>
            <a:endParaRPr lang="en-US" dirty="0"/>
          </a:p>
          <a:p>
            <a:pPr marL="635000" indent="-304800">
              <a:buFont typeface="Arial" panose="020B0604020202020204" pitchFamily="34" charset="0"/>
              <a:buChar char="•"/>
            </a:pPr>
            <a:endParaRPr lang="en-US" dirty="0"/>
          </a:p>
          <a:p>
            <a:pPr marL="635000" indent="-304800">
              <a:buFont typeface="Arial" panose="020B0604020202020204" pitchFamily="34" charset="0"/>
              <a:buChar char="•"/>
            </a:pPr>
            <a:endParaRPr lang="en-US" dirty="0"/>
          </a:p>
          <a:p>
            <a:pPr marL="330200" indent="0">
              <a:buNone/>
            </a:pPr>
            <a:endParaRPr lang="en-US" dirty="0"/>
          </a:p>
          <a:p>
            <a:pPr marL="635000" indent="-304800">
              <a:buFont typeface="Arial" panose="020B0604020202020204" pitchFamily="34" charset="0"/>
              <a:buChar char="•"/>
            </a:pPr>
            <a:endParaRPr lang="en-US" dirty="0"/>
          </a:p>
          <a:p>
            <a:pPr marL="630238" indent="-265113">
              <a:buFont typeface="Arial" panose="020B0604020202020204" pitchFamily="34" charset="0"/>
              <a:buChar char="•"/>
            </a:pPr>
            <a:endParaRPr lang="en-US" dirty="0"/>
          </a:p>
        </p:txBody>
      </p:sp>
      <p:pic>
        <p:nvPicPr>
          <p:cNvPr id="1026" name="Picture 2" descr="Colorful blocks showing  Mapping of workers in Figure 1 to GPUs on a system with eight nodes, each with four GPUs. Coloring denotes GPUs on the same node.">
            <a:extLst>
              <a:ext uri="{FF2B5EF4-FFF2-40B4-BE49-F238E27FC236}">
                <a16:creationId xmlns:a16="http://schemas.microsoft.com/office/drawing/2014/main" id="{D6490F2D-917C-3547-40C4-74913EFDAC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8885" y="2820712"/>
            <a:ext cx="5301762" cy="306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150906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67E44-1EB1-2940-21F6-A67E98B5917B}"/>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5A04D2C8-2781-7918-F423-4923F9FC29BE}"/>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3E7B0141-BE37-AB1E-19C7-EE5FB1402A39}"/>
              </a:ext>
            </a:extLst>
          </p:cNvPr>
          <p:cNvPicPr>
            <a:picLocks noChangeAspect="1"/>
          </p:cNvPicPr>
          <p:nvPr/>
        </p:nvPicPr>
        <p:blipFill>
          <a:blip r:embed="rId2"/>
          <a:stretch>
            <a:fillRect/>
          </a:stretch>
        </p:blipFill>
        <p:spPr>
          <a:xfrm>
            <a:off x="398929" y="0"/>
            <a:ext cx="11394141"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071F8794-8929-3E08-02BB-9B9E1F2DF6E0}"/>
                  </a:ext>
                </a:extLst>
              </p14:cNvPr>
              <p14:cNvContentPartPr/>
              <p14:nvPr/>
            </p14:nvContentPartPr>
            <p14:xfrm>
              <a:off x="1311934" y="667659"/>
              <a:ext cx="118440" cy="9000"/>
            </p14:xfrm>
          </p:contentPart>
        </mc:Choice>
        <mc:Fallback xmlns="">
          <p:pic>
            <p:nvPicPr>
              <p:cNvPr id="7" name="Ink 6">
                <a:extLst>
                  <a:ext uri="{FF2B5EF4-FFF2-40B4-BE49-F238E27FC236}">
                    <a16:creationId xmlns:a16="http://schemas.microsoft.com/office/drawing/2014/main" id="{071F8794-8929-3E08-02BB-9B9E1F2DF6E0}"/>
                  </a:ext>
                </a:extLst>
              </p:cNvPr>
              <p:cNvPicPr/>
              <p:nvPr/>
            </p:nvPicPr>
            <p:blipFill>
              <a:blip r:embed="rId4"/>
              <a:stretch>
                <a:fillRect/>
              </a:stretch>
            </p:blipFill>
            <p:spPr>
              <a:xfrm>
                <a:off x="1305814" y="661539"/>
                <a:ext cx="13068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FFD7E098-E125-E45E-3407-391DA3CBE1CC}"/>
                  </a:ext>
                </a:extLst>
              </p14:cNvPr>
              <p14:cNvContentPartPr/>
              <p14:nvPr/>
            </p14:nvContentPartPr>
            <p14:xfrm>
              <a:off x="1884334" y="642819"/>
              <a:ext cx="246240" cy="9360"/>
            </p14:xfrm>
          </p:contentPart>
        </mc:Choice>
        <mc:Fallback xmlns="">
          <p:pic>
            <p:nvPicPr>
              <p:cNvPr id="8" name="Ink 7">
                <a:extLst>
                  <a:ext uri="{FF2B5EF4-FFF2-40B4-BE49-F238E27FC236}">
                    <a16:creationId xmlns:a16="http://schemas.microsoft.com/office/drawing/2014/main" id="{FFD7E098-E125-E45E-3407-391DA3CBE1CC}"/>
                  </a:ext>
                </a:extLst>
              </p:cNvPr>
              <p:cNvPicPr/>
              <p:nvPr/>
            </p:nvPicPr>
            <p:blipFill>
              <a:blip r:embed="rId6"/>
              <a:stretch>
                <a:fillRect/>
              </a:stretch>
            </p:blipFill>
            <p:spPr>
              <a:xfrm>
                <a:off x="1878214" y="636699"/>
                <a:ext cx="258480" cy="21600"/>
              </a:xfrm>
              <a:prstGeom prst="rect">
                <a:avLst/>
              </a:prstGeom>
            </p:spPr>
          </p:pic>
        </mc:Fallback>
      </mc:AlternateContent>
      <p:grpSp>
        <p:nvGrpSpPr>
          <p:cNvPr id="25" name="Group 24">
            <a:extLst>
              <a:ext uri="{FF2B5EF4-FFF2-40B4-BE49-F238E27FC236}">
                <a16:creationId xmlns:a16="http://schemas.microsoft.com/office/drawing/2014/main" id="{597CDDBB-90E9-A8D4-36C0-B8AA291B4E2A}"/>
              </a:ext>
            </a:extLst>
          </p:cNvPr>
          <p:cNvGrpSpPr/>
          <p:nvPr/>
        </p:nvGrpSpPr>
        <p:grpSpPr>
          <a:xfrm>
            <a:off x="2703334" y="603939"/>
            <a:ext cx="3840840" cy="64080"/>
            <a:chOff x="2703334" y="603939"/>
            <a:chExt cx="3840840" cy="64080"/>
          </a:xfrm>
        </p:grpSpPr>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045F44F5-4D51-18C5-DB7C-774B8FF94B34}"/>
                    </a:ext>
                  </a:extLst>
                </p14:cNvPr>
                <p14:cNvContentPartPr/>
                <p14:nvPr/>
              </p14:nvContentPartPr>
              <p14:xfrm>
                <a:off x="2703334" y="651819"/>
                <a:ext cx="14400" cy="360"/>
              </p14:xfrm>
            </p:contentPart>
          </mc:Choice>
          <mc:Fallback xmlns="">
            <p:pic>
              <p:nvPicPr>
                <p:cNvPr id="9" name="Ink 8">
                  <a:extLst>
                    <a:ext uri="{FF2B5EF4-FFF2-40B4-BE49-F238E27FC236}">
                      <a16:creationId xmlns:a16="http://schemas.microsoft.com/office/drawing/2014/main" id="{045F44F5-4D51-18C5-DB7C-774B8FF94B34}"/>
                    </a:ext>
                  </a:extLst>
                </p:cNvPr>
                <p:cNvPicPr/>
                <p:nvPr/>
              </p:nvPicPr>
              <p:blipFill>
                <a:blip r:embed="rId8"/>
                <a:stretch>
                  <a:fillRect/>
                </a:stretch>
              </p:blipFill>
              <p:spPr>
                <a:xfrm>
                  <a:off x="2697214" y="645699"/>
                  <a:ext cx="2664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5970A6F0-8D67-A326-27BA-9C54CB22087F}"/>
                    </a:ext>
                  </a:extLst>
                </p14:cNvPr>
                <p14:cNvContentPartPr/>
                <p14:nvPr/>
              </p14:nvContentPartPr>
              <p14:xfrm>
                <a:off x="2957494" y="659379"/>
                <a:ext cx="365760" cy="8640"/>
              </p14:xfrm>
            </p:contentPart>
          </mc:Choice>
          <mc:Fallback xmlns="">
            <p:pic>
              <p:nvPicPr>
                <p:cNvPr id="10" name="Ink 9">
                  <a:extLst>
                    <a:ext uri="{FF2B5EF4-FFF2-40B4-BE49-F238E27FC236}">
                      <a16:creationId xmlns:a16="http://schemas.microsoft.com/office/drawing/2014/main" id="{5970A6F0-8D67-A326-27BA-9C54CB22087F}"/>
                    </a:ext>
                  </a:extLst>
                </p:cNvPr>
                <p:cNvPicPr/>
                <p:nvPr/>
              </p:nvPicPr>
              <p:blipFill>
                <a:blip r:embed="rId10"/>
                <a:stretch>
                  <a:fillRect/>
                </a:stretch>
              </p:blipFill>
              <p:spPr>
                <a:xfrm>
                  <a:off x="2951374" y="653259"/>
                  <a:ext cx="3780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904E6FDF-7C48-CF66-1E00-075C8BAFFB91}"/>
                    </a:ext>
                  </a:extLst>
                </p14:cNvPr>
                <p14:cNvContentPartPr/>
                <p14:nvPr/>
              </p14:nvContentPartPr>
              <p14:xfrm>
                <a:off x="3601894" y="651099"/>
                <a:ext cx="317520" cy="9000"/>
              </p14:xfrm>
            </p:contentPart>
          </mc:Choice>
          <mc:Fallback xmlns="">
            <p:pic>
              <p:nvPicPr>
                <p:cNvPr id="11" name="Ink 10">
                  <a:extLst>
                    <a:ext uri="{FF2B5EF4-FFF2-40B4-BE49-F238E27FC236}">
                      <a16:creationId xmlns:a16="http://schemas.microsoft.com/office/drawing/2014/main" id="{904E6FDF-7C48-CF66-1E00-075C8BAFFB91}"/>
                    </a:ext>
                  </a:extLst>
                </p:cNvPr>
                <p:cNvPicPr/>
                <p:nvPr/>
              </p:nvPicPr>
              <p:blipFill>
                <a:blip r:embed="rId12"/>
                <a:stretch>
                  <a:fillRect/>
                </a:stretch>
              </p:blipFill>
              <p:spPr>
                <a:xfrm>
                  <a:off x="3595774" y="644979"/>
                  <a:ext cx="32976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C693A69D-4DFF-9E22-E0DD-40330B5EFB83}"/>
                    </a:ext>
                  </a:extLst>
                </p14:cNvPr>
                <p14:cNvContentPartPr/>
                <p14:nvPr/>
              </p14:nvContentPartPr>
              <p14:xfrm>
                <a:off x="4214254" y="651819"/>
                <a:ext cx="293760" cy="360"/>
              </p14:xfrm>
            </p:contentPart>
          </mc:Choice>
          <mc:Fallback xmlns="">
            <p:pic>
              <p:nvPicPr>
                <p:cNvPr id="12" name="Ink 11">
                  <a:extLst>
                    <a:ext uri="{FF2B5EF4-FFF2-40B4-BE49-F238E27FC236}">
                      <a16:creationId xmlns:a16="http://schemas.microsoft.com/office/drawing/2014/main" id="{C693A69D-4DFF-9E22-E0DD-40330B5EFB83}"/>
                    </a:ext>
                  </a:extLst>
                </p:cNvPr>
                <p:cNvPicPr/>
                <p:nvPr/>
              </p:nvPicPr>
              <p:blipFill>
                <a:blip r:embed="rId14"/>
                <a:stretch>
                  <a:fillRect/>
                </a:stretch>
              </p:blipFill>
              <p:spPr>
                <a:xfrm>
                  <a:off x="4208134" y="645699"/>
                  <a:ext cx="3060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3" name="Ink 12">
                  <a:extLst>
                    <a:ext uri="{FF2B5EF4-FFF2-40B4-BE49-F238E27FC236}">
                      <a16:creationId xmlns:a16="http://schemas.microsoft.com/office/drawing/2014/main" id="{16811E98-1AEA-43A2-EE18-425E506F20F6}"/>
                    </a:ext>
                  </a:extLst>
                </p14:cNvPr>
                <p14:cNvContentPartPr/>
                <p14:nvPr/>
              </p14:nvContentPartPr>
              <p14:xfrm>
                <a:off x="4786654" y="651819"/>
                <a:ext cx="372960" cy="360"/>
              </p14:xfrm>
            </p:contentPart>
          </mc:Choice>
          <mc:Fallback xmlns="">
            <p:pic>
              <p:nvPicPr>
                <p:cNvPr id="13" name="Ink 12">
                  <a:extLst>
                    <a:ext uri="{FF2B5EF4-FFF2-40B4-BE49-F238E27FC236}">
                      <a16:creationId xmlns:a16="http://schemas.microsoft.com/office/drawing/2014/main" id="{16811E98-1AEA-43A2-EE18-425E506F20F6}"/>
                    </a:ext>
                  </a:extLst>
                </p:cNvPr>
                <p:cNvPicPr/>
                <p:nvPr/>
              </p:nvPicPr>
              <p:blipFill>
                <a:blip r:embed="rId16"/>
                <a:stretch>
                  <a:fillRect/>
                </a:stretch>
              </p:blipFill>
              <p:spPr>
                <a:xfrm>
                  <a:off x="4780534" y="64569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AB90BF3A-E83B-F380-2CA8-2CF3DAA10D5E}"/>
                    </a:ext>
                  </a:extLst>
                </p14:cNvPr>
                <p14:cNvContentPartPr/>
                <p14:nvPr/>
              </p14:nvContentPartPr>
              <p14:xfrm>
                <a:off x="5541934" y="635979"/>
                <a:ext cx="401040" cy="360"/>
              </p14:xfrm>
            </p:contentPart>
          </mc:Choice>
          <mc:Fallback xmlns="">
            <p:pic>
              <p:nvPicPr>
                <p:cNvPr id="14" name="Ink 13">
                  <a:extLst>
                    <a:ext uri="{FF2B5EF4-FFF2-40B4-BE49-F238E27FC236}">
                      <a16:creationId xmlns:a16="http://schemas.microsoft.com/office/drawing/2014/main" id="{AB90BF3A-E83B-F380-2CA8-2CF3DAA10D5E}"/>
                    </a:ext>
                  </a:extLst>
                </p:cNvPr>
                <p:cNvPicPr/>
                <p:nvPr/>
              </p:nvPicPr>
              <p:blipFill>
                <a:blip r:embed="rId18"/>
                <a:stretch>
                  <a:fillRect/>
                </a:stretch>
              </p:blipFill>
              <p:spPr>
                <a:xfrm>
                  <a:off x="5535814" y="629859"/>
                  <a:ext cx="41328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C759DEEB-4FED-F879-F1E7-20EFC51841A1}"/>
                    </a:ext>
                  </a:extLst>
                </p14:cNvPr>
                <p14:cNvContentPartPr/>
                <p14:nvPr/>
              </p14:nvContentPartPr>
              <p14:xfrm>
                <a:off x="6257614" y="603939"/>
                <a:ext cx="286560" cy="24120"/>
              </p14:xfrm>
            </p:contentPart>
          </mc:Choice>
          <mc:Fallback xmlns="">
            <p:pic>
              <p:nvPicPr>
                <p:cNvPr id="15" name="Ink 14">
                  <a:extLst>
                    <a:ext uri="{FF2B5EF4-FFF2-40B4-BE49-F238E27FC236}">
                      <a16:creationId xmlns:a16="http://schemas.microsoft.com/office/drawing/2014/main" id="{C759DEEB-4FED-F879-F1E7-20EFC51841A1}"/>
                    </a:ext>
                  </a:extLst>
                </p:cNvPr>
                <p:cNvPicPr/>
                <p:nvPr/>
              </p:nvPicPr>
              <p:blipFill>
                <a:blip r:embed="rId20"/>
                <a:stretch>
                  <a:fillRect/>
                </a:stretch>
              </p:blipFill>
              <p:spPr>
                <a:xfrm>
                  <a:off x="6251494" y="597819"/>
                  <a:ext cx="298800" cy="36360"/>
                </a:xfrm>
                <a:prstGeom prst="rect">
                  <a:avLst/>
                </a:prstGeom>
              </p:spPr>
            </p:pic>
          </mc:Fallback>
        </mc:AlternateContent>
      </p:grpSp>
      <p:grpSp>
        <p:nvGrpSpPr>
          <p:cNvPr id="24" name="Group 23">
            <a:extLst>
              <a:ext uri="{FF2B5EF4-FFF2-40B4-BE49-F238E27FC236}">
                <a16:creationId xmlns:a16="http://schemas.microsoft.com/office/drawing/2014/main" id="{99951CC0-AB9C-6C45-6EC7-FE3FA1021A69}"/>
              </a:ext>
            </a:extLst>
          </p:cNvPr>
          <p:cNvGrpSpPr/>
          <p:nvPr/>
        </p:nvGrpSpPr>
        <p:grpSpPr>
          <a:xfrm>
            <a:off x="7124494" y="588099"/>
            <a:ext cx="1056600" cy="50040"/>
            <a:chOff x="7124494" y="588099"/>
            <a:chExt cx="1056600" cy="50040"/>
          </a:xfrm>
        </p:grpSpPr>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DACBC639-DCC4-31DD-ECB1-E87BDD501BD2}"/>
                    </a:ext>
                  </a:extLst>
                </p14:cNvPr>
                <p14:cNvContentPartPr/>
                <p14:nvPr/>
              </p14:nvContentPartPr>
              <p14:xfrm>
                <a:off x="7124494" y="588099"/>
                <a:ext cx="540000" cy="16560"/>
              </p14:xfrm>
            </p:contentPart>
          </mc:Choice>
          <mc:Fallback xmlns="">
            <p:pic>
              <p:nvPicPr>
                <p:cNvPr id="16" name="Ink 15">
                  <a:extLst>
                    <a:ext uri="{FF2B5EF4-FFF2-40B4-BE49-F238E27FC236}">
                      <a16:creationId xmlns:a16="http://schemas.microsoft.com/office/drawing/2014/main" id="{DACBC639-DCC4-31DD-ECB1-E87BDD501BD2}"/>
                    </a:ext>
                  </a:extLst>
                </p:cNvPr>
                <p:cNvPicPr/>
                <p:nvPr/>
              </p:nvPicPr>
              <p:blipFill>
                <a:blip r:embed="rId22"/>
                <a:stretch>
                  <a:fillRect/>
                </a:stretch>
              </p:blipFill>
              <p:spPr>
                <a:xfrm>
                  <a:off x="7118374" y="581979"/>
                  <a:ext cx="5522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DA2B5A09-6A6A-88DE-3216-C6ACF63B7C68}"/>
                    </a:ext>
                  </a:extLst>
                </p14:cNvPr>
                <p14:cNvContentPartPr/>
                <p14:nvPr/>
              </p14:nvContentPartPr>
              <p14:xfrm>
                <a:off x="7855654" y="628059"/>
                <a:ext cx="325440" cy="10080"/>
              </p14:xfrm>
            </p:contentPart>
          </mc:Choice>
          <mc:Fallback xmlns="">
            <p:pic>
              <p:nvPicPr>
                <p:cNvPr id="17" name="Ink 16">
                  <a:extLst>
                    <a:ext uri="{FF2B5EF4-FFF2-40B4-BE49-F238E27FC236}">
                      <a16:creationId xmlns:a16="http://schemas.microsoft.com/office/drawing/2014/main" id="{DA2B5A09-6A6A-88DE-3216-C6ACF63B7C68}"/>
                    </a:ext>
                  </a:extLst>
                </p:cNvPr>
                <p:cNvPicPr/>
                <p:nvPr/>
              </p:nvPicPr>
              <p:blipFill>
                <a:blip r:embed="rId24"/>
                <a:stretch>
                  <a:fillRect/>
                </a:stretch>
              </p:blipFill>
              <p:spPr>
                <a:xfrm>
                  <a:off x="7849534" y="621939"/>
                  <a:ext cx="337680" cy="22320"/>
                </a:xfrm>
                <a:prstGeom prst="rect">
                  <a:avLst/>
                </a:prstGeom>
              </p:spPr>
            </p:pic>
          </mc:Fallback>
        </mc:AlternateContent>
      </p:grpSp>
      <p:grpSp>
        <p:nvGrpSpPr>
          <p:cNvPr id="23" name="Group 22">
            <a:extLst>
              <a:ext uri="{FF2B5EF4-FFF2-40B4-BE49-F238E27FC236}">
                <a16:creationId xmlns:a16="http://schemas.microsoft.com/office/drawing/2014/main" id="{DCCBBC31-56F3-B32E-1E82-B6F0E6C271EF}"/>
              </a:ext>
            </a:extLst>
          </p:cNvPr>
          <p:cNvGrpSpPr/>
          <p:nvPr/>
        </p:nvGrpSpPr>
        <p:grpSpPr>
          <a:xfrm>
            <a:off x="8825854" y="604299"/>
            <a:ext cx="1075680" cy="32040"/>
            <a:chOff x="8825854" y="604299"/>
            <a:chExt cx="1075680" cy="32040"/>
          </a:xfrm>
        </p:grpSpPr>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B4F9AC04-A4DB-79F6-F69D-B190019EF67E}"/>
                    </a:ext>
                  </a:extLst>
                </p14:cNvPr>
                <p14:cNvContentPartPr/>
                <p14:nvPr/>
              </p14:nvContentPartPr>
              <p14:xfrm>
                <a:off x="8825854" y="635979"/>
                <a:ext cx="372960" cy="360"/>
              </p14:xfrm>
            </p:contentPart>
          </mc:Choice>
          <mc:Fallback xmlns="">
            <p:pic>
              <p:nvPicPr>
                <p:cNvPr id="18" name="Ink 17">
                  <a:extLst>
                    <a:ext uri="{FF2B5EF4-FFF2-40B4-BE49-F238E27FC236}">
                      <a16:creationId xmlns:a16="http://schemas.microsoft.com/office/drawing/2014/main" id="{B4F9AC04-A4DB-79F6-F69D-B190019EF67E}"/>
                    </a:ext>
                  </a:extLst>
                </p:cNvPr>
                <p:cNvPicPr/>
                <p:nvPr/>
              </p:nvPicPr>
              <p:blipFill>
                <a:blip r:embed="rId16"/>
                <a:stretch>
                  <a:fillRect/>
                </a:stretch>
              </p:blipFill>
              <p:spPr>
                <a:xfrm>
                  <a:off x="8819734" y="62985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9" name="Ink 18">
                  <a:extLst>
                    <a:ext uri="{FF2B5EF4-FFF2-40B4-BE49-F238E27FC236}">
                      <a16:creationId xmlns:a16="http://schemas.microsoft.com/office/drawing/2014/main" id="{7FC5C484-D8CF-8C93-279B-A2211709CB42}"/>
                    </a:ext>
                  </a:extLst>
                </p14:cNvPr>
                <p14:cNvContentPartPr/>
                <p14:nvPr/>
              </p14:nvContentPartPr>
              <p14:xfrm>
                <a:off x="9429934" y="604299"/>
                <a:ext cx="471600" cy="360"/>
              </p14:xfrm>
            </p:contentPart>
          </mc:Choice>
          <mc:Fallback xmlns="">
            <p:pic>
              <p:nvPicPr>
                <p:cNvPr id="19" name="Ink 18">
                  <a:extLst>
                    <a:ext uri="{FF2B5EF4-FFF2-40B4-BE49-F238E27FC236}">
                      <a16:creationId xmlns:a16="http://schemas.microsoft.com/office/drawing/2014/main" id="{7FC5C484-D8CF-8C93-279B-A2211709CB42}"/>
                    </a:ext>
                  </a:extLst>
                </p:cNvPr>
                <p:cNvPicPr/>
                <p:nvPr/>
              </p:nvPicPr>
              <p:blipFill>
                <a:blip r:embed="rId27"/>
                <a:stretch>
                  <a:fillRect/>
                </a:stretch>
              </p:blipFill>
              <p:spPr>
                <a:xfrm>
                  <a:off x="9423814" y="598179"/>
                  <a:ext cx="483840" cy="12600"/>
                </a:xfrm>
                <a:prstGeom prst="rect">
                  <a:avLst/>
                </a:prstGeom>
              </p:spPr>
            </p:pic>
          </mc:Fallback>
        </mc:AlternateContent>
      </p:grpSp>
      <p:grpSp>
        <p:nvGrpSpPr>
          <p:cNvPr id="22" name="Group 21">
            <a:extLst>
              <a:ext uri="{FF2B5EF4-FFF2-40B4-BE49-F238E27FC236}">
                <a16:creationId xmlns:a16="http://schemas.microsoft.com/office/drawing/2014/main" id="{7321C0B7-E69A-1742-3AB9-A7B5FA68EC81}"/>
              </a:ext>
            </a:extLst>
          </p:cNvPr>
          <p:cNvGrpSpPr/>
          <p:nvPr/>
        </p:nvGrpSpPr>
        <p:grpSpPr>
          <a:xfrm>
            <a:off x="10352614" y="572259"/>
            <a:ext cx="478800" cy="32040"/>
            <a:chOff x="10352614" y="572259"/>
            <a:chExt cx="478800" cy="32040"/>
          </a:xfrm>
        </p:grpSpPr>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94C746BD-8281-EC07-C082-1B3FC4F2233C}"/>
                    </a:ext>
                  </a:extLst>
                </p14:cNvPr>
                <p14:cNvContentPartPr/>
                <p14:nvPr/>
              </p14:nvContentPartPr>
              <p14:xfrm>
                <a:off x="10352614" y="590979"/>
                <a:ext cx="201240" cy="13320"/>
              </p14:xfrm>
            </p:contentPart>
          </mc:Choice>
          <mc:Fallback xmlns="">
            <p:pic>
              <p:nvPicPr>
                <p:cNvPr id="20" name="Ink 19">
                  <a:extLst>
                    <a:ext uri="{FF2B5EF4-FFF2-40B4-BE49-F238E27FC236}">
                      <a16:creationId xmlns:a16="http://schemas.microsoft.com/office/drawing/2014/main" id="{94C746BD-8281-EC07-C082-1B3FC4F2233C}"/>
                    </a:ext>
                  </a:extLst>
                </p:cNvPr>
                <p:cNvPicPr/>
                <p:nvPr/>
              </p:nvPicPr>
              <p:blipFill>
                <a:blip r:embed="rId29"/>
                <a:stretch>
                  <a:fillRect/>
                </a:stretch>
              </p:blipFill>
              <p:spPr>
                <a:xfrm>
                  <a:off x="10346494" y="584859"/>
                  <a:ext cx="21348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59542A5D-2404-0A4F-D1AC-C271E0CA8BD0}"/>
                    </a:ext>
                  </a:extLst>
                </p14:cNvPr>
                <p14:cNvContentPartPr/>
                <p14:nvPr/>
              </p14:nvContentPartPr>
              <p14:xfrm>
                <a:off x="10829614" y="572259"/>
                <a:ext cx="1800" cy="360"/>
              </p14:xfrm>
            </p:contentPart>
          </mc:Choice>
          <mc:Fallback xmlns="">
            <p:pic>
              <p:nvPicPr>
                <p:cNvPr id="21" name="Ink 20">
                  <a:extLst>
                    <a:ext uri="{FF2B5EF4-FFF2-40B4-BE49-F238E27FC236}">
                      <a16:creationId xmlns:a16="http://schemas.microsoft.com/office/drawing/2014/main" id="{59542A5D-2404-0A4F-D1AC-C271E0CA8BD0}"/>
                    </a:ext>
                  </a:extLst>
                </p:cNvPr>
                <p:cNvPicPr/>
                <p:nvPr/>
              </p:nvPicPr>
              <p:blipFill>
                <a:blip r:embed="rId31"/>
                <a:stretch>
                  <a:fillRect/>
                </a:stretch>
              </p:blipFill>
              <p:spPr>
                <a:xfrm>
                  <a:off x="10823494" y="566139"/>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26" name="Ink 25">
                <a:extLst>
                  <a:ext uri="{FF2B5EF4-FFF2-40B4-BE49-F238E27FC236}">
                    <a16:creationId xmlns:a16="http://schemas.microsoft.com/office/drawing/2014/main" id="{76D3C8C0-7458-7595-4C59-336E74E824B0}"/>
                  </a:ext>
                </a:extLst>
              </p14:cNvPr>
              <p14:cNvContentPartPr/>
              <p14:nvPr/>
            </p14:nvContentPartPr>
            <p14:xfrm>
              <a:off x="158854" y="6154059"/>
              <a:ext cx="360" cy="360"/>
            </p14:xfrm>
          </p:contentPart>
        </mc:Choice>
        <mc:Fallback xmlns="">
          <p:pic>
            <p:nvPicPr>
              <p:cNvPr id="26" name="Ink 25">
                <a:extLst>
                  <a:ext uri="{FF2B5EF4-FFF2-40B4-BE49-F238E27FC236}">
                    <a16:creationId xmlns:a16="http://schemas.microsoft.com/office/drawing/2014/main" id="{76D3C8C0-7458-7595-4C59-336E74E824B0}"/>
                  </a:ext>
                </a:extLst>
              </p:cNvPr>
              <p:cNvPicPr/>
              <p:nvPr/>
            </p:nvPicPr>
            <p:blipFill>
              <a:blip r:embed="rId33"/>
              <a:stretch>
                <a:fillRect/>
              </a:stretch>
            </p:blipFill>
            <p:spPr>
              <a:xfrm>
                <a:off x="152734" y="6147939"/>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7" name="Ink 26">
                <a:extLst>
                  <a:ext uri="{FF2B5EF4-FFF2-40B4-BE49-F238E27FC236}">
                    <a16:creationId xmlns:a16="http://schemas.microsoft.com/office/drawing/2014/main" id="{BAE0FA10-9939-E73E-3AB4-9B9EF67A9F11}"/>
                  </a:ext>
                </a:extLst>
              </p14:cNvPr>
              <p14:cNvContentPartPr/>
              <p14:nvPr/>
            </p14:nvContentPartPr>
            <p14:xfrm>
              <a:off x="238414" y="5957859"/>
              <a:ext cx="65880" cy="101160"/>
            </p14:xfrm>
          </p:contentPart>
        </mc:Choice>
        <mc:Fallback xmlns="">
          <p:pic>
            <p:nvPicPr>
              <p:cNvPr id="27" name="Ink 26">
                <a:extLst>
                  <a:ext uri="{FF2B5EF4-FFF2-40B4-BE49-F238E27FC236}">
                    <a16:creationId xmlns:a16="http://schemas.microsoft.com/office/drawing/2014/main" id="{BAE0FA10-9939-E73E-3AB4-9B9EF67A9F11}"/>
                  </a:ext>
                </a:extLst>
              </p:cNvPr>
              <p:cNvPicPr/>
              <p:nvPr/>
            </p:nvPicPr>
            <p:blipFill>
              <a:blip r:embed="rId35"/>
              <a:stretch>
                <a:fillRect/>
              </a:stretch>
            </p:blipFill>
            <p:spPr>
              <a:xfrm>
                <a:off x="232294" y="5951739"/>
                <a:ext cx="781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8" name="Ink 27">
                <a:extLst>
                  <a:ext uri="{FF2B5EF4-FFF2-40B4-BE49-F238E27FC236}">
                    <a16:creationId xmlns:a16="http://schemas.microsoft.com/office/drawing/2014/main" id="{BD4B6712-4534-91E0-E1DD-0A88248570E8}"/>
                  </a:ext>
                </a:extLst>
              </p14:cNvPr>
              <p14:cNvContentPartPr/>
              <p14:nvPr/>
            </p14:nvContentPartPr>
            <p14:xfrm>
              <a:off x="516694" y="5598939"/>
              <a:ext cx="218880" cy="142200"/>
            </p14:xfrm>
          </p:contentPart>
        </mc:Choice>
        <mc:Fallback xmlns="">
          <p:pic>
            <p:nvPicPr>
              <p:cNvPr id="28" name="Ink 27">
                <a:extLst>
                  <a:ext uri="{FF2B5EF4-FFF2-40B4-BE49-F238E27FC236}">
                    <a16:creationId xmlns:a16="http://schemas.microsoft.com/office/drawing/2014/main" id="{BD4B6712-4534-91E0-E1DD-0A88248570E8}"/>
                  </a:ext>
                </a:extLst>
              </p:cNvPr>
              <p:cNvPicPr/>
              <p:nvPr/>
            </p:nvPicPr>
            <p:blipFill>
              <a:blip r:embed="rId37"/>
              <a:stretch>
                <a:fillRect/>
              </a:stretch>
            </p:blipFill>
            <p:spPr>
              <a:xfrm>
                <a:off x="510574" y="5592819"/>
                <a:ext cx="2311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9" name="Ink 28">
                <a:extLst>
                  <a:ext uri="{FF2B5EF4-FFF2-40B4-BE49-F238E27FC236}">
                    <a16:creationId xmlns:a16="http://schemas.microsoft.com/office/drawing/2014/main" id="{5357116C-70CC-9639-F8DF-CFFF3FF8F462}"/>
                  </a:ext>
                </a:extLst>
              </p14:cNvPr>
              <p14:cNvContentPartPr/>
              <p14:nvPr/>
            </p14:nvContentPartPr>
            <p14:xfrm>
              <a:off x="882454" y="5160819"/>
              <a:ext cx="288360" cy="254160"/>
            </p14:xfrm>
          </p:contentPart>
        </mc:Choice>
        <mc:Fallback xmlns="">
          <p:pic>
            <p:nvPicPr>
              <p:cNvPr id="29" name="Ink 28">
                <a:extLst>
                  <a:ext uri="{FF2B5EF4-FFF2-40B4-BE49-F238E27FC236}">
                    <a16:creationId xmlns:a16="http://schemas.microsoft.com/office/drawing/2014/main" id="{5357116C-70CC-9639-F8DF-CFFF3FF8F462}"/>
                  </a:ext>
                </a:extLst>
              </p:cNvPr>
              <p:cNvPicPr/>
              <p:nvPr/>
            </p:nvPicPr>
            <p:blipFill>
              <a:blip r:embed="rId39"/>
              <a:stretch>
                <a:fillRect/>
              </a:stretch>
            </p:blipFill>
            <p:spPr>
              <a:xfrm>
                <a:off x="876334" y="5154699"/>
                <a:ext cx="30060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0" name="Ink 29">
                <a:extLst>
                  <a:ext uri="{FF2B5EF4-FFF2-40B4-BE49-F238E27FC236}">
                    <a16:creationId xmlns:a16="http://schemas.microsoft.com/office/drawing/2014/main" id="{FAC2389B-82EA-E931-B9A2-4D6D44C35C89}"/>
                  </a:ext>
                </a:extLst>
              </p14:cNvPr>
              <p14:cNvContentPartPr/>
              <p14:nvPr/>
            </p14:nvContentPartPr>
            <p14:xfrm>
              <a:off x="1486894" y="4786779"/>
              <a:ext cx="398160" cy="199080"/>
            </p14:xfrm>
          </p:contentPart>
        </mc:Choice>
        <mc:Fallback xmlns="">
          <p:pic>
            <p:nvPicPr>
              <p:cNvPr id="30" name="Ink 29">
                <a:extLst>
                  <a:ext uri="{FF2B5EF4-FFF2-40B4-BE49-F238E27FC236}">
                    <a16:creationId xmlns:a16="http://schemas.microsoft.com/office/drawing/2014/main" id="{FAC2389B-82EA-E931-B9A2-4D6D44C35C89}"/>
                  </a:ext>
                </a:extLst>
              </p:cNvPr>
              <p:cNvPicPr/>
              <p:nvPr/>
            </p:nvPicPr>
            <p:blipFill>
              <a:blip r:embed="rId41"/>
              <a:stretch>
                <a:fillRect/>
              </a:stretch>
            </p:blipFill>
            <p:spPr>
              <a:xfrm>
                <a:off x="1480774" y="4780659"/>
                <a:ext cx="410400" cy="2113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1" name="Ink 30">
                <a:extLst>
                  <a:ext uri="{FF2B5EF4-FFF2-40B4-BE49-F238E27FC236}">
                    <a16:creationId xmlns:a16="http://schemas.microsoft.com/office/drawing/2014/main" id="{56C0F656-F4AD-24D0-E06F-D159F4DA02A9}"/>
                  </a:ext>
                </a:extLst>
              </p14:cNvPr>
              <p14:cNvContentPartPr/>
              <p14:nvPr/>
            </p14:nvContentPartPr>
            <p14:xfrm>
              <a:off x="2138494" y="4468179"/>
              <a:ext cx="253440" cy="104040"/>
            </p14:xfrm>
          </p:contentPart>
        </mc:Choice>
        <mc:Fallback xmlns="">
          <p:pic>
            <p:nvPicPr>
              <p:cNvPr id="31" name="Ink 30">
                <a:extLst>
                  <a:ext uri="{FF2B5EF4-FFF2-40B4-BE49-F238E27FC236}">
                    <a16:creationId xmlns:a16="http://schemas.microsoft.com/office/drawing/2014/main" id="{56C0F656-F4AD-24D0-E06F-D159F4DA02A9}"/>
                  </a:ext>
                </a:extLst>
              </p:cNvPr>
              <p:cNvPicPr/>
              <p:nvPr/>
            </p:nvPicPr>
            <p:blipFill>
              <a:blip r:embed="rId43"/>
              <a:stretch>
                <a:fillRect/>
              </a:stretch>
            </p:blipFill>
            <p:spPr>
              <a:xfrm>
                <a:off x="2132374" y="4462059"/>
                <a:ext cx="26568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2" name="Ink 31">
                <a:extLst>
                  <a:ext uri="{FF2B5EF4-FFF2-40B4-BE49-F238E27FC236}">
                    <a16:creationId xmlns:a16="http://schemas.microsoft.com/office/drawing/2014/main" id="{91D58849-9CCB-1F86-8526-28ABACB20288}"/>
                  </a:ext>
                </a:extLst>
              </p14:cNvPr>
              <p14:cNvContentPartPr/>
              <p14:nvPr/>
            </p14:nvContentPartPr>
            <p14:xfrm>
              <a:off x="2695414" y="3939339"/>
              <a:ext cx="369000" cy="259200"/>
            </p14:xfrm>
          </p:contentPart>
        </mc:Choice>
        <mc:Fallback xmlns="">
          <p:pic>
            <p:nvPicPr>
              <p:cNvPr id="32" name="Ink 31">
                <a:extLst>
                  <a:ext uri="{FF2B5EF4-FFF2-40B4-BE49-F238E27FC236}">
                    <a16:creationId xmlns:a16="http://schemas.microsoft.com/office/drawing/2014/main" id="{91D58849-9CCB-1F86-8526-28ABACB20288}"/>
                  </a:ext>
                </a:extLst>
              </p:cNvPr>
              <p:cNvPicPr/>
              <p:nvPr/>
            </p:nvPicPr>
            <p:blipFill>
              <a:blip r:embed="rId45"/>
              <a:stretch>
                <a:fillRect/>
              </a:stretch>
            </p:blipFill>
            <p:spPr>
              <a:xfrm>
                <a:off x="2689294" y="3933219"/>
                <a:ext cx="38124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3" name="Ink 32">
                <a:extLst>
                  <a:ext uri="{FF2B5EF4-FFF2-40B4-BE49-F238E27FC236}">
                    <a16:creationId xmlns:a16="http://schemas.microsoft.com/office/drawing/2014/main" id="{2A4B0368-AEDD-2A03-1332-8FB924ECAA7C}"/>
                  </a:ext>
                </a:extLst>
              </p14:cNvPr>
              <p14:cNvContentPartPr/>
              <p14:nvPr/>
            </p14:nvContentPartPr>
            <p14:xfrm>
              <a:off x="3458614" y="3636939"/>
              <a:ext cx="381600" cy="171720"/>
            </p14:xfrm>
          </p:contentPart>
        </mc:Choice>
        <mc:Fallback xmlns="">
          <p:pic>
            <p:nvPicPr>
              <p:cNvPr id="33" name="Ink 32">
                <a:extLst>
                  <a:ext uri="{FF2B5EF4-FFF2-40B4-BE49-F238E27FC236}">
                    <a16:creationId xmlns:a16="http://schemas.microsoft.com/office/drawing/2014/main" id="{2A4B0368-AEDD-2A03-1332-8FB924ECAA7C}"/>
                  </a:ext>
                </a:extLst>
              </p:cNvPr>
              <p:cNvPicPr/>
              <p:nvPr/>
            </p:nvPicPr>
            <p:blipFill>
              <a:blip r:embed="rId47"/>
              <a:stretch>
                <a:fillRect/>
              </a:stretch>
            </p:blipFill>
            <p:spPr>
              <a:xfrm>
                <a:off x="3452494" y="3630819"/>
                <a:ext cx="39384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4" name="Ink 33">
                <a:extLst>
                  <a:ext uri="{FF2B5EF4-FFF2-40B4-BE49-F238E27FC236}">
                    <a16:creationId xmlns:a16="http://schemas.microsoft.com/office/drawing/2014/main" id="{0042A2D7-9C1B-D418-C0A8-BE21F30C95FB}"/>
                  </a:ext>
                </a:extLst>
              </p14:cNvPr>
              <p14:cNvContentPartPr/>
              <p14:nvPr/>
            </p14:nvContentPartPr>
            <p14:xfrm>
              <a:off x="4198054" y="3207819"/>
              <a:ext cx="322560" cy="211320"/>
            </p14:xfrm>
          </p:contentPart>
        </mc:Choice>
        <mc:Fallback xmlns="">
          <p:pic>
            <p:nvPicPr>
              <p:cNvPr id="34" name="Ink 33">
                <a:extLst>
                  <a:ext uri="{FF2B5EF4-FFF2-40B4-BE49-F238E27FC236}">
                    <a16:creationId xmlns:a16="http://schemas.microsoft.com/office/drawing/2014/main" id="{0042A2D7-9C1B-D418-C0A8-BE21F30C95FB}"/>
                  </a:ext>
                </a:extLst>
              </p:cNvPr>
              <p:cNvPicPr/>
              <p:nvPr/>
            </p:nvPicPr>
            <p:blipFill>
              <a:blip r:embed="rId49"/>
              <a:stretch>
                <a:fillRect/>
              </a:stretch>
            </p:blipFill>
            <p:spPr>
              <a:xfrm>
                <a:off x="4191934" y="3201699"/>
                <a:ext cx="3348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4159CA99-448D-B030-9E4E-1BF3F859FE14}"/>
                  </a:ext>
                </a:extLst>
              </p14:cNvPr>
              <p14:cNvContentPartPr/>
              <p14:nvPr/>
            </p14:nvContentPartPr>
            <p14:xfrm>
              <a:off x="4770814" y="2923419"/>
              <a:ext cx="412560" cy="162000"/>
            </p14:xfrm>
          </p:contentPart>
        </mc:Choice>
        <mc:Fallback xmlns="">
          <p:pic>
            <p:nvPicPr>
              <p:cNvPr id="35" name="Ink 34">
                <a:extLst>
                  <a:ext uri="{FF2B5EF4-FFF2-40B4-BE49-F238E27FC236}">
                    <a16:creationId xmlns:a16="http://schemas.microsoft.com/office/drawing/2014/main" id="{4159CA99-448D-B030-9E4E-1BF3F859FE14}"/>
                  </a:ext>
                </a:extLst>
              </p:cNvPr>
              <p:cNvPicPr/>
              <p:nvPr/>
            </p:nvPicPr>
            <p:blipFill>
              <a:blip r:embed="rId51"/>
              <a:stretch>
                <a:fillRect/>
              </a:stretch>
            </p:blipFill>
            <p:spPr>
              <a:xfrm>
                <a:off x="4764694" y="2917299"/>
                <a:ext cx="4248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611087FB-E44E-F95D-688C-1B58FDB4F1D6}"/>
                  </a:ext>
                </a:extLst>
              </p14:cNvPr>
              <p14:cNvContentPartPr/>
              <p14:nvPr/>
            </p14:nvContentPartPr>
            <p14:xfrm>
              <a:off x="5557774" y="2681139"/>
              <a:ext cx="259560" cy="78120"/>
            </p14:xfrm>
          </p:contentPart>
        </mc:Choice>
        <mc:Fallback xmlns="">
          <p:pic>
            <p:nvPicPr>
              <p:cNvPr id="36" name="Ink 35">
                <a:extLst>
                  <a:ext uri="{FF2B5EF4-FFF2-40B4-BE49-F238E27FC236}">
                    <a16:creationId xmlns:a16="http://schemas.microsoft.com/office/drawing/2014/main" id="{611087FB-E44E-F95D-688C-1B58FDB4F1D6}"/>
                  </a:ext>
                </a:extLst>
              </p:cNvPr>
              <p:cNvPicPr/>
              <p:nvPr/>
            </p:nvPicPr>
            <p:blipFill>
              <a:blip r:embed="rId53"/>
              <a:stretch>
                <a:fillRect/>
              </a:stretch>
            </p:blipFill>
            <p:spPr>
              <a:xfrm>
                <a:off x="5551654" y="2675019"/>
                <a:ext cx="271800" cy="903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713BAE07-F2CB-9202-E563-A585824CD0BC}"/>
                  </a:ext>
                </a:extLst>
              </p14:cNvPr>
              <p14:cNvContentPartPr/>
              <p14:nvPr/>
            </p14:nvContentPartPr>
            <p14:xfrm>
              <a:off x="6209734" y="2483499"/>
              <a:ext cx="300960" cy="77400"/>
            </p14:xfrm>
          </p:contentPart>
        </mc:Choice>
        <mc:Fallback xmlns="">
          <p:pic>
            <p:nvPicPr>
              <p:cNvPr id="37" name="Ink 36">
                <a:extLst>
                  <a:ext uri="{FF2B5EF4-FFF2-40B4-BE49-F238E27FC236}">
                    <a16:creationId xmlns:a16="http://schemas.microsoft.com/office/drawing/2014/main" id="{713BAE07-F2CB-9202-E563-A585824CD0BC}"/>
                  </a:ext>
                </a:extLst>
              </p:cNvPr>
              <p:cNvPicPr/>
              <p:nvPr/>
            </p:nvPicPr>
            <p:blipFill>
              <a:blip r:embed="rId55"/>
              <a:stretch>
                <a:fillRect/>
              </a:stretch>
            </p:blipFill>
            <p:spPr>
              <a:xfrm>
                <a:off x="6203614" y="2477379"/>
                <a:ext cx="3132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8" name="Ink 37">
                <a:extLst>
                  <a:ext uri="{FF2B5EF4-FFF2-40B4-BE49-F238E27FC236}">
                    <a16:creationId xmlns:a16="http://schemas.microsoft.com/office/drawing/2014/main" id="{C73931C3-F20B-7C4E-7BC8-24A65BB84ABA}"/>
                  </a:ext>
                </a:extLst>
              </p14:cNvPr>
              <p14:cNvContentPartPr/>
              <p14:nvPr/>
            </p14:nvContentPartPr>
            <p14:xfrm>
              <a:off x="6917494" y="2268939"/>
              <a:ext cx="357480" cy="84960"/>
            </p14:xfrm>
          </p:contentPart>
        </mc:Choice>
        <mc:Fallback xmlns="">
          <p:pic>
            <p:nvPicPr>
              <p:cNvPr id="38" name="Ink 37">
                <a:extLst>
                  <a:ext uri="{FF2B5EF4-FFF2-40B4-BE49-F238E27FC236}">
                    <a16:creationId xmlns:a16="http://schemas.microsoft.com/office/drawing/2014/main" id="{C73931C3-F20B-7C4E-7BC8-24A65BB84ABA}"/>
                  </a:ext>
                </a:extLst>
              </p:cNvPr>
              <p:cNvPicPr/>
              <p:nvPr/>
            </p:nvPicPr>
            <p:blipFill>
              <a:blip r:embed="rId57"/>
              <a:stretch>
                <a:fillRect/>
              </a:stretch>
            </p:blipFill>
            <p:spPr>
              <a:xfrm>
                <a:off x="6911374" y="2262819"/>
                <a:ext cx="36972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9" name="Ink 38">
                <a:extLst>
                  <a:ext uri="{FF2B5EF4-FFF2-40B4-BE49-F238E27FC236}">
                    <a16:creationId xmlns:a16="http://schemas.microsoft.com/office/drawing/2014/main" id="{50BB2F5A-F2B9-EA0E-AD19-A0493EF68AF6}"/>
                  </a:ext>
                </a:extLst>
              </p14:cNvPr>
              <p14:cNvContentPartPr/>
              <p14:nvPr/>
            </p14:nvContentPartPr>
            <p14:xfrm>
              <a:off x="7704814" y="2046819"/>
              <a:ext cx="540000" cy="132120"/>
            </p14:xfrm>
          </p:contentPart>
        </mc:Choice>
        <mc:Fallback xmlns="">
          <p:pic>
            <p:nvPicPr>
              <p:cNvPr id="39" name="Ink 38">
                <a:extLst>
                  <a:ext uri="{FF2B5EF4-FFF2-40B4-BE49-F238E27FC236}">
                    <a16:creationId xmlns:a16="http://schemas.microsoft.com/office/drawing/2014/main" id="{50BB2F5A-F2B9-EA0E-AD19-A0493EF68AF6}"/>
                  </a:ext>
                </a:extLst>
              </p:cNvPr>
              <p:cNvPicPr/>
              <p:nvPr/>
            </p:nvPicPr>
            <p:blipFill>
              <a:blip r:embed="rId59"/>
              <a:stretch>
                <a:fillRect/>
              </a:stretch>
            </p:blipFill>
            <p:spPr>
              <a:xfrm>
                <a:off x="7698694" y="2040699"/>
                <a:ext cx="55224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72B3D02A-B833-323B-D4BD-AD70A1259C44}"/>
                  </a:ext>
                </a:extLst>
              </p14:cNvPr>
              <p14:cNvContentPartPr/>
              <p14:nvPr/>
            </p14:nvContentPartPr>
            <p14:xfrm>
              <a:off x="8881654" y="1759899"/>
              <a:ext cx="439920" cy="84960"/>
            </p14:xfrm>
          </p:contentPart>
        </mc:Choice>
        <mc:Fallback xmlns="">
          <p:pic>
            <p:nvPicPr>
              <p:cNvPr id="40" name="Ink 39">
                <a:extLst>
                  <a:ext uri="{FF2B5EF4-FFF2-40B4-BE49-F238E27FC236}">
                    <a16:creationId xmlns:a16="http://schemas.microsoft.com/office/drawing/2014/main" id="{72B3D02A-B833-323B-D4BD-AD70A1259C44}"/>
                  </a:ext>
                </a:extLst>
              </p:cNvPr>
              <p:cNvPicPr/>
              <p:nvPr/>
            </p:nvPicPr>
            <p:blipFill>
              <a:blip r:embed="rId61"/>
              <a:stretch>
                <a:fillRect/>
              </a:stretch>
            </p:blipFill>
            <p:spPr>
              <a:xfrm>
                <a:off x="8875534" y="1753779"/>
                <a:ext cx="45216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979798B4-5817-7BD7-8B49-F06F0214581A}"/>
                  </a:ext>
                </a:extLst>
              </p14:cNvPr>
              <p14:cNvContentPartPr/>
              <p14:nvPr/>
            </p14:nvContentPartPr>
            <p14:xfrm>
              <a:off x="9867334" y="1494219"/>
              <a:ext cx="277920" cy="56160"/>
            </p14:xfrm>
          </p:contentPart>
        </mc:Choice>
        <mc:Fallback xmlns="">
          <p:pic>
            <p:nvPicPr>
              <p:cNvPr id="41" name="Ink 40">
                <a:extLst>
                  <a:ext uri="{FF2B5EF4-FFF2-40B4-BE49-F238E27FC236}">
                    <a16:creationId xmlns:a16="http://schemas.microsoft.com/office/drawing/2014/main" id="{979798B4-5817-7BD7-8B49-F06F0214581A}"/>
                  </a:ext>
                </a:extLst>
              </p:cNvPr>
              <p:cNvPicPr/>
              <p:nvPr/>
            </p:nvPicPr>
            <p:blipFill>
              <a:blip r:embed="rId63"/>
              <a:stretch>
                <a:fillRect/>
              </a:stretch>
            </p:blipFill>
            <p:spPr>
              <a:xfrm>
                <a:off x="9861214" y="1488099"/>
                <a:ext cx="290160" cy="684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2" name="Ink 41">
                <a:extLst>
                  <a:ext uri="{FF2B5EF4-FFF2-40B4-BE49-F238E27FC236}">
                    <a16:creationId xmlns:a16="http://schemas.microsoft.com/office/drawing/2014/main" id="{6B1F7A7F-B28F-1FEC-C73B-A4AF5437AB39}"/>
                  </a:ext>
                </a:extLst>
              </p14:cNvPr>
              <p14:cNvContentPartPr/>
              <p14:nvPr/>
            </p14:nvContentPartPr>
            <p14:xfrm>
              <a:off x="10615054" y="1422939"/>
              <a:ext cx="253800" cy="48600"/>
            </p14:xfrm>
          </p:contentPart>
        </mc:Choice>
        <mc:Fallback xmlns="">
          <p:pic>
            <p:nvPicPr>
              <p:cNvPr id="42" name="Ink 41">
                <a:extLst>
                  <a:ext uri="{FF2B5EF4-FFF2-40B4-BE49-F238E27FC236}">
                    <a16:creationId xmlns:a16="http://schemas.microsoft.com/office/drawing/2014/main" id="{6B1F7A7F-B28F-1FEC-C73B-A4AF5437AB39}"/>
                  </a:ext>
                </a:extLst>
              </p:cNvPr>
              <p:cNvPicPr/>
              <p:nvPr/>
            </p:nvPicPr>
            <p:blipFill>
              <a:blip r:embed="rId65"/>
              <a:stretch>
                <a:fillRect/>
              </a:stretch>
            </p:blipFill>
            <p:spPr>
              <a:xfrm>
                <a:off x="10608934" y="1416819"/>
                <a:ext cx="266040" cy="60840"/>
              </a:xfrm>
              <a:prstGeom prst="rect">
                <a:avLst/>
              </a:prstGeom>
            </p:spPr>
          </p:pic>
        </mc:Fallback>
      </mc:AlternateContent>
      <p:grpSp>
        <p:nvGrpSpPr>
          <p:cNvPr id="51" name="Group 50">
            <a:extLst>
              <a:ext uri="{FF2B5EF4-FFF2-40B4-BE49-F238E27FC236}">
                <a16:creationId xmlns:a16="http://schemas.microsoft.com/office/drawing/2014/main" id="{2BEFE367-32F3-6D46-B4A5-EB02586CDE96}"/>
              </a:ext>
            </a:extLst>
          </p:cNvPr>
          <p:cNvGrpSpPr/>
          <p:nvPr/>
        </p:nvGrpSpPr>
        <p:grpSpPr>
          <a:xfrm>
            <a:off x="11354134" y="1168419"/>
            <a:ext cx="700200" cy="135720"/>
            <a:chOff x="11354134" y="1168419"/>
            <a:chExt cx="700200" cy="135720"/>
          </a:xfrm>
        </p:grpSpPr>
        <mc:AlternateContent xmlns:mc="http://schemas.openxmlformats.org/markup-compatibility/2006" xmlns:p14="http://schemas.microsoft.com/office/powerpoint/2010/main">
          <mc:Choice Requires="p14">
            <p:contentPart p14:bwMode="auto" r:id="rId66">
              <p14:nvContentPartPr>
                <p14:cNvPr id="43" name="Ink 42">
                  <a:extLst>
                    <a:ext uri="{FF2B5EF4-FFF2-40B4-BE49-F238E27FC236}">
                      <a16:creationId xmlns:a16="http://schemas.microsoft.com/office/drawing/2014/main" id="{A17545D9-936B-1E35-6D87-F5AC81BD792E}"/>
                    </a:ext>
                  </a:extLst>
                </p14:cNvPr>
                <p14:cNvContentPartPr/>
                <p14:nvPr/>
              </p14:nvContentPartPr>
              <p14:xfrm>
                <a:off x="11354134" y="1259859"/>
                <a:ext cx="307080" cy="44280"/>
              </p14:xfrm>
            </p:contentPart>
          </mc:Choice>
          <mc:Fallback xmlns="">
            <p:pic>
              <p:nvPicPr>
                <p:cNvPr id="43" name="Ink 42">
                  <a:extLst>
                    <a:ext uri="{FF2B5EF4-FFF2-40B4-BE49-F238E27FC236}">
                      <a16:creationId xmlns:a16="http://schemas.microsoft.com/office/drawing/2014/main" id="{A17545D9-936B-1E35-6D87-F5AC81BD792E}"/>
                    </a:ext>
                  </a:extLst>
                </p:cNvPr>
                <p:cNvPicPr/>
                <p:nvPr/>
              </p:nvPicPr>
              <p:blipFill>
                <a:blip r:embed="rId67"/>
                <a:stretch>
                  <a:fillRect/>
                </a:stretch>
              </p:blipFill>
              <p:spPr>
                <a:xfrm>
                  <a:off x="11348014" y="1253739"/>
                  <a:ext cx="31932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4" name="Ink 43">
                  <a:extLst>
                    <a:ext uri="{FF2B5EF4-FFF2-40B4-BE49-F238E27FC236}">
                      <a16:creationId xmlns:a16="http://schemas.microsoft.com/office/drawing/2014/main" id="{68EECDCA-6998-A30A-DE8B-FDB5C10DE5D3}"/>
                    </a:ext>
                  </a:extLst>
                </p14:cNvPr>
                <p14:cNvContentPartPr/>
                <p14:nvPr/>
              </p14:nvContentPartPr>
              <p14:xfrm>
                <a:off x="11839054" y="1178139"/>
                <a:ext cx="152280" cy="38520"/>
              </p14:xfrm>
            </p:contentPart>
          </mc:Choice>
          <mc:Fallback xmlns="">
            <p:pic>
              <p:nvPicPr>
                <p:cNvPr id="44" name="Ink 43">
                  <a:extLst>
                    <a:ext uri="{FF2B5EF4-FFF2-40B4-BE49-F238E27FC236}">
                      <a16:creationId xmlns:a16="http://schemas.microsoft.com/office/drawing/2014/main" id="{68EECDCA-6998-A30A-DE8B-FDB5C10DE5D3}"/>
                    </a:ext>
                  </a:extLst>
                </p:cNvPr>
                <p:cNvPicPr/>
                <p:nvPr/>
              </p:nvPicPr>
              <p:blipFill>
                <a:blip r:embed="rId69"/>
                <a:stretch>
                  <a:fillRect/>
                </a:stretch>
              </p:blipFill>
              <p:spPr>
                <a:xfrm>
                  <a:off x="11832934" y="1172019"/>
                  <a:ext cx="1645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5" name="Ink 44">
                  <a:extLst>
                    <a:ext uri="{FF2B5EF4-FFF2-40B4-BE49-F238E27FC236}">
                      <a16:creationId xmlns:a16="http://schemas.microsoft.com/office/drawing/2014/main" id="{000DECFC-3353-7588-50F6-E53F8A87249F}"/>
                    </a:ext>
                  </a:extLst>
                </p14:cNvPr>
                <p14:cNvContentPartPr/>
                <p14:nvPr/>
              </p14:nvContentPartPr>
              <p14:xfrm>
                <a:off x="12053974" y="1168419"/>
                <a:ext cx="360" cy="360"/>
              </p14:xfrm>
            </p:contentPart>
          </mc:Choice>
          <mc:Fallback xmlns="">
            <p:pic>
              <p:nvPicPr>
                <p:cNvPr id="45" name="Ink 44">
                  <a:extLst>
                    <a:ext uri="{FF2B5EF4-FFF2-40B4-BE49-F238E27FC236}">
                      <a16:creationId xmlns:a16="http://schemas.microsoft.com/office/drawing/2014/main" id="{000DECFC-3353-7588-50F6-E53F8A87249F}"/>
                    </a:ext>
                  </a:extLst>
                </p:cNvPr>
                <p:cNvPicPr/>
                <p:nvPr/>
              </p:nvPicPr>
              <p:blipFill>
                <a:blip r:embed="rId33"/>
                <a:stretch>
                  <a:fillRect/>
                </a:stretch>
              </p:blipFill>
              <p:spPr>
                <a:xfrm>
                  <a:off x="12047854" y="1162299"/>
                  <a:ext cx="12600" cy="12600"/>
                </a:xfrm>
                <a:prstGeom prst="rect">
                  <a:avLst/>
                </a:prstGeom>
              </p:spPr>
            </p:pic>
          </mc:Fallback>
        </mc:AlternateContent>
      </p:grpSp>
      <p:grpSp>
        <p:nvGrpSpPr>
          <p:cNvPr id="50" name="Group 49">
            <a:extLst>
              <a:ext uri="{FF2B5EF4-FFF2-40B4-BE49-F238E27FC236}">
                <a16:creationId xmlns:a16="http://schemas.microsoft.com/office/drawing/2014/main" id="{230E41FF-987E-D84D-9BF8-2A51CC1FE2F9}"/>
              </a:ext>
            </a:extLst>
          </p:cNvPr>
          <p:cNvGrpSpPr/>
          <p:nvPr/>
        </p:nvGrpSpPr>
        <p:grpSpPr>
          <a:xfrm>
            <a:off x="10932934" y="532659"/>
            <a:ext cx="1231920" cy="72000"/>
            <a:chOff x="10932934" y="532659"/>
            <a:chExt cx="1231920" cy="72000"/>
          </a:xfrm>
        </p:grpSpPr>
        <mc:AlternateContent xmlns:mc="http://schemas.openxmlformats.org/markup-compatibility/2006" xmlns:p14="http://schemas.microsoft.com/office/powerpoint/2010/main">
          <mc:Choice Requires="p14">
            <p:contentPart p14:bwMode="auto" r:id="rId71">
              <p14:nvContentPartPr>
                <p14:cNvPr id="46" name="Ink 45">
                  <a:extLst>
                    <a:ext uri="{FF2B5EF4-FFF2-40B4-BE49-F238E27FC236}">
                      <a16:creationId xmlns:a16="http://schemas.microsoft.com/office/drawing/2014/main" id="{41C95CEA-0802-6950-201E-41D78C509BE1}"/>
                    </a:ext>
                  </a:extLst>
                </p14:cNvPr>
                <p14:cNvContentPartPr/>
                <p14:nvPr/>
              </p14:nvContentPartPr>
              <p14:xfrm>
                <a:off x="10932934" y="563979"/>
                <a:ext cx="500760" cy="24480"/>
              </p14:xfrm>
            </p:contentPart>
          </mc:Choice>
          <mc:Fallback xmlns="">
            <p:pic>
              <p:nvPicPr>
                <p:cNvPr id="46" name="Ink 45">
                  <a:extLst>
                    <a:ext uri="{FF2B5EF4-FFF2-40B4-BE49-F238E27FC236}">
                      <a16:creationId xmlns:a16="http://schemas.microsoft.com/office/drawing/2014/main" id="{41C95CEA-0802-6950-201E-41D78C509BE1}"/>
                    </a:ext>
                  </a:extLst>
                </p:cNvPr>
                <p:cNvPicPr/>
                <p:nvPr/>
              </p:nvPicPr>
              <p:blipFill>
                <a:blip r:embed="rId72"/>
                <a:stretch>
                  <a:fillRect/>
                </a:stretch>
              </p:blipFill>
              <p:spPr>
                <a:xfrm>
                  <a:off x="10926814" y="557859"/>
                  <a:ext cx="51300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7" name="Ink 46">
                  <a:extLst>
                    <a:ext uri="{FF2B5EF4-FFF2-40B4-BE49-F238E27FC236}">
                      <a16:creationId xmlns:a16="http://schemas.microsoft.com/office/drawing/2014/main" id="{CA1F92F0-D526-7862-06FD-9BEBE818374D}"/>
                    </a:ext>
                  </a:extLst>
                </p14:cNvPr>
                <p14:cNvContentPartPr/>
                <p14:nvPr/>
              </p14:nvContentPartPr>
              <p14:xfrm>
                <a:off x="11719894" y="548139"/>
                <a:ext cx="254160" cy="56520"/>
              </p14:xfrm>
            </p:contentPart>
          </mc:Choice>
          <mc:Fallback xmlns="">
            <p:pic>
              <p:nvPicPr>
                <p:cNvPr id="47" name="Ink 46">
                  <a:extLst>
                    <a:ext uri="{FF2B5EF4-FFF2-40B4-BE49-F238E27FC236}">
                      <a16:creationId xmlns:a16="http://schemas.microsoft.com/office/drawing/2014/main" id="{CA1F92F0-D526-7862-06FD-9BEBE818374D}"/>
                    </a:ext>
                  </a:extLst>
                </p:cNvPr>
                <p:cNvPicPr/>
                <p:nvPr/>
              </p:nvPicPr>
              <p:blipFill>
                <a:blip r:embed="rId74"/>
                <a:stretch>
                  <a:fillRect/>
                </a:stretch>
              </p:blipFill>
              <p:spPr>
                <a:xfrm>
                  <a:off x="11713774" y="542019"/>
                  <a:ext cx="26640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8" name="Ink 47">
                  <a:extLst>
                    <a:ext uri="{FF2B5EF4-FFF2-40B4-BE49-F238E27FC236}">
                      <a16:creationId xmlns:a16="http://schemas.microsoft.com/office/drawing/2014/main" id="{5E7C3C91-93F6-F29F-AB19-3D2E51AAB107}"/>
                    </a:ext>
                  </a:extLst>
                </p14:cNvPr>
                <p14:cNvContentPartPr/>
                <p14:nvPr/>
              </p14:nvContentPartPr>
              <p14:xfrm>
                <a:off x="12086014" y="532659"/>
                <a:ext cx="78840" cy="360"/>
              </p14:xfrm>
            </p:contentPart>
          </mc:Choice>
          <mc:Fallback xmlns="">
            <p:pic>
              <p:nvPicPr>
                <p:cNvPr id="48" name="Ink 47">
                  <a:extLst>
                    <a:ext uri="{FF2B5EF4-FFF2-40B4-BE49-F238E27FC236}">
                      <a16:creationId xmlns:a16="http://schemas.microsoft.com/office/drawing/2014/main" id="{5E7C3C91-93F6-F29F-AB19-3D2E51AAB107}"/>
                    </a:ext>
                  </a:extLst>
                </p:cNvPr>
                <p:cNvPicPr/>
                <p:nvPr/>
              </p:nvPicPr>
              <p:blipFill>
                <a:blip r:embed="rId76"/>
                <a:stretch>
                  <a:fillRect/>
                </a:stretch>
              </p:blipFill>
              <p:spPr>
                <a:xfrm>
                  <a:off x="12079894" y="526539"/>
                  <a:ext cx="91080" cy="12600"/>
                </a:xfrm>
                <a:prstGeom prst="rect">
                  <a:avLst/>
                </a:prstGeom>
              </p:spPr>
            </p:pic>
          </mc:Fallback>
        </mc:AlternateContent>
      </p:grpSp>
      <p:grpSp>
        <p:nvGrpSpPr>
          <p:cNvPr id="57" name="Group 56">
            <a:extLst>
              <a:ext uri="{FF2B5EF4-FFF2-40B4-BE49-F238E27FC236}">
                <a16:creationId xmlns:a16="http://schemas.microsoft.com/office/drawing/2014/main" id="{89C6451D-D3A6-17F3-C0EE-13195118D632}"/>
              </a:ext>
            </a:extLst>
          </p:cNvPr>
          <p:cNvGrpSpPr/>
          <p:nvPr/>
        </p:nvGrpSpPr>
        <p:grpSpPr>
          <a:xfrm rot="19839277">
            <a:off x="6486566" y="6596380"/>
            <a:ext cx="386640" cy="253080"/>
            <a:chOff x="6758014" y="770979"/>
            <a:chExt cx="386640" cy="253080"/>
          </a:xfrm>
        </p:grpSpPr>
        <mc:AlternateContent xmlns:mc="http://schemas.openxmlformats.org/markup-compatibility/2006" xmlns:p14="http://schemas.microsoft.com/office/powerpoint/2010/main">
          <mc:Choice Requires="p14">
            <p:contentPart p14:bwMode="auto" r:id="rId77">
              <p14:nvContentPartPr>
                <p14:cNvPr id="52" name="Ink 51">
                  <a:extLst>
                    <a:ext uri="{FF2B5EF4-FFF2-40B4-BE49-F238E27FC236}">
                      <a16:creationId xmlns:a16="http://schemas.microsoft.com/office/drawing/2014/main" id="{4DADD525-290C-1238-FF2D-90CB856FD3AF}"/>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3" name="Ink 52">
                  <a:extLst>
                    <a:ext uri="{FF2B5EF4-FFF2-40B4-BE49-F238E27FC236}">
                      <a16:creationId xmlns:a16="http://schemas.microsoft.com/office/drawing/2014/main" id="{1F725BF6-82AD-1DC8-89D7-FDA52B3C2125}"/>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6" name="Ink 55">
                  <a:extLst>
                    <a:ext uri="{FF2B5EF4-FFF2-40B4-BE49-F238E27FC236}">
                      <a16:creationId xmlns:a16="http://schemas.microsoft.com/office/drawing/2014/main" id="{49192F2F-6BD8-251F-9EBB-9CE61690B802}"/>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grpSp>
        <p:nvGrpSpPr>
          <p:cNvPr id="61" name="Group 60">
            <a:extLst>
              <a:ext uri="{FF2B5EF4-FFF2-40B4-BE49-F238E27FC236}">
                <a16:creationId xmlns:a16="http://schemas.microsoft.com/office/drawing/2014/main" id="{D91C5716-B42D-DA50-DBE5-18EF2E1CE8DC}"/>
              </a:ext>
            </a:extLst>
          </p:cNvPr>
          <p:cNvGrpSpPr/>
          <p:nvPr/>
        </p:nvGrpSpPr>
        <p:grpSpPr>
          <a:xfrm>
            <a:off x="6923614" y="2520219"/>
            <a:ext cx="558000" cy="588600"/>
            <a:chOff x="6923614" y="2520219"/>
            <a:chExt cx="558000" cy="588600"/>
          </a:xfrm>
        </p:grpSpPr>
        <mc:AlternateContent xmlns:mc="http://schemas.openxmlformats.org/markup-compatibility/2006" xmlns:p14="http://schemas.microsoft.com/office/powerpoint/2010/main">
          <mc:Choice Requires="p14">
            <p:contentPart p14:bwMode="auto" r:id="rId83">
              <p14:nvContentPartPr>
                <p14:cNvPr id="58" name="Ink 57">
                  <a:extLst>
                    <a:ext uri="{FF2B5EF4-FFF2-40B4-BE49-F238E27FC236}">
                      <a16:creationId xmlns:a16="http://schemas.microsoft.com/office/drawing/2014/main" id="{6E4C6B95-6BE5-7085-1451-AB375E0E9B68}"/>
                    </a:ext>
                  </a:extLst>
                </p14:cNvPr>
                <p14:cNvContentPartPr/>
                <p14:nvPr/>
              </p14:nvContentPartPr>
              <p14:xfrm>
                <a:off x="6923614" y="2560179"/>
                <a:ext cx="75960" cy="244080"/>
              </p14:xfrm>
            </p:contentPart>
          </mc:Choice>
          <mc:Fallback xmlns="">
            <p:pic>
              <p:nvPicPr>
                <p:cNvPr id="58" name="Ink 57">
                  <a:extLst>
                    <a:ext uri="{FF2B5EF4-FFF2-40B4-BE49-F238E27FC236}">
                      <a16:creationId xmlns:a16="http://schemas.microsoft.com/office/drawing/2014/main" id="{6E4C6B95-6BE5-7085-1451-AB375E0E9B68}"/>
                    </a:ext>
                  </a:extLst>
                </p:cNvPr>
                <p:cNvPicPr/>
                <p:nvPr/>
              </p:nvPicPr>
              <p:blipFill>
                <a:blip r:embed="rId84"/>
                <a:stretch>
                  <a:fillRect/>
                </a:stretch>
              </p:blipFill>
              <p:spPr>
                <a:xfrm>
                  <a:off x="6917494" y="2554059"/>
                  <a:ext cx="8820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9" name="Ink 58">
                  <a:extLst>
                    <a:ext uri="{FF2B5EF4-FFF2-40B4-BE49-F238E27FC236}">
                      <a16:creationId xmlns:a16="http://schemas.microsoft.com/office/drawing/2014/main" id="{78C5FCA7-A89E-5D60-C902-775695A420BE}"/>
                    </a:ext>
                  </a:extLst>
                </p14:cNvPr>
                <p14:cNvContentPartPr/>
                <p14:nvPr/>
              </p14:nvContentPartPr>
              <p14:xfrm>
                <a:off x="7004974" y="2520219"/>
                <a:ext cx="277920" cy="128520"/>
              </p14:xfrm>
            </p:contentPart>
          </mc:Choice>
          <mc:Fallback xmlns="">
            <p:pic>
              <p:nvPicPr>
                <p:cNvPr id="59" name="Ink 58">
                  <a:extLst>
                    <a:ext uri="{FF2B5EF4-FFF2-40B4-BE49-F238E27FC236}">
                      <a16:creationId xmlns:a16="http://schemas.microsoft.com/office/drawing/2014/main" id="{78C5FCA7-A89E-5D60-C902-775695A420BE}"/>
                    </a:ext>
                  </a:extLst>
                </p:cNvPr>
                <p:cNvPicPr/>
                <p:nvPr/>
              </p:nvPicPr>
              <p:blipFill>
                <a:blip r:embed="rId86"/>
                <a:stretch>
                  <a:fillRect/>
                </a:stretch>
              </p:blipFill>
              <p:spPr>
                <a:xfrm>
                  <a:off x="6998854" y="2514099"/>
                  <a:ext cx="29016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60" name="Ink 59">
                  <a:extLst>
                    <a:ext uri="{FF2B5EF4-FFF2-40B4-BE49-F238E27FC236}">
                      <a16:creationId xmlns:a16="http://schemas.microsoft.com/office/drawing/2014/main" id="{785B768B-06FB-E746-8348-8563B83BB8FC}"/>
                    </a:ext>
                  </a:extLst>
                </p14:cNvPr>
                <p14:cNvContentPartPr/>
                <p14:nvPr/>
              </p14:nvContentPartPr>
              <p14:xfrm>
                <a:off x="7020814" y="2560179"/>
                <a:ext cx="460800" cy="548640"/>
              </p14:xfrm>
            </p:contentPart>
          </mc:Choice>
          <mc:Fallback xmlns="">
            <p:pic>
              <p:nvPicPr>
                <p:cNvPr id="60" name="Ink 59">
                  <a:extLst>
                    <a:ext uri="{FF2B5EF4-FFF2-40B4-BE49-F238E27FC236}">
                      <a16:creationId xmlns:a16="http://schemas.microsoft.com/office/drawing/2014/main" id="{785B768B-06FB-E746-8348-8563B83BB8FC}"/>
                    </a:ext>
                  </a:extLst>
                </p:cNvPr>
                <p:cNvPicPr/>
                <p:nvPr/>
              </p:nvPicPr>
              <p:blipFill>
                <a:blip r:embed="rId88"/>
                <a:stretch>
                  <a:fillRect/>
                </a:stretch>
              </p:blipFill>
              <p:spPr>
                <a:xfrm>
                  <a:off x="7014694" y="2554059"/>
                  <a:ext cx="473040" cy="560880"/>
                </a:xfrm>
                <a:prstGeom prst="rect">
                  <a:avLst/>
                </a:prstGeom>
              </p:spPr>
            </p:pic>
          </mc:Fallback>
        </mc:AlternateContent>
      </p:grpSp>
      <p:sp>
        <p:nvSpPr>
          <p:cNvPr id="63" name="TextBox 62">
            <a:extLst>
              <a:ext uri="{FF2B5EF4-FFF2-40B4-BE49-F238E27FC236}">
                <a16:creationId xmlns:a16="http://schemas.microsoft.com/office/drawing/2014/main" id="{01FCE444-C15F-E5E5-DF78-7737B56163F5}"/>
              </a:ext>
            </a:extLst>
          </p:cNvPr>
          <p:cNvSpPr txBox="1"/>
          <p:nvPr/>
        </p:nvSpPr>
        <p:spPr>
          <a:xfrm>
            <a:off x="10046779" y="3313479"/>
            <a:ext cx="2118075" cy="954107"/>
          </a:xfrm>
          <a:prstGeom prst="rect">
            <a:avLst/>
          </a:prstGeom>
          <a:noFill/>
        </p:spPr>
        <p:txBody>
          <a:bodyPr wrap="square" rtlCol="0">
            <a:spAutoFit/>
          </a:bodyPr>
          <a:lstStyle/>
          <a:p>
            <a:r>
              <a:rPr lang="en-US" sz="1400" dirty="0">
                <a:solidFill>
                  <a:srgbClr val="FF0000"/>
                </a:solidFill>
              </a:rPr>
              <a:t>- TP=4 better than TP=2, implying TP=8 may be better than TP=4 given enough bandwidth</a:t>
            </a:r>
            <a:endParaRPr lang="en-NL" sz="1400" dirty="0">
              <a:solidFill>
                <a:srgbClr val="FF0000"/>
              </a:solidFill>
            </a:endParaRPr>
          </a:p>
        </p:txBody>
      </p:sp>
      <p:sp>
        <p:nvSpPr>
          <p:cNvPr id="64" name="TextBox 63">
            <a:extLst>
              <a:ext uri="{FF2B5EF4-FFF2-40B4-BE49-F238E27FC236}">
                <a16:creationId xmlns:a16="http://schemas.microsoft.com/office/drawing/2014/main" id="{DF8764A1-7A41-4AAD-3B7D-8DD2EBF1D220}"/>
              </a:ext>
            </a:extLst>
          </p:cNvPr>
          <p:cNvSpPr txBox="1"/>
          <p:nvPr/>
        </p:nvSpPr>
        <p:spPr>
          <a:xfrm>
            <a:off x="7333294" y="825493"/>
            <a:ext cx="3220560" cy="646331"/>
          </a:xfrm>
          <a:prstGeom prst="rect">
            <a:avLst/>
          </a:prstGeom>
          <a:noFill/>
        </p:spPr>
        <p:txBody>
          <a:bodyPr wrap="square" rtlCol="0">
            <a:spAutoFit/>
          </a:bodyPr>
          <a:lstStyle/>
          <a:p>
            <a:r>
              <a:rPr lang="en-US" dirty="0">
                <a:solidFill>
                  <a:srgbClr val="FF0000"/>
                </a:solidFill>
              </a:rPr>
              <a:t>TP=4 (TP=tensor parallel) Not bottlenecked by network</a:t>
            </a:r>
            <a:endParaRPr lang="en-NL" dirty="0">
              <a:solidFill>
                <a:srgbClr val="FF0000"/>
              </a:solidFill>
            </a:endParaRPr>
          </a:p>
        </p:txBody>
      </p:sp>
      <p:sp>
        <p:nvSpPr>
          <p:cNvPr id="65" name="TextBox 64">
            <a:extLst>
              <a:ext uri="{FF2B5EF4-FFF2-40B4-BE49-F238E27FC236}">
                <a16:creationId xmlns:a16="http://schemas.microsoft.com/office/drawing/2014/main" id="{3244477F-CA4B-9FAD-3CBB-51852746B71B}"/>
              </a:ext>
            </a:extLst>
          </p:cNvPr>
          <p:cNvSpPr txBox="1"/>
          <p:nvPr/>
        </p:nvSpPr>
        <p:spPr>
          <a:xfrm>
            <a:off x="7438845" y="2648739"/>
            <a:ext cx="2706409" cy="3170099"/>
          </a:xfrm>
          <a:prstGeom prst="rect">
            <a:avLst/>
          </a:prstGeom>
          <a:noFill/>
        </p:spPr>
        <p:txBody>
          <a:bodyPr wrap="square" rtlCol="0">
            <a:spAutoFit/>
          </a:bodyPr>
          <a:lstStyle/>
          <a:p>
            <a:r>
              <a:rPr lang="en-US" sz="1400" dirty="0">
                <a:solidFill>
                  <a:srgbClr val="FF0000"/>
                </a:solidFill>
              </a:rPr>
              <a:t>TP=8 (so outside the node) clearly scaling</a:t>
            </a:r>
            <a:br>
              <a:rPr lang="en-US" sz="1400" dirty="0">
                <a:solidFill>
                  <a:srgbClr val="FF0000"/>
                </a:solidFill>
              </a:rPr>
            </a:br>
            <a:r>
              <a:rPr lang="en-US" sz="1400" dirty="0">
                <a:solidFill>
                  <a:srgbClr val="FF0000"/>
                </a:solidFill>
              </a:rPr>
              <a:t>with network bandwidth.</a:t>
            </a:r>
          </a:p>
          <a:p>
            <a:r>
              <a:rPr lang="en-US" sz="1400" dirty="0">
                <a:solidFill>
                  <a:srgbClr val="FF0000"/>
                </a:solidFill>
              </a:rPr>
              <a:t>Lost performance fraction</a:t>
            </a:r>
          </a:p>
          <a:p>
            <a:r>
              <a:rPr lang="en-US" sz="1400" dirty="0">
                <a:solidFill>
                  <a:srgbClr val="FF0000"/>
                </a:solidFill>
              </a:rPr>
              <a:t>~0.45, implying in a best case at least ~400Gbps</a:t>
            </a:r>
            <a:br>
              <a:rPr lang="en-US" sz="1400" dirty="0">
                <a:solidFill>
                  <a:srgbClr val="FF0000"/>
                </a:solidFill>
              </a:rPr>
            </a:br>
            <a:r>
              <a:rPr lang="en-US" sz="1400" dirty="0">
                <a:solidFill>
                  <a:srgbClr val="FF0000"/>
                </a:solidFill>
              </a:rPr>
              <a:t>needed per GPU to not be bottlenecked by Network, </a:t>
            </a:r>
            <a:br>
              <a:rPr lang="en-US" sz="1400" dirty="0">
                <a:solidFill>
                  <a:srgbClr val="FF0000"/>
                </a:solidFill>
              </a:rPr>
            </a:br>
            <a:r>
              <a:rPr lang="en-US" sz="1400" dirty="0">
                <a:solidFill>
                  <a:srgbClr val="FF0000"/>
                </a:solidFill>
              </a:rPr>
              <a:t>Probably more like </a:t>
            </a:r>
            <a:br>
              <a:rPr lang="en-US" sz="1400" dirty="0">
                <a:solidFill>
                  <a:srgbClr val="FF0000"/>
                </a:solidFill>
              </a:rPr>
            </a:br>
            <a:r>
              <a:rPr lang="en-US" sz="1400" dirty="0">
                <a:solidFill>
                  <a:srgbClr val="FF0000"/>
                </a:solidFill>
              </a:rPr>
              <a:t>~600-800Gbps per GPU</a:t>
            </a:r>
            <a:br>
              <a:rPr lang="en-US" sz="1400" dirty="0">
                <a:solidFill>
                  <a:srgbClr val="FF0000"/>
                </a:solidFill>
              </a:rPr>
            </a:br>
            <a:r>
              <a:rPr lang="en-US" sz="1400" dirty="0">
                <a:solidFill>
                  <a:srgbClr val="FF0000"/>
                </a:solidFill>
              </a:rPr>
              <a:t>due to Amdahl’s law (not taking into account TP=8 may scale above TP=4)</a:t>
            </a:r>
            <a:br>
              <a:rPr lang="en-US" dirty="0">
                <a:solidFill>
                  <a:srgbClr val="FF0000"/>
                </a:solidFill>
              </a:rPr>
            </a:br>
            <a:endParaRPr lang="en-NL" dirty="0">
              <a:solidFill>
                <a:srgbClr val="FF0000"/>
              </a:solidFill>
            </a:endParaRPr>
          </a:p>
        </p:txBody>
      </p:sp>
      <p:grpSp>
        <p:nvGrpSpPr>
          <p:cNvPr id="4" name="Group 3">
            <a:extLst>
              <a:ext uri="{FF2B5EF4-FFF2-40B4-BE49-F238E27FC236}">
                <a16:creationId xmlns:a16="http://schemas.microsoft.com/office/drawing/2014/main" id="{3A6DD18D-E9BF-C8D7-DE1D-BBCE8230F0B3}"/>
              </a:ext>
            </a:extLst>
          </p:cNvPr>
          <p:cNvGrpSpPr/>
          <p:nvPr/>
        </p:nvGrpSpPr>
        <p:grpSpPr>
          <a:xfrm>
            <a:off x="6910414" y="923379"/>
            <a:ext cx="386640" cy="253080"/>
            <a:chOff x="6758014" y="770979"/>
            <a:chExt cx="386640" cy="253080"/>
          </a:xfrm>
        </p:grpSpPr>
        <mc:AlternateContent xmlns:mc="http://schemas.openxmlformats.org/markup-compatibility/2006" xmlns:p14="http://schemas.microsoft.com/office/powerpoint/2010/main">
          <mc:Choice Requires="p14">
            <p:contentPart p14:bwMode="auto" r:id="rId89">
              <p14:nvContentPartPr>
                <p14:cNvPr id="6" name="Ink 5">
                  <a:extLst>
                    <a:ext uri="{FF2B5EF4-FFF2-40B4-BE49-F238E27FC236}">
                      <a16:creationId xmlns:a16="http://schemas.microsoft.com/office/drawing/2014/main" id="{85468519-FA6D-9B65-7BE9-8FE11D07383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9" name="Ink 48">
                  <a:extLst>
                    <a:ext uri="{FF2B5EF4-FFF2-40B4-BE49-F238E27FC236}">
                      <a16:creationId xmlns:a16="http://schemas.microsoft.com/office/drawing/2014/main" id="{90E6183D-4D49-957F-2CF8-629C3438831C}"/>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4" name="Ink 53">
                  <a:extLst>
                    <a:ext uri="{FF2B5EF4-FFF2-40B4-BE49-F238E27FC236}">
                      <a16:creationId xmlns:a16="http://schemas.microsoft.com/office/drawing/2014/main" id="{23CAB8A8-5EE6-04B2-17BA-F3A03FDF8673}"/>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55" name="TextBox 54">
            <a:extLst>
              <a:ext uri="{FF2B5EF4-FFF2-40B4-BE49-F238E27FC236}">
                <a16:creationId xmlns:a16="http://schemas.microsoft.com/office/drawing/2014/main" id="{E7C1E0A3-C6DE-4211-995C-079741B2F5A8}"/>
              </a:ext>
            </a:extLst>
          </p:cNvPr>
          <p:cNvSpPr txBox="1"/>
          <p:nvPr/>
        </p:nvSpPr>
        <p:spPr>
          <a:xfrm>
            <a:off x="6983048" y="6469477"/>
            <a:ext cx="5302332" cy="369332"/>
          </a:xfrm>
          <a:prstGeom prst="rect">
            <a:avLst/>
          </a:prstGeom>
          <a:noFill/>
        </p:spPr>
        <p:txBody>
          <a:bodyPr wrap="square" rtlCol="0">
            <a:spAutoFit/>
          </a:bodyPr>
          <a:lstStyle/>
          <a:p>
            <a:r>
              <a:rPr lang="en-US" dirty="0">
                <a:solidFill>
                  <a:srgbClr val="FF0000"/>
                </a:solidFill>
              </a:rPr>
              <a:t>Different levels of GPU&gt;GPU speed (in Gbps)</a:t>
            </a:r>
            <a:endParaRPr lang="en-NL" dirty="0">
              <a:solidFill>
                <a:srgbClr val="FF0000"/>
              </a:solidFill>
            </a:endParaRPr>
          </a:p>
        </p:txBody>
      </p:sp>
      <p:grpSp>
        <p:nvGrpSpPr>
          <p:cNvPr id="62" name="Group 61">
            <a:extLst>
              <a:ext uri="{FF2B5EF4-FFF2-40B4-BE49-F238E27FC236}">
                <a16:creationId xmlns:a16="http://schemas.microsoft.com/office/drawing/2014/main" id="{78B22B11-800F-E0C5-2D1E-111CFAFBB421}"/>
              </a:ext>
            </a:extLst>
          </p:cNvPr>
          <p:cNvGrpSpPr/>
          <p:nvPr/>
        </p:nvGrpSpPr>
        <p:grpSpPr>
          <a:xfrm rot="15812786">
            <a:off x="470841" y="2291840"/>
            <a:ext cx="386640" cy="253080"/>
            <a:chOff x="6758014" y="770979"/>
            <a:chExt cx="386640" cy="253080"/>
          </a:xfrm>
        </p:grpSpPr>
        <mc:AlternateContent xmlns:mc="http://schemas.openxmlformats.org/markup-compatibility/2006" xmlns:p14="http://schemas.microsoft.com/office/powerpoint/2010/main">
          <mc:Choice Requires="p14">
            <p:contentPart p14:bwMode="auto" r:id="rId92">
              <p14:nvContentPartPr>
                <p14:cNvPr id="66" name="Ink 65">
                  <a:extLst>
                    <a:ext uri="{FF2B5EF4-FFF2-40B4-BE49-F238E27FC236}">
                      <a16:creationId xmlns:a16="http://schemas.microsoft.com/office/drawing/2014/main" id="{A5886CB4-86B4-C474-A581-C3391B4E13B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67" name="Ink 66">
                  <a:extLst>
                    <a:ext uri="{FF2B5EF4-FFF2-40B4-BE49-F238E27FC236}">
                      <a16:creationId xmlns:a16="http://schemas.microsoft.com/office/drawing/2014/main" id="{54341295-1D62-DD6C-4545-3F5AC502BB76}"/>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E3398F2A-8397-225F-FF3A-6423F8783C6E}"/>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69" name="TextBox 68">
            <a:extLst>
              <a:ext uri="{FF2B5EF4-FFF2-40B4-BE49-F238E27FC236}">
                <a16:creationId xmlns:a16="http://schemas.microsoft.com/office/drawing/2014/main" id="{C6EA74C5-C76B-6BD6-101D-0931DDD929E7}"/>
              </a:ext>
            </a:extLst>
          </p:cNvPr>
          <p:cNvSpPr txBox="1"/>
          <p:nvPr/>
        </p:nvSpPr>
        <p:spPr>
          <a:xfrm>
            <a:off x="0" y="1722095"/>
            <a:ext cx="5302332" cy="369332"/>
          </a:xfrm>
          <a:prstGeom prst="rect">
            <a:avLst/>
          </a:prstGeom>
          <a:noFill/>
        </p:spPr>
        <p:txBody>
          <a:bodyPr wrap="square" rtlCol="0">
            <a:spAutoFit/>
          </a:bodyPr>
          <a:lstStyle/>
          <a:p>
            <a:r>
              <a:rPr lang="en-US" dirty="0">
                <a:solidFill>
                  <a:srgbClr val="FF0000"/>
                </a:solidFill>
              </a:rPr>
              <a:t>TFLOPs per GPU.</a:t>
            </a:r>
            <a:endParaRPr lang="en-NL" dirty="0">
              <a:solidFill>
                <a:srgbClr val="FF0000"/>
              </a:solidFill>
            </a:endParaRPr>
          </a:p>
        </p:txBody>
      </p:sp>
      <p:grpSp>
        <p:nvGrpSpPr>
          <p:cNvPr id="74" name="Group 73">
            <a:extLst>
              <a:ext uri="{FF2B5EF4-FFF2-40B4-BE49-F238E27FC236}">
                <a16:creationId xmlns:a16="http://schemas.microsoft.com/office/drawing/2014/main" id="{5E43350C-CC94-0E3D-DCA9-D552450B04AA}"/>
              </a:ext>
            </a:extLst>
          </p:cNvPr>
          <p:cNvGrpSpPr/>
          <p:nvPr/>
        </p:nvGrpSpPr>
        <p:grpSpPr>
          <a:xfrm rot="19839277">
            <a:off x="7240441" y="5822475"/>
            <a:ext cx="386640" cy="253080"/>
            <a:chOff x="6758014" y="770979"/>
            <a:chExt cx="386640" cy="253080"/>
          </a:xfrm>
        </p:grpSpPr>
        <mc:AlternateContent xmlns:mc="http://schemas.openxmlformats.org/markup-compatibility/2006" xmlns:p14="http://schemas.microsoft.com/office/powerpoint/2010/main">
          <mc:Choice Requires="p14">
            <p:contentPart p14:bwMode="auto" r:id="rId95">
              <p14:nvContentPartPr>
                <p14:cNvPr id="75" name="Ink 74">
                  <a:extLst>
                    <a:ext uri="{FF2B5EF4-FFF2-40B4-BE49-F238E27FC236}">
                      <a16:creationId xmlns:a16="http://schemas.microsoft.com/office/drawing/2014/main" id="{6FF478FC-8A47-8AEE-0720-91AC3E3F8249}"/>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6" name="Ink 75">
                  <a:extLst>
                    <a:ext uri="{FF2B5EF4-FFF2-40B4-BE49-F238E27FC236}">
                      <a16:creationId xmlns:a16="http://schemas.microsoft.com/office/drawing/2014/main" id="{028ED2C3-B506-6A24-44A6-9392C97703E7}"/>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77" name="Ink 76">
                  <a:extLst>
                    <a:ext uri="{FF2B5EF4-FFF2-40B4-BE49-F238E27FC236}">
                      <a16:creationId xmlns:a16="http://schemas.microsoft.com/office/drawing/2014/main" id="{9410FFDF-3662-5A16-39F4-AC0E96262800}"/>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78" name="TextBox 77">
            <a:extLst>
              <a:ext uri="{FF2B5EF4-FFF2-40B4-BE49-F238E27FC236}">
                <a16:creationId xmlns:a16="http://schemas.microsoft.com/office/drawing/2014/main" id="{F154247A-D551-B02B-5F76-E27B2D67888F}"/>
              </a:ext>
            </a:extLst>
          </p:cNvPr>
          <p:cNvSpPr txBox="1"/>
          <p:nvPr/>
        </p:nvSpPr>
        <p:spPr>
          <a:xfrm>
            <a:off x="7723851" y="5772072"/>
            <a:ext cx="5302332" cy="369332"/>
          </a:xfrm>
          <a:prstGeom prst="rect">
            <a:avLst/>
          </a:prstGeom>
          <a:noFill/>
        </p:spPr>
        <p:txBody>
          <a:bodyPr wrap="square" rtlCol="0">
            <a:spAutoFit/>
          </a:bodyPr>
          <a:lstStyle/>
          <a:p>
            <a:r>
              <a:rPr lang="en-US" dirty="0">
                <a:solidFill>
                  <a:srgbClr val="FF0000"/>
                </a:solidFill>
              </a:rPr>
              <a:t>Out of memory runs register as -1.</a:t>
            </a:r>
            <a:endParaRPr lang="en-NL" dirty="0">
              <a:solidFill>
                <a:srgbClr val="FF0000"/>
              </a:solidFill>
            </a:endParaRPr>
          </a:p>
        </p:txBody>
      </p:sp>
    </p:spTree>
    <p:extLst>
      <p:ext uri="{BB962C8B-B14F-4D97-AF65-F5344CB8AC3E}">
        <p14:creationId xmlns:p14="http://schemas.microsoft.com/office/powerpoint/2010/main" val="36726944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7CF9774-8A2E-E255-8D9B-1AC473783223}"/>
              </a:ext>
            </a:extLst>
          </p:cNvPr>
          <p:cNvPicPr>
            <a:picLocks noChangeAspect="1"/>
          </p:cNvPicPr>
          <p:nvPr/>
        </p:nvPicPr>
        <p:blipFill>
          <a:blip r:embed="rId2"/>
          <a:stretch>
            <a:fillRect/>
          </a:stretch>
        </p:blipFill>
        <p:spPr>
          <a:xfrm>
            <a:off x="0" y="0"/>
            <a:ext cx="11502000" cy="6858000"/>
          </a:xfrm>
          <a:prstGeom prst="rect">
            <a:avLst/>
          </a:prstGeom>
        </p:spPr>
      </p:pic>
      <p:sp>
        <p:nvSpPr>
          <p:cNvPr id="6" name="TextBox 5">
            <a:extLst>
              <a:ext uri="{FF2B5EF4-FFF2-40B4-BE49-F238E27FC236}">
                <a16:creationId xmlns:a16="http://schemas.microsoft.com/office/drawing/2014/main" id="{A06E9B87-C693-7882-7BFD-B11909A159FD}"/>
              </a:ext>
            </a:extLst>
          </p:cNvPr>
          <p:cNvSpPr txBox="1"/>
          <p:nvPr/>
        </p:nvSpPr>
        <p:spPr>
          <a:xfrm>
            <a:off x="9739160" y="3429000"/>
            <a:ext cx="2452840" cy="1815882"/>
          </a:xfrm>
          <a:prstGeom prst="rect">
            <a:avLst/>
          </a:prstGeom>
          <a:noFill/>
        </p:spPr>
        <p:txBody>
          <a:bodyPr wrap="square" rtlCol="0">
            <a:spAutoFit/>
          </a:bodyPr>
          <a:lstStyle/>
          <a:p>
            <a:r>
              <a:rPr lang="en-US" sz="1400" dirty="0">
                <a:solidFill>
                  <a:srgbClr val="FF0000"/>
                </a:solidFill>
              </a:rPr>
              <a:t>Flipping to PP (pipeline parallel) view:</a:t>
            </a:r>
          </a:p>
          <a:p>
            <a:pPr marL="285750" indent="-285750">
              <a:buFontTx/>
              <a:buChar char="-"/>
            </a:pPr>
            <a:r>
              <a:rPr lang="en-US" sz="1400" dirty="0">
                <a:solidFill>
                  <a:srgbClr val="FF0000"/>
                </a:solidFill>
              </a:rPr>
              <a:t>TP=4 Still dominates performant codes</a:t>
            </a:r>
          </a:p>
          <a:p>
            <a:pPr marL="285750" indent="-285750">
              <a:buFontTx/>
              <a:buChar char="-"/>
            </a:pPr>
            <a:r>
              <a:rPr lang="en-US" sz="1400" dirty="0">
                <a:solidFill>
                  <a:srgbClr val="FF0000"/>
                </a:solidFill>
              </a:rPr>
              <a:t>Again implying that TP=8 may be better given enough bandwidth</a:t>
            </a:r>
          </a:p>
          <a:p>
            <a:pPr marL="285750" indent="-285750">
              <a:buFontTx/>
              <a:buChar char="-"/>
            </a:pPr>
            <a:endParaRPr lang="en-NL" sz="1400" dirty="0"/>
          </a:p>
        </p:txBody>
      </p:sp>
    </p:spTree>
    <p:extLst>
      <p:ext uri="{BB962C8B-B14F-4D97-AF65-F5344CB8AC3E}">
        <p14:creationId xmlns:p14="http://schemas.microsoft.com/office/powerpoint/2010/main" val="15666381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57720-6C1F-BAE4-391C-E3980942C7FC}"/>
            </a:ext>
          </a:extLst>
        </p:cNvPr>
        <p:cNvGrpSpPr/>
        <p:nvPr/>
      </p:nvGrpSpPr>
      <p:grpSpPr>
        <a:xfrm>
          <a:off x="0" y="0"/>
          <a:ext cx="0" cy="0"/>
          <a:chOff x="0" y="0"/>
          <a:chExt cx="0" cy="0"/>
        </a:xfrm>
      </p:grpSpPr>
      <p:pic>
        <p:nvPicPr>
          <p:cNvPr id="3" name="Picture 2" descr="A graph of different colored dots&#10;&#10;AI-generated content may be incorrect.">
            <a:extLst>
              <a:ext uri="{FF2B5EF4-FFF2-40B4-BE49-F238E27FC236}">
                <a16:creationId xmlns:a16="http://schemas.microsoft.com/office/drawing/2014/main" id="{DF7A2CBE-022D-D269-15E6-13CC052CB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754" y="-54943"/>
            <a:ext cx="11031733" cy="6912943"/>
          </a:xfrm>
          <a:prstGeom prst="rect">
            <a:avLst/>
          </a:prstGeom>
        </p:spPr>
      </p:pic>
      <p:sp>
        <p:nvSpPr>
          <p:cNvPr id="4" name="TextBox 3">
            <a:extLst>
              <a:ext uri="{FF2B5EF4-FFF2-40B4-BE49-F238E27FC236}">
                <a16:creationId xmlns:a16="http://schemas.microsoft.com/office/drawing/2014/main" id="{C3A2F753-95CC-C2A1-D5A8-4A60889A3FE9}"/>
              </a:ext>
            </a:extLst>
          </p:cNvPr>
          <p:cNvSpPr txBox="1"/>
          <p:nvPr/>
        </p:nvSpPr>
        <p:spPr>
          <a:xfrm>
            <a:off x="9559087" y="3805361"/>
            <a:ext cx="2493579" cy="1200329"/>
          </a:xfrm>
          <a:prstGeom prst="rect">
            <a:avLst/>
          </a:prstGeom>
          <a:noFill/>
        </p:spPr>
        <p:txBody>
          <a:bodyPr wrap="square" rtlCol="0">
            <a:spAutoFit/>
          </a:bodyPr>
          <a:lstStyle/>
          <a:p>
            <a:pPr marL="285750" indent="-285750">
              <a:buFontTx/>
              <a:buChar char="-"/>
            </a:pPr>
            <a:r>
              <a:rPr lang="en-US" dirty="0">
                <a:solidFill>
                  <a:srgbClr val="FF0000"/>
                </a:solidFill>
              </a:rPr>
              <a:t>Using single node training  we can show this scaling indeed continues </a:t>
            </a:r>
            <a:endParaRPr lang="en-NL" dirty="0">
              <a:solidFill>
                <a:srgbClr val="FF0000"/>
              </a:solidFill>
            </a:endParaRPr>
          </a:p>
        </p:txBody>
      </p:sp>
    </p:spTree>
    <p:extLst>
      <p:ext uri="{BB962C8B-B14F-4D97-AF65-F5344CB8AC3E}">
        <p14:creationId xmlns:p14="http://schemas.microsoft.com/office/powerpoint/2010/main" val="28912498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463A5-F116-7C12-102C-7F9187242F91}"/>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76786858-24FA-2529-6420-D274B426827F}"/>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56AD57F2-CB0D-C04B-9881-2DB40D290BF9}"/>
              </a:ext>
            </a:extLst>
          </p:cNvPr>
          <p:cNvPicPr>
            <a:picLocks noChangeAspect="1"/>
          </p:cNvPicPr>
          <p:nvPr/>
        </p:nvPicPr>
        <p:blipFill>
          <a:blip r:embed="rId3"/>
          <a:stretch>
            <a:fillRect/>
          </a:stretch>
        </p:blipFill>
        <p:spPr>
          <a:xfrm>
            <a:off x="0" y="0"/>
            <a:ext cx="11376422" cy="6858000"/>
          </a:xfrm>
          <a:prstGeom prst="rect">
            <a:avLst/>
          </a:prstGeom>
        </p:spPr>
      </p:pic>
      <p:sp>
        <p:nvSpPr>
          <p:cNvPr id="6" name="TextBox 5">
            <a:extLst>
              <a:ext uri="{FF2B5EF4-FFF2-40B4-BE49-F238E27FC236}">
                <a16:creationId xmlns:a16="http://schemas.microsoft.com/office/drawing/2014/main" id="{B49187B5-189C-387E-F1EF-AAA7C73D2ABF}"/>
              </a:ext>
            </a:extLst>
          </p:cNvPr>
          <p:cNvSpPr txBox="1"/>
          <p:nvPr/>
        </p:nvSpPr>
        <p:spPr>
          <a:xfrm>
            <a:off x="9640110" y="2879387"/>
            <a:ext cx="2493579" cy="2862322"/>
          </a:xfrm>
          <a:prstGeom prst="rect">
            <a:avLst/>
          </a:prstGeom>
          <a:noFill/>
        </p:spPr>
        <p:txBody>
          <a:bodyPr wrap="square" rtlCol="0">
            <a:spAutoFit/>
          </a:bodyPr>
          <a:lstStyle/>
          <a:p>
            <a:pPr marL="285750" indent="-285750">
              <a:buFontTx/>
              <a:buChar char="-"/>
            </a:pPr>
            <a:r>
              <a:rPr lang="en-US" dirty="0">
                <a:solidFill>
                  <a:srgbClr val="FF0000"/>
                </a:solidFill>
              </a:rPr>
              <a:t>FLOPS efficiency scale with memory util</a:t>
            </a:r>
          </a:p>
          <a:p>
            <a:pPr marL="285750" indent="-285750">
              <a:buFontTx/>
              <a:buChar char="-"/>
            </a:pPr>
            <a:r>
              <a:rPr lang="en-US" dirty="0">
                <a:solidFill>
                  <a:srgbClr val="FF0000"/>
                </a:solidFill>
              </a:rPr>
              <a:t>TP and PP decrease</a:t>
            </a:r>
            <a:br>
              <a:rPr lang="en-US" dirty="0">
                <a:solidFill>
                  <a:srgbClr val="FF0000"/>
                </a:solidFill>
              </a:rPr>
            </a:br>
            <a:r>
              <a:rPr lang="en-US" dirty="0">
                <a:solidFill>
                  <a:srgbClr val="FF0000"/>
                </a:solidFill>
              </a:rPr>
              <a:t>memory util enabling scaling in model size and input size</a:t>
            </a:r>
          </a:p>
          <a:p>
            <a:pPr marL="285750" indent="-285750">
              <a:buFontTx/>
              <a:buChar char="-"/>
            </a:pPr>
            <a:r>
              <a:rPr lang="en-US" dirty="0">
                <a:solidFill>
                  <a:srgbClr val="FF0000"/>
                </a:solidFill>
              </a:rPr>
              <a:t>TP typically decreases memory consumption more than PP…</a:t>
            </a:r>
            <a:endParaRPr lang="en-NL" dirty="0">
              <a:solidFill>
                <a:srgbClr val="FF0000"/>
              </a:solidFill>
            </a:endParaRPr>
          </a:p>
        </p:txBody>
      </p:sp>
    </p:spTree>
    <p:extLst>
      <p:ext uri="{BB962C8B-B14F-4D97-AF65-F5344CB8AC3E}">
        <p14:creationId xmlns:p14="http://schemas.microsoft.com/office/powerpoint/2010/main" val="42660541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FE08661A-86BB-1198-BE82-FFAF3CFB76A6}"/>
              </a:ext>
            </a:extLst>
          </p:cNvPr>
          <p:cNvPicPr>
            <a:picLocks noChangeAspect="1"/>
          </p:cNvPicPr>
          <p:nvPr/>
        </p:nvPicPr>
        <p:blipFill>
          <a:blip r:embed="rId2"/>
          <a:stretch>
            <a:fillRect/>
          </a:stretch>
        </p:blipFill>
        <p:spPr>
          <a:xfrm>
            <a:off x="375008" y="0"/>
            <a:ext cx="11441984"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70E114D3-CD27-17B3-EC9D-0A99EE471B0F}"/>
                  </a:ext>
                </a:extLst>
              </p14:cNvPr>
              <p14:cNvContentPartPr/>
              <p14:nvPr/>
            </p14:nvContentPartPr>
            <p14:xfrm>
              <a:off x="5197091" y="542257"/>
              <a:ext cx="2796480" cy="2431800"/>
            </p14:xfrm>
          </p:contentPart>
        </mc:Choice>
        <mc:Fallback xmlns="">
          <p:pic>
            <p:nvPicPr>
              <p:cNvPr id="7" name="Ink 6">
                <a:extLst>
                  <a:ext uri="{FF2B5EF4-FFF2-40B4-BE49-F238E27FC236}">
                    <a16:creationId xmlns:a16="http://schemas.microsoft.com/office/drawing/2014/main" id="{70E114D3-CD27-17B3-EC9D-0A99EE471B0F}"/>
                  </a:ext>
                </a:extLst>
              </p:cNvPr>
              <p:cNvPicPr/>
              <p:nvPr/>
            </p:nvPicPr>
            <p:blipFill>
              <a:blip r:embed="rId4"/>
              <a:stretch>
                <a:fillRect/>
              </a:stretch>
            </p:blipFill>
            <p:spPr>
              <a:xfrm>
                <a:off x="5190971" y="536137"/>
                <a:ext cx="2808720" cy="2444040"/>
              </a:xfrm>
              <a:prstGeom prst="rect">
                <a:avLst/>
              </a:prstGeom>
            </p:spPr>
          </p:pic>
        </mc:Fallback>
      </mc:AlternateContent>
      <p:sp>
        <p:nvSpPr>
          <p:cNvPr id="8" name="TextBox 7">
            <a:extLst>
              <a:ext uri="{FF2B5EF4-FFF2-40B4-BE49-F238E27FC236}">
                <a16:creationId xmlns:a16="http://schemas.microsoft.com/office/drawing/2014/main" id="{77FFB592-F645-8C30-70BB-92C004FDCEB4}"/>
              </a:ext>
            </a:extLst>
          </p:cNvPr>
          <p:cNvSpPr txBox="1"/>
          <p:nvPr/>
        </p:nvSpPr>
        <p:spPr>
          <a:xfrm>
            <a:off x="5653225" y="724462"/>
            <a:ext cx="2279487" cy="646331"/>
          </a:xfrm>
          <a:prstGeom prst="rect">
            <a:avLst/>
          </a:prstGeom>
          <a:noFill/>
        </p:spPr>
        <p:txBody>
          <a:bodyPr wrap="square" rtlCol="0">
            <a:spAutoFit/>
          </a:bodyPr>
          <a:lstStyle/>
          <a:p>
            <a:r>
              <a:rPr lang="en-US" dirty="0">
                <a:solidFill>
                  <a:srgbClr val="FF0000"/>
                </a:solidFill>
              </a:rPr>
              <a:t>Underutilization</a:t>
            </a:r>
          </a:p>
          <a:p>
            <a:r>
              <a:rPr lang="en-US" dirty="0">
                <a:solidFill>
                  <a:srgbClr val="FF0000"/>
                </a:solidFill>
              </a:rPr>
              <a:t>          Of memory.  </a:t>
            </a:r>
            <a:endParaRPr lang="en-NL" dirty="0">
              <a:solidFill>
                <a:srgbClr val="FF0000"/>
              </a:solidFill>
            </a:endParaRPr>
          </a:p>
        </p:txBody>
      </p:sp>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531E8F2-F398-75C2-A02C-31289D291995}"/>
                  </a:ext>
                </a:extLst>
              </p14:cNvPr>
              <p14:cNvContentPartPr/>
              <p14:nvPr/>
            </p14:nvContentPartPr>
            <p14:xfrm>
              <a:off x="5522879" y="567053"/>
              <a:ext cx="669600" cy="419040"/>
            </p14:xfrm>
          </p:contentPart>
        </mc:Choice>
        <mc:Fallback xmlns="">
          <p:pic>
            <p:nvPicPr>
              <p:cNvPr id="9" name="Ink 8">
                <a:extLst>
                  <a:ext uri="{FF2B5EF4-FFF2-40B4-BE49-F238E27FC236}">
                    <a16:creationId xmlns:a16="http://schemas.microsoft.com/office/drawing/2014/main" id="{B531E8F2-F398-75C2-A02C-31289D291995}"/>
                  </a:ext>
                </a:extLst>
              </p:cNvPr>
              <p:cNvPicPr/>
              <p:nvPr/>
            </p:nvPicPr>
            <p:blipFill>
              <a:blip r:embed="rId6"/>
              <a:stretch>
                <a:fillRect/>
              </a:stretch>
            </p:blipFill>
            <p:spPr>
              <a:xfrm>
                <a:off x="5516759" y="560933"/>
                <a:ext cx="681840" cy="431280"/>
              </a:xfrm>
              <a:prstGeom prst="rect">
                <a:avLst/>
              </a:prstGeom>
            </p:spPr>
          </p:pic>
        </mc:Fallback>
      </mc:AlternateContent>
      <p:grpSp>
        <p:nvGrpSpPr>
          <p:cNvPr id="20" name="Group 19">
            <a:extLst>
              <a:ext uri="{FF2B5EF4-FFF2-40B4-BE49-F238E27FC236}">
                <a16:creationId xmlns:a16="http://schemas.microsoft.com/office/drawing/2014/main" id="{60E45CD8-D1C8-1028-2BEA-5B874797656B}"/>
              </a:ext>
            </a:extLst>
          </p:cNvPr>
          <p:cNvGrpSpPr/>
          <p:nvPr/>
        </p:nvGrpSpPr>
        <p:grpSpPr>
          <a:xfrm>
            <a:off x="5914912" y="603792"/>
            <a:ext cx="2017800" cy="1930680"/>
            <a:chOff x="5411258" y="712735"/>
            <a:chExt cx="2017800" cy="1930680"/>
          </a:xfrm>
        </p:grpSpPr>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BD2AA414-0A60-DFAA-AD07-7288F86B5156}"/>
                    </a:ext>
                  </a:extLst>
                </p14:cNvPr>
                <p14:cNvContentPartPr/>
                <p14:nvPr/>
              </p14:nvContentPartPr>
              <p14:xfrm>
                <a:off x="6051338" y="1133935"/>
                <a:ext cx="1296360" cy="811800"/>
              </p14:xfrm>
            </p:contentPart>
          </mc:Choice>
          <mc:Fallback xmlns="">
            <p:pic>
              <p:nvPicPr>
                <p:cNvPr id="10" name="Ink 9">
                  <a:extLst>
                    <a:ext uri="{FF2B5EF4-FFF2-40B4-BE49-F238E27FC236}">
                      <a16:creationId xmlns:a16="http://schemas.microsoft.com/office/drawing/2014/main" id="{BD2AA414-0A60-DFAA-AD07-7288F86B5156}"/>
                    </a:ext>
                  </a:extLst>
                </p:cNvPr>
                <p:cNvPicPr/>
                <p:nvPr/>
              </p:nvPicPr>
              <p:blipFill>
                <a:blip r:embed="rId8"/>
                <a:stretch>
                  <a:fillRect/>
                </a:stretch>
              </p:blipFill>
              <p:spPr>
                <a:xfrm>
                  <a:off x="6045218" y="1127815"/>
                  <a:ext cx="1308600" cy="824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A6CED503-630B-7F1A-8727-3681590C2E2B}"/>
                    </a:ext>
                  </a:extLst>
                </p14:cNvPr>
                <p14:cNvContentPartPr/>
                <p14:nvPr/>
              </p14:nvContentPartPr>
              <p14:xfrm>
                <a:off x="6467138" y="1711015"/>
                <a:ext cx="730080" cy="616680"/>
              </p14:xfrm>
            </p:contentPart>
          </mc:Choice>
          <mc:Fallback xmlns="">
            <p:pic>
              <p:nvPicPr>
                <p:cNvPr id="11" name="Ink 10">
                  <a:extLst>
                    <a:ext uri="{FF2B5EF4-FFF2-40B4-BE49-F238E27FC236}">
                      <a16:creationId xmlns:a16="http://schemas.microsoft.com/office/drawing/2014/main" id="{A6CED503-630B-7F1A-8727-3681590C2E2B}"/>
                    </a:ext>
                  </a:extLst>
                </p:cNvPr>
                <p:cNvPicPr/>
                <p:nvPr/>
              </p:nvPicPr>
              <p:blipFill>
                <a:blip r:embed="rId10"/>
                <a:stretch>
                  <a:fillRect/>
                </a:stretch>
              </p:blipFill>
              <p:spPr>
                <a:xfrm>
                  <a:off x="6461018" y="1704895"/>
                  <a:ext cx="7423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93A978E9-328B-B655-4EFD-969D608EAF46}"/>
                    </a:ext>
                  </a:extLst>
                </p14:cNvPr>
                <p14:cNvContentPartPr/>
                <p14:nvPr/>
              </p14:nvContentPartPr>
              <p14:xfrm>
                <a:off x="6733178" y="2185495"/>
                <a:ext cx="695880" cy="457920"/>
              </p14:xfrm>
            </p:contentPart>
          </mc:Choice>
          <mc:Fallback xmlns="">
            <p:pic>
              <p:nvPicPr>
                <p:cNvPr id="13" name="Ink 12">
                  <a:extLst>
                    <a:ext uri="{FF2B5EF4-FFF2-40B4-BE49-F238E27FC236}">
                      <a16:creationId xmlns:a16="http://schemas.microsoft.com/office/drawing/2014/main" id="{93A978E9-328B-B655-4EFD-969D608EAF46}"/>
                    </a:ext>
                  </a:extLst>
                </p:cNvPr>
                <p:cNvPicPr/>
                <p:nvPr/>
              </p:nvPicPr>
              <p:blipFill>
                <a:blip r:embed="rId12"/>
                <a:stretch>
                  <a:fillRect/>
                </a:stretch>
              </p:blipFill>
              <p:spPr>
                <a:xfrm>
                  <a:off x="6727058" y="2179375"/>
                  <a:ext cx="708120" cy="470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ECB46608-8827-1FA5-BAE2-E30E683BFC73}"/>
                    </a:ext>
                  </a:extLst>
                </p14:cNvPr>
                <p14:cNvContentPartPr/>
                <p14:nvPr/>
              </p14:nvContentPartPr>
              <p14:xfrm>
                <a:off x="5411258" y="1318975"/>
                <a:ext cx="149760" cy="19800"/>
              </p14:xfrm>
            </p:contentPart>
          </mc:Choice>
          <mc:Fallback xmlns="">
            <p:pic>
              <p:nvPicPr>
                <p:cNvPr id="15" name="Ink 14">
                  <a:extLst>
                    <a:ext uri="{FF2B5EF4-FFF2-40B4-BE49-F238E27FC236}">
                      <a16:creationId xmlns:a16="http://schemas.microsoft.com/office/drawing/2014/main" id="{ECB46608-8827-1FA5-BAE2-E30E683BFC73}"/>
                    </a:ext>
                  </a:extLst>
                </p:cNvPr>
                <p:cNvPicPr/>
                <p:nvPr/>
              </p:nvPicPr>
              <p:blipFill>
                <a:blip r:embed="rId14"/>
                <a:stretch>
                  <a:fillRect/>
                </a:stretch>
              </p:blipFill>
              <p:spPr>
                <a:xfrm>
                  <a:off x="5405138" y="1312855"/>
                  <a:ext cx="1620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7" name="Ink 16">
                  <a:extLst>
                    <a:ext uri="{FF2B5EF4-FFF2-40B4-BE49-F238E27FC236}">
                      <a16:creationId xmlns:a16="http://schemas.microsoft.com/office/drawing/2014/main" id="{B7AEBFA4-99F6-5CF4-7ACC-1B3E71EFB65C}"/>
                    </a:ext>
                  </a:extLst>
                </p14:cNvPr>
                <p14:cNvContentPartPr/>
                <p14:nvPr/>
              </p14:nvContentPartPr>
              <p14:xfrm>
                <a:off x="5935058" y="1410775"/>
                <a:ext cx="496080" cy="318240"/>
              </p14:xfrm>
            </p:contentPart>
          </mc:Choice>
          <mc:Fallback xmlns="">
            <p:pic>
              <p:nvPicPr>
                <p:cNvPr id="17" name="Ink 16">
                  <a:extLst>
                    <a:ext uri="{FF2B5EF4-FFF2-40B4-BE49-F238E27FC236}">
                      <a16:creationId xmlns:a16="http://schemas.microsoft.com/office/drawing/2014/main" id="{B7AEBFA4-99F6-5CF4-7ACC-1B3E71EFB65C}"/>
                    </a:ext>
                  </a:extLst>
                </p:cNvPr>
                <p:cNvPicPr/>
                <p:nvPr/>
              </p:nvPicPr>
              <p:blipFill>
                <a:blip r:embed="rId16"/>
                <a:stretch>
                  <a:fillRect/>
                </a:stretch>
              </p:blipFill>
              <p:spPr>
                <a:xfrm>
                  <a:off x="5928938" y="1404655"/>
                  <a:ext cx="50832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6" name="Ink 15">
                  <a:extLst>
                    <a:ext uri="{FF2B5EF4-FFF2-40B4-BE49-F238E27FC236}">
                      <a16:creationId xmlns:a16="http://schemas.microsoft.com/office/drawing/2014/main" id="{E2972D69-817E-EF0D-79E1-CE21827CEEFF}"/>
                    </a:ext>
                  </a:extLst>
                </p14:cNvPr>
                <p14:cNvContentPartPr/>
                <p14:nvPr/>
              </p14:nvContentPartPr>
              <p14:xfrm>
                <a:off x="6267698" y="712735"/>
                <a:ext cx="238320" cy="110160"/>
              </p14:xfrm>
            </p:contentPart>
          </mc:Choice>
          <mc:Fallback xmlns="">
            <p:pic>
              <p:nvPicPr>
                <p:cNvPr id="16" name="Ink 15">
                  <a:extLst>
                    <a:ext uri="{FF2B5EF4-FFF2-40B4-BE49-F238E27FC236}">
                      <a16:creationId xmlns:a16="http://schemas.microsoft.com/office/drawing/2014/main" id="{E2972D69-817E-EF0D-79E1-CE21827CEEFF}"/>
                    </a:ext>
                  </a:extLst>
                </p:cNvPr>
                <p:cNvPicPr/>
                <p:nvPr/>
              </p:nvPicPr>
              <p:blipFill>
                <a:blip r:embed="rId18"/>
                <a:stretch>
                  <a:fillRect/>
                </a:stretch>
              </p:blipFill>
              <p:spPr>
                <a:xfrm>
                  <a:off x="6261578" y="706615"/>
                  <a:ext cx="25056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F7EF800B-62BB-D8A1-FD1D-9262EB292E95}"/>
                    </a:ext>
                  </a:extLst>
                </p14:cNvPr>
                <p14:cNvContentPartPr/>
                <p14:nvPr/>
              </p14:nvContentPartPr>
              <p14:xfrm>
                <a:off x="6916058" y="820015"/>
                <a:ext cx="246600" cy="160920"/>
              </p14:xfrm>
            </p:contentPart>
          </mc:Choice>
          <mc:Fallback xmlns="">
            <p:pic>
              <p:nvPicPr>
                <p:cNvPr id="18" name="Ink 17">
                  <a:extLst>
                    <a:ext uri="{FF2B5EF4-FFF2-40B4-BE49-F238E27FC236}">
                      <a16:creationId xmlns:a16="http://schemas.microsoft.com/office/drawing/2014/main" id="{F7EF800B-62BB-D8A1-FD1D-9262EB292E95}"/>
                    </a:ext>
                  </a:extLst>
                </p:cNvPr>
                <p:cNvPicPr/>
                <p:nvPr/>
              </p:nvPicPr>
              <p:blipFill>
                <a:blip r:embed="rId20"/>
                <a:stretch>
                  <a:fillRect/>
                </a:stretch>
              </p:blipFill>
              <p:spPr>
                <a:xfrm>
                  <a:off x="6909938" y="813895"/>
                  <a:ext cx="258840" cy="173160"/>
                </a:xfrm>
                <a:prstGeom prst="rect">
                  <a:avLst/>
                </a:prstGeom>
              </p:spPr>
            </p:pic>
          </mc:Fallback>
        </mc:AlternateContent>
      </p:grpSp>
      <p:sp>
        <p:nvSpPr>
          <p:cNvPr id="2" name="TextBox 1">
            <a:extLst>
              <a:ext uri="{FF2B5EF4-FFF2-40B4-BE49-F238E27FC236}">
                <a16:creationId xmlns:a16="http://schemas.microsoft.com/office/drawing/2014/main" id="{BB2F22C2-2148-96A8-5846-ADAD94BEAE45}"/>
              </a:ext>
            </a:extLst>
          </p:cNvPr>
          <p:cNvSpPr txBox="1"/>
          <p:nvPr/>
        </p:nvSpPr>
        <p:spPr>
          <a:xfrm>
            <a:off x="8211728" y="1024992"/>
            <a:ext cx="2279487" cy="1477328"/>
          </a:xfrm>
          <a:prstGeom prst="rect">
            <a:avLst/>
          </a:prstGeom>
          <a:noFill/>
        </p:spPr>
        <p:txBody>
          <a:bodyPr wrap="square" rtlCol="0">
            <a:spAutoFit/>
          </a:bodyPr>
          <a:lstStyle/>
          <a:p>
            <a:r>
              <a:rPr lang="en-US" dirty="0">
                <a:solidFill>
                  <a:srgbClr val="FF0000"/>
                </a:solidFill>
              </a:rPr>
              <a:t>Performance of TP&gt;=4 might have been even better with larger batch size/sequence length</a:t>
            </a:r>
            <a:endParaRPr lang="en-NL" dirty="0">
              <a:solidFill>
                <a:srgbClr val="FF0000"/>
              </a:solidFill>
            </a:endParaRPr>
          </a:p>
        </p:txBody>
      </p:sp>
    </p:spTree>
    <p:extLst>
      <p:ext uri="{BB962C8B-B14F-4D97-AF65-F5344CB8AC3E}">
        <p14:creationId xmlns:p14="http://schemas.microsoft.com/office/powerpoint/2010/main" val="1349418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26</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4A420-0D0D-DBD6-BF1C-961F006534A6}"/>
              </a:ext>
            </a:extLst>
          </p:cNvPr>
          <p:cNvSpPr>
            <a:spLocks noGrp="1"/>
          </p:cNvSpPr>
          <p:nvPr>
            <p:ph type="title"/>
          </p:nvPr>
        </p:nvSpPr>
        <p:spPr/>
        <p:txBody>
          <a:bodyPr/>
          <a:lstStyle/>
          <a:p>
            <a:r>
              <a:rPr lang="en-US" dirty="0"/>
              <a:t>So….. What type of parallelization? Optimal performance</a:t>
            </a:r>
          </a:p>
        </p:txBody>
      </p:sp>
      <p:sp>
        <p:nvSpPr>
          <p:cNvPr id="3" name="Content Placeholder 2">
            <a:extLst>
              <a:ext uri="{FF2B5EF4-FFF2-40B4-BE49-F238E27FC236}">
                <a16:creationId xmlns:a16="http://schemas.microsoft.com/office/drawing/2014/main" id="{4FBE036F-5C1D-22DC-EE7E-5533987D0B45}"/>
              </a:ext>
            </a:extLst>
          </p:cNvPr>
          <p:cNvSpPr>
            <a:spLocks noGrp="1"/>
          </p:cNvSpPr>
          <p:nvPr>
            <p:ph idx="1"/>
          </p:nvPr>
        </p:nvSpPr>
        <p:spPr>
          <a:xfrm>
            <a:off x="317500" y="762001"/>
            <a:ext cx="11268000" cy="6261100"/>
          </a:xfrm>
        </p:spPr>
        <p:txBody>
          <a:bodyPr/>
          <a:lstStyle/>
          <a:p>
            <a:r>
              <a:rPr lang="en-US" dirty="0"/>
              <a:t>Data parallel (DP)</a:t>
            </a:r>
          </a:p>
          <a:p>
            <a:pPr marL="800100" indent="-266700"/>
            <a:r>
              <a:rPr lang="en-US" dirty="0"/>
              <a:t>Easy to set-up. </a:t>
            </a:r>
          </a:p>
          <a:p>
            <a:pPr marL="800100" indent="-266700"/>
            <a:r>
              <a:rPr lang="en-US" dirty="0"/>
              <a:t>Relatively infrequent and low-bandwidth communication (only once per forward/backwards)</a:t>
            </a:r>
          </a:p>
          <a:p>
            <a:pPr marL="800100" indent="-266700"/>
            <a:r>
              <a:rPr lang="en-US" dirty="0"/>
              <a:t>Model is copied to each device, so redundancy in memory that might hamper efficiency</a:t>
            </a:r>
          </a:p>
          <a:p>
            <a:pPr marL="1600200" indent="-342900"/>
            <a:r>
              <a:rPr lang="en-US" dirty="0"/>
              <a:t>FSDP (fully sharded DP) partially solves this by sharding the model and retrieving the weights for a layer just-in-time. Requires more communication. </a:t>
            </a:r>
          </a:p>
          <a:p>
            <a:pPr marL="50800" indent="228600"/>
            <a:r>
              <a:rPr lang="en-US" dirty="0"/>
              <a:t>Pipeline parallel</a:t>
            </a:r>
          </a:p>
          <a:p>
            <a:pPr marL="508000" indent="228600"/>
            <a:r>
              <a:rPr lang="en-US" dirty="0"/>
              <a:t>Complicated to set-up, lots of tuning to avoid bubbles</a:t>
            </a:r>
          </a:p>
          <a:p>
            <a:pPr marL="508000" indent="228600"/>
            <a:r>
              <a:rPr lang="en-US" dirty="0"/>
              <a:t>Moderate communication (after each block of layers)</a:t>
            </a:r>
          </a:p>
          <a:p>
            <a:pPr marL="508000" indent="228600"/>
            <a:r>
              <a:rPr lang="en-US" dirty="0"/>
              <a:t>Significant memory reduction by splitting model and batches over devices</a:t>
            </a:r>
          </a:p>
          <a:p>
            <a:pPr marL="114300" indent="228600"/>
            <a:r>
              <a:rPr lang="en-US" dirty="0"/>
              <a:t>Tensor parallel</a:t>
            </a:r>
          </a:p>
          <a:p>
            <a:pPr marL="508000" indent="228600"/>
            <a:r>
              <a:rPr lang="en-US" dirty="0"/>
              <a:t>More involved than DP to set-up but does not suffer from bubbles. Computationally very efficient.</a:t>
            </a:r>
          </a:p>
          <a:p>
            <a:pPr marL="508000" indent="228600"/>
            <a:r>
              <a:rPr lang="en-US" dirty="0"/>
              <a:t>Very high bandwidth requirement</a:t>
            </a:r>
          </a:p>
          <a:p>
            <a:pPr marL="508000" indent="228600"/>
            <a:r>
              <a:rPr lang="en-US" dirty="0"/>
              <a:t>Significant memory reduction. Typically even more than pipeline</a:t>
            </a:r>
          </a:p>
          <a:p>
            <a:pPr marL="508000" indent="228600"/>
            <a:endParaRPr lang="en-US" dirty="0"/>
          </a:p>
          <a:p>
            <a:pPr marL="0" lvl="1" indent="0">
              <a:buNone/>
            </a:pPr>
            <a:endParaRPr lang="en-US" dirty="0"/>
          </a:p>
        </p:txBody>
      </p:sp>
      <p:sp>
        <p:nvSpPr>
          <p:cNvPr id="4" name="Slide Number Placeholder 3">
            <a:extLst>
              <a:ext uri="{FF2B5EF4-FFF2-40B4-BE49-F238E27FC236}">
                <a16:creationId xmlns:a16="http://schemas.microsoft.com/office/drawing/2014/main" id="{74C11FE4-E371-7EC3-A56D-34D0008219CE}"/>
              </a:ext>
            </a:extLst>
          </p:cNvPr>
          <p:cNvSpPr>
            <a:spLocks noGrp="1"/>
          </p:cNvSpPr>
          <p:nvPr>
            <p:ph type="sldNum" sz="quarter" idx="12"/>
          </p:nvPr>
        </p:nvSpPr>
        <p:spPr/>
        <p:txBody>
          <a:bodyPr/>
          <a:lstStyle/>
          <a:p>
            <a:fld id="{E47D697A-CF44-4C00-81BC-B5B9DDDC8359}" type="slidenum">
              <a:rPr lang="en-NL" smtClean="0"/>
              <a:t>28</a:t>
            </a:fld>
            <a:endParaRPr lang="en-NL"/>
          </a:p>
        </p:txBody>
      </p:sp>
    </p:spTree>
    <p:extLst>
      <p:ext uri="{BB962C8B-B14F-4D97-AF65-F5344CB8AC3E}">
        <p14:creationId xmlns:p14="http://schemas.microsoft.com/office/powerpoint/2010/main" val="689377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Do I </a:t>
            </a:r>
            <a:r>
              <a:rPr lang="nl-NL" dirty="0" err="1"/>
              <a:t>need</a:t>
            </a:r>
            <a:r>
              <a:rPr lang="nl-NL" dirty="0"/>
              <a:t> </a:t>
            </a:r>
            <a:r>
              <a:rPr lang="nl-NL" dirty="0" err="1"/>
              <a:t>to</a:t>
            </a:r>
            <a:r>
              <a:rPr lang="nl-NL" dirty="0"/>
              <a:t> </a:t>
            </a:r>
            <a:r>
              <a:rPr lang="nl-NL" dirty="0" err="1"/>
              <a:t>parallelise</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a:t>
            </a:r>
          </a:p>
          <a:p>
            <a:pPr>
              <a:buFont typeface="Arial" panose="020B0604020202020204" pitchFamily="34" charset="0"/>
              <a:buChar char="•"/>
            </a:pPr>
            <a:r>
              <a:rPr lang="en-US" dirty="0"/>
              <a:t>Reduced precision datatypes </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a:p>
            <a:pPr>
              <a:buFont typeface="Arial" panose="020B0604020202020204" pitchFamily="34" charset="0"/>
              <a:buChar char="•"/>
            </a:pPr>
            <a:r>
              <a:rPr lang="en-US" dirty="0"/>
              <a:t>Quantization (inference)</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9DCB7-7FB7-4A8E-B1F9-13A02393E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93FD2-D534-BD73-F119-DA52EDAF5514}"/>
              </a:ext>
            </a:extLst>
          </p:cNvPr>
          <p:cNvSpPr>
            <a:spLocks noGrp="1"/>
          </p:cNvSpPr>
          <p:nvPr>
            <p:ph type="title"/>
          </p:nvPr>
        </p:nvSpPr>
        <p:spPr/>
        <p:txBody>
          <a:bodyPr/>
          <a:lstStyle/>
          <a:p>
            <a:r>
              <a:rPr lang="nl-NL" dirty="0" err="1"/>
              <a:t>Parallelization</a:t>
            </a:r>
            <a:r>
              <a:rPr lang="nl-NL" dirty="0"/>
              <a:t> tools/</a:t>
            </a:r>
            <a:r>
              <a:rPr lang="nl-NL" dirty="0" err="1"/>
              <a:t>wrappers</a:t>
            </a:r>
            <a:endParaRPr lang="nl-NL" dirty="0"/>
          </a:p>
        </p:txBody>
      </p:sp>
      <p:sp>
        <p:nvSpPr>
          <p:cNvPr id="3" name="Vertical Text Placeholder 2">
            <a:extLst>
              <a:ext uri="{FF2B5EF4-FFF2-40B4-BE49-F238E27FC236}">
                <a16:creationId xmlns:a16="http://schemas.microsoft.com/office/drawing/2014/main" id="{D34D55CD-71D2-FE51-3AE8-2DAE2A03E336}"/>
              </a:ext>
            </a:extLst>
          </p:cNvPr>
          <p:cNvSpPr>
            <a:spLocks noGrp="1"/>
          </p:cNvSpPr>
          <p:nvPr>
            <p:ph type="body" orient="vert" idx="1"/>
          </p:nvPr>
        </p:nvSpPr>
        <p:spPr>
          <a:xfrm>
            <a:off x="523807" y="1145098"/>
            <a:ext cx="10182663" cy="4602559"/>
          </a:xfrm>
        </p:spPr>
        <p:txBody>
          <a:bodyPr/>
          <a:lstStyle/>
          <a:p>
            <a:pPr>
              <a:buFont typeface="Arial" panose="020B0604020202020204" pitchFamily="34" charset="0"/>
              <a:buChar char="•"/>
            </a:pPr>
            <a:r>
              <a:rPr lang="en-US" dirty="0" err="1"/>
              <a:t>torch.distributed</a:t>
            </a:r>
            <a:r>
              <a:rPr lang="en-US" dirty="0"/>
              <a:t>: </a:t>
            </a:r>
            <a:r>
              <a:rPr lang="en-US" dirty="0">
                <a:hlinkClick r:id="rId2"/>
              </a:rPr>
              <a:t>https://pytorch.org/docs/stable/distributed.html</a:t>
            </a:r>
            <a:r>
              <a:rPr lang="en-US" dirty="0"/>
              <a:t> </a:t>
            </a:r>
          </a:p>
          <a:p>
            <a:pPr>
              <a:buFont typeface="Arial" panose="020B0604020202020204" pitchFamily="34" charset="0"/>
              <a:buChar char="•"/>
            </a:pPr>
            <a:r>
              <a:rPr lang="en-US" dirty="0" err="1"/>
              <a:t>tf.distribute</a:t>
            </a:r>
            <a:r>
              <a:rPr lang="en-US" dirty="0"/>
              <a:t>: </a:t>
            </a:r>
            <a:r>
              <a:rPr lang="en-US" dirty="0">
                <a:hlinkClick r:id="rId3"/>
              </a:rPr>
              <a:t>https://www.tensorflow.org/guide/distributed_training</a:t>
            </a:r>
            <a:r>
              <a:rPr lang="en-US" dirty="0"/>
              <a:t> </a:t>
            </a:r>
          </a:p>
          <a:p>
            <a:pPr>
              <a:buFont typeface="Arial" panose="020B0604020202020204" pitchFamily="34" charset="0"/>
              <a:buChar char="•"/>
            </a:pPr>
            <a:r>
              <a:rPr lang="en-US" dirty="0"/>
              <a:t>Data parallel:</a:t>
            </a:r>
          </a:p>
          <a:p>
            <a:pPr marL="635000">
              <a:buFont typeface="Arial" panose="020B0604020202020204" pitchFamily="34" charset="0"/>
              <a:buChar char="•"/>
            </a:pPr>
            <a:r>
              <a:rPr lang="en-US" dirty="0" err="1"/>
              <a:t>PyTorch</a:t>
            </a:r>
            <a:r>
              <a:rPr lang="en-US" dirty="0"/>
              <a:t> Distributed Data Parallel (DDP)</a:t>
            </a:r>
          </a:p>
          <a:p>
            <a:pPr marL="303213" indent="-303213">
              <a:buFont typeface="Arial" panose="020B0604020202020204" pitchFamily="34" charset="0"/>
              <a:buChar char="•"/>
            </a:pPr>
            <a:r>
              <a:rPr lang="en-US" dirty="0"/>
              <a:t>Model parallel:</a:t>
            </a:r>
          </a:p>
          <a:p>
            <a:pPr marL="800100" indent="-357188">
              <a:buFont typeface="Arial" panose="020B0604020202020204" pitchFamily="34" charset="0"/>
              <a:buChar char="•"/>
            </a:pPr>
            <a:r>
              <a:rPr lang="en-US" dirty="0" err="1"/>
              <a:t>DeepSpeed</a:t>
            </a:r>
            <a:r>
              <a:rPr lang="en-US" dirty="0"/>
              <a:t> </a:t>
            </a:r>
            <a:r>
              <a:rPr lang="en-US" dirty="0" err="1"/>
              <a:t>ZeRO</a:t>
            </a:r>
            <a:endParaRPr lang="en-US" dirty="0"/>
          </a:p>
          <a:p>
            <a:pPr marL="800100" indent="-357188">
              <a:buFont typeface="Arial" panose="020B0604020202020204" pitchFamily="34" charset="0"/>
              <a:buChar char="•"/>
            </a:pPr>
            <a:r>
              <a:rPr lang="en-US" dirty="0"/>
              <a:t>Torch </a:t>
            </a:r>
            <a:r>
              <a:rPr lang="en-US" dirty="0" err="1"/>
              <a:t>FullyShardedDataParallel</a:t>
            </a:r>
            <a:r>
              <a:rPr lang="en-US" dirty="0"/>
              <a:t> (FSDP): </a:t>
            </a:r>
            <a:r>
              <a:rPr lang="en-US" dirty="0">
                <a:hlinkClick r:id="rId4"/>
              </a:rPr>
              <a:t>https://pytorch.org/docs/stable/fsdp.html</a:t>
            </a:r>
            <a:r>
              <a:rPr lang="en-US" dirty="0"/>
              <a:t> </a:t>
            </a:r>
          </a:p>
          <a:p>
            <a:pPr marL="1200150" indent="-357188">
              <a:buFont typeface="Arial" panose="020B0604020202020204" pitchFamily="34" charset="0"/>
              <a:buChar char="•"/>
            </a:pPr>
            <a:r>
              <a:rPr lang="en-US" dirty="0"/>
              <a:t>Wrapper of ZeRO-3</a:t>
            </a:r>
          </a:p>
          <a:p>
            <a:pPr marL="365125" indent="-365125">
              <a:buFont typeface="Arial" panose="020B0604020202020204" pitchFamily="34" charset="0"/>
              <a:buChar char="•"/>
            </a:pPr>
            <a:r>
              <a:rPr lang="en-US" dirty="0" err="1"/>
              <a:t>Huggingface’s</a:t>
            </a:r>
            <a:r>
              <a:rPr lang="en-US" dirty="0"/>
              <a:t> accelerate: </a:t>
            </a:r>
            <a:r>
              <a:rPr lang="en-US" dirty="0">
                <a:hlinkClick r:id="rId5"/>
              </a:rPr>
              <a:t>https://huggingface.co/docs/transformers/main/en/accelerate</a:t>
            </a:r>
            <a:r>
              <a:rPr lang="en-US" dirty="0"/>
              <a:t> </a:t>
            </a:r>
          </a:p>
          <a:p>
            <a:pPr marL="303213" indent="-303213">
              <a:buFont typeface="Arial" panose="020B0604020202020204" pitchFamily="34" charset="0"/>
              <a:buChar char="•"/>
            </a:pPr>
            <a:endParaRPr lang="en-US" dirty="0"/>
          </a:p>
          <a:p>
            <a:pPr marL="635000">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74DB135C-FB5C-386C-3D6B-BFA8919D8C3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A7FCEDF-C961-8858-BBC5-6F26BBBDF728}"/>
              </a:ext>
            </a:extLst>
          </p:cNvPr>
          <p:cNvSpPr>
            <a:spLocks noGrp="1"/>
          </p:cNvSpPr>
          <p:nvPr>
            <p:ph type="sldNum" sz="quarter" idx="12"/>
          </p:nvPr>
        </p:nvSpPr>
        <p:spPr/>
        <p:txBody>
          <a:bodyPr/>
          <a:lstStyle/>
          <a:p>
            <a:fld id="{7AD0FE45-509C-4BDF-9EDE-64426F8DF3D2}" type="slidenum">
              <a:rPr lang="nl-NL" smtClean="0"/>
              <a:t>30</a:t>
            </a:fld>
            <a:endParaRPr lang="nl-NL"/>
          </a:p>
        </p:txBody>
      </p:sp>
      <p:sp>
        <p:nvSpPr>
          <p:cNvPr id="8" name="Vertical Text Placeholder 2">
            <a:extLst>
              <a:ext uri="{FF2B5EF4-FFF2-40B4-BE49-F238E27FC236}">
                <a16:creationId xmlns:a16="http://schemas.microsoft.com/office/drawing/2014/main" id="{41BEAFEE-662D-651C-AFB9-DEFAF13F6619}"/>
              </a:ext>
            </a:extLst>
          </p:cNvPr>
          <p:cNvSpPr txBox="1">
            <a:spLocks/>
          </p:cNvSpPr>
          <p:nvPr/>
        </p:nvSpPr>
        <p:spPr>
          <a:xfrm>
            <a:off x="7094424" y="2405135"/>
            <a:ext cx="8974163" cy="1409219"/>
          </a:xfrm>
          <a:prstGeom prst="rect">
            <a:avLst/>
          </a:prstGeom>
        </p:spPr>
        <p:txBody>
          <a:bodyPr vert="horz" lIns="0" tIns="0" rIns="0" bIns="0" rtlCol="0">
            <a:no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6"/>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7"/>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8"/>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9"/>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lvl="0">
              <a:buFont typeface="Arial" panose="020B0604020202020204" pitchFamily="34" charset="0"/>
              <a:buChar char="•"/>
            </a:pPr>
            <a:r>
              <a:rPr lang="en-US" b="1" dirty="0"/>
              <a:t>ZeRO-1: </a:t>
            </a:r>
            <a:r>
              <a:rPr lang="en-US" dirty="0"/>
              <a:t>Partition optimizer state</a:t>
            </a:r>
          </a:p>
          <a:p>
            <a:pPr lvl="0">
              <a:buFont typeface="Arial" panose="020B0604020202020204" pitchFamily="34" charset="0"/>
              <a:buChar char="•"/>
            </a:pPr>
            <a:r>
              <a:rPr lang="en-US" b="1" dirty="0"/>
              <a:t>ZeRO-2: </a:t>
            </a:r>
            <a:r>
              <a:rPr lang="en-US" dirty="0"/>
              <a:t>Partition gradients</a:t>
            </a:r>
          </a:p>
          <a:p>
            <a:pPr lvl="0">
              <a:buFont typeface="Arial" panose="020B0604020202020204" pitchFamily="34" charset="0"/>
              <a:buChar char="•"/>
            </a:pPr>
            <a:r>
              <a:rPr lang="en-US" b="1" dirty="0"/>
              <a:t>ZeRO-3: </a:t>
            </a:r>
            <a:r>
              <a:rPr lang="en-US" dirty="0"/>
              <a:t>Partition Model Weights </a:t>
            </a:r>
          </a:p>
          <a:p>
            <a:pPr marL="303213" lvl="0" indent="-303213">
              <a:buFont typeface="Arial" panose="020B0604020202020204" pitchFamily="34" charset="0"/>
              <a:buChar char="•"/>
            </a:pPr>
            <a:endParaRPr lang="en-US" dirty="0"/>
          </a:p>
          <a:p>
            <a:pPr marL="635000" lvl="0">
              <a:buFont typeface="Arial" panose="020B0604020202020204" pitchFamily="34" charset="0"/>
              <a:buChar char="•"/>
            </a:pPr>
            <a:endParaRPr lang="en-US" dirty="0"/>
          </a:p>
          <a:p>
            <a:pPr lvl="0">
              <a:buFont typeface="Arial" panose="020B0604020202020204" pitchFamily="34" charset="0"/>
              <a:buChar char="•"/>
            </a:pPr>
            <a:endParaRPr lang="en-US" dirty="0"/>
          </a:p>
        </p:txBody>
      </p:sp>
    </p:spTree>
    <p:extLst>
      <p:ext uri="{BB962C8B-B14F-4D97-AF65-F5344CB8AC3E}">
        <p14:creationId xmlns:p14="http://schemas.microsoft.com/office/powerpoint/2010/main" val="3699725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 xmlns:p14="http://schemas.microsoft.com/office/powerpoint/2010/main" xmlns:p15="http://schemas.microsoft.com/office/powerpoint/2012/main"/>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46</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48</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49</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50</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51</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52</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53</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 </a:t>
            </a:r>
          </a:p>
          <a:p>
            <a:pPr>
              <a:buFont typeface="Arial" panose="020B0604020202020204" pitchFamily="34" charset="0"/>
              <a:buChar char="•"/>
            </a:pPr>
            <a:r>
              <a:rPr lang="en-US" dirty="0"/>
              <a:t>Use 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54</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55</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56</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27375</TotalTime>
  <Words>3601</Words>
  <Application>Microsoft Macintosh PowerPoint</Application>
  <PresentationFormat>Widescreen</PresentationFormat>
  <Paragraphs>637</Paragraphs>
  <Slides>56</Slides>
  <Notes>8</Notes>
  <HiddenSlides>13</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56</vt:i4>
      </vt:variant>
    </vt:vector>
  </HeadingPairs>
  <TitlesOfParts>
    <vt:vector size="65"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Model parallelism: Pipeline parallelism</vt:lpstr>
      <vt:lpstr>Model parallelism: Tensor parallelism</vt:lpstr>
      <vt:lpstr>Model parallelism: Sequence parallel</vt:lpstr>
      <vt:lpstr>Hybrid model/data parallelism</vt:lpstr>
      <vt:lpstr>3D Parallelism</vt:lpstr>
      <vt:lpstr>PowerPoint Presentation</vt:lpstr>
      <vt:lpstr>PowerPoint Presentation</vt:lpstr>
      <vt:lpstr>PowerPoint Presentation</vt:lpstr>
      <vt:lpstr>PowerPoint Presentation</vt:lpstr>
      <vt:lpstr>PowerPoint Presentation</vt:lpstr>
      <vt:lpstr>What type of parallelism is applicable? Ease-of-implementation</vt:lpstr>
      <vt:lpstr>What type of parallelism is applicable? Ease-of-implementation</vt:lpstr>
      <vt:lpstr>What type of parallelism is applicable? Ease-of-implementation</vt:lpstr>
      <vt:lpstr>So….. What type of parallelization? Optimal performance</vt:lpstr>
      <vt:lpstr>Do I need to parallelise?</vt:lpstr>
      <vt:lpstr>Parallelization tools/wrappers</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MPI / NCCL</vt:lpstr>
      <vt:lpstr>Relevance of MPI for distributed deep learning</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549</cp:revision>
  <cp:lastPrinted>2019-06-12T07:01:08Z</cp:lastPrinted>
  <dcterms:created xsi:type="dcterms:W3CDTF">2018-10-01T11:25:03Z</dcterms:created>
  <dcterms:modified xsi:type="dcterms:W3CDTF">2025-10-27T13:58:03Z</dcterms:modified>
  <cp:category/>
</cp:coreProperties>
</file>