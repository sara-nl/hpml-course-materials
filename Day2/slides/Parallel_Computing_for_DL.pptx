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59"/>
  </p:notesMasterIdLst>
  <p:handoutMasterIdLst>
    <p:handoutMasterId r:id="rId60"/>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472" r:id="rId17"/>
    <p:sldId id="523" r:id="rId18"/>
    <p:sldId id="525" r:id="rId19"/>
    <p:sldId id="513" r:id="rId20"/>
    <p:sldId id="526" r:id="rId21"/>
    <p:sldId id="293" r:id="rId22"/>
    <p:sldId id="294" r:id="rId23"/>
    <p:sldId id="295" r:id="rId24"/>
    <p:sldId id="296" r:id="rId25"/>
    <p:sldId id="297" r:id="rId26"/>
    <p:sldId id="519" r:id="rId27"/>
    <p:sldId id="524" r:id="rId28"/>
    <p:sldId id="520" r:id="rId29"/>
    <p:sldId id="518" r:id="rId30"/>
    <p:sldId id="527" r:id="rId31"/>
    <p:sldId id="521" r:id="rId32"/>
    <p:sldId id="474" r:id="rId33"/>
    <p:sldId id="476" r:id="rId34"/>
    <p:sldId id="478" r:id="rId35"/>
    <p:sldId id="504" r:id="rId36"/>
    <p:sldId id="479" r:id="rId37"/>
    <p:sldId id="492" r:id="rId38"/>
    <p:sldId id="493" r:id="rId39"/>
    <p:sldId id="495" r:id="rId40"/>
    <p:sldId id="480" r:id="rId41"/>
    <p:sldId id="481" r:id="rId42"/>
    <p:sldId id="482" r:id="rId43"/>
    <p:sldId id="486" r:id="rId44"/>
    <p:sldId id="496" r:id="rId45"/>
    <p:sldId id="485" r:id="rId46"/>
    <p:sldId id="487" r:id="rId47"/>
    <p:sldId id="488" r:id="rId48"/>
    <p:sldId id="489" r:id="rId49"/>
    <p:sldId id="490" r:id="rId50"/>
    <p:sldId id="497" r:id="rId51"/>
    <p:sldId id="305" r:id="rId52"/>
    <p:sldId id="306" r:id="rId53"/>
    <p:sldId id="509" r:id="rId54"/>
    <p:sldId id="500" r:id="rId55"/>
    <p:sldId id="498" r:id="rId56"/>
    <p:sldId id="491" r:id="rId57"/>
    <p:sldId id="522" r:id="rId58"/>
  </p:sldIdLst>
  <p:sldSz cx="12192000" cy="6858000"/>
  <p:notesSz cx="6858000" cy="9144000"/>
  <p:custDataLst>
    <p:tags r:id="rId61"/>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472"/>
            <p14:sldId id="523"/>
            <p14:sldId id="525"/>
            <p14:sldId id="513"/>
            <p14:sldId id="526"/>
            <p14:sldId id="293"/>
            <p14:sldId id="294"/>
            <p14:sldId id="295"/>
            <p14:sldId id="296"/>
            <p14:sldId id="297"/>
            <p14:sldId id="519"/>
            <p14:sldId id="524"/>
            <p14:sldId id="520"/>
            <p14:sldId id="518"/>
            <p14:sldId id="527"/>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497"/>
            <p14:sldId id="305"/>
            <p14:sldId id="306"/>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793" autoAdjust="0"/>
    <p:restoredTop sz="89204" autoAdjust="0"/>
  </p:normalViewPr>
  <p:slideViewPr>
    <p:cSldViewPr snapToGrid="0">
      <p:cViewPr varScale="1">
        <p:scale>
          <a:sx n="197" d="100"/>
          <a:sy n="197" d="100"/>
        </p:scale>
        <p:origin x="2008" y="200"/>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tags" Target="tags/tag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20-05-2025</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20-05-2025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Pipeline parallelism combines both data and model parallelism. a) shows the model parallelism, with the training in b. Each color indicates a part of the model. However, since device 0 has to wait for the output of device 1, there is a lot of wait-time in model parallel training. Essentially, all of the white space in this top figure represents devices that are idling. We can do this in a more efficient way using pipeline parallelism. In pipeline parallelism, we also share the model over various devices, as indicated by the different colors. However, instead of computing the forward pass on the full batch, we cut the batch into 4 smaller pieces. Once the forward pass is done on the first piece, device number 1 can start _its_ forward pass. (F0,X means: this device holds part ‘0’ of the model, and processes mini-batch X)</a:t>
            </a:r>
          </a:p>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15</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F7A0-72B9-006A-FD6D-612FF36BA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29ED7-E442-1F6C-5931-84E41613B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37FD-5F57-59C3-9FFE-E559671407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4D0DEA4B-A1E9-82FE-EDBA-D10B72968185}"/>
              </a:ext>
            </a:extLst>
          </p:cNvPr>
          <p:cNvSpPr>
            <a:spLocks noGrp="1"/>
          </p:cNvSpPr>
          <p:nvPr>
            <p:ph type="sldNum" sz="quarter" idx="10"/>
          </p:nvPr>
        </p:nvSpPr>
        <p:spPr/>
        <p:txBody>
          <a:bodyPr/>
          <a:lstStyle/>
          <a:p>
            <a:fld id="{544D7F65-5299-4383-99A9-3EF851E1080D}" type="slidenum">
              <a:rPr lang="nl-NL" smtClean="0"/>
              <a:t>17</a:t>
            </a:fld>
            <a:endParaRPr lang="nl-NL"/>
          </a:p>
        </p:txBody>
      </p:sp>
    </p:spTree>
    <p:extLst>
      <p:ext uri="{BB962C8B-B14F-4D97-AF65-F5344CB8AC3E}">
        <p14:creationId xmlns:p14="http://schemas.microsoft.com/office/powerpoint/2010/main" val="27853535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6"/>
        <p:cNvGrpSpPr/>
        <p:nvPr/>
      </p:nvGrpSpPr>
      <p:grpSpPr>
        <a:xfrm>
          <a:off x="0" y="0"/>
          <a:ext cx="0" cy="0"/>
          <a:chOff x="0" y="0"/>
          <a:chExt cx="0" cy="0"/>
        </a:xfrm>
      </p:grpSpPr>
      <p:sp>
        <p:nvSpPr>
          <p:cNvPr id="10047" name="Google Shape;10047;g3490fd9489e_0_36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48" name="Google Shape;10048;g3490fd9489e_0_36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49" name="Google Shape;10049;g3490fd9489e_0_36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GB" sz="1200" b="0" i="0" u="none" strike="noStrike" cap="none">
                <a:solidFill>
                  <a:srgbClr val="000000"/>
                </a:solidFill>
                <a:latin typeface="Calibri"/>
                <a:ea typeface="Calibri"/>
                <a:cs typeface="Calibri"/>
                <a:sym typeface="Calibri"/>
              </a:rPr>
              <a:t>20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57"/>
        <p:cNvGrpSpPr/>
        <p:nvPr/>
      </p:nvGrpSpPr>
      <p:grpSpPr>
        <a:xfrm>
          <a:off x="0" y="0"/>
          <a:ext cx="0" cy="0"/>
          <a:chOff x="0" y="0"/>
          <a:chExt cx="0" cy="0"/>
        </a:xfrm>
      </p:grpSpPr>
      <p:sp>
        <p:nvSpPr>
          <p:cNvPr id="10058" name="Google Shape;10058;g3490fd9489e_0_36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59" name="Google Shape;10059;g3490fd9489e_0_36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60" name="Google Shape;10060;g3490fd9489e_0_36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GB" sz="1200" b="0" i="0" u="none" strike="noStrike" cap="none">
                <a:solidFill>
                  <a:srgbClr val="000000"/>
                </a:solidFill>
                <a:latin typeface="Calibri"/>
                <a:ea typeface="Calibri"/>
                <a:cs typeface="Calibri"/>
                <a:sym typeface="Calibri"/>
              </a:rPr>
              <a:t>21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8"/>
        <p:cNvGrpSpPr/>
        <p:nvPr/>
      </p:nvGrpSpPr>
      <p:grpSpPr>
        <a:xfrm>
          <a:off x="0" y="0"/>
          <a:ext cx="0" cy="0"/>
          <a:chOff x="0" y="0"/>
          <a:chExt cx="0" cy="0"/>
        </a:xfrm>
      </p:grpSpPr>
      <p:sp>
        <p:nvSpPr>
          <p:cNvPr id="10069" name="Google Shape;10069;g3490fd9489e_0_365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70" name="Google Shape;10070;g3490fd9489e_0_365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71" name="Google Shape;10071;g3490fd9489e_0_365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GB" sz="1200" b="0" i="0" u="none" strike="noStrike" cap="none">
                <a:solidFill>
                  <a:srgbClr val="000000"/>
                </a:solidFill>
                <a:latin typeface="Calibri"/>
                <a:ea typeface="Calibri"/>
                <a:cs typeface="Calibri"/>
                <a:sym typeface="Calibri"/>
              </a:rPr>
              <a:t>22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79"/>
        <p:cNvGrpSpPr/>
        <p:nvPr/>
      </p:nvGrpSpPr>
      <p:grpSpPr>
        <a:xfrm>
          <a:off x="0" y="0"/>
          <a:ext cx="0" cy="0"/>
          <a:chOff x="0" y="0"/>
          <a:chExt cx="0" cy="0"/>
        </a:xfrm>
      </p:grpSpPr>
      <p:sp>
        <p:nvSpPr>
          <p:cNvPr id="10080" name="Google Shape;10080;g3490fd9489e_0_36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81" name="Google Shape;10081;g3490fd9489e_0_367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82" name="Google Shape;10082;g3490fd9489e_0_367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GB" sz="1200" b="0" i="0" u="none" strike="noStrike" cap="none">
                <a:solidFill>
                  <a:srgbClr val="000000"/>
                </a:solidFill>
                <a:latin typeface="Calibri"/>
                <a:ea typeface="Calibri"/>
                <a:cs typeface="Calibri"/>
                <a:sym typeface="Calibri"/>
              </a:rPr>
              <a:t>23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0"/>
        <p:cNvGrpSpPr/>
        <p:nvPr/>
      </p:nvGrpSpPr>
      <p:grpSpPr>
        <a:xfrm>
          <a:off x="0" y="0"/>
          <a:ext cx="0" cy="0"/>
          <a:chOff x="0" y="0"/>
          <a:chExt cx="0" cy="0"/>
        </a:xfrm>
      </p:grpSpPr>
      <p:sp>
        <p:nvSpPr>
          <p:cNvPr id="10091" name="Google Shape;10091;g3490fd9489e_0_36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92" name="Google Shape;10092;g3490fd9489e_0_364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93" name="Google Shape;10093;g3490fd9489e_0_364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GB" sz="1200" b="0" i="0" u="none" strike="noStrike" cap="none">
                <a:solidFill>
                  <a:srgbClr val="000000"/>
                </a:solidFill>
                <a:latin typeface="Calibri"/>
                <a:ea typeface="Calibri"/>
                <a:cs typeface="Calibri"/>
                <a:sym typeface="Calibri"/>
              </a:rPr>
              <a:t>24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35</a:t>
            </a:fld>
            <a:endParaRPr lang="nl-NL"/>
          </a:p>
        </p:txBody>
      </p:sp>
    </p:spTree>
    <p:extLst>
      <p:ext uri="{BB962C8B-B14F-4D97-AF65-F5344CB8AC3E}">
        <p14:creationId xmlns:p14="http://schemas.microsoft.com/office/powerpoint/2010/main" val="1446803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8"/>
        <p:cNvGrpSpPr/>
        <p:nvPr/>
      </p:nvGrpSpPr>
      <p:grpSpPr>
        <a:xfrm>
          <a:off x="0" y="0"/>
          <a:ext cx="0" cy="0"/>
          <a:chOff x="0" y="0"/>
          <a:chExt cx="0" cy="0"/>
        </a:xfrm>
      </p:grpSpPr>
      <p:sp>
        <p:nvSpPr>
          <p:cNvPr id="10179" name="Google Shape;10179;g34c1332626e_0_30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80" name="Google Shape;10180;g34c1332626e_0_30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86"/>
        <p:cNvGrpSpPr/>
        <p:nvPr/>
      </p:nvGrpSpPr>
      <p:grpSpPr>
        <a:xfrm>
          <a:off x="0" y="0"/>
          <a:ext cx="0" cy="0"/>
          <a:chOff x="0" y="0"/>
          <a:chExt cx="0" cy="0"/>
        </a:xfrm>
      </p:grpSpPr>
      <p:sp>
        <p:nvSpPr>
          <p:cNvPr id="10187" name="Google Shape;10187;g3490fd9489e_0_18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88" name="Google Shape;10188;g3490fd9489e_0_18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189" name="Google Shape;10189;g3490fd9489e_0_18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51</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52</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53</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55</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7.jpeg"/><Relationship Id="rId7" Type="http://schemas.openxmlformats.org/officeDocument/2006/relationships/image" Target="../media/image21.jpg"/><Relationship Id="rId2" Type="http://schemas.openxmlformats.org/officeDocument/2006/relationships/image" Target="../media/image16.jpeg"/><Relationship Id="rId1" Type="http://schemas.openxmlformats.org/officeDocument/2006/relationships/slideMaster" Target="../slideMasters/slideMaster2.xml"/><Relationship Id="rId6" Type="http://schemas.openxmlformats.org/officeDocument/2006/relationships/image" Target="../media/image20.jpeg"/><Relationship Id="rId5" Type="http://schemas.openxmlformats.org/officeDocument/2006/relationships/image" Target="../media/image19.jpg"/><Relationship Id="rId4" Type="http://schemas.openxmlformats.org/officeDocument/2006/relationships/image" Target="../media/image18.jpeg"/></Relationships>
</file>

<file path=ppt/slideLayouts/_rels/slideLayout22.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3.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3.png"/><Relationship Id="rId7" Type="http://schemas.openxmlformats.org/officeDocument/2006/relationships/image" Target="../media/image27.jpeg"/><Relationship Id="rId2" Type="http://schemas.openxmlformats.org/officeDocument/2006/relationships/image" Target="../media/image22.png"/><Relationship Id="rId1" Type="http://schemas.openxmlformats.org/officeDocument/2006/relationships/slideMaster" Target="../slideMasters/slideMaster2.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20-05-2025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20-05-2025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20-05-2025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20-05-2025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20-05-2025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064"/>
        <p:cNvGrpSpPr/>
        <p:nvPr/>
      </p:nvGrpSpPr>
      <p:grpSpPr>
        <a:xfrm>
          <a:off x="0" y="0"/>
          <a:ext cx="0" cy="0"/>
          <a:chOff x="0" y="0"/>
          <a:chExt cx="0" cy="0"/>
        </a:xfrm>
      </p:grpSpPr>
      <p:sp>
        <p:nvSpPr>
          <p:cNvPr id="4065" name="Google Shape;4065;p64"/>
          <p:cNvSpPr txBox="1">
            <a:spLocks noGrp="1"/>
          </p:cNvSpPr>
          <p:nvPr>
            <p:ph type="title"/>
          </p:nvPr>
        </p:nvSpPr>
        <p:spPr>
          <a:xfrm>
            <a:off x="415600" y="593367"/>
            <a:ext cx="11360800" cy="763600"/>
          </a:xfrm>
          <a:prstGeom prst="rect">
            <a:avLst/>
          </a:prstGeom>
        </p:spPr>
        <p:txBody>
          <a:bodyPr spcFirstLastPara="1" wrap="square" lIns="0" tIns="0" rIns="0" bIns="0" anchor="t" anchorCtr="0">
            <a:noAutofit/>
          </a:bodyPr>
          <a:lstStyle>
            <a:lvl1pPr lvl="0">
              <a:spcBef>
                <a:spcPts val="0"/>
              </a:spcBef>
              <a:spcAft>
                <a:spcPts val="0"/>
              </a:spcAft>
              <a:buSzPts val="26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066" name="Google Shape;4066;p64"/>
          <p:cNvSpPr txBox="1">
            <a:spLocks noGrp="1"/>
          </p:cNvSpPr>
          <p:nvPr>
            <p:ph type="body" idx="1"/>
          </p:nvPr>
        </p:nvSpPr>
        <p:spPr>
          <a:xfrm>
            <a:off x="415600" y="1536633"/>
            <a:ext cx="11360800" cy="4555200"/>
          </a:xfrm>
          <a:prstGeom prst="rect">
            <a:avLst/>
          </a:prstGeom>
        </p:spPr>
        <p:txBody>
          <a:bodyPr spcFirstLastPara="1" wrap="square" lIns="0" tIns="0" rIns="0" bIns="0" anchor="t" anchorCtr="0">
            <a:noAutofit/>
          </a:bodyPr>
          <a:lstStyle>
            <a:lvl1pPr marL="609585" lvl="0" indent="-304792">
              <a:spcBef>
                <a:spcPts val="667"/>
              </a:spcBef>
              <a:spcAft>
                <a:spcPts val="0"/>
              </a:spcAft>
              <a:buSzPts val="1400"/>
              <a:buNone/>
              <a:defRPr/>
            </a:lvl1pPr>
            <a:lvl2pPr marL="1219170" lvl="1" indent="-304792">
              <a:spcBef>
                <a:spcPts val="667"/>
              </a:spcBef>
              <a:spcAft>
                <a:spcPts val="0"/>
              </a:spcAft>
              <a:buSzPts val="1200"/>
              <a:buNone/>
              <a:defRPr/>
            </a:lvl2pPr>
            <a:lvl3pPr marL="1828754" lvl="2" indent="-304792">
              <a:spcBef>
                <a:spcPts val="667"/>
              </a:spcBef>
              <a:spcAft>
                <a:spcPts val="0"/>
              </a:spcAft>
              <a:buSzPts val="1500"/>
              <a:buNone/>
              <a:defRPr/>
            </a:lvl3pPr>
            <a:lvl4pPr marL="2438339" lvl="3" indent="-304792">
              <a:spcBef>
                <a:spcPts val="667"/>
              </a:spcBef>
              <a:spcAft>
                <a:spcPts val="0"/>
              </a:spcAft>
              <a:buSzPts val="1500"/>
              <a:buNone/>
              <a:defRPr/>
            </a:lvl4pPr>
            <a:lvl5pPr marL="3047924" lvl="4" indent="-304792">
              <a:spcBef>
                <a:spcPts val="667"/>
              </a:spcBef>
              <a:spcAft>
                <a:spcPts val="0"/>
              </a:spcAft>
              <a:buSzPts val="1500"/>
              <a:buNone/>
              <a:defRPr/>
            </a:lvl5pPr>
            <a:lvl6pPr marL="3657509" lvl="5" indent="-304792">
              <a:spcBef>
                <a:spcPts val="667"/>
              </a:spcBef>
              <a:spcAft>
                <a:spcPts val="0"/>
              </a:spcAft>
              <a:buSzPts val="1500"/>
              <a:buNone/>
              <a:defRPr/>
            </a:lvl6pPr>
            <a:lvl7pPr marL="4267093" lvl="6" indent="-304792">
              <a:spcBef>
                <a:spcPts val="667"/>
              </a:spcBef>
              <a:spcAft>
                <a:spcPts val="0"/>
              </a:spcAft>
              <a:buSzPts val="1100"/>
              <a:buNone/>
              <a:defRPr/>
            </a:lvl7pPr>
            <a:lvl8pPr marL="4876678" lvl="7" indent="-304792">
              <a:spcBef>
                <a:spcPts val="667"/>
              </a:spcBef>
              <a:spcAft>
                <a:spcPts val="0"/>
              </a:spcAft>
              <a:buSzPts val="1400"/>
              <a:buNone/>
              <a:defRPr/>
            </a:lvl8pPr>
            <a:lvl9pPr marL="5486263" lvl="8" indent="-304792">
              <a:spcBef>
                <a:spcPts val="667"/>
              </a:spcBef>
              <a:spcAft>
                <a:spcPts val="667"/>
              </a:spcAft>
              <a:buSzPts val="1200"/>
              <a:buNone/>
              <a:defRPr/>
            </a:lvl9pPr>
          </a:lstStyle>
          <a:p>
            <a:endParaRPr/>
          </a:p>
        </p:txBody>
      </p:sp>
      <p:sp>
        <p:nvSpPr>
          <p:cNvPr id="4067" name="Google Shape;4067;p64"/>
          <p:cNvSpPr txBox="1">
            <a:spLocks noGrp="1"/>
          </p:cNvSpPr>
          <p:nvPr>
            <p:ph type="sldNum" idx="12"/>
          </p:nvPr>
        </p:nvSpPr>
        <p:spPr>
          <a:xfrm>
            <a:off x="11296611" y="6217623"/>
            <a:ext cx="731600" cy="5248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37223870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ext #3">
  <p:cSld name="Text #3">
    <p:spTree>
      <p:nvGrpSpPr>
        <p:cNvPr id="1" name="Shape 4973"/>
        <p:cNvGrpSpPr/>
        <p:nvPr/>
      </p:nvGrpSpPr>
      <p:grpSpPr>
        <a:xfrm>
          <a:off x="0" y="0"/>
          <a:ext cx="0" cy="0"/>
          <a:chOff x="0" y="0"/>
          <a:chExt cx="0" cy="0"/>
        </a:xfrm>
      </p:grpSpPr>
      <p:sp>
        <p:nvSpPr>
          <p:cNvPr id="4974" name="Google Shape;4974;p77"/>
          <p:cNvSpPr/>
          <p:nvPr/>
        </p:nvSpPr>
        <p:spPr>
          <a:xfrm>
            <a:off x="193040" y="225424"/>
            <a:ext cx="11806000" cy="6424400"/>
          </a:xfrm>
          <a:prstGeom prst="roundRect">
            <a:avLst>
              <a:gd name="adj" fmla="val 3563"/>
            </a:avLst>
          </a:prstGeom>
          <a:solidFill>
            <a:schemeClr val="accent1">
              <a:alpha val="20000"/>
            </a:schemeClr>
          </a:solidFill>
          <a:ln>
            <a:noFill/>
          </a:ln>
        </p:spPr>
        <p:txBody>
          <a:bodyPr spcFirstLastPara="1" wrap="square" lIns="91433" tIns="45700" rIns="91433" bIns="45700" anchor="t" anchorCtr="0">
            <a:noAutofit/>
          </a:bodyPr>
          <a:lstStyle/>
          <a:p>
            <a:pPr marL="0" marR="0" lvl="0" indent="0" algn="l" rtl="0">
              <a:lnSpc>
                <a:spcPct val="90000"/>
              </a:lnSpc>
              <a:spcBef>
                <a:spcPts val="0"/>
              </a:spcBef>
              <a:spcAft>
                <a:spcPts val="0"/>
              </a:spcAft>
              <a:buClr>
                <a:schemeClr val="accent1"/>
              </a:buClr>
              <a:buSzPts val="100"/>
              <a:buFont typeface="Calibri"/>
              <a:buNone/>
            </a:pPr>
            <a:r>
              <a:rPr lang="en-GB" sz="133">
                <a:solidFill>
                  <a:schemeClr val="dk1"/>
                </a:solidFill>
                <a:latin typeface="Calibri"/>
                <a:ea typeface="Calibri"/>
                <a:cs typeface="Calibri"/>
                <a:sym typeface="Calibri"/>
              </a:rPr>
              <a:t> </a:t>
            </a:r>
            <a:endParaRPr sz="1467"/>
          </a:p>
        </p:txBody>
      </p:sp>
      <p:sp>
        <p:nvSpPr>
          <p:cNvPr id="4975" name="Google Shape;4975;p77"/>
          <p:cNvSpPr txBox="1">
            <a:spLocks noGrp="1"/>
          </p:cNvSpPr>
          <p:nvPr>
            <p:ph type="body" idx="1"/>
          </p:nvPr>
        </p:nvSpPr>
        <p:spPr>
          <a:xfrm>
            <a:off x="720000" y="1592263"/>
            <a:ext cx="7488000" cy="4214000"/>
          </a:xfrm>
          <a:prstGeom prst="rect">
            <a:avLst/>
          </a:prstGeom>
          <a:noFill/>
          <a:ln>
            <a:noFill/>
          </a:ln>
        </p:spPr>
        <p:txBody>
          <a:bodyPr spcFirstLastPara="1" wrap="square" lIns="0" tIns="0" rIns="0" bIns="0" anchor="t" anchorCtr="0">
            <a:noAutofit/>
          </a:bodyPr>
          <a:lstStyle>
            <a:lvl1pPr marL="609585" lvl="0" indent="-304792" algn="l">
              <a:lnSpc>
                <a:spcPct val="90000"/>
              </a:lnSpc>
              <a:spcBef>
                <a:spcPts val="667"/>
              </a:spcBef>
              <a:spcAft>
                <a:spcPts val="0"/>
              </a:spcAft>
              <a:buSzPts val="1400"/>
              <a:buFont typeface="Calibri"/>
              <a:buNone/>
              <a:defRPr/>
            </a:lvl1pPr>
            <a:lvl2pPr marL="1219170" lvl="1" indent="-304792" algn="l">
              <a:lnSpc>
                <a:spcPct val="90000"/>
              </a:lnSpc>
              <a:spcBef>
                <a:spcPts val="667"/>
              </a:spcBef>
              <a:spcAft>
                <a:spcPts val="0"/>
              </a:spcAft>
              <a:buSzPts val="1200"/>
              <a:buNone/>
              <a:defRPr/>
            </a:lvl2pPr>
            <a:lvl3pPr marL="1828754" lvl="2" indent="-304792" algn="l">
              <a:lnSpc>
                <a:spcPct val="90000"/>
              </a:lnSpc>
              <a:spcBef>
                <a:spcPts val="667"/>
              </a:spcBef>
              <a:spcAft>
                <a:spcPts val="0"/>
              </a:spcAft>
              <a:buSzPts val="1500"/>
              <a:buFont typeface="Calibri"/>
              <a:buNone/>
              <a:defRPr/>
            </a:lvl3pPr>
            <a:lvl4pPr marL="2438339" lvl="3" indent="-304792" algn="l">
              <a:lnSpc>
                <a:spcPct val="90000"/>
              </a:lnSpc>
              <a:spcBef>
                <a:spcPts val="667"/>
              </a:spcBef>
              <a:spcAft>
                <a:spcPts val="0"/>
              </a:spcAft>
              <a:buClr>
                <a:schemeClr val="accent1"/>
              </a:buClr>
              <a:buSzPts val="1500"/>
              <a:buNone/>
              <a:defRPr/>
            </a:lvl4pPr>
            <a:lvl5pPr marL="3047924" lvl="4" indent="-304792" algn="l">
              <a:lnSpc>
                <a:spcPct val="90000"/>
              </a:lnSpc>
              <a:spcBef>
                <a:spcPts val="667"/>
              </a:spcBef>
              <a:spcAft>
                <a:spcPts val="0"/>
              </a:spcAft>
              <a:buClr>
                <a:schemeClr val="accent3"/>
              </a:buClr>
              <a:buSzPts val="1500"/>
              <a:buNone/>
              <a:defRPr/>
            </a:lvl5pPr>
            <a:lvl6pPr marL="3657509" lvl="5" indent="-304792" algn="l">
              <a:lnSpc>
                <a:spcPct val="90000"/>
              </a:lnSpc>
              <a:spcBef>
                <a:spcPts val="667"/>
              </a:spcBef>
              <a:spcAft>
                <a:spcPts val="0"/>
              </a:spcAft>
              <a:buSzPts val="1500"/>
              <a:buNone/>
              <a:defRPr/>
            </a:lvl6pPr>
            <a:lvl7pPr marL="4267093" lvl="6" indent="-304792" algn="l">
              <a:lnSpc>
                <a:spcPct val="90000"/>
              </a:lnSpc>
              <a:spcBef>
                <a:spcPts val="667"/>
              </a:spcBef>
              <a:spcAft>
                <a:spcPts val="0"/>
              </a:spcAft>
              <a:buSzPts val="1100"/>
              <a:buFont typeface="Calibri"/>
              <a:buNone/>
              <a:defRPr/>
            </a:lvl7pPr>
            <a:lvl8pPr marL="4876678" lvl="7" indent="-304792" algn="l">
              <a:lnSpc>
                <a:spcPct val="90000"/>
              </a:lnSpc>
              <a:spcBef>
                <a:spcPts val="667"/>
              </a:spcBef>
              <a:spcAft>
                <a:spcPts val="0"/>
              </a:spcAft>
              <a:buSzPts val="1400"/>
              <a:buFont typeface="Calibri"/>
              <a:buNone/>
              <a:defRPr/>
            </a:lvl8pPr>
            <a:lvl9pPr marL="5486263" lvl="8" indent="-304792" algn="l">
              <a:lnSpc>
                <a:spcPct val="90000"/>
              </a:lnSpc>
              <a:spcBef>
                <a:spcPts val="667"/>
              </a:spcBef>
              <a:spcAft>
                <a:spcPts val="667"/>
              </a:spcAft>
              <a:buSzPts val="1200"/>
              <a:buFont typeface="Calibri"/>
              <a:buNone/>
              <a:defRPr/>
            </a:lvl9pPr>
          </a:lstStyle>
          <a:p>
            <a:endParaRPr/>
          </a:p>
        </p:txBody>
      </p:sp>
      <p:sp>
        <p:nvSpPr>
          <p:cNvPr id="4976" name="Google Shape;4976;p77"/>
          <p:cNvSpPr/>
          <p:nvPr/>
        </p:nvSpPr>
        <p:spPr>
          <a:xfrm>
            <a:off x="0" y="-367937"/>
            <a:ext cx="600800" cy="246400"/>
          </a:xfrm>
          <a:prstGeom prst="roundRect">
            <a:avLst>
              <a:gd name="adj" fmla="val 0"/>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GB" sz="1600" b="1" cap="none">
                <a:solidFill>
                  <a:schemeClr val="accent1"/>
                </a:solidFill>
                <a:latin typeface="Calibri"/>
                <a:ea typeface="Calibri"/>
                <a:cs typeface="Calibri"/>
                <a:sym typeface="Calibri"/>
              </a:rPr>
              <a:t>Text #3</a:t>
            </a:r>
            <a:endParaRPr sz="1467"/>
          </a:p>
        </p:txBody>
      </p:sp>
      <p:sp>
        <p:nvSpPr>
          <p:cNvPr id="4977" name="Google Shape;4977;p77"/>
          <p:cNvSpPr txBox="1">
            <a:spLocks noGrp="1"/>
          </p:cNvSpPr>
          <p:nvPr>
            <p:ph type="body" idx="2"/>
          </p:nvPr>
        </p:nvSpPr>
        <p:spPr>
          <a:xfrm>
            <a:off x="720000" y="6060536"/>
            <a:ext cx="932400" cy="475200"/>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lvl1pPr marL="609585" lvl="0" indent="-304792" algn="l">
              <a:lnSpc>
                <a:spcPct val="90000"/>
              </a:lnSpc>
              <a:spcBef>
                <a:spcPts val="667"/>
              </a:spcBef>
              <a:spcAft>
                <a:spcPts val="0"/>
              </a:spcAft>
              <a:buSzPts val="100"/>
              <a:buFont typeface="Calibri"/>
              <a:buNone/>
              <a:defRPr sz="133"/>
            </a:lvl1pPr>
            <a:lvl2pPr marL="1219170" lvl="1" indent="-304792" algn="l">
              <a:lnSpc>
                <a:spcPct val="90000"/>
              </a:lnSpc>
              <a:spcBef>
                <a:spcPts val="667"/>
              </a:spcBef>
              <a:spcAft>
                <a:spcPts val="0"/>
              </a:spcAft>
              <a:buSzPts val="1400"/>
              <a:buNone/>
              <a:defRPr/>
            </a:lvl2pPr>
            <a:lvl3pPr marL="1828754" lvl="2" indent="-304792" algn="l">
              <a:lnSpc>
                <a:spcPct val="90000"/>
              </a:lnSpc>
              <a:spcBef>
                <a:spcPts val="667"/>
              </a:spcBef>
              <a:spcAft>
                <a:spcPts val="0"/>
              </a:spcAft>
              <a:buSzPts val="1400"/>
              <a:buNone/>
              <a:defRPr/>
            </a:lvl3pPr>
            <a:lvl4pPr marL="2438339" lvl="3" indent="-304792" algn="l">
              <a:lnSpc>
                <a:spcPct val="90000"/>
              </a:lnSpc>
              <a:spcBef>
                <a:spcPts val="667"/>
              </a:spcBef>
              <a:spcAft>
                <a:spcPts val="0"/>
              </a:spcAft>
              <a:buClr>
                <a:schemeClr val="accent1"/>
              </a:buClr>
              <a:buSzPts val="1400"/>
              <a:buNone/>
              <a:defRPr/>
            </a:lvl4pPr>
            <a:lvl5pPr marL="3047924" lvl="4" indent="-304792" algn="l">
              <a:lnSpc>
                <a:spcPct val="90000"/>
              </a:lnSpc>
              <a:spcBef>
                <a:spcPts val="667"/>
              </a:spcBef>
              <a:spcAft>
                <a:spcPts val="0"/>
              </a:spcAft>
              <a:buClr>
                <a:schemeClr val="accent3"/>
              </a:buClr>
              <a:buSzPts val="1400"/>
              <a:buNone/>
              <a:defRPr/>
            </a:lvl5pPr>
            <a:lvl6pPr marL="3657509" lvl="5" indent="-304792" algn="l">
              <a:lnSpc>
                <a:spcPct val="90000"/>
              </a:lnSpc>
              <a:spcBef>
                <a:spcPts val="667"/>
              </a:spcBef>
              <a:spcAft>
                <a:spcPts val="0"/>
              </a:spcAft>
              <a:buSzPts val="1400"/>
              <a:buNone/>
              <a:defRPr/>
            </a:lvl6pPr>
            <a:lvl7pPr marL="4267093" lvl="6" indent="-304792" algn="l">
              <a:lnSpc>
                <a:spcPct val="90000"/>
              </a:lnSpc>
              <a:spcBef>
                <a:spcPts val="667"/>
              </a:spcBef>
              <a:spcAft>
                <a:spcPts val="0"/>
              </a:spcAft>
              <a:buSzPts val="1400"/>
              <a:buNone/>
              <a:defRPr/>
            </a:lvl7pPr>
            <a:lvl8pPr marL="4876678" lvl="7" indent="-304792" algn="l">
              <a:lnSpc>
                <a:spcPct val="90000"/>
              </a:lnSpc>
              <a:spcBef>
                <a:spcPts val="667"/>
              </a:spcBef>
              <a:spcAft>
                <a:spcPts val="0"/>
              </a:spcAft>
              <a:buSzPts val="1400"/>
              <a:buNone/>
              <a:defRPr/>
            </a:lvl8pPr>
            <a:lvl9pPr marL="5486263" lvl="8" indent="-304792" algn="l">
              <a:lnSpc>
                <a:spcPct val="90000"/>
              </a:lnSpc>
              <a:spcBef>
                <a:spcPts val="667"/>
              </a:spcBef>
              <a:spcAft>
                <a:spcPts val="667"/>
              </a:spcAft>
              <a:buSzPts val="1400"/>
              <a:buNone/>
              <a:defRPr/>
            </a:lvl9pPr>
          </a:lstStyle>
          <a:p>
            <a:endParaRPr/>
          </a:p>
        </p:txBody>
      </p:sp>
      <p:sp>
        <p:nvSpPr>
          <p:cNvPr id="4978" name="Google Shape;4978;p77"/>
          <p:cNvSpPr txBox="1">
            <a:spLocks noGrp="1"/>
          </p:cNvSpPr>
          <p:nvPr>
            <p:ph type="body" idx="3"/>
          </p:nvPr>
        </p:nvSpPr>
        <p:spPr>
          <a:xfrm>
            <a:off x="708207" y="707795"/>
            <a:ext cx="36000" cy="396000"/>
          </a:xfrm>
          <a:prstGeom prst="rect">
            <a:avLst/>
          </a:prstGeom>
          <a:solidFill>
            <a:schemeClr val="accent1"/>
          </a:solidFill>
          <a:ln>
            <a:noFill/>
          </a:ln>
        </p:spPr>
        <p:txBody>
          <a:bodyPr spcFirstLastPara="1" wrap="square" lIns="0" tIns="0" rIns="0" bIns="0" anchor="t" anchorCtr="0">
            <a:noAutofit/>
          </a:bodyPr>
          <a:lstStyle>
            <a:lvl1pPr marL="609585" lvl="0" indent="-304792" algn="l">
              <a:lnSpc>
                <a:spcPct val="90000"/>
              </a:lnSpc>
              <a:spcBef>
                <a:spcPts val="667"/>
              </a:spcBef>
              <a:spcAft>
                <a:spcPts val="0"/>
              </a:spcAft>
              <a:buSzPts val="100"/>
              <a:buFont typeface="Calibri"/>
              <a:buNone/>
              <a:defRPr sz="133"/>
            </a:lvl1pPr>
            <a:lvl2pPr marL="1219170" lvl="1" indent="-304792" algn="l">
              <a:lnSpc>
                <a:spcPct val="90000"/>
              </a:lnSpc>
              <a:spcBef>
                <a:spcPts val="667"/>
              </a:spcBef>
              <a:spcAft>
                <a:spcPts val="0"/>
              </a:spcAft>
              <a:buSzPts val="1400"/>
              <a:buNone/>
              <a:defRPr/>
            </a:lvl2pPr>
            <a:lvl3pPr marL="1828754" lvl="2" indent="-304792" algn="l">
              <a:lnSpc>
                <a:spcPct val="90000"/>
              </a:lnSpc>
              <a:spcBef>
                <a:spcPts val="667"/>
              </a:spcBef>
              <a:spcAft>
                <a:spcPts val="0"/>
              </a:spcAft>
              <a:buSzPts val="1400"/>
              <a:buNone/>
              <a:defRPr/>
            </a:lvl3pPr>
            <a:lvl4pPr marL="2438339" lvl="3" indent="-304792" algn="l">
              <a:lnSpc>
                <a:spcPct val="90000"/>
              </a:lnSpc>
              <a:spcBef>
                <a:spcPts val="667"/>
              </a:spcBef>
              <a:spcAft>
                <a:spcPts val="0"/>
              </a:spcAft>
              <a:buClr>
                <a:schemeClr val="accent1"/>
              </a:buClr>
              <a:buSzPts val="1400"/>
              <a:buNone/>
              <a:defRPr/>
            </a:lvl4pPr>
            <a:lvl5pPr marL="3047924" lvl="4" indent="-304792" algn="l">
              <a:lnSpc>
                <a:spcPct val="90000"/>
              </a:lnSpc>
              <a:spcBef>
                <a:spcPts val="667"/>
              </a:spcBef>
              <a:spcAft>
                <a:spcPts val="0"/>
              </a:spcAft>
              <a:buClr>
                <a:schemeClr val="accent3"/>
              </a:buClr>
              <a:buSzPts val="1400"/>
              <a:buNone/>
              <a:defRPr/>
            </a:lvl5pPr>
            <a:lvl6pPr marL="3657509" lvl="5" indent="-304792" algn="l">
              <a:lnSpc>
                <a:spcPct val="90000"/>
              </a:lnSpc>
              <a:spcBef>
                <a:spcPts val="667"/>
              </a:spcBef>
              <a:spcAft>
                <a:spcPts val="0"/>
              </a:spcAft>
              <a:buSzPts val="1400"/>
              <a:buNone/>
              <a:defRPr/>
            </a:lvl6pPr>
            <a:lvl7pPr marL="4267093" lvl="6" indent="-304792" algn="l">
              <a:lnSpc>
                <a:spcPct val="90000"/>
              </a:lnSpc>
              <a:spcBef>
                <a:spcPts val="667"/>
              </a:spcBef>
              <a:spcAft>
                <a:spcPts val="0"/>
              </a:spcAft>
              <a:buSzPts val="1400"/>
              <a:buNone/>
              <a:defRPr/>
            </a:lvl7pPr>
            <a:lvl8pPr marL="4876678" lvl="7" indent="-304792" algn="l">
              <a:lnSpc>
                <a:spcPct val="90000"/>
              </a:lnSpc>
              <a:spcBef>
                <a:spcPts val="667"/>
              </a:spcBef>
              <a:spcAft>
                <a:spcPts val="0"/>
              </a:spcAft>
              <a:buSzPts val="1400"/>
              <a:buNone/>
              <a:defRPr/>
            </a:lvl8pPr>
            <a:lvl9pPr marL="5486263" lvl="8" indent="-304792" algn="l">
              <a:lnSpc>
                <a:spcPct val="90000"/>
              </a:lnSpc>
              <a:spcBef>
                <a:spcPts val="667"/>
              </a:spcBef>
              <a:spcAft>
                <a:spcPts val="667"/>
              </a:spcAft>
              <a:buSzPts val="1400"/>
              <a:buNone/>
              <a:defRPr/>
            </a:lvl9pPr>
          </a:lstStyle>
          <a:p>
            <a:endParaRPr/>
          </a:p>
        </p:txBody>
      </p:sp>
      <p:sp>
        <p:nvSpPr>
          <p:cNvPr id="4979" name="Google Shape;4979;p77"/>
          <p:cNvSpPr txBox="1">
            <a:spLocks noGrp="1"/>
          </p:cNvSpPr>
          <p:nvPr>
            <p:ph type="title"/>
          </p:nvPr>
        </p:nvSpPr>
        <p:spPr>
          <a:xfrm>
            <a:off x="865163" y="722313"/>
            <a:ext cx="10606800" cy="342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grpSp>
        <p:nvGrpSpPr>
          <p:cNvPr id="4980" name="Google Shape;4980;p77"/>
          <p:cNvGrpSpPr/>
          <p:nvPr/>
        </p:nvGrpSpPr>
        <p:grpSpPr>
          <a:xfrm>
            <a:off x="-3786437" y="0"/>
            <a:ext cx="3693485" cy="5359349"/>
            <a:chOff x="-3786437" y="0"/>
            <a:chExt cx="3693486" cy="5359349"/>
          </a:xfrm>
        </p:grpSpPr>
        <p:sp>
          <p:nvSpPr>
            <p:cNvPr id="4981" name="Google Shape;4981;p77"/>
            <p:cNvSpPr/>
            <p:nvPr/>
          </p:nvSpPr>
          <p:spPr>
            <a:xfrm>
              <a:off x="-3786165" y="0"/>
              <a:ext cx="3593100" cy="4641300"/>
            </a:xfrm>
            <a:prstGeom prst="rect">
              <a:avLst/>
            </a:prstGeom>
            <a:solidFill>
              <a:srgbClr val="FFFFFF"/>
            </a:solidFill>
            <a:ln w="9525" cap="flat" cmpd="sng">
              <a:solidFill>
                <a:srgbClr val="ECECEC"/>
              </a:solidFill>
              <a:prstDash val="solid"/>
              <a:miter lim="800000"/>
              <a:headEnd type="none" w="sm" len="sm"/>
              <a:tailEnd type="none" w="sm" len="sm"/>
            </a:ln>
          </p:spPr>
          <p:txBody>
            <a:bodyPr spcFirstLastPara="1" wrap="square" lIns="135000" tIns="108000" rIns="135000" bIns="108000" anchor="t" anchorCtr="0">
              <a:noAutofit/>
            </a:bodyPr>
            <a:lstStyle/>
            <a:p>
              <a:pPr marL="0" marR="0" lvl="0" indent="0" algn="l" rtl="0">
                <a:lnSpc>
                  <a:spcPct val="90000"/>
                </a:lnSpc>
                <a:spcBef>
                  <a:spcPts val="0"/>
                </a:spcBef>
                <a:spcAft>
                  <a:spcPts val="0"/>
                </a:spcAft>
                <a:buNone/>
              </a:pPr>
              <a:r>
                <a:rPr lang="en-GB" sz="1467" b="1" cap="none">
                  <a:solidFill>
                    <a:schemeClr val="dk2"/>
                  </a:solidFill>
                  <a:latin typeface="Calibri"/>
                  <a:ea typeface="Calibri"/>
                  <a:cs typeface="Calibri"/>
                  <a:sym typeface="Calibri"/>
                </a:rPr>
                <a:t>CHOOSING TEXT LEVELS</a:t>
              </a:r>
              <a:endParaRPr sz="1467"/>
            </a:p>
          </p:txBody>
        </p:sp>
        <p:sp>
          <p:nvSpPr>
            <p:cNvPr id="4982" name="Google Shape;4982;p77"/>
            <p:cNvSpPr/>
            <p:nvPr/>
          </p:nvSpPr>
          <p:spPr>
            <a:xfrm>
              <a:off x="-3604183" y="183748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1</a:t>
              </a:r>
              <a:endParaRPr sz="1467"/>
            </a:p>
          </p:txBody>
        </p:sp>
        <p:sp>
          <p:nvSpPr>
            <p:cNvPr id="4983" name="Google Shape;4983;p77"/>
            <p:cNvSpPr/>
            <p:nvPr/>
          </p:nvSpPr>
          <p:spPr>
            <a:xfrm>
              <a:off x="-3319415" y="1837484"/>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4"/>
                </a:buClr>
                <a:buSzPts val="1100"/>
                <a:buFont typeface="Calibri"/>
                <a:buNone/>
              </a:pPr>
              <a:r>
                <a:rPr lang="en-GB" sz="1467" b="0" i="0" u="none" strike="noStrike" cap="none">
                  <a:solidFill>
                    <a:srgbClr val="000000"/>
                  </a:solidFill>
                  <a:latin typeface="Calibri"/>
                  <a:ea typeface="Calibri"/>
                  <a:cs typeface="Calibri"/>
                  <a:sym typeface="Calibri"/>
                </a:rPr>
                <a:t>Plain text #1</a:t>
              </a:r>
              <a:endParaRPr sz="1467"/>
            </a:p>
          </p:txBody>
        </p:sp>
        <p:sp>
          <p:nvSpPr>
            <p:cNvPr id="4984" name="Google Shape;4984;p77"/>
            <p:cNvSpPr/>
            <p:nvPr/>
          </p:nvSpPr>
          <p:spPr>
            <a:xfrm>
              <a:off x="-3604183" y="2128768"/>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2</a:t>
              </a:r>
              <a:endParaRPr sz="1467"/>
            </a:p>
          </p:txBody>
        </p:sp>
        <p:sp>
          <p:nvSpPr>
            <p:cNvPr id="4985" name="Google Shape;4985;p77"/>
            <p:cNvSpPr/>
            <p:nvPr/>
          </p:nvSpPr>
          <p:spPr>
            <a:xfrm>
              <a:off x="-3604183" y="1196113"/>
              <a:ext cx="3228900" cy="4593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900"/>
                <a:buFont typeface="Calibri"/>
                <a:buNone/>
              </a:pPr>
              <a:r>
                <a:rPr lang="en-GB" sz="1200" b="0" i="0" u="none" strike="noStrike" cap="none">
                  <a:solidFill>
                    <a:srgbClr val="000000"/>
                  </a:solidFill>
                  <a:latin typeface="Calibri"/>
                  <a:ea typeface="Calibri"/>
                  <a:cs typeface="Calibri"/>
                  <a:sym typeface="Calibri"/>
                </a:rPr>
                <a:t>Under the tab </a:t>
              </a:r>
              <a:r>
                <a:rPr lang="en-GB" sz="1200" b="1" i="0" u="none" strike="noStrike" cap="none">
                  <a:solidFill>
                    <a:srgbClr val="000000"/>
                  </a:solidFill>
                  <a:latin typeface="Calibri"/>
                  <a:ea typeface="Calibri"/>
                  <a:cs typeface="Calibri"/>
                  <a:sym typeface="Calibri"/>
                </a:rPr>
                <a:t>‘Home’</a:t>
              </a:r>
              <a:r>
                <a:rPr lang="en-GB" sz="1200" b="0" i="0" u="none" strike="noStrike" cap="none">
                  <a:solidFill>
                    <a:srgbClr val="000000"/>
                  </a:solidFill>
                  <a:latin typeface="Calibri"/>
                  <a:ea typeface="Calibri"/>
                  <a:cs typeface="Calibri"/>
                  <a:sym typeface="Calibri"/>
                </a:rPr>
                <a:t>, use the </a:t>
              </a:r>
              <a:r>
                <a:rPr lang="en-GB" sz="1200" b="1" i="0" u="none" strike="noStrike" cap="none">
                  <a:solidFill>
                    <a:srgbClr val="000000"/>
                  </a:solidFill>
                  <a:latin typeface="Calibri"/>
                  <a:ea typeface="Calibri"/>
                  <a:cs typeface="Calibri"/>
                  <a:sym typeface="Calibri"/>
                </a:rPr>
                <a:t>list level-buttons</a:t>
              </a:r>
              <a:r>
                <a:rPr lang="en-GB" sz="1200" b="0" i="0" u="none" strike="noStrike" cap="none">
                  <a:solidFill>
                    <a:srgbClr val="000000"/>
                  </a:solidFill>
                  <a:latin typeface="Calibri"/>
                  <a:ea typeface="Calibri"/>
                  <a:cs typeface="Calibri"/>
                  <a:sym typeface="Calibri"/>
                </a:rPr>
                <a:t> to choose a text level. </a:t>
              </a:r>
              <a:br>
                <a:rPr lang="en-GB" sz="1200" b="0" i="0" u="none" strike="noStrike" cap="none">
                  <a:solidFill>
                    <a:srgbClr val="000000"/>
                  </a:solidFill>
                  <a:latin typeface="Calibri"/>
                  <a:ea typeface="Calibri"/>
                  <a:cs typeface="Calibri"/>
                  <a:sym typeface="Calibri"/>
                </a:rPr>
              </a:br>
              <a:r>
                <a:rPr lang="en-GB" sz="1200" b="0" i="0" u="none" strike="noStrike" cap="none">
                  <a:solidFill>
                    <a:srgbClr val="000000"/>
                  </a:solidFill>
                  <a:latin typeface="Calibri"/>
                  <a:ea typeface="Calibri"/>
                  <a:cs typeface="Calibri"/>
                  <a:sym typeface="Calibri"/>
                </a:rPr>
                <a:t>Choose from:</a:t>
              </a:r>
              <a:endParaRPr sz="1467"/>
            </a:p>
          </p:txBody>
        </p:sp>
        <p:sp>
          <p:nvSpPr>
            <p:cNvPr id="4986" name="Google Shape;4986;p77"/>
            <p:cNvSpPr/>
            <p:nvPr/>
          </p:nvSpPr>
          <p:spPr>
            <a:xfrm>
              <a:off x="-3319415" y="2128873"/>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4"/>
                </a:buClr>
                <a:buSzPts val="900"/>
                <a:buFont typeface="Calibri"/>
                <a:buNone/>
              </a:pPr>
              <a:r>
                <a:rPr lang="en-GB" sz="1200" b="0" i="0" u="none" strike="noStrike" cap="none">
                  <a:solidFill>
                    <a:srgbClr val="000000"/>
                  </a:solidFill>
                  <a:latin typeface="Calibri"/>
                  <a:ea typeface="Calibri"/>
                  <a:cs typeface="Calibri"/>
                  <a:sym typeface="Calibri"/>
                </a:rPr>
                <a:t>Plain text #2</a:t>
              </a:r>
              <a:endParaRPr sz="1467"/>
            </a:p>
          </p:txBody>
        </p:sp>
        <p:sp>
          <p:nvSpPr>
            <p:cNvPr id="4987" name="Google Shape;4987;p77"/>
            <p:cNvSpPr/>
            <p:nvPr/>
          </p:nvSpPr>
          <p:spPr>
            <a:xfrm>
              <a:off x="-3604183" y="2420052"/>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3</a:t>
              </a:r>
              <a:endParaRPr sz="1467"/>
            </a:p>
          </p:txBody>
        </p:sp>
        <p:sp>
          <p:nvSpPr>
            <p:cNvPr id="4988" name="Google Shape;4988;p77"/>
            <p:cNvSpPr/>
            <p:nvPr/>
          </p:nvSpPr>
          <p:spPr>
            <a:xfrm>
              <a:off x="-3319415" y="2420262"/>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E7628"/>
                </a:buClr>
                <a:buSzPts val="1400"/>
                <a:buFont typeface="Arial"/>
                <a:buNone/>
              </a:pPr>
              <a:r>
                <a:rPr lang="en-GB" sz="1867" b="1" i="0" u="none" strike="noStrike" cap="none">
                  <a:solidFill>
                    <a:schemeClr val="dk2"/>
                  </a:solidFill>
                  <a:latin typeface="Calibri"/>
                  <a:ea typeface="Calibri"/>
                  <a:cs typeface="Calibri"/>
                  <a:sym typeface="Calibri"/>
                </a:rPr>
                <a:t>Heading #1</a:t>
              </a:r>
              <a:endParaRPr sz="1467"/>
            </a:p>
          </p:txBody>
        </p:sp>
        <p:sp>
          <p:nvSpPr>
            <p:cNvPr id="4989" name="Google Shape;4989;p77"/>
            <p:cNvSpPr/>
            <p:nvPr/>
          </p:nvSpPr>
          <p:spPr>
            <a:xfrm>
              <a:off x="-3604183" y="2711336"/>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4</a:t>
              </a:r>
              <a:endParaRPr sz="1467"/>
            </a:p>
          </p:txBody>
        </p:sp>
        <p:sp>
          <p:nvSpPr>
            <p:cNvPr id="4990" name="Google Shape;4990;p77"/>
            <p:cNvSpPr/>
            <p:nvPr/>
          </p:nvSpPr>
          <p:spPr>
            <a:xfrm>
              <a:off x="-3319415" y="2711651"/>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E7628"/>
                </a:buClr>
                <a:buSzPts val="1400"/>
                <a:buFont typeface="Arial"/>
                <a:buNone/>
              </a:pPr>
              <a:r>
                <a:rPr lang="en-GB" sz="1867" b="1" i="0" u="none" strike="noStrike" cap="none">
                  <a:solidFill>
                    <a:schemeClr val="accent1"/>
                  </a:solidFill>
                  <a:latin typeface="Calibri"/>
                  <a:ea typeface="Calibri"/>
                  <a:cs typeface="Calibri"/>
                  <a:sym typeface="Calibri"/>
                </a:rPr>
                <a:t>Heading #2</a:t>
              </a:r>
              <a:endParaRPr sz="1467"/>
            </a:p>
          </p:txBody>
        </p:sp>
        <p:sp>
          <p:nvSpPr>
            <p:cNvPr id="4991" name="Google Shape;4991;p77"/>
            <p:cNvSpPr/>
            <p:nvPr/>
          </p:nvSpPr>
          <p:spPr>
            <a:xfrm>
              <a:off x="-3604183" y="3002620"/>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5</a:t>
              </a:r>
              <a:endParaRPr sz="1467"/>
            </a:p>
          </p:txBody>
        </p:sp>
        <p:sp>
          <p:nvSpPr>
            <p:cNvPr id="4992" name="Google Shape;4992;p77"/>
            <p:cNvSpPr/>
            <p:nvPr/>
          </p:nvSpPr>
          <p:spPr>
            <a:xfrm>
              <a:off x="-3319415" y="3003040"/>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400"/>
                <a:buFont typeface="Arial"/>
                <a:buNone/>
              </a:pPr>
              <a:r>
                <a:rPr lang="en-GB" sz="1867" b="1" i="0" u="none" strike="noStrike" cap="none">
                  <a:solidFill>
                    <a:schemeClr val="accent3"/>
                  </a:solidFill>
                  <a:latin typeface="Calibri"/>
                  <a:ea typeface="Calibri"/>
                  <a:cs typeface="Calibri"/>
                  <a:sym typeface="Calibri"/>
                </a:rPr>
                <a:t>Heading #3</a:t>
              </a:r>
              <a:endParaRPr sz="1467"/>
            </a:p>
          </p:txBody>
        </p:sp>
        <p:sp>
          <p:nvSpPr>
            <p:cNvPr id="4993" name="Google Shape;4993;p77"/>
            <p:cNvSpPr/>
            <p:nvPr/>
          </p:nvSpPr>
          <p:spPr>
            <a:xfrm>
              <a:off x="-3604183" y="329390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6</a:t>
              </a:r>
              <a:endParaRPr sz="1467"/>
            </a:p>
          </p:txBody>
        </p:sp>
        <p:sp>
          <p:nvSpPr>
            <p:cNvPr id="4994" name="Google Shape;4994;p77"/>
            <p:cNvSpPr/>
            <p:nvPr/>
          </p:nvSpPr>
          <p:spPr>
            <a:xfrm>
              <a:off x="-3319415" y="3585818"/>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4"/>
                </a:buClr>
                <a:buSzPts val="900"/>
                <a:buFont typeface="Calibri"/>
                <a:buNone/>
              </a:pPr>
              <a:r>
                <a:rPr lang="en-GB" sz="1200" b="0" i="0" u="none" strike="noStrike" cap="none">
                  <a:solidFill>
                    <a:srgbClr val="000000"/>
                  </a:solidFill>
                  <a:latin typeface="Calibri"/>
                  <a:ea typeface="Calibri"/>
                  <a:cs typeface="Calibri"/>
                  <a:sym typeface="Calibri"/>
                </a:rPr>
                <a:t>Source</a:t>
              </a:r>
              <a:endParaRPr sz="1467"/>
            </a:p>
          </p:txBody>
        </p:sp>
        <p:sp>
          <p:nvSpPr>
            <p:cNvPr id="4995" name="Google Shape;4995;p77"/>
            <p:cNvSpPr/>
            <p:nvPr/>
          </p:nvSpPr>
          <p:spPr>
            <a:xfrm>
              <a:off x="-3604183" y="3585188"/>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7</a:t>
              </a:r>
              <a:endParaRPr sz="1467"/>
            </a:p>
          </p:txBody>
        </p:sp>
        <p:sp>
          <p:nvSpPr>
            <p:cNvPr id="4996" name="Google Shape;4996;p77"/>
            <p:cNvSpPr/>
            <p:nvPr/>
          </p:nvSpPr>
          <p:spPr>
            <a:xfrm>
              <a:off x="-3325830" y="3877207"/>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2CA055"/>
                </a:buClr>
                <a:buSzPts val="1100"/>
                <a:buFont typeface="Calibri"/>
                <a:buNone/>
              </a:pPr>
              <a:r>
                <a:rPr lang="en-GB" sz="1467" b="0" i="0" u="none" strike="noStrike" cap="none">
                  <a:solidFill>
                    <a:srgbClr val="000000"/>
                  </a:solidFill>
                  <a:latin typeface="Calibri"/>
                  <a:ea typeface="Calibri"/>
                  <a:cs typeface="Calibri"/>
                  <a:sym typeface="Calibri"/>
                </a:rPr>
                <a:t>Plain text #1</a:t>
              </a:r>
              <a:endParaRPr sz="1467"/>
            </a:p>
          </p:txBody>
        </p:sp>
        <p:sp>
          <p:nvSpPr>
            <p:cNvPr id="4997" name="Google Shape;4997;p77"/>
            <p:cNvSpPr/>
            <p:nvPr/>
          </p:nvSpPr>
          <p:spPr>
            <a:xfrm>
              <a:off x="-3604183" y="3876472"/>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8</a:t>
              </a:r>
              <a:endParaRPr sz="1467"/>
            </a:p>
          </p:txBody>
        </p:sp>
        <p:sp>
          <p:nvSpPr>
            <p:cNvPr id="4998" name="Google Shape;4998;p77"/>
            <p:cNvSpPr/>
            <p:nvPr/>
          </p:nvSpPr>
          <p:spPr>
            <a:xfrm>
              <a:off x="-3319415" y="4168594"/>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4"/>
                </a:buClr>
                <a:buSzPts val="900"/>
                <a:buFont typeface="Calibri"/>
                <a:buNone/>
              </a:pPr>
              <a:r>
                <a:rPr lang="en-GB" sz="1200" b="0" i="0" u="none" strike="noStrike" cap="none">
                  <a:solidFill>
                    <a:srgbClr val="000000"/>
                  </a:solidFill>
                  <a:latin typeface="Calibri"/>
                  <a:ea typeface="Calibri"/>
                  <a:cs typeface="Calibri"/>
                  <a:sym typeface="Calibri"/>
                </a:rPr>
                <a:t>Plain text #2</a:t>
              </a:r>
              <a:endParaRPr sz="1467"/>
            </a:p>
          </p:txBody>
        </p:sp>
        <p:sp>
          <p:nvSpPr>
            <p:cNvPr id="4999" name="Google Shape;4999;p77"/>
            <p:cNvSpPr/>
            <p:nvPr/>
          </p:nvSpPr>
          <p:spPr>
            <a:xfrm>
              <a:off x="-3604183" y="416859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9</a:t>
              </a:r>
              <a:endParaRPr sz="1467"/>
            </a:p>
          </p:txBody>
        </p:sp>
        <p:sp>
          <p:nvSpPr>
            <p:cNvPr id="5000" name="Google Shape;5000;p77"/>
            <p:cNvSpPr/>
            <p:nvPr/>
          </p:nvSpPr>
          <p:spPr>
            <a:xfrm>
              <a:off x="-3319415" y="3294429"/>
              <a:ext cx="2949300" cy="18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400"/>
                <a:buFont typeface="Arial"/>
                <a:buNone/>
              </a:pPr>
              <a:r>
                <a:rPr lang="en-GB" sz="1867" b="1" i="0" u="none" strike="noStrike" cap="none">
                  <a:solidFill>
                    <a:schemeClr val="accent4"/>
                  </a:solidFill>
                  <a:latin typeface="Calibri"/>
                  <a:ea typeface="Calibri"/>
                  <a:cs typeface="Calibri"/>
                  <a:sym typeface="Calibri"/>
                </a:rPr>
                <a:t>Heading #4</a:t>
              </a:r>
              <a:endParaRPr sz="1467"/>
            </a:p>
          </p:txBody>
        </p:sp>
        <p:sp>
          <p:nvSpPr>
            <p:cNvPr id="5001" name="Google Shape;5001;p77"/>
            <p:cNvSpPr/>
            <p:nvPr/>
          </p:nvSpPr>
          <p:spPr>
            <a:xfrm>
              <a:off x="-3786437" y="4531349"/>
              <a:ext cx="3593700" cy="828000"/>
            </a:xfrm>
            <a:prstGeom prst="rect">
              <a:avLst/>
            </a:prstGeom>
            <a:solidFill>
              <a:srgbClr val="ECECEC"/>
            </a:solidFill>
            <a:ln w="9525" cap="flat" cmpd="sng">
              <a:solidFill>
                <a:srgbClr val="ECECEC"/>
              </a:solidFill>
              <a:prstDash val="solid"/>
              <a:miter lim="800000"/>
              <a:headEnd type="none" w="sm" len="sm"/>
              <a:tailEnd type="none" w="sm" len="sm"/>
            </a:ln>
          </p:spPr>
          <p:txBody>
            <a:bodyPr spcFirstLastPara="1" wrap="square" lIns="135000" tIns="108000" rIns="135000" bIns="108000" anchor="ctr" anchorCtr="0">
              <a:noAutofit/>
            </a:bodyPr>
            <a:lstStyle/>
            <a:p>
              <a:pPr marL="0" marR="0" lvl="0" indent="0" algn="l" rtl="0">
                <a:lnSpc>
                  <a:spcPct val="90000"/>
                </a:lnSpc>
                <a:spcBef>
                  <a:spcPts val="0"/>
                </a:spcBef>
                <a:spcAft>
                  <a:spcPts val="0"/>
                </a:spcAft>
                <a:buNone/>
              </a:pPr>
              <a:r>
                <a:rPr lang="en-GB" sz="1200" b="1" cap="none">
                  <a:solidFill>
                    <a:srgbClr val="211F26"/>
                  </a:solidFill>
                  <a:latin typeface="Calibri"/>
                  <a:ea typeface="Calibri"/>
                  <a:cs typeface="Calibri"/>
                  <a:sym typeface="Calibri"/>
                </a:rPr>
                <a:t>WANT TO KNOW MORE?</a:t>
              </a:r>
              <a:br>
                <a:rPr lang="en-GB" sz="1200" b="1" cap="none">
                  <a:solidFill>
                    <a:srgbClr val="211F26"/>
                  </a:solidFill>
                  <a:latin typeface="Calibri"/>
                  <a:ea typeface="Calibri"/>
                  <a:cs typeface="Calibri"/>
                  <a:sym typeface="Calibri"/>
                </a:rPr>
              </a:br>
              <a:r>
                <a:rPr lang="en-GB" sz="1200" cap="none">
                  <a:solidFill>
                    <a:srgbClr val="211F26"/>
                  </a:solidFill>
                  <a:latin typeface="Calibri"/>
                  <a:ea typeface="Calibri"/>
                  <a:cs typeface="Calibri"/>
                  <a:sym typeface="Calibri"/>
                </a:rPr>
                <a:t>Go to the tab</a:t>
              </a:r>
              <a:r>
                <a:rPr lang="en-GB" sz="1200" b="1" cap="none">
                  <a:solidFill>
                    <a:srgbClr val="211F26"/>
                  </a:solidFill>
                  <a:latin typeface="Calibri"/>
                  <a:ea typeface="Calibri"/>
                  <a:cs typeface="Calibri"/>
                  <a:sym typeface="Calibri"/>
                </a:rPr>
                <a:t> 'SLIDEBUILDER’ </a:t>
              </a:r>
              <a:r>
                <a:rPr lang="en-GB" sz="1200" cap="none">
                  <a:solidFill>
                    <a:srgbClr val="211F26"/>
                  </a:solidFill>
                  <a:latin typeface="Calibri"/>
                  <a:ea typeface="Calibri"/>
                  <a:cs typeface="Calibri"/>
                  <a:sym typeface="Calibri"/>
                </a:rPr>
                <a:t>and click</a:t>
              </a:r>
              <a:br>
                <a:rPr lang="en-GB" sz="1200" cap="none">
                  <a:solidFill>
                    <a:srgbClr val="211F26"/>
                  </a:solidFill>
                  <a:latin typeface="Calibri"/>
                  <a:ea typeface="Calibri"/>
                  <a:cs typeface="Calibri"/>
                  <a:sym typeface="Calibri"/>
                </a:rPr>
              </a:br>
              <a:r>
                <a:rPr lang="en-GB" sz="1200" cap="none">
                  <a:solidFill>
                    <a:srgbClr val="211F26"/>
                  </a:solidFill>
                  <a:latin typeface="Calibri"/>
                  <a:ea typeface="Calibri"/>
                  <a:cs typeface="Calibri"/>
                  <a:sym typeface="Calibri"/>
                </a:rPr>
                <a:t>on the button </a:t>
              </a:r>
              <a:r>
                <a:rPr lang="en-GB" sz="1200" b="1" cap="none">
                  <a:solidFill>
                    <a:srgbClr val="211F26"/>
                  </a:solidFill>
                  <a:latin typeface="Calibri"/>
                  <a:ea typeface="Calibri"/>
                  <a:cs typeface="Calibri"/>
                  <a:sym typeface="Calibri"/>
                </a:rPr>
                <a:t>‘INSPIRATION'</a:t>
              </a:r>
              <a:endParaRPr sz="1467"/>
            </a:p>
          </p:txBody>
        </p:sp>
        <p:grpSp>
          <p:nvGrpSpPr>
            <p:cNvPr id="5002" name="Google Shape;5002;p77"/>
            <p:cNvGrpSpPr/>
            <p:nvPr/>
          </p:nvGrpSpPr>
          <p:grpSpPr>
            <a:xfrm>
              <a:off x="-376743" y="4400265"/>
              <a:ext cx="283792" cy="283792"/>
              <a:chOff x="-510741" y="5913713"/>
              <a:chExt cx="267652" cy="267652"/>
            </a:xfrm>
          </p:grpSpPr>
          <p:sp>
            <p:nvSpPr>
              <p:cNvPr id="5003" name="Google Shape;5003;p77"/>
              <p:cNvSpPr/>
              <p:nvPr/>
            </p:nvSpPr>
            <p:spPr>
              <a:xfrm>
                <a:off x="-491853" y="5932072"/>
                <a:ext cx="230700" cy="230700"/>
              </a:xfrm>
              <a:prstGeom prst="ellipse">
                <a:avLst/>
              </a:prstGeom>
              <a:solidFill>
                <a:srgbClr val="211F26"/>
              </a:solidFill>
              <a:ln>
                <a:noFill/>
              </a:ln>
            </p:spPr>
            <p:txBody>
              <a:bodyPr spcFirstLastPara="1" wrap="square" lIns="135000" tIns="135000" rIns="135000" bIns="135000" anchor="ctr" anchorCtr="0">
                <a:noAutofit/>
              </a:bodyPr>
              <a:lstStyle/>
              <a:p>
                <a:pPr marL="0" marR="0" lvl="0" indent="0" algn="ctr" rtl="0">
                  <a:lnSpc>
                    <a:spcPct val="90000"/>
                  </a:lnSpc>
                  <a:spcBef>
                    <a:spcPts val="0"/>
                  </a:spcBef>
                  <a:spcAft>
                    <a:spcPts val="0"/>
                  </a:spcAft>
                  <a:buNone/>
                </a:pPr>
                <a:endParaRPr sz="1600" cap="none">
                  <a:solidFill>
                    <a:schemeClr val="lt1"/>
                  </a:solidFill>
                  <a:latin typeface="Calibri"/>
                  <a:ea typeface="Calibri"/>
                  <a:cs typeface="Calibri"/>
                  <a:sym typeface="Calibri"/>
                </a:endParaRPr>
              </a:p>
            </p:txBody>
          </p:sp>
          <p:sp>
            <p:nvSpPr>
              <p:cNvPr id="5004" name="Google Shape;5004;p77" descr="Informatie"/>
              <p:cNvSpPr/>
              <p:nvPr/>
            </p:nvSpPr>
            <p:spPr>
              <a:xfrm>
                <a:off x="-510741" y="5913713"/>
                <a:ext cx="267652" cy="267652"/>
              </a:xfrm>
              <a:custGeom>
                <a:avLst/>
                <a:gdLst/>
                <a:ahLst/>
                <a:cxnLst/>
                <a:rect l="l" t="t" r="r" b="b"/>
                <a:pathLst>
                  <a:path w="291719" h="291719" extrusionOk="0">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2000">
                  <a:solidFill>
                    <a:srgbClr val="211F26"/>
                  </a:solidFill>
                  <a:latin typeface="Calibri"/>
                  <a:ea typeface="Calibri"/>
                  <a:cs typeface="Calibri"/>
                  <a:sym typeface="Calibri"/>
                </a:endParaRPr>
              </a:p>
            </p:txBody>
          </p:sp>
        </p:grpSp>
        <p:grpSp>
          <p:nvGrpSpPr>
            <p:cNvPr id="5005" name="Google Shape;5005;p77"/>
            <p:cNvGrpSpPr/>
            <p:nvPr/>
          </p:nvGrpSpPr>
          <p:grpSpPr>
            <a:xfrm>
              <a:off x="-3605416" y="458674"/>
              <a:ext cx="3234613" cy="558894"/>
              <a:chOff x="-3605416" y="458674"/>
              <a:chExt cx="3234613" cy="558894"/>
            </a:xfrm>
          </p:grpSpPr>
          <p:sp>
            <p:nvSpPr>
              <p:cNvPr id="5006" name="Google Shape;5006;p77"/>
              <p:cNvSpPr/>
              <p:nvPr/>
            </p:nvSpPr>
            <p:spPr>
              <a:xfrm>
                <a:off x="-3604183" y="458674"/>
                <a:ext cx="393600" cy="184200"/>
              </a:xfrm>
              <a:prstGeom prst="rect">
                <a:avLst/>
              </a:prstGeom>
              <a:solidFill>
                <a:srgbClr val="F8F8F8"/>
              </a:solidFill>
              <a:ln>
                <a:noFill/>
              </a:ln>
            </p:spPr>
            <p:txBody>
              <a:bodyPr spcFirstLastPara="1" wrap="square" lIns="0" tIns="13500" rIns="0" bIns="0" anchor="t" anchorCtr="0">
                <a:noAutofit/>
              </a:bodyPr>
              <a:lstStyle/>
              <a:p>
                <a:pPr marL="0" marR="0" lvl="0" indent="0" algn="ctr" rtl="0">
                  <a:spcBef>
                    <a:spcPts val="0"/>
                  </a:spcBef>
                  <a:spcAft>
                    <a:spcPts val="0"/>
                  </a:spcAft>
                  <a:buNone/>
                </a:pPr>
                <a:r>
                  <a:rPr lang="en-GB" sz="933" b="1">
                    <a:solidFill>
                      <a:srgbClr val="211F26"/>
                    </a:solidFill>
                    <a:latin typeface="Calibri"/>
                    <a:ea typeface="Calibri"/>
                    <a:cs typeface="Calibri"/>
                    <a:sym typeface="Calibri"/>
                  </a:rPr>
                  <a:t>Home</a:t>
                </a:r>
                <a:endParaRPr sz="1467"/>
              </a:p>
            </p:txBody>
          </p:sp>
          <p:sp>
            <p:nvSpPr>
              <p:cNvPr id="5007" name="Google Shape;5007;p77"/>
              <p:cNvSpPr/>
              <p:nvPr/>
            </p:nvSpPr>
            <p:spPr>
              <a:xfrm>
                <a:off x="-3599184" y="621345"/>
                <a:ext cx="383700" cy="27300"/>
              </a:xfrm>
              <a:prstGeom prst="rect">
                <a:avLst/>
              </a:prstGeom>
              <a:solidFill>
                <a:srgbClr val="B74629"/>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grpSp>
            <p:nvGrpSpPr>
              <p:cNvPr id="5008" name="Google Shape;5008;p77"/>
              <p:cNvGrpSpPr/>
              <p:nvPr/>
            </p:nvGrpSpPr>
            <p:grpSpPr>
              <a:xfrm>
                <a:off x="-3386389" y="830833"/>
                <a:ext cx="139393" cy="109560"/>
                <a:chOff x="-2866744" y="827071"/>
                <a:chExt cx="168654" cy="132575"/>
              </a:xfrm>
            </p:grpSpPr>
            <p:grpSp>
              <p:nvGrpSpPr>
                <p:cNvPr id="5009" name="Google Shape;5009;p77"/>
                <p:cNvGrpSpPr/>
                <p:nvPr/>
              </p:nvGrpSpPr>
              <p:grpSpPr>
                <a:xfrm>
                  <a:off x="-2866744" y="827071"/>
                  <a:ext cx="168654" cy="132575"/>
                  <a:chOff x="-2866744" y="827071"/>
                  <a:chExt cx="168654" cy="132575"/>
                </a:xfrm>
              </p:grpSpPr>
              <p:cxnSp>
                <p:nvCxnSpPr>
                  <p:cNvPr id="5010" name="Google Shape;5010;p77"/>
                  <p:cNvCxnSpPr/>
                  <p:nvPr/>
                </p:nvCxnSpPr>
                <p:spPr>
                  <a:xfrm>
                    <a:off x="-2866744" y="827071"/>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11" name="Google Shape;5011;p77"/>
                  <p:cNvCxnSpPr/>
                  <p:nvPr/>
                </p:nvCxnSpPr>
                <p:spPr>
                  <a:xfrm>
                    <a:off x="-2866744" y="959646"/>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12" name="Google Shape;5012;p77"/>
                  <p:cNvCxnSpPr/>
                  <p:nvPr/>
                </p:nvCxnSpPr>
                <p:spPr>
                  <a:xfrm>
                    <a:off x="-2773990" y="926503"/>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13" name="Google Shape;5013;p77"/>
                  <p:cNvCxnSpPr/>
                  <p:nvPr/>
                </p:nvCxnSpPr>
                <p:spPr>
                  <a:xfrm>
                    <a:off x="-2773990" y="893359"/>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14" name="Google Shape;5014;p77"/>
                  <p:cNvCxnSpPr/>
                  <p:nvPr/>
                </p:nvCxnSpPr>
                <p:spPr>
                  <a:xfrm>
                    <a:off x="-2773990" y="860215"/>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grpSp>
            <p:sp>
              <p:nvSpPr>
                <p:cNvPr id="5015" name="Google Shape;5015;p77"/>
                <p:cNvSpPr/>
                <p:nvPr/>
              </p:nvSpPr>
              <p:spPr>
                <a:xfrm>
                  <a:off x="-2866744" y="858737"/>
                  <a:ext cx="70800" cy="67800"/>
                </a:xfrm>
                <a:prstGeom prst="rightArrow">
                  <a:avLst>
                    <a:gd name="adj1" fmla="val 25329"/>
                    <a:gd name="adj2" fmla="val 63628"/>
                  </a:avLst>
                </a:prstGeom>
                <a:solidFill>
                  <a:srgbClr val="4A7DB1"/>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grpSp>
          <p:grpSp>
            <p:nvGrpSpPr>
              <p:cNvPr id="5016" name="Google Shape;5016;p77"/>
              <p:cNvGrpSpPr/>
              <p:nvPr/>
            </p:nvGrpSpPr>
            <p:grpSpPr>
              <a:xfrm>
                <a:off x="-3605416" y="830847"/>
                <a:ext cx="139495" cy="109560"/>
                <a:chOff x="-2866868" y="518074"/>
                <a:chExt cx="168778" cy="132575"/>
              </a:xfrm>
            </p:grpSpPr>
            <p:grpSp>
              <p:nvGrpSpPr>
                <p:cNvPr id="5017" name="Google Shape;5017;p77"/>
                <p:cNvGrpSpPr/>
                <p:nvPr/>
              </p:nvGrpSpPr>
              <p:grpSpPr>
                <a:xfrm>
                  <a:off x="-2866744" y="518074"/>
                  <a:ext cx="168654" cy="132575"/>
                  <a:chOff x="-2866744" y="518074"/>
                  <a:chExt cx="168654" cy="132575"/>
                </a:xfrm>
              </p:grpSpPr>
              <p:cxnSp>
                <p:nvCxnSpPr>
                  <p:cNvPr id="5018" name="Google Shape;5018;p77"/>
                  <p:cNvCxnSpPr/>
                  <p:nvPr/>
                </p:nvCxnSpPr>
                <p:spPr>
                  <a:xfrm>
                    <a:off x="-2866744" y="518074"/>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19" name="Google Shape;5019;p77"/>
                  <p:cNvCxnSpPr/>
                  <p:nvPr/>
                </p:nvCxnSpPr>
                <p:spPr>
                  <a:xfrm>
                    <a:off x="-2866744" y="650649"/>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20" name="Google Shape;5020;p77"/>
                  <p:cNvCxnSpPr/>
                  <p:nvPr/>
                </p:nvCxnSpPr>
                <p:spPr>
                  <a:xfrm>
                    <a:off x="-2773990" y="617506"/>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21" name="Google Shape;5021;p77"/>
                  <p:cNvCxnSpPr/>
                  <p:nvPr/>
                </p:nvCxnSpPr>
                <p:spPr>
                  <a:xfrm>
                    <a:off x="-2773990" y="584362"/>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22" name="Google Shape;5022;p77"/>
                  <p:cNvCxnSpPr/>
                  <p:nvPr/>
                </p:nvCxnSpPr>
                <p:spPr>
                  <a:xfrm>
                    <a:off x="-2773990" y="551218"/>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grpSp>
            <p:sp>
              <p:nvSpPr>
                <p:cNvPr id="5023" name="Google Shape;5023;p77"/>
                <p:cNvSpPr/>
                <p:nvPr/>
              </p:nvSpPr>
              <p:spPr>
                <a:xfrm flipH="1">
                  <a:off x="-2866868" y="549740"/>
                  <a:ext cx="70800" cy="67800"/>
                </a:xfrm>
                <a:prstGeom prst="rightArrow">
                  <a:avLst>
                    <a:gd name="adj1" fmla="val 25329"/>
                    <a:gd name="adj2" fmla="val 63628"/>
                  </a:avLst>
                </a:prstGeom>
                <a:solidFill>
                  <a:srgbClr val="4A7DB1"/>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grpSp>
          <p:cxnSp>
            <p:nvCxnSpPr>
              <p:cNvPr id="5024" name="Google Shape;5024;p77"/>
              <p:cNvCxnSpPr/>
              <p:nvPr/>
            </p:nvCxnSpPr>
            <p:spPr>
              <a:xfrm rot="10800000" flipH="1">
                <a:off x="-3459956" y="588245"/>
                <a:ext cx="547800" cy="219000"/>
              </a:xfrm>
              <a:prstGeom prst="straightConnector1">
                <a:avLst/>
              </a:prstGeom>
              <a:noFill/>
              <a:ln w="19050" cap="rnd" cmpd="sng">
                <a:solidFill>
                  <a:schemeClr val="accent1"/>
                </a:solidFill>
                <a:prstDash val="solid"/>
                <a:round/>
                <a:headEnd type="oval" w="med" len="med"/>
                <a:tailEnd type="none" w="sm" len="sm"/>
              </a:ln>
            </p:spPr>
          </p:cxnSp>
          <p:cxnSp>
            <p:nvCxnSpPr>
              <p:cNvPr id="5025" name="Google Shape;5025;p77"/>
              <p:cNvCxnSpPr/>
              <p:nvPr/>
            </p:nvCxnSpPr>
            <p:spPr>
              <a:xfrm>
                <a:off x="-3224213" y="828675"/>
                <a:ext cx="319200" cy="0"/>
              </a:xfrm>
              <a:prstGeom prst="straightConnector1">
                <a:avLst/>
              </a:prstGeom>
              <a:noFill/>
              <a:ln w="19050" cap="rnd" cmpd="sng">
                <a:solidFill>
                  <a:schemeClr val="accent1"/>
                </a:solidFill>
                <a:prstDash val="solid"/>
                <a:round/>
                <a:headEnd type="oval" w="med" len="med"/>
                <a:tailEnd type="none" w="sm" len="sm"/>
              </a:ln>
            </p:spPr>
          </p:cxnSp>
          <p:sp>
            <p:nvSpPr>
              <p:cNvPr id="5026" name="Google Shape;5026;p77"/>
              <p:cNvSpPr/>
              <p:nvPr/>
            </p:nvSpPr>
            <p:spPr>
              <a:xfrm>
                <a:off x="-2559903" y="512179"/>
                <a:ext cx="2189100" cy="151200"/>
              </a:xfrm>
              <a:prstGeom prst="rect">
                <a:avLst/>
              </a:prstGeom>
              <a:noFill/>
              <a:ln>
                <a:noFill/>
              </a:ln>
            </p:spPr>
            <p:txBody>
              <a:bodyPr spcFirstLastPara="1" wrap="square" lIns="0" tIns="0" rIns="0" bIns="0" anchor="ctr" anchorCtr="0">
                <a:noAutofit/>
              </a:bodyPr>
              <a:lstStyle/>
              <a:p>
                <a:pPr marL="0" marR="0" lvl="0" indent="0" algn="l" rtl="0">
                  <a:lnSpc>
                    <a:spcPct val="90000"/>
                  </a:lnSpc>
                  <a:spcBef>
                    <a:spcPts val="0"/>
                  </a:spcBef>
                  <a:spcAft>
                    <a:spcPts val="0"/>
                  </a:spcAft>
                  <a:buClr>
                    <a:schemeClr val="dk1"/>
                  </a:buClr>
                  <a:buSzPts val="800"/>
                  <a:buFont typeface="Calibri"/>
                  <a:buNone/>
                </a:pPr>
                <a:r>
                  <a:rPr lang="en-GB" sz="1067" b="0" i="0" u="none" strike="noStrike" cap="none">
                    <a:solidFill>
                      <a:schemeClr val="dk1"/>
                    </a:solidFill>
                    <a:latin typeface="Calibri"/>
                    <a:ea typeface="Calibri"/>
                    <a:cs typeface="Calibri"/>
                    <a:sym typeface="Calibri"/>
                  </a:rPr>
                  <a:t>Text level down</a:t>
                </a:r>
                <a:endParaRPr sz="1467"/>
              </a:p>
            </p:txBody>
          </p:sp>
          <p:sp>
            <p:nvSpPr>
              <p:cNvPr id="5027" name="Google Shape;5027;p77"/>
              <p:cNvSpPr/>
              <p:nvPr/>
            </p:nvSpPr>
            <p:spPr>
              <a:xfrm>
                <a:off x="-2559903" y="819562"/>
                <a:ext cx="2189100" cy="142200"/>
              </a:xfrm>
              <a:prstGeom prst="rect">
                <a:avLst/>
              </a:prstGeom>
              <a:noFill/>
              <a:ln>
                <a:noFill/>
              </a:ln>
            </p:spPr>
            <p:txBody>
              <a:bodyPr spcFirstLastPara="1" wrap="square" lIns="0" tIns="0" rIns="0" bIns="0" anchor="ctr" anchorCtr="0">
                <a:noAutofit/>
              </a:bodyPr>
              <a:lstStyle/>
              <a:p>
                <a:pPr marL="0" marR="0" lvl="0" indent="0" algn="l" rtl="0">
                  <a:lnSpc>
                    <a:spcPct val="90000"/>
                  </a:lnSpc>
                  <a:spcBef>
                    <a:spcPts val="0"/>
                  </a:spcBef>
                  <a:spcAft>
                    <a:spcPts val="0"/>
                  </a:spcAft>
                  <a:buClr>
                    <a:schemeClr val="dk1"/>
                  </a:buClr>
                  <a:buSzPts val="800"/>
                  <a:buFont typeface="Calibri"/>
                  <a:buNone/>
                </a:pPr>
                <a:r>
                  <a:rPr lang="en-GB" sz="1067" b="0" i="0" u="none" strike="noStrike" cap="none">
                    <a:solidFill>
                      <a:schemeClr val="dk1"/>
                    </a:solidFill>
                    <a:latin typeface="Calibri"/>
                    <a:ea typeface="Calibri"/>
                    <a:cs typeface="Calibri"/>
                    <a:sym typeface="Calibri"/>
                  </a:rPr>
                  <a:t>Text level up</a:t>
                </a:r>
                <a:endParaRPr sz="1467"/>
              </a:p>
            </p:txBody>
          </p:sp>
          <p:grpSp>
            <p:nvGrpSpPr>
              <p:cNvPr id="5028" name="Google Shape;5028;p77"/>
              <p:cNvGrpSpPr/>
              <p:nvPr/>
            </p:nvGrpSpPr>
            <p:grpSpPr>
              <a:xfrm>
                <a:off x="-2916763" y="769168"/>
                <a:ext cx="268800" cy="248400"/>
                <a:chOff x="-2916763" y="769168"/>
                <a:chExt cx="268800" cy="248400"/>
              </a:xfrm>
            </p:grpSpPr>
            <p:sp>
              <p:nvSpPr>
                <p:cNvPr id="5029" name="Google Shape;5029;p77"/>
                <p:cNvSpPr/>
                <p:nvPr/>
              </p:nvSpPr>
              <p:spPr>
                <a:xfrm>
                  <a:off x="-2916763" y="769168"/>
                  <a:ext cx="268800" cy="248400"/>
                </a:xfrm>
                <a:prstGeom prst="rect">
                  <a:avLst/>
                </a:prstGeom>
                <a:solidFill>
                  <a:srgbClr val="FFFFFF"/>
                </a:solidFill>
                <a:ln w="9525" cap="flat" cmpd="sng">
                  <a:solidFill>
                    <a:srgbClr val="DADADA"/>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067" b="0">
                    <a:solidFill>
                      <a:srgbClr val="211F26"/>
                    </a:solidFill>
                    <a:latin typeface="Calibri"/>
                    <a:ea typeface="Calibri"/>
                    <a:cs typeface="Calibri"/>
                    <a:sym typeface="Calibri"/>
                  </a:endParaRPr>
                </a:p>
              </p:txBody>
            </p:sp>
            <p:grpSp>
              <p:nvGrpSpPr>
                <p:cNvPr id="5030" name="Google Shape;5030;p77"/>
                <p:cNvGrpSpPr/>
                <p:nvPr/>
              </p:nvGrpSpPr>
              <p:grpSpPr>
                <a:xfrm>
                  <a:off x="-2866744" y="827071"/>
                  <a:ext cx="168654" cy="132575"/>
                  <a:chOff x="-2866744" y="827071"/>
                  <a:chExt cx="168654" cy="132575"/>
                </a:xfrm>
              </p:grpSpPr>
              <p:cxnSp>
                <p:nvCxnSpPr>
                  <p:cNvPr id="5031" name="Google Shape;5031;p77"/>
                  <p:cNvCxnSpPr/>
                  <p:nvPr/>
                </p:nvCxnSpPr>
                <p:spPr>
                  <a:xfrm>
                    <a:off x="-2866744" y="827071"/>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32" name="Google Shape;5032;p77"/>
                  <p:cNvCxnSpPr/>
                  <p:nvPr/>
                </p:nvCxnSpPr>
                <p:spPr>
                  <a:xfrm>
                    <a:off x="-2866744" y="959646"/>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33" name="Google Shape;5033;p77"/>
                  <p:cNvCxnSpPr/>
                  <p:nvPr/>
                </p:nvCxnSpPr>
                <p:spPr>
                  <a:xfrm>
                    <a:off x="-2773990" y="926503"/>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34" name="Google Shape;5034;p77"/>
                  <p:cNvCxnSpPr/>
                  <p:nvPr/>
                </p:nvCxnSpPr>
                <p:spPr>
                  <a:xfrm>
                    <a:off x="-2773990" y="893359"/>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35" name="Google Shape;5035;p77"/>
                  <p:cNvCxnSpPr/>
                  <p:nvPr/>
                </p:nvCxnSpPr>
                <p:spPr>
                  <a:xfrm>
                    <a:off x="-2773990" y="860215"/>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grpSp>
            <p:sp>
              <p:nvSpPr>
                <p:cNvPr id="5036" name="Google Shape;5036;p77"/>
                <p:cNvSpPr/>
                <p:nvPr/>
              </p:nvSpPr>
              <p:spPr>
                <a:xfrm>
                  <a:off x="-2866744" y="858737"/>
                  <a:ext cx="70800" cy="67800"/>
                </a:xfrm>
                <a:prstGeom prst="rightArrow">
                  <a:avLst>
                    <a:gd name="adj1" fmla="val 25329"/>
                    <a:gd name="adj2" fmla="val 63628"/>
                  </a:avLst>
                </a:prstGeom>
                <a:solidFill>
                  <a:srgbClr val="4A7DB1"/>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grpSp>
          <p:grpSp>
            <p:nvGrpSpPr>
              <p:cNvPr id="5037" name="Google Shape;5037;p77"/>
              <p:cNvGrpSpPr/>
              <p:nvPr/>
            </p:nvGrpSpPr>
            <p:grpSpPr>
              <a:xfrm>
                <a:off x="-2916763" y="460171"/>
                <a:ext cx="268800" cy="248400"/>
                <a:chOff x="-2916763" y="460171"/>
                <a:chExt cx="268800" cy="248400"/>
              </a:xfrm>
            </p:grpSpPr>
            <p:sp>
              <p:nvSpPr>
                <p:cNvPr id="5038" name="Google Shape;5038;p77"/>
                <p:cNvSpPr/>
                <p:nvPr/>
              </p:nvSpPr>
              <p:spPr>
                <a:xfrm>
                  <a:off x="-2916763" y="460171"/>
                  <a:ext cx="268800" cy="248400"/>
                </a:xfrm>
                <a:prstGeom prst="rect">
                  <a:avLst/>
                </a:prstGeom>
                <a:solidFill>
                  <a:srgbClr val="FFFFFF"/>
                </a:solidFill>
                <a:ln w="9525" cap="flat" cmpd="sng">
                  <a:solidFill>
                    <a:srgbClr val="DADADA"/>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067" b="0">
                    <a:solidFill>
                      <a:srgbClr val="211F26"/>
                    </a:solidFill>
                    <a:latin typeface="Calibri"/>
                    <a:ea typeface="Calibri"/>
                    <a:cs typeface="Calibri"/>
                    <a:sym typeface="Calibri"/>
                  </a:endParaRPr>
                </a:p>
              </p:txBody>
            </p:sp>
            <p:grpSp>
              <p:nvGrpSpPr>
                <p:cNvPr id="5039" name="Google Shape;5039;p77"/>
                <p:cNvGrpSpPr/>
                <p:nvPr/>
              </p:nvGrpSpPr>
              <p:grpSpPr>
                <a:xfrm>
                  <a:off x="-2866744" y="518074"/>
                  <a:ext cx="168654" cy="132575"/>
                  <a:chOff x="-2866744" y="518074"/>
                  <a:chExt cx="168654" cy="132575"/>
                </a:xfrm>
              </p:grpSpPr>
              <p:cxnSp>
                <p:nvCxnSpPr>
                  <p:cNvPr id="5040" name="Google Shape;5040;p77"/>
                  <p:cNvCxnSpPr/>
                  <p:nvPr/>
                </p:nvCxnSpPr>
                <p:spPr>
                  <a:xfrm>
                    <a:off x="-2866744" y="518074"/>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41" name="Google Shape;5041;p77"/>
                  <p:cNvCxnSpPr/>
                  <p:nvPr/>
                </p:nvCxnSpPr>
                <p:spPr>
                  <a:xfrm>
                    <a:off x="-2866744" y="650649"/>
                    <a:ext cx="1686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42" name="Google Shape;5042;p77"/>
                  <p:cNvCxnSpPr/>
                  <p:nvPr/>
                </p:nvCxnSpPr>
                <p:spPr>
                  <a:xfrm>
                    <a:off x="-2773990" y="617506"/>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43" name="Google Shape;5043;p77"/>
                  <p:cNvCxnSpPr/>
                  <p:nvPr/>
                </p:nvCxnSpPr>
                <p:spPr>
                  <a:xfrm>
                    <a:off x="-2773990" y="584362"/>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cxnSp>
                <p:nvCxnSpPr>
                  <p:cNvPr id="5044" name="Google Shape;5044;p77"/>
                  <p:cNvCxnSpPr/>
                  <p:nvPr/>
                </p:nvCxnSpPr>
                <p:spPr>
                  <a:xfrm>
                    <a:off x="-2773990" y="551218"/>
                    <a:ext cx="75900" cy="0"/>
                  </a:xfrm>
                  <a:prstGeom prst="straightConnector1">
                    <a:avLst/>
                  </a:prstGeom>
                  <a:solidFill>
                    <a:schemeClr val="lt1"/>
                  </a:solidFill>
                  <a:ln w="12700" cap="flat" cmpd="sng">
                    <a:solidFill>
                      <a:srgbClr val="9D9FA1"/>
                    </a:solidFill>
                    <a:prstDash val="solid"/>
                    <a:round/>
                    <a:headEnd type="none" w="sm" len="sm"/>
                    <a:tailEnd type="none" w="sm" len="sm"/>
                  </a:ln>
                </p:spPr>
              </p:cxnSp>
            </p:grpSp>
            <p:sp>
              <p:nvSpPr>
                <p:cNvPr id="5045" name="Google Shape;5045;p77"/>
                <p:cNvSpPr/>
                <p:nvPr/>
              </p:nvSpPr>
              <p:spPr>
                <a:xfrm flipH="1">
                  <a:off x="-2866868" y="549740"/>
                  <a:ext cx="70800" cy="67800"/>
                </a:xfrm>
                <a:prstGeom prst="rightArrow">
                  <a:avLst>
                    <a:gd name="adj1" fmla="val 25329"/>
                    <a:gd name="adj2" fmla="val 63628"/>
                  </a:avLst>
                </a:prstGeom>
                <a:solidFill>
                  <a:srgbClr val="4A7DB1"/>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grpSp>
        </p:grpSp>
        <p:grpSp>
          <p:nvGrpSpPr>
            <p:cNvPr id="5046" name="Google Shape;5046;p77"/>
            <p:cNvGrpSpPr/>
            <p:nvPr/>
          </p:nvGrpSpPr>
          <p:grpSpPr>
            <a:xfrm>
              <a:off x="-938352" y="4662750"/>
              <a:ext cx="627733" cy="576735"/>
              <a:chOff x="-1753862" y="6112775"/>
              <a:chExt cx="759600" cy="697889"/>
            </a:xfrm>
          </p:grpSpPr>
          <p:grpSp>
            <p:nvGrpSpPr>
              <p:cNvPr id="5047" name="Google Shape;5047;p77"/>
              <p:cNvGrpSpPr/>
              <p:nvPr/>
            </p:nvGrpSpPr>
            <p:grpSpPr>
              <a:xfrm>
                <a:off x="-1484858" y="6112775"/>
                <a:ext cx="205430" cy="293286"/>
                <a:chOff x="4768" y="2783"/>
                <a:chExt cx="788" cy="1125"/>
              </a:xfrm>
            </p:grpSpPr>
            <p:sp>
              <p:nvSpPr>
                <p:cNvPr id="5048" name="Google Shape;5048;p77"/>
                <p:cNvSpPr/>
                <p:nvPr/>
              </p:nvSpPr>
              <p:spPr>
                <a:xfrm>
                  <a:off x="5001" y="3186"/>
                  <a:ext cx="319" cy="288"/>
                </a:xfrm>
                <a:custGeom>
                  <a:avLst/>
                  <a:gdLst/>
                  <a:ahLst/>
                  <a:cxnLst/>
                  <a:rect l="l" t="t" r="r" b="b"/>
                  <a:pathLst>
                    <a:path w="319" h="288" extrusionOk="0">
                      <a:moveTo>
                        <a:pt x="220" y="288"/>
                      </a:moveTo>
                      <a:lnTo>
                        <a:pt x="107" y="288"/>
                      </a:lnTo>
                      <a:lnTo>
                        <a:pt x="0" y="0"/>
                      </a:lnTo>
                      <a:lnTo>
                        <a:pt x="319" y="0"/>
                      </a:lnTo>
                      <a:lnTo>
                        <a:pt x="220" y="288"/>
                      </a:lnTo>
                      <a:close/>
                    </a:path>
                  </a:pathLst>
                </a:custGeom>
                <a:solidFill>
                  <a:srgbClr val="1FF52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dk1"/>
                    </a:buClr>
                    <a:buSzPts val="200"/>
                    <a:buFont typeface="Calibri"/>
                    <a:buNone/>
                  </a:pPr>
                  <a:endParaRPr sz="267" b="0" i="0" u="none" strike="noStrike" cap="none">
                    <a:solidFill>
                      <a:srgbClr val="211F26"/>
                    </a:solidFill>
                    <a:latin typeface="Quattrocento Sans"/>
                    <a:ea typeface="Quattrocento Sans"/>
                    <a:cs typeface="Quattrocento Sans"/>
                    <a:sym typeface="Quattrocento Sans"/>
                  </a:endParaRPr>
                </a:p>
              </p:txBody>
            </p:sp>
            <p:sp>
              <p:nvSpPr>
                <p:cNvPr id="5049" name="Google Shape;5049;p77"/>
                <p:cNvSpPr/>
                <p:nvPr/>
              </p:nvSpPr>
              <p:spPr>
                <a:xfrm>
                  <a:off x="5022" y="3796"/>
                  <a:ext cx="282" cy="112"/>
                </a:xfrm>
                <a:custGeom>
                  <a:avLst/>
                  <a:gdLst/>
                  <a:ahLst/>
                  <a:cxnLst/>
                  <a:rect l="l" t="t" r="r" b="b"/>
                  <a:pathLst>
                    <a:path w="251" h="100" extrusionOk="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adFill>
                  <a:gsLst>
                    <a:gs pos="0">
                      <a:srgbClr val="9D9FA1"/>
                    </a:gs>
                    <a:gs pos="70000">
                      <a:srgbClr val="211F26"/>
                    </a:gs>
                    <a:gs pos="100000">
                      <a:srgbClr val="211F26"/>
                    </a:gs>
                  </a:gsLst>
                  <a:lin ang="2700006"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dk1"/>
                    </a:buClr>
                    <a:buSzPts val="200"/>
                    <a:buFont typeface="Calibri"/>
                    <a:buNone/>
                  </a:pPr>
                  <a:endParaRPr sz="267" b="0" i="0" u="none" strike="noStrike" cap="none">
                    <a:solidFill>
                      <a:srgbClr val="211F26"/>
                    </a:solidFill>
                    <a:latin typeface="Quattrocento Sans"/>
                    <a:ea typeface="Quattrocento Sans"/>
                    <a:cs typeface="Quattrocento Sans"/>
                    <a:sym typeface="Quattrocento Sans"/>
                  </a:endParaRPr>
                </a:p>
              </p:txBody>
            </p:sp>
            <p:sp>
              <p:nvSpPr>
                <p:cNvPr id="5050" name="Google Shape;5050;p77"/>
                <p:cNvSpPr/>
                <p:nvPr/>
              </p:nvSpPr>
              <p:spPr>
                <a:xfrm>
                  <a:off x="4768" y="2783"/>
                  <a:ext cx="788" cy="965"/>
                </a:xfrm>
                <a:custGeom>
                  <a:avLst/>
                  <a:gdLst/>
                  <a:ahLst/>
                  <a:cxnLst/>
                  <a:rect l="l" t="t" r="r" b="b"/>
                  <a:pathLst>
                    <a:path w="702" h="860" extrusionOk="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adFill>
                  <a:gsLst>
                    <a:gs pos="0">
                      <a:srgbClr val="9D9FA1"/>
                    </a:gs>
                    <a:gs pos="70000">
                      <a:srgbClr val="211F26"/>
                    </a:gs>
                    <a:gs pos="100000">
                      <a:srgbClr val="211F26"/>
                    </a:gs>
                  </a:gsLst>
                  <a:lin ang="2700006"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dk1"/>
                    </a:buClr>
                    <a:buSzPts val="200"/>
                    <a:buFont typeface="Calibri"/>
                    <a:buNone/>
                  </a:pPr>
                  <a:endParaRPr sz="267" b="0" i="0" u="none" strike="noStrike" cap="none">
                    <a:solidFill>
                      <a:srgbClr val="211F26"/>
                    </a:solidFill>
                    <a:latin typeface="Quattrocento Sans"/>
                    <a:ea typeface="Quattrocento Sans"/>
                    <a:cs typeface="Quattrocento Sans"/>
                    <a:sym typeface="Quattrocento Sans"/>
                  </a:endParaRPr>
                </a:p>
              </p:txBody>
            </p:sp>
          </p:grpSp>
          <p:sp>
            <p:nvSpPr>
              <p:cNvPr id="5051" name="Google Shape;5051;p77"/>
              <p:cNvSpPr txBox="1"/>
              <p:nvPr/>
            </p:nvSpPr>
            <p:spPr>
              <a:xfrm>
                <a:off x="-1753862" y="6420664"/>
                <a:ext cx="759600" cy="390000"/>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211F26"/>
                  </a:buClr>
                  <a:buSzPts val="800"/>
                  <a:buFont typeface="Calibri"/>
                  <a:buNone/>
                </a:pPr>
                <a:r>
                  <a:rPr lang="en-GB" sz="1067" b="0" i="0" u="none" strike="noStrike" cap="none">
                    <a:solidFill>
                      <a:srgbClr val="211F26"/>
                    </a:solidFill>
                    <a:latin typeface="Calibri"/>
                    <a:ea typeface="Calibri"/>
                    <a:cs typeface="Calibri"/>
                    <a:sym typeface="Calibri"/>
                  </a:rPr>
                  <a:t>Inspiration</a:t>
                </a:r>
                <a:endParaRPr sz="1467"/>
              </a:p>
            </p:txBody>
          </p:sp>
        </p:grpSp>
      </p:grpSp>
    </p:spTree>
    <p:extLst>
      <p:ext uri="{BB962C8B-B14F-4D97-AF65-F5344CB8AC3E}">
        <p14:creationId xmlns:p14="http://schemas.microsoft.com/office/powerpoint/2010/main" val="3872637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 Icon instruction">
  <p:cSld name="Title + Icon instruction">
    <p:spTree>
      <p:nvGrpSpPr>
        <p:cNvPr id="1" name="Shape 2236"/>
        <p:cNvGrpSpPr/>
        <p:nvPr/>
      </p:nvGrpSpPr>
      <p:grpSpPr>
        <a:xfrm>
          <a:off x="0" y="0"/>
          <a:ext cx="0" cy="0"/>
          <a:chOff x="0" y="0"/>
          <a:chExt cx="0" cy="0"/>
        </a:xfrm>
      </p:grpSpPr>
      <p:sp>
        <p:nvSpPr>
          <p:cNvPr id="2237" name="Google Shape;2237;p42"/>
          <p:cNvSpPr/>
          <p:nvPr/>
        </p:nvSpPr>
        <p:spPr>
          <a:xfrm>
            <a:off x="1" y="-367937"/>
            <a:ext cx="1899431" cy="246221"/>
          </a:xfrm>
          <a:prstGeom prst="roundRect">
            <a:avLst>
              <a:gd name="adj" fmla="val 0"/>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GB" sz="1600" b="1" cap="none">
                <a:solidFill>
                  <a:schemeClr val="accent1"/>
                </a:solidFill>
                <a:latin typeface="Calibri"/>
                <a:ea typeface="Calibri"/>
                <a:cs typeface="Calibri"/>
                <a:sym typeface="Calibri"/>
              </a:rPr>
              <a:t>Title + Icon instruction</a:t>
            </a:r>
            <a:endParaRPr sz="1467"/>
          </a:p>
        </p:txBody>
      </p:sp>
      <p:sp>
        <p:nvSpPr>
          <p:cNvPr id="2238" name="Google Shape;2238;p42"/>
          <p:cNvSpPr txBox="1">
            <a:spLocks noGrp="1"/>
          </p:cNvSpPr>
          <p:nvPr>
            <p:ph type="body" idx="1"/>
          </p:nvPr>
        </p:nvSpPr>
        <p:spPr>
          <a:xfrm>
            <a:off x="720000" y="6060536"/>
            <a:ext cx="932400" cy="475200"/>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lvl1pPr marL="609585" lvl="0" indent="-304792" algn="l">
              <a:lnSpc>
                <a:spcPct val="90000"/>
              </a:lnSpc>
              <a:spcBef>
                <a:spcPts val="667"/>
              </a:spcBef>
              <a:spcAft>
                <a:spcPts val="0"/>
              </a:spcAft>
              <a:buSzPts val="100"/>
              <a:buFont typeface="Calibri"/>
              <a:buNone/>
              <a:defRPr sz="133"/>
            </a:lvl1pPr>
            <a:lvl2pPr marL="1219170" lvl="1" indent="-304792" algn="l">
              <a:lnSpc>
                <a:spcPct val="90000"/>
              </a:lnSpc>
              <a:spcBef>
                <a:spcPts val="667"/>
              </a:spcBef>
              <a:spcAft>
                <a:spcPts val="0"/>
              </a:spcAft>
              <a:buSzPts val="1400"/>
              <a:buNone/>
              <a:defRPr/>
            </a:lvl2pPr>
            <a:lvl3pPr marL="1828754" lvl="2" indent="-304792" algn="l">
              <a:lnSpc>
                <a:spcPct val="90000"/>
              </a:lnSpc>
              <a:spcBef>
                <a:spcPts val="667"/>
              </a:spcBef>
              <a:spcAft>
                <a:spcPts val="0"/>
              </a:spcAft>
              <a:buSzPts val="1400"/>
              <a:buNone/>
              <a:defRPr/>
            </a:lvl3pPr>
            <a:lvl4pPr marL="2438339" lvl="3" indent="-304792" algn="l">
              <a:lnSpc>
                <a:spcPct val="90000"/>
              </a:lnSpc>
              <a:spcBef>
                <a:spcPts val="667"/>
              </a:spcBef>
              <a:spcAft>
                <a:spcPts val="0"/>
              </a:spcAft>
              <a:buClr>
                <a:schemeClr val="accent1"/>
              </a:buClr>
              <a:buSzPts val="1400"/>
              <a:buNone/>
              <a:defRPr/>
            </a:lvl4pPr>
            <a:lvl5pPr marL="3047924" lvl="4" indent="-304792" algn="l">
              <a:lnSpc>
                <a:spcPct val="90000"/>
              </a:lnSpc>
              <a:spcBef>
                <a:spcPts val="667"/>
              </a:spcBef>
              <a:spcAft>
                <a:spcPts val="0"/>
              </a:spcAft>
              <a:buClr>
                <a:schemeClr val="accent3"/>
              </a:buClr>
              <a:buSzPts val="1400"/>
              <a:buNone/>
              <a:defRPr/>
            </a:lvl5pPr>
            <a:lvl6pPr marL="3657509" lvl="5" indent="-304792" algn="l">
              <a:lnSpc>
                <a:spcPct val="90000"/>
              </a:lnSpc>
              <a:spcBef>
                <a:spcPts val="667"/>
              </a:spcBef>
              <a:spcAft>
                <a:spcPts val="0"/>
              </a:spcAft>
              <a:buSzPts val="1400"/>
              <a:buNone/>
              <a:defRPr/>
            </a:lvl6pPr>
            <a:lvl7pPr marL="4267093" lvl="6" indent="-304792" algn="l">
              <a:lnSpc>
                <a:spcPct val="90000"/>
              </a:lnSpc>
              <a:spcBef>
                <a:spcPts val="667"/>
              </a:spcBef>
              <a:spcAft>
                <a:spcPts val="0"/>
              </a:spcAft>
              <a:buSzPts val="1400"/>
              <a:buNone/>
              <a:defRPr/>
            </a:lvl7pPr>
            <a:lvl8pPr marL="4876678" lvl="7" indent="-304792" algn="l">
              <a:lnSpc>
                <a:spcPct val="90000"/>
              </a:lnSpc>
              <a:spcBef>
                <a:spcPts val="667"/>
              </a:spcBef>
              <a:spcAft>
                <a:spcPts val="0"/>
              </a:spcAft>
              <a:buSzPts val="1400"/>
              <a:buNone/>
              <a:defRPr/>
            </a:lvl8pPr>
            <a:lvl9pPr marL="5486263" lvl="8" indent="-304792" algn="l">
              <a:lnSpc>
                <a:spcPct val="90000"/>
              </a:lnSpc>
              <a:spcBef>
                <a:spcPts val="667"/>
              </a:spcBef>
              <a:spcAft>
                <a:spcPts val="667"/>
              </a:spcAft>
              <a:buSzPts val="1400"/>
              <a:buNone/>
              <a:defRPr/>
            </a:lvl9pPr>
          </a:lstStyle>
          <a:p>
            <a:endParaRPr/>
          </a:p>
        </p:txBody>
      </p:sp>
      <p:sp>
        <p:nvSpPr>
          <p:cNvPr id="2239" name="Google Shape;2239;p42"/>
          <p:cNvSpPr txBox="1">
            <a:spLocks noGrp="1"/>
          </p:cNvSpPr>
          <p:nvPr>
            <p:ph type="body" idx="2"/>
          </p:nvPr>
        </p:nvSpPr>
        <p:spPr>
          <a:xfrm>
            <a:off x="708207" y="707795"/>
            <a:ext cx="36000" cy="396000"/>
          </a:xfrm>
          <a:prstGeom prst="rect">
            <a:avLst/>
          </a:prstGeom>
          <a:solidFill>
            <a:schemeClr val="accent1"/>
          </a:solidFill>
          <a:ln>
            <a:noFill/>
          </a:ln>
        </p:spPr>
        <p:txBody>
          <a:bodyPr spcFirstLastPara="1" wrap="square" lIns="0" tIns="0" rIns="0" bIns="0" anchor="t" anchorCtr="0">
            <a:noAutofit/>
          </a:bodyPr>
          <a:lstStyle>
            <a:lvl1pPr marL="609585" lvl="0" indent="-304792" algn="l">
              <a:lnSpc>
                <a:spcPct val="90000"/>
              </a:lnSpc>
              <a:spcBef>
                <a:spcPts val="667"/>
              </a:spcBef>
              <a:spcAft>
                <a:spcPts val="0"/>
              </a:spcAft>
              <a:buSzPts val="100"/>
              <a:buFont typeface="Calibri"/>
              <a:buNone/>
              <a:defRPr sz="133"/>
            </a:lvl1pPr>
            <a:lvl2pPr marL="1219170" lvl="1" indent="-304792" algn="l">
              <a:lnSpc>
                <a:spcPct val="90000"/>
              </a:lnSpc>
              <a:spcBef>
                <a:spcPts val="667"/>
              </a:spcBef>
              <a:spcAft>
                <a:spcPts val="0"/>
              </a:spcAft>
              <a:buSzPts val="1400"/>
              <a:buNone/>
              <a:defRPr/>
            </a:lvl2pPr>
            <a:lvl3pPr marL="1828754" lvl="2" indent="-304792" algn="l">
              <a:lnSpc>
                <a:spcPct val="90000"/>
              </a:lnSpc>
              <a:spcBef>
                <a:spcPts val="667"/>
              </a:spcBef>
              <a:spcAft>
                <a:spcPts val="0"/>
              </a:spcAft>
              <a:buSzPts val="1400"/>
              <a:buNone/>
              <a:defRPr/>
            </a:lvl3pPr>
            <a:lvl4pPr marL="2438339" lvl="3" indent="-304792" algn="l">
              <a:lnSpc>
                <a:spcPct val="90000"/>
              </a:lnSpc>
              <a:spcBef>
                <a:spcPts val="667"/>
              </a:spcBef>
              <a:spcAft>
                <a:spcPts val="0"/>
              </a:spcAft>
              <a:buClr>
                <a:schemeClr val="accent1"/>
              </a:buClr>
              <a:buSzPts val="1400"/>
              <a:buNone/>
              <a:defRPr/>
            </a:lvl4pPr>
            <a:lvl5pPr marL="3047924" lvl="4" indent="-304792" algn="l">
              <a:lnSpc>
                <a:spcPct val="90000"/>
              </a:lnSpc>
              <a:spcBef>
                <a:spcPts val="667"/>
              </a:spcBef>
              <a:spcAft>
                <a:spcPts val="0"/>
              </a:spcAft>
              <a:buClr>
                <a:schemeClr val="accent3"/>
              </a:buClr>
              <a:buSzPts val="1400"/>
              <a:buNone/>
              <a:defRPr/>
            </a:lvl5pPr>
            <a:lvl6pPr marL="3657509" lvl="5" indent="-304792" algn="l">
              <a:lnSpc>
                <a:spcPct val="90000"/>
              </a:lnSpc>
              <a:spcBef>
                <a:spcPts val="667"/>
              </a:spcBef>
              <a:spcAft>
                <a:spcPts val="0"/>
              </a:spcAft>
              <a:buSzPts val="1400"/>
              <a:buNone/>
              <a:defRPr/>
            </a:lvl6pPr>
            <a:lvl7pPr marL="4267093" lvl="6" indent="-304792" algn="l">
              <a:lnSpc>
                <a:spcPct val="90000"/>
              </a:lnSpc>
              <a:spcBef>
                <a:spcPts val="667"/>
              </a:spcBef>
              <a:spcAft>
                <a:spcPts val="0"/>
              </a:spcAft>
              <a:buSzPts val="1400"/>
              <a:buNone/>
              <a:defRPr/>
            </a:lvl7pPr>
            <a:lvl8pPr marL="4876678" lvl="7" indent="-304792" algn="l">
              <a:lnSpc>
                <a:spcPct val="90000"/>
              </a:lnSpc>
              <a:spcBef>
                <a:spcPts val="667"/>
              </a:spcBef>
              <a:spcAft>
                <a:spcPts val="0"/>
              </a:spcAft>
              <a:buSzPts val="1400"/>
              <a:buNone/>
              <a:defRPr/>
            </a:lvl8pPr>
            <a:lvl9pPr marL="5486263" lvl="8" indent="-304792" algn="l">
              <a:lnSpc>
                <a:spcPct val="90000"/>
              </a:lnSpc>
              <a:spcBef>
                <a:spcPts val="667"/>
              </a:spcBef>
              <a:spcAft>
                <a:spcPts val="667"/>
              </a:spcAft>
              <a:buSzPts val="1400"/>
              <a:buNone/>
              <a:defRPr/>
            </a:lvl9pPr>
          </a:lstStyle>
          <a:p>
            <a:endParaRPr/>
          </a:p>
        </p:txBody>
      </p:sp>
      <p:sp>
        <p:nvSpPr>
          <p:cNvPr id="2240" name="Google Shape;2240;p42"/>
          <p:cNvSpPr txBox="1">
            <a:spLocks noGrp="1"/>
          </p:cNvSpPr>
          <p:nvPr>
            <p:ph type="title"/>
          </p:nvPr>
        </p:nvSpPr>
        <p:spPr>
          <a:xfrm>
            <a:off x="865163" y="722313"/>
            <a:ext cx="10606839" cy="342211"/>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grpSp>
        <p:nvGrpSpPr>
          <p:cNvPr id="2241" name="Google Shape;2241;p42"/>
          <p:cNvGrpSpPr/>
          <p:nvPr/>
        </p:nvGrpSpPr>
        <p:grpSpPr>
          <a:xfrm>
            <a:off x="12377596" y="0"/>
            <a:ext cx="3693113" cy="6209711"/>
            <a:chOff x="-3786164" y="0"/>
            <a:chExt cx="3693113" cy="6209710"/>
          </a:xfrm>
        </p:grpSpPr>
        <p:sp>
          <p:nvSpPr>
            <p:cNvPr id="2242" name="Google Shape;2242;p42"/>
            <p:cNvSpPr/>
            <p:nvPr/>
          </p:nvSpPr>
          <p:spPr>
            <a:xfrm>
              <a:off x="-3786164" y="0"/>
              <a:ext cx="3593091" cy="5572125"/>
            </a:xfrm>
            <a:prstGeom prst="rect">
              <a:avLst/>
            </a:prstGeom>
            <a:solidFill>
              <a:srgbClr val="FFFFFF"/>
            </a:solidFill>
            <a:ln w="9525" cap="flat" cmpd="sng">
              <a:solidFill>
                <a:srgbClr val="ECECEC"/>
              </a:solidFill>
              <a:prstDash val="solid"/>
              <a:miter lim="800000"/>
              <a:headEnd type="none" w="sm" len="sm"/>
              <a:tailEnd type="none" w="sm" len="sm"/>
            </a:ln>
          </p:spPr>
          <p:txBody>
            <a:bodyPr spcFirstLastPara="1" wrap="square" lIns="135000" tIns="108000" rIns="135000" bIns="108000" anchor="t" anchorCtr="0">
              <a:noAutofit/>
            </a:bodyPr>
            <a:lstStyle/>
            <a:p>
              <a:pPr marL="0" marR="0" lvl="0" indent="0" algn="l" rtl="0">
                <a:lnSpc>
                  <a:spcPct val="90000"/>
                </a:lnSpc>
                <a:spcBef>
                  <a:spcPts val="0"/>
                </a:spcBef>
                <a:spcAft>
                  <a:spcPts val="0"/>
                </a:spcAft>
                <a:buNone/>
              </a:pPr>
              <a:r>
                <a:rPr lang="en-GB" sz="1467" b="1" cap="none">
                  <a:solidFill>
                    <a:schemeClr val="dk2"/>
                  </a:solidFill>
                  <a:latin typeface="Calibri"/>
                  <a:ea typeface="Calibri"/>
                  <a:cs typeface="Calibri"/>
                  <a:sym typeface="Calibri"/>
                </a:rPr>
                <a:t>INSERT/EDIT AN ICON</a:t>
              </a:r>
              <a:endParaRPr sz="1467"/>
            </a:p>
          </p:txBody>
        </p:sp>
        <p:sp>
          <p:nvSpPr>
            <p:cNvPr id="2243" name="Google Shape;2243;p42"/>
            <p:cNvSpPr/>
            <p:nvPr/>
          </p:nvSpPr>
          <p:spPr>
            <a:xfrm>
              <a:off x="-3786164" y="5381710"/>
              <a:ext cx="3593637" cy="828000"/>
            </a:xfrm>
            <a:prstGeom prst="rect">
              <a:avLst/>
            </a:prstGeom>
            <a:solidFill>
              <a:srgbClr val="ECECEC"/>
            </a:solidFill>
            <a:ln w="9525" cap="flat" cmpd="sng">
              <a:solidFill>
                <a:srgbClr val="ECECEC"/>
              </a:solidFill>
              <a:prstDash val="solid"/>
              <a:miter lim="800000"/>
              <a:headEnd type="none" w="sm" len="sm"/>
              <a:tailEnd type="none" w="sm" len="sm"/>
            </a:ln>
          </p:spPr>
          <p:txBody>
            <a:bodyPr spcFirstLastPara="1" wrap="square" lIns="135000" tIns="108000" rIns="135000" bIns="108000" anchor="ctr" anchorCtr="0">
              <a:noAutofit/>
            </a:bodyPr>
            <a:lstStyle/>
            <a:p>
              <a:pPr marL="0" marR="0" lvl="0" indent="0" algn="l" rtl="0">
                <a:lnSpc>
                  <a:spcPct val="90000"/>
                </a:lnSpc>
                <a:spcBef>
                  <a:spcPts val="0"/>
                </a:spcBef>
                <a:spcAft>
                  <a:spcPts val="0"/>
                </a:spcAft>
                <a:buNone/>
              </a:pPr>
              <a:r>
                <a:rPr lang="en-GB" sz="1200" b="1" cap="none">
                  <a:solidFill>
                    <a:srgbClr val="211F26"/>
                  </a:solidFill>
                  <a:latin typeface="Calibri"/>
                  <a:ea typeface="Calibri"/>
                  <a:cs typeface="Calibri"/>
                  <a:sym typeface="Calibri"/>
                </a:rPr>
                <a:t>WANT TO KNOW MORE?</a:t>
              </a:r>
              <a:br>
                <a:rPr lang="en-GB" sz="1200" b="1" cap="none">
                  <a:solidFill>
                    <a:srgbClr val="211F26"/>
                  </a:solidFill>
                  <a:latin typeface="Calibri"/>
                  <a:ea typeface="Calibri"/>
                  <a:cs typeface="Calibri"/>
                  <a:sym typeface="Calibri"/>
                </a:rPr>
              </a:br>
              <a:r>
                <a:rPr lang="en-GB" sz="1200" cap="none">
                  <a:solidFill>
                    <a:srgbClr val="211F26"/>
                  </a:solidFill>
                  <a:latin typeface="Calibri"/>
                  <a:ea typeface="Calibri"/>
                  <a:cs typeface="Calibri"/>
                  <a:sym typeface="Calibri"/>
                </a:rPr>
                <a:t>Go to the tab</a:t>
              </a:r>
              <a:r>
                <a:rPr lang="en-GB" sz="1200" b="1" cap="none">
                  <a:solidFill>
                    <a:srgbClr val="211F26"/>
                  </a:solidFill>
                  <a:latin typeface="Calibri"/>
                  <a:ea typeface="Calibri"/>
                  <a:cs typeface="Calibri"/>
                  <a:sym typeface="Calibri"/>
                </a:rPr>
                <a:t> 'SLIDEBUILDER’ </a:t>
              </a:r>
              <a:r>
                <a:rPr lang="en-GB" sz="1200" cap="none">
                  <a:solidFill>
                    <a:srgbClr val="211F26"/>
                  </a:solidFill>
                  <a:latin typeface="Calibri"/>
                  <a:ea typeface="Calibri"/>
                  <a:cs typeface="Calibri"/>
                  <a:sym typeface="Calibri"/>
                </a:rPr>
                <a:t>and click</a:t>
              </a:r>
              <a:br>
                <a:rPr lang="en-GB" sz="1200" cap="none">
                  <a:solidFill>
                    <a:srgbClr val="211F26"/>
                  </a:solidFill>
                  <a:latin typeface="Calibri"/>
                  <a:ea typeface="Calibri"/>
                  <a:cs typeface="Calibri"/>
                  <a:sym typeface="Calibri"/>
                </a:rPr>
              </a:br>
              <a:r>
                <a:rPr lang="en-GB" sz="1200" cap="none">
                  <a:solidFill>
                    <a:srgbClr val="211F26"/>
                  </a:solidFill>
                  <a:latin typeface="Calibri"/>
                  <a:ea typeface="Calibri"/>
                  <a:cs typeface="Calibri"/>
                  <a:sym typeface="Calibri"/>
                </a:rPr>
                <a:t>on the button </a:t>
              </a:r>
              <a:r>
                <a:rPr lang="en-GB" sz="1200" b="1" cap="none">
                  <a:solidFill>
                    <a:srgbClr val="211F26"/>
                  </a:solidFill>
                  <a:latin typeface="Calibri"/>
                  <a:ea typeface="Calibri"/>
                  <a:cs typeface="Calibri"/>
                  <a:sym typeface="Calibri"/>
                </a:rPr>
                <a:t>‘INSPIRATION'</a:t>
              </a:r>
              <a:endParaRPr sz="1467"/>
            </a:p>
          </p:txBody>
        </p:sp>
        <p:sp>
          <p:nvSpPr>
            <p:cNvPr id="2244" name="Google Shape;2244;p42"/>
            <p:cNvSpPr/>
            <p:nvPr/>
          </p:nvSpPr>
          <p:spPr>
            <a:xfrm>
              <a:off x="-3603587" y="46532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1</a:t>
              </a:r>
              <a:endParaRPr sz="1467"/>
            </a:p>
          </p:txBody>
        </p:sp>
        <p:sp>
          <p:nvSpPr>
            <p:cNvPr id="2245" name="Google Shape;2245;p42"/>
            <p:cNvSpPr/>
            <p:nvPr/>
          </p:nvSpPr>
          <p:spPr>
            <a:xfrm>
              <a:off x="-3319416" y="465323"/>
              <a:ext cx="2944087" cy="661851"/>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900"/>
                <a:buFont typeface="Calibri"/>
                <a:buNone/>
              </a:pPr>
              <a:r>
                <a:rPr lang="en-GB" sz="1200" b="0" i="0" u="none" strike="noStrike" cap="none">
                  <a:solidFill>
                    <a:srgbClr val="000000"/>
                  </a:solidFill>
                  <a:latin typeface="Calibri"/>
                  <a:ea typeface="Calibri"/>
                  <a:cs typeface="Calibri"/>
                  <a:sym typeface="Calibri"/>
                </a:rPr>
                <a:t>If necessary, delete the existing icon</a:t>
              </a:r>
              <a:br>
                <a:rPr lang="en-GB" sz="1200" b="0" i="0" u="none" strike="noStrike" cap="none">
                  <a:solidFill>
                    <a:srgbClr val="000000"/>
                  </a:solidFill>
                  <a:latin typeface="Calibri"/>
                  <a:ea typeface="Calibri"/>
                  <a:cs typeface="Calibri"/>
                  <a:sym typeface="Calibri"/>
                </a:rPr>
              </a:br>
              <a:r>
                <a:rPr lang="en-GB" sz="1200" b="0" i="0" u="none" strike="noStrike" cap="none">
                  <a:solidFill>
                    <a:srgbClr val="000000"/>
                  </a:solidFill>
                  <a:latin typeface="Calibri"/>
                  <a:ea typeface="Calibri"/>
                  <a:cs typeface="Calibri"/>
                  <a:sym typeface="Calibri"/>
                </a:rPr>
                <a:t>by using the </a:t>
              </a:r>
              <a:r>
                <a:rPr lang="en-GB" sz="1200" b="1" i="0" u="none" strike="noStrike" cap="none">
                  <a:solidFill>
                    <a:srgbClr val="000000"/>
                  </a:solidFill>
                  <a:latin typeface="Calibri"/>
                  <a:ea typeface="Calibri"/>
                  <a:cs typeface="Calibri"/>
                  <a:sym typeface="Calibri"/>
                </a:rPr>
                <a:t>‘Backspace key’</a:t>
              </a:r>
              <a:r>
                <a:rPr lang="en-GB" sz="1200" b="0" i="0" u="none" strike="noStrike" cap="none">
                  <a:solidFill>
                    <a:srgbClr val="000000"/>
                  </a:solidFill>
                  <a:latin typeface="Calibri"/>
                  <a:ea typeface="Calibri"/>
                  <a:cs typeface="Calibri"/>
                  <a:sym typeface="Calibri"/>
                </a:rPr>
                <a:t>. Go to</a:t>
              </a:r>
              <a:br>
                <a:rPr lang="en-GB" sz="1200" b="0" i="0" u="none" strike="noStrike" cap="none">
                  <a:solidFill>
                    <a:srgbClr val="000000"/>
                  </a:solidFill>
                  <a:latin typeface="Calibri"/>
                  <a:ea typeface="Calibri"/>
                  <a:cs typeface="Calibri"/>
                  <a:sym typeface="Calibri"/>
                </a:rPr>
              </a:br>
              <a:r>
                <a:rPr lang="en-GB" sz="1200" b="0" i="0" u="none" strike="noStrike" cap="none">
                  <a:solidFill>
                    <a:srgbClr val="000000"/>
                  </a:solidFill>
                  <a:latin typeface="Calibri"/>
                  <a:ea typeface="Calibri"/>
                  <a:cs typeface="Calibri"/>
                  <a:sym typeface="Calibri"/>
                </a:rPr>
                <a:t>the tab </a:t>
              </a:r>
              <a:r>
                <a:rPr lang="en-GB" sz="1200" b="1" i="0" u="none" strike="noStrike" cap="none">
                  <a:solidFill>
                    <a:srgbClr val="000000"/>
                  </a:solidFill>
                  <a:latin typeface="Calibri"/>
                  <a:ea typeface="Calibri"/>
                  <a:cs typeface="Calibri"/>
                  <a:sym typeface="Calibri"/>
                </a:rPr>
                <a:t>‘Slidebuilder’</a:t>
              </a:r>
              <a:r>
                <a:rPr lang="en-GB" sz="1200" b="0" i="0" u="none" strike="noStrike" cap="none">
                  <a:solidFill>
                    <a:srgbClr val="000000"/>
                  </a:solidFill>
                  <a:latin typeface="Calibri"/>
                  <a:ea typeface="Calibri"/>
                  <a:cs typeface="Calibri"/>
                  <a:sym typeface="Calibri"/>
                </a:rPr>
                <a:t> and click</a:t>
              </a:r>
              <a:br>
                <a:rPr lang="en-GB" sz="1200" b="0" i="0" u="none" strike="noStrike" cap="none">
                  <a:solidFill>
                    <a:srgbClr val="000000"/>
                  </a:solidFill>
                  <a:latin typeface="Calibri"/>
                  <a:ea typeface="Calibri"/>
                  <a:cs typeface="Calibri"/>
                  <a:sym typeface="Calibri"/>
                </a:rPr>
              </a:br>
              <a:r>
                <a:rPr lang="en-GB" sz="1200" b="0" i="0" u="none" strike="noStrike" cap="none">
                  <a:solidFill>
                    <a:srgbClr val="000000"/>
                  </a:solidFill>
                  <a:latin typeface="Calibri"/>
                  <a:ea typeface="Calibri"/>
                  <a:cs typeface="Calibri"/>
                  <a:sym typeface="Calibri"/>
                </a:rPr>
                <a:t>on the button </a:t>
              </a:r>
              <a:r>
                <a:rPr lang="en-GB" sz="1200" b="1" i="0" u="none" strike="noStrike" cap="none">
                  <a:solidFill>
                    <a:srgbClr val="000000"/>
                  </a:solidFill>
                  <a:latin typeface="Calibri"/>
                  <a:ea typeface="Calibri"/>
                  <a:cs typeface="Calibri"/>
                  <a:sym typeface="Calibri"/>
                </a:rPr>
                <a:t>‘Icons’</a:t>
              </a:r>
              <a:r>
                <a:rPr lang="en-GB" sz="1200" b="0" i="0" u="none" strike="noStrike" cap="none">
                  <a:solidFill>
                    <a:srgbClr val="000000"/>
                  </a:solidFill>
                  <a:latin typeface="Calibri"/>
                  <a:ea typeface="Calibri"/>
                  <a:cs typeface="Calibri"/>
                  <a:sym typeface="Calibri"/>
                </a:rPr>
                <a:t>.</a:t>
              </a:r>
              <a:endParaRPr sz="1200" b="0" i="0" u="none" strike="noStrike" cap="none">
                <a:solidFill>
                  <a:srgbClr val="000000"/>
                </a:solidFill>
                <a:latin typeface="Calibri"/>
                <a:ea typeface="Calibri"/>
                <a:cs typeface="Calibri"/>
                <a:sym typeface="Calibri"/>
              </a:endParaRPr>
            </a:p>
          </p:txBody>
        </p:sp>
        <p:sp>
          <p:nvSpPr>
            <p:cNvPr id="2246" name="Google Shape;2246;p42"/>
            <p:cNvSpPr/>
            <p:nvPr/>
          </p:nvSpPr>
          <p:spPr>
            <a:xfrm>
              <a:off x="-3603587" y="181118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2</a:t>
              </a:r>
              <a:endParaRPr sz="1467"/>
            </a:p>
          </p:txBody>
        </p:sp>
        <p:sp>
          <p:nvSpPr>
            <p:cNvPr id="2247" name="Google Shape;2247;p42"/>
            <p:cNvSpPr/>
            <p:nvPr/>
          </p:nvSpPr>
          <p:spPr>
            <a:xfrm>
              <a:off x="-3319415" y="1811185"/>
              <a:ext cx="2944682" cy="32633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900"/>
                <a:buFont typeface="Calibri"/>
                <a:buNone/>
              </a:pPr>
              <a:r>
                <a:rPr lang="en-GB" sz="1200" b="0" i="0" u="none" strike="noStrike" cap="none">
                  <a:solidFill>
                    <a:srgbClr val="000000"/>
                  </a:solidFill>
                  <a:latin typeface="Calibri"/>
                  <a:ea typeface="Calibri"/>
                  <a:cs typeface="Calibri"/>
                  <a:sym typeface="Calibri"/>
                </a:rPr>
                <a:t>Select the preferred category and icon</a:t>
              </a:r>
              <a:br>
                <a:rPr lang="en-GB" sz="1200" b="0" i="0" u="none" strike="noStrike" cap="none">
                  <a:solidFill>
                    <a:srgbClr val="000000"/>
                  </a:solidFill>
                  <a:latin typeface="Calibri"/>
                  <a:ea typeface="Calibri"/>
                  <a:cs typeface="Calibri"/>
                  <a:sym typeface="Calibri"/>
                </a:rPr>
              </a:br>
              <a:r>
                <a:rPr lang="en-GB" sz="1200" b="0" i="0" u="none" strike="noStrike" cap="none">
                  <a:solidFill>
                    <a:srgbClr val="000000"/>
                  </a:solidFill>
                  <a:latin typeface="Calibri"/>
                  <a:ea typeface="Calibri"/>
                  <a:cs typeface="Calibri"/>
                  <a:sym typeface="Calibri"/>
                </a:rPr>
                <a:t>and click on  </a:t>
              </a:r>
              <a:r>
                <a:rPr lang="en-GB" sz="1200" b="1" i="0" u="none" strike="noStrike" cap="none">
                  <a:solidFill>
                    <a:srgbClr val="000000"/>
                  </a:solidFill>
                  <a:latin typeface="Calibri"/>
                  <a:ea typeface="Calibri"/>
                  <a:cs typeface="Calibri"/>
                  <a:sym typeface="Calibri"/>
                </a:rPr>
                <a:t>‘Insert’</a:t>
              </a:r>
              <a:r>
                <a:rPr lang="en-GB" sz="1200" b="0" i="0" u="none" strike="noStrike" cap="none">
                  <a:solidFill>
                    <a:srgbClr val="000000"/>
                  </a:solidFill>
                  <a:latin typeface="Calibri"/>
                  <a:ea typeface="Calibri"/>
                  <a:cs typeface="Calibri"/>
                  <a:sym typeface="Calibri"/>
                </a:rPr>
                <a:t>.</a:t>
              </a:r>
              <a:endParaRPr sz="1467"/>
            </a:p>
          </p:txBody>
        </p:sp>
        <p:sp>
          <p:nvSpPr>
            <p:cNvPr id="2248" name="Google Shape;2248;p42"/>
            <p:cNvSpPr/>
            <p:nvPr/>
          </p:nvSpPr>
          <p:spPr>
            <a:xfrm>
              <a:off x="-3319415" y="2245760"/>
              <a:ext cx="825500" cy="209550"/>
            </a:xfrm>
            <a:prstGeom prst="rect">
              <a:avLst/>
            </a:prstGeom>
            <a:solidFill>
              <a:srgbClr val="1FF524"/>
            </a:solid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None/>
              </a:pPr>
              <a:r>
                <a:rPr lang="en-GB" sz="1067" b="1">
                  <a:solidFill>
                    <a:srgbClr val="211F26"/>
                  </a:solidFill>
                  <a:latin typeface="Calibri"/>
                  <a:ea typeface="Calibri"/>
                  <a:cs typeface="Calibri"/>
                  <a:sym typeface="Calibri"/>
                </a:rPr>
                <a:t>Insert</a:t>
              </a:r>
              <a:endParaRPr sz="1467"/>
            </a:p>
          </p:txBody>
        </p:sp>
        <p:sp>
          <p:nvSpPr>
            <p:cNvPr id="2249" name="Google Shape;2249;p42"/>
            <p:cNvSpPr/>
            <p:nvPr/>
          </p:nvSpPr>
          <p:spPr>
            <a:xfrm>
              <a:off x="-3603587" y="263483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3</a:t>
              </a:r>
              <a:endParaRPr sz="1467"/>
            </a:p>
          </p:txBody>
        </p:sp>
        <p:sp>
          <p:nvSpPr>
            <p:cNvPr id="2250" name="Google Shape;2250;p42"/>
            <p:cNvSpPr/>
            <p:nvPr/>
          </p:nvSpPr>
          <p:spPr>
            <a:xfrm>
              <a:off x="-3319415" y="2634835"/>
              <a:ext cx="2944682" cy="637754"/>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900"/>
                <a:buFont typeface="Calibri"/>
                <a:buNone/>
              </a:pPr>
              <a:r>
                <a:rPr lang="en-GB" sz="1200" b="0" i="0" u="none" strike="noStrike" cap="none">
                  <a:solidFill>
                    <a:srgbClr val="000000"/>
                  </a:solidFill>
                  <a:latin typeface="Calibri"/>
                  <a:ea typeface="Calibri"/>
                  <a:cs typeface="Calibri"/>
                  <a:sym typeface="Calibri"/>
                </a:rPr>
                <a:t>Drag the icon to the preferred position on the slide. To give the icon a different colour, go to the tab </a:t>
              </a:r>
              <a:r>
                <a:rPr lang="en-GB" sz="1200" b="1" i="0" u="none" strike="noStrike" cap="none">
                  <a:solidFill>
                    <a:srgbClr val="000000"/>
                  </a:solidFill>
                  <a:latin typeface="Calibri"/>
                  <a:ea typeface="Calibri"/>
                  <a:cs typeface="Calibri"/>
                  <a:sym typeface="Calibri"/>
                </a:rPr>
                <a:t>‘Drawing Tools’</a:t>
              </a:r>
              <a:r>
                <a:rPr lang="en-GB" sz="1200" b="0" i="0" u="none" strike="noStrike" cap="none">
                  <a:solidFill>
                    <a:srgbClr val="000000"/>
                  </a:solidFill>
                  <a:latin typeface="Calibri"/>
                  <a:ea typeface="Calibri"/>
                  <a:cs typeface="Calibri"/>
                  <a:sym typeface="Calibri"/>
                </a:rPr>
                <a:t> - </a:t>
              </a:r>
              <a:r>
                <a:rPr lang="en-GB" sz="1200" b="1" i="0" u="none" strike="noStrike" cap="none">
                  <a:solidFill>
                    <a:srgbClr val="000000"/>
                  </a:solidFill>
                  <a:latin typeface="Calibri"/>
                  <a:ea typeface="Calibri"/>
                  <a:cs typeface="Calibri"/>
                  <a:sym typeface="Calibri"/>
                </a:rPr>
                <a:t>‘Format’ </a:t>
              </a:r>
              <a:r>
                <a:rPr lang="en-GB" sz="1200" b="0" i="0" u="none" strike="noStrike" cap="none">
                  <a:solidFill>
                    <a:srgbClr val="000000"/>
                  </a:solidFill>
                  <a:latin typeface="Calibri"/>
                  <a:ea typeface="Calibri"/>
                  <a:cs typeface="Calibri"/>
                  <a:sym typeface="Calibri"/>
                </a:rPr>
                <a:t>and click on </a:t>
              </a:r>
              <a:r>
                <a:rPr lang="en-GB" sz="1200" b="1" i="0" u="none" strike="noStrike" cap="none">
                  <a:solidFill>
                    <a:srgbClr val="000000"/>
                  </a:solidFill>
                  <a:latin typeface="Calibri"/>
                  <a:ea typeface="Calibri"/>
                  <a:cs typeface="Calibri"/>
                  <a:sym typeface="Calibri"/>
                </a:rPr>
                <a:t>‘Shape Fill’</a:t>
              </a:r>
              <a:r>
                <a:rPr lang="en-GB" sz="1200" b="0" i="0" u="none" strike="noStrike" cap="none">
                  <a:solidFill>
                    <a:srgbClr val="000000"/>
                  </a:solidFill>
                  <a:latin typeface="Calibri"/>
                  <a:ea typeface="Calibri"/>
                  <a:cs typeface="Calibri"/>
                  <a:sym typeface="Calibri"/>
                </a:rPr>
                <a:t>.</a:t>
              </a:r>
              <a:endParaRPr sz="1467"/>
            </a:p>
          </p:txBody>
        </p:sp>
        <p:grpSp>
          <p:nvGrpSpPr>
            <p:cNvPr id="2251" name="Google Shape;2251;p42"/>
            <p:cNvGrpSpPr/>
            <p:nvPr/>
          </p:nvGrpSpPr>
          <p:grpSpPr>
            <a:xfrm>
              <a:off x="-376736" y="5210661"/>
              <a:ext cx="283685" cy="283685"/>
              <a:chOff x="-510741" y="5913713"/>
              <a:chExt cx="267555" cy="267555"/>
            </a:xfrm>
          </p:grpSpPr>
          <p:sp>
            <p:nvSpPr>
              <p:cNvPr id="2252" name="Google Shape;2252;p42"/>
              <p:cNvSpPr/>
              <p:nvPr/>
            </p:nvSpPr>
            <p:spPr>
              <a:xfrm>
                <a:off x="-491853" y="5932072"/>
                <a:ext cx="230835" cy="230835"/>
              </a:xfrm>
              <a:prstGeom prst="ellipse">
                <a:avLst/>
              </a:prstGeom>
              <a:solidFill>
                <a:srgbClr val="211F26"/>
              </a:solidFill>
              <a:ln>
                <a:noFill/>
              </a:ln>
            </p:spPr>
            <p:txBody>
              <a:bodyPr spcFirstLastPara="1" wrap="square" lIns="135000" tIns="135000" rIns="135000" bIns="135000" anchor="ctr" anchorCtr="0">
                <a:noAutofit/>
              </a:bodyPr>
              <a:lstStyle/>
              <a:p>
                <a:pPr marL="0" marR="0" lvl="0" indent="0" algn="ctr" rtl="0">
                  <a:lnSpc>
                    <a:spcPct val="90000"/>
                  </a:lnSpc>
                  <a:spcBef>
                    <a:spcPts val="0"/>
                  </a:spcBef>
                  <a:spcAft>
                    <a:spcPts val="0"/>
                  </a:spcAft>
                  <a:buNone/>
                </a:pPr>
                <a:endParaRPr sz="1600" cap="none">
                  <a:solidFill>
                    <a:schemeClr val="lt1"/>
                  </a:solidFill>
                  <a:latin typeface="Calibri"/>
                  <a:ea typeface="Calibri"/>
                  <a:cs typeface="Calibri"/>
                  <a:sym typeface="Calibri"/>
                </a:endParaRPr>
              </a:p>
            </p:txBody>
          </p:sp>
          <p:sp>
            <p:nvSpPr>
              <p:cNvPr id="2253" name="Google Shape;2253;p42" descr="Informatie"/>
              <p:cNvSpPr/>
              <p:nvPr/>
            </p:nvSpPr>
            <p:spPr>
              <a:xfrm>
                <a:off x="-510741" y="5913713"/>
                <a:ext cx="267555" cy="267555"/>
              </a:xfrm>
              <a:custGeom>
                <a:avLst/>
                <a:gdLst/>
                <a:ahLst/>
                <a:cxnLst/>
                <a:rect l="l" t="t" r="r" b="b"/>
                <a:pathLst>
                  <a:path w="291719" h="291719" extrusionOk="0">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2000">
                  <a:solidFill>
                    <a:srgbClr val="211F26"/>
                  </a:solidFill>
                  <a:latin typeface="Calibri"/>
                  <a:ea typeface="Calibri"/>
                  <a:cs typeface="Calibri"/>
                  <a:sym typeface="Calibri"/>
                </a:endParaRPr>
              </a:p>
            </p:txBody>
          </p:sp>
        </p:grpSp>
        <p:grpSp>
          <p:nvGrpSpPr>
            <p:cNvPr id="2254" name="Google Shape;2254;p42"/>
            <p:cNvGrpSpPr/>
            <p:nvPr/>
          </p:nvGrpSpPr>
          <p:grpSpPr>
            <a:xfrm>
              <a:off x="-938434" y="5519087"/>
              <a:ext cx="627798" cy="576693"/>
              <a:chOff x="-938434" y="4570310"/>
              <a:chExt cx="627798" cy="576693"/>
            </a:xfrm>
          </p:grpSpPr>
          <p:grpSp>
            <p:nvGrpSpPr>
              <p:cNvPr id="2255" name="Google Shape;2255;p42"/>
              <p:cNvGrpSpPr/>
              <p:nvPr/>
            </p:nvGrpSpPr>
            <p:grpSpPr>
              <a:xfrm>
                <a:off x="-716116" y="4570310"/>
                <a:ext cx="169778" cy="242385"/>
                <a:chOff x="4768" y="2783"/>
                <a:chExt cx="788" cy="1125"/>
              </a:xfrm>
            </p:grpSpPr>
            <p:sp>
              <p:nvSpPr>
                <p:cNvPr id="2256" name="Google Shape;2256;p42"/>
                <p:cNvSpPr/>
                <p:nvPr/>
              </p:nvSpPr>
              <p:spPr>
                <a:xfrm>
                  <a:off x="5001" y="3186"/>
                  <a:ext cx="319" cy="288"/>
                </a:xfrm>
                <a:custGeom>
                  <a:avLst/>
                  <a:gdLst/>
                  <a:ahLst/>
                  <a:cxnLst/>
                  <a:rect l="l" t="t" r="r" b="b"/>
                  <a:pathLst>
                    <a:path w="319" h="288" extrusionOk="0">
                      <a:moveTo>
                        <a:pt x="220" y="288"/>
                      </a:moveTo>
                      <a:lnTo>
                        <a:pt x="107" y="288"/>
                      </a:lnTo>
                      <a:lnTo>
                        <a:pt x="0" y="0"/>
                      </a:lnTo>
                      <a:lnTo>
                        <a:pt x="319" y="0"/>
                      </a:lnTo>
                      <a:lnTo>
                        <a:pt x="220" y="288"/>
                      </a:lnTo>
                      <a:close/>
                    </a:path>
                  </a:pathLst>
                </a:custGeom>
                <a:solidFill>
                  <a:srgbClr val="1FF52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dk1"/>
                    </a:buClr>
                    <a:buSzPts val="200"/>
                    <a:buFont typeface="Calibri"/>
                    <a:buNone/>
                  </a:pPr>
                  <a:endParaRPr sz="267" b="0" i="0" u="none" strike="noStrike" cap="none">
                    <a:solidFill>
                      <a:srgbClr val="211F26"/>
                    </a:solidFill>
                    <a:latin typeface="Quattrocento Sans"/>
                    <a:ea typeface="Quattrocento Sans"/>
                    <a:cs typeface="Quattrocento Sans"/>
                    <a:sym typeface="Quattrocento Sans"/>
                  </a:endParaRPr>
                </a:p>
              </p:txBody>
            </p:sp>
            <p:sp>
              <p:nvSpPr>
                <p:cNvPr id="2257" name="Google Shape;2257;p42"/>
                <p:cNvSpPr/>
                <p:nvPr/>
              </p:nvSpPr>
              <p:spPr>
                <a:xfrm>
                  <a:off x="5022" y="3796"/>
                  <a:ext cx="282" cy="112"/>
                </a:xfrm>
                <a:custGeom>
                  <a:avLst/>
                  <a:gdLst/>
                  <a:ahLst/>
                  <a:cxnLst/>
                  <a:rect l="l" t="t" r="r" b="b"/>
                  <a:pathLst>
                    <a:path w="251" h="100" extrusionOk="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dk1"/>
                    </a:buClr>
                    <a:buSzPts val="200"/>
                    <a:buFont typeface="Calibri"/>
                    <a:buNone/>
                  </a:pPr>
                  <a:endParaRPr sz="267" b="0" i="0" u="none" strike="noStrike" cap="none">
                    <a:solidFill>
                      <a:srgbClr val="211F26"/>
                    </a:solidFill>
                    <a:latin typeface="Quattrocento Sans"/>
                    <a:ea typeface="Quattrocento Sans"/>
                    <a:cs typeface="Quattrocento Sans"/>
                    <a:sym typeface="Quattrocento Sans"/>
                  </a:endParaRPr>
                </a:p>
              </p:txBody>
            </p:sp>
            <p:sp>
              <p:nvSpPr>
                <p:cNvPr id="2258" name="Google Shape;2258;p42"/>
                <p:cNvSpPr/>
                <p:nvPr/>
              </p:nvSpPr>
              <p:spPr>
                <a:xfrm>
                  <a:off x="4768" y="2783"/>
                  <a:ext cx="788" cy="966"/>
                </a:xfrm>
                <a:custGeom>
                  <a:avLst/>
                  <a:gdLst/>
                  <a:ahLst/>
                  <a:cxnLst/>
                  <a:rect l="l" t="t" r="r" b="b"/>
                  <a:pathLst>
                    <a:path w="702" h="860" extrusionOk="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dk1"/>
                    </a:buClr>
                    <a:buSzPts val="200"/>
                    <a:buFont typeface="Calibri"/>
                    <a:buNone/>
                  </a:pPr>
                  <a:endParaRPr sz="267" b="0" i="0" u="none" strike="noStrike" cap="none">
                    <a:solidFill>
                      <a:srgbClr val="211F26"/>
                    </a:solidFill>
                    <a:latin typeface="Quattrocento Sans"/>
                    <a:ea typeface="Quattrocento Sans"/>
                    <a:cs typeface="Quattrocento Sans"/>
                    <a:sym typeface="Quattrocento Sans"/>
                  </a:endParaRPr>
                </a:p>
              </p:txBody>
            </p:sp>
          </p:grpSp>
          <p:sp>
            <p:nvSpPr>
              <p:cNvPr id="2259" name="Google Shape;2259;p42"/>
              <p:cNvSpPr txBox="1"/>
              <p:nvPr/>
            </p:nvSpPr>
            <p:spPr>
              <a:xfrm>
                <a:off x="-938434" y="4824764"/>
                <a:ext cx="627798" cy="322239"/>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rgbClr val="211F26"/>
                  </a:buClr>
                  <a:buSzPts val="800"/>
                  <a:buFont typeface="Calibri"/>
                  <a:buNone/>
                </a:pPr>
                <a:r>
                  <a:rPr lang="en-GB" sz="1067" b="0" i="0" u="none" strike="noStrike" cap="none">
                    <a:solidFill>
                      <a:srgbClr val="211F26"/>
                    </a:solidFill>
                    <a:latin typeface="Calibri"/>
                    <a:ea typeface="Calibri"/>
                    <a:cs typeface="Calibri"/>
                    <a:sym typeface="Calibri"/>
                  </a:rPr>
                  <a:t>Inspiration</a:t>
                </a:r>
                <a:endParaRPr sz="1467"/>
              </a:p>
            </p:txBody>
          </p:sp>
        </p:grpSp>
        <p:grpSp>
          <p:nvGrpSpPr>
            <p:cNvPr id="2260" name="Google Shape;2260;p42"/>
            <p:cNvGrpSpPr/>
            <p:nvPr/>
          </p:nvGrpSpPr>
          <p:grpSpPr>
            <a:xfrm>
              <a:off x="-3398401" y="1222628"/>
              <a:ext cx="491631" cy="410839"/>
              <a:chOff x="-3241990" y="1222628"/>
              <a:chExt cx="491631" cy="410839"/>
            </a:xfrm>
          </p:grpSpPr>
          <p:sp>
            <p:nvSpPr>
              <p:cNvPr id="2261" name="Google Shape;2261;p42"/>
              <p:cNvSpPr txBox="1"/>
              <p:nvPr/>
            </p:nvSpPr>
            <p:spPr>
              <a:xfrm>
                <a:off x="-3241990" y="1489960"/>
                <a:ext cx="491631" cy="143507"/>
              </a:xfrm>
              <a:prstGeom prst="rect">
                <a:avLst/>
              </a:prstGeom>
              <a:noFill/>
              <a:ln>
                <a:noFill/>
              </a:ln>
            </p:spPr>
            <p:txBody>
              <a:bodyPr spcFirstLastPara="1" wrap="square" lIns="0" tIns="13500" rIns="0" bIns="0" anchor="t" anchorCtr="0">
                <a:noAutofit/>
              </a:bodyPr>
              <a:lstStyle/>
              <a:p>
                <a:pPr marL="0" marR="0" lvl="0" indent="0" algn="ctr" rtl="0">
                  <a:lnSpc>
                    <a:spcPct val="90000"/>
                  </a:lnSpc>
                  <a:spcBef>
                    <a:spcPts val="0"/>
                  </a:spcBef>
                  <a:spcAft>
                    <a:spcPts val="0"/>
                  </a:spcAft>
                  <a:buClr>
                    <a:srgbClr val="211F26"/>
                  </a:buClr>
                  <a:buSzPts val="800"/>
                  <a:buFont typeface="Calibri"/>
                  <a:buNone/>
                </a:pPr>
                <a:r>
                  <a:rPr lang="en-GB" sz="1067" b="0" i="0" u="none" strike="noStrike" cap="none">
                    <a:solidFill>
                      <a:srgbClr val="211F26"/>
                    </a:solidFill>
                    <a:latin typeface="Calibri"/>
                    <a:ea typeface="Calibri"/>
                    <a:cs typeface="Calibri"/>
                    <a:sym typeface="Calibri"/>
                  </a:rPr>
                  <a:t>Icons</a:t>
                </a:r>
                <a:endParaRPr sz="1467"/>
              </a:p>
            </p:txBody>
          </p:sp>
          <p:grpSp>
            <p:nvGrpSpPr>
              <p:cNvPr id="2262" name="Google Shape;2262;p42"/>
              <p:cNvGrpSpPr/>
              <p:nvPr/>
            </p:nvGrpSpPr>
            <p:grpSpPr>
              <a:xfrm>
                <a:off x="-3119153" y="1222628"/>
                <a:ext cx="245956" cy="246691"/>
                <a:chOff x="1314120" y="4794393"/>
                <a:chExt cx="1787447" cy="1792785"/>
              </a:xfrm>
            </p:grpSpPr>
            <p:grpSp>
              <p:nvGrpSpPr>
                <p:cNvPr id="2263" name="Google Shape;2263;p42"/>
                <p:cNvGrpSpPr/>
                <p:nvPr/>
              </p:nvGrpSpPr>
              <p:grpSpPr>
                <a:xfrm>
                  <a:off x="1314120" y="4794393"/>
                  <a:ext cx="1787447" cy="1792785"/>
                  <a:chOff x="1314120" y="4794393"/>
                  <a:chExt cx="1787447" cy="1792785"/>
                </a:xfrm>
              </p:grpSpPr>
              <p:grpSp>
                <p:nvGrpSpPr>
                  <p:cNvPr id="2264" name="Google Shape;2264;p42"/>
                  <p:cNvGrpSpPr/>
                  <p:nvPr/>
                </p:nvGrpSpPr>
                <p:grpSpPr>
                  <a:xfrm>
                    <a:off x="1314120" y="4794393"/>
                    <a:ext cx="1787447" cy="1792785"/>
                    <a:chOff x="1314120" y="4794393"/>
                    <a:chExt cx="1787447" cy="1792785"/>
                  </a:xfrm>
                </p:grpSpPr>
                <p:sp>
                  <p:nvSpPr>
                    <p:cNvPr id="2265" name="Google Shape;2265;p42"/>
                    <p:cNvSpPr/>
                    <p:nvPr/>
                  </p:nvSpPr>
                  <p:spPr>
                    <a:xfrm>
                      <a:off x="1314120" y="4794393"/>
                      <a:ext cx="854131" cy="854131"/>
                    </a:xfrm>
                    <a:custGeom>
                      <a:avLst/>
                      <a:gdLst/>
                      <a:ahLst/>
                      <a:cxnLst/>
                      <a:rect l="l" t="t" r="r" b="b"/>
                      <a:pathLst>
                        <a:path w="854130" h="854130" extrusionOk="0">
                          <a:moveTo>
                            <a:pt x="716202" y="139664"/>
                          </a:moveTo>
                          <a:lnTo>
                            <a:pt x="716202" y="716202"/>
                          </a:lnTo>
                          <a:lnTo>
                            <a:pt x="139664" y="716202"/>
                          </a:lnTo>
                          <a:lnTo>
                            <a:pt x="139664" y="139664"/>
                          </a:lnTo>
                          <a:lnTo>
                            <a:pt x="716202" y="139664"/>
                          </a:lnTo>
                          <a:moveTo>
                            <a:pt x="849660" y="6206"/>
                          </a:moveTo>
                          <a:lnTo>
                            <a:pt x="6206" y="6206"/>
                          </a:lnTo>
                          <a:lnTo>
                            <a:pt x="6206" y="849660"/>
                          </a:lnTo>
                          <a:lnTo>
                            <a:pt x="849660" y="849660"/>
                          </a:lnTo>
                          <a:lnTo>
                            <a:pt x="849660" y="6206"/>
                          </a:lnTo>
                          <a:lnTo>
                            <a:pt x="849660" y="6206"/>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sp>
                  <p:nvSpPr>
                    <p:cNvPr id="2266" name="Google Shape;2266;p42"/>
                    <p:cNvSpPr/>
                    <p:nvPr/>
                  </p:nvSpPr>
                  <p:spPr>
                    <a:xfrm>
                      <a:off x="2247436" y="4794393"/>
                      <a:ext cx="854131" cy="854131"/>
                    </a:xfrm>
                    <a:custGeom>
                      <a:avLst/>
                      <a:gdLst/>
                      <a:ahLst/>
                      <a:cxnLst/>
                      <a:rect l="l" t="t" r="r" b="b"/>
                      <a:pathLst>
                        <a:path w="854130" h="854130" extrusionOk="0">
                          <a:moveTo>
                            <a:pt x="716202" y="139664"/>
                          </a:moveTo>
                          <a:lnTo>
                            <a:pt x="716202" y="716202"/>
                          </a:lnTo>
                          <a:lnTo>
                            <a:pt x="139664" y="716202"/>
                          </a:lnTo>
                          <a:lnTo>
                            <a:pt x="139664" y="139664"/>
                          </a:lnTo>
                          <a:lnTo>
                            <a:pt x="716202" y="139664"/>
                          </a:lnTo>
                          <a:moveTo>
                            <a:pt x="849660" y="6206"/>
                          </a:moveTo>
                          <a:lnTo>
                            <a:pt x="6206" y="6206"/>
                          </a:lnTo>
                          <a:lnTo>
                            <a:pt x="6206" y="849660"/>
                          </a:lnTo>
                          <a:lnTo>
                            <a:pt x="849660" y="849660"/>
                          </a:lnTo>
                          <a:lnTo>
                            <a:pt x="849660" y="6206"/>
                          </a:lnTo>
                          <a:lnTo>
                            <a:pt x="849660" y="6206"/>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sp>
                  <p:nvSpPr>
                    <p:cNvPr id="2267" name="Google Shape;2267;p42"/>
                    <p:cNvSpPr/>
                    <p:nvPr/>
                  </p:nvSpPr>
                  <p:spPr>
                    <a:xfrm>
                      <a:off x="1314120" y="5733047"/>
                      <a:ext cx="854131" cy="854131"/>
                    </a:xfrm>
                    <a:custGeom>
                      <a:avLst/>
                      <a:gdLst/>
                      <a:ahLst/>
                      <a:cxnLst/>
                      <a:rect l="l" t="t" r="r" b="b"/>
                      <a:pathLst>
                        <a:path w="854130" h="854130" extrusionOk="0">
                          <a:moveTo>
                            <a:pt x="716202" y="139664"/>
                          </a:moveTo>
                          <a:lnTo>
                            <a:pt x="716202" y="716202"/>
                          </a:lnTo>
                          <a:lnTo>
                            <a:pt x="139664" y="716202"/>
                          </a:lnTo>
                          <a:lnTo>
                            <a:pt x="139664" y="139664"/>
                          </a:lnTo>
                          <a:lnTo>
                            <a:pt x="716202" y="139664"/>
                          </a:lnTo>
                          <a:moveTo>
                            <a:pt x="849660" y="6206"/>
                          </a:moveTo>
                          <a:lnTo>
                            <a:pt x="6206" y="6206"/>
                          </a:lnTo>
                          <a:lnTo>
                            <a:pt x="6206" y="849660"/>
                          </a:lnTo>
                          <a:lnTo>
                            <a:pt x="849660" y="849660"/>
                          </a:lnTo>
                          <a:lnTo>
                            <a:pt x="849660" y="6206"/>
                          </a:lnTo>
                          <a:lnTo>
                            <a:pt x="849660" y="6206"/>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sp>
                  <p:nvSpPr>
                    <p:cNvPr id="2268" name="Google Shape;2268;p42"/>
                    <p:cNvSpPr/>
                    <p:nvPr/>
                  </p:nvSpPr>
                  <p:spPr>
                    <a:xfrm>
                      <a:off x="2247436" y="5733047"/>
                      <a:ext cx="854131" cy="854131"/>
                    </a:xfrm>
                    <a:custGeom>
                      <a:avLst/>
                      <a:gdLst/>
                      <a:ahLst/>
                      <a:cxnLst/>
                      <a:rect l="l" t="t" r="r" b="b"/>
                      <a:pathLst>
                        <a:path w="854130" h="854130" extrusionOk="0">
                          <a:moveTo>
                            <a:pt x="716202" y="139664"/>
                          </a:moveTo>
                          <a:lnTo>
                            <a:pt x="716202" y="716202"/>
                          </a:lnTo>
                          <a:lnTo>
                            <a:pt x="139664" y="716202"/>
                          </a:lnTo>
                          <a:lnTo>
                            <a:pt x="139664" y="139664"/>
                          </a:lnTo>
                          <a:lnTo>
                            <a:pt x="716202" y="139664"/>
                          </a:lnTo>
                          <a:moveTo>
                            <a:pt x="849660" y="6206"/>
                          </a:moveTo>
                          <a:lnTo>
                            <a:pt x="6206" y="6206"/>
                          </a:lnTo>
                          <a:lnTo>
                            <a:pt x="6206" y="849660"/>
                          </a:lnTo>
                          <a:lnTo>
                            <a:pt x="849660" y="849660"/>
                          </a:lnTo>
                          <a:lnTo>
                            <a:pt x="849660" y="6206"/>
                          </a:lnTo>
                          <a:lnTo>
                            <a:pt x="849660" y="6206"/>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grpSp>
              <p:grpSp>
                <p:nvGrpSpPr>
                  <p:cNvPr id="2269" name="Google Shape;2269;p42"/>
                  <p:cNvGrpSpPr/>
                  <p:nvPr/>
                </p:nvGrpSpPr>
                <p:grpSpPr>
                  <a:xfrm>
                    <a:off x="1544558" y="5023941"/>
                    <a:ext cx="1270519" cy="1329241"/>
                    <a:chOff x="1544558" y="5023941"/>
                    <a:chExt cx="1270519" cy="1329241"/>
                  </a:xfrm>
                </p:grpSpPr>
                <p:sp>
                  <p:nvSpPr>
                    <p:cNvPr id="2270" name="Google Shape;2270;p42"/>
                    <p:cNvSpPr/>
                    <p:nvPr/>
                  </p:nvSpPr>
                  <p:spPr>
                    <a:xfrm>
                      <a:off x="1544558" y="5033728"/>
                      <a:ext cx="391477" cy="391477"/>
                    </a:xfrm>
                    <a:custGeom>
                      <a:avLst/>
                      <a:gdLst/>
                      <a:ahLst/>
                      <a:cxnLst/>
                      <a:rect l="l" t="t" r="r" b="b"/>
                      <a:pathLst>
                        <a:path w="391476" h="391476" extrusionOk="0">
                          <a:moveTo>
                            <a:pt x="338071" y="146781"/>
                          </a:moveTo>
                          <a:lnTo>
                            <a:pt x="338071" y="54251"/>
                          </a:lnTo>
                          <a:lnTo>
                            <a:pt x="290026" y="54251"/>
                          </a:lnTo>
                          <a:lnTo>
                            <a:pt x="290026" y="98737"/>
                          </a:lnTo>
                          <a:lnTo>
                            <a:pt x="197496" y="6206"/>
                          </a:lnTo>
                          <a:lnTo>
                            <a:pt x="6206" y="197496"/>
                          </a:lnTo>
                          <a:lnTo>
                            <a:pt x="7096" y="387896"/>
                          </a:lnTo>
                          <a:lnTo>
                            <a:pt x="146781" y="387896"/>
                          </a:lnTo>
                          <a:lnTo>
                            <a:pt x="242871" y="387896"/>
                          </a:lnTo>
                          <a:lnTo>
                            <a:pt x="388785" y="387896"/>
                          </a:lnTo>
                          <a:lnTo>
                            <a:pt x="388785" y="197496"/>
                          </a:lnTo>
                          <a:lnTo>
                            <a:pt x="338071" y="146781"/>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sp>
                  <p:nvSpPr>
                    <p:cNvPr id="2271" name="Google Shape;2271;p42"/>
                    <p:cNvSpPr/>
                    <p:nvPr/>
                  </p:nvSpPr>
                  <p:spPr>
                    <a:xfrm>
                      <a:off x="2530367" y="5023941"/>
                      <a:ext cx="284710" cy="391477"/>
                    </a:xfrm>
                    <a:custGeom>
                      <a:avLst/>
                      <a:gdLst/>
                      <a:ahLst/>
                      <a:cxnLst/>
                      <a:rect l="l" t="t" r="r" b="b"/>
                      <a:pathLst>
                        <a:path w="284710" h="391476" extrusionOk="0">
                          <a:moveTo>
                            <a:pt x="208172" y="169914"/>
                          </a:moveTo>
                          <a:cubicBezTo>
                            <a:pt x="226856" y="153010"/>
                            <a:pt x="238423" y="128097"/>
                            <a:pt x="238423" y="100516"/>
                          </a:cubicBezTo>
                          <a:cubicBezTo>
                            <a:pt x="238423" y="48912"/>
                            <a:pt x="196606" y="6206"/>
                            <a:pt x="145892" y="6206"/>
                          </a:cubicBezTo>
                          <a:cubicBezTo>
                            <a:pt x="95178" y="6206"/>
                            <a:pt x="53361" y="48023"/>
                            <a:pt x="53361" y="100516"/>
                          </a:cubicBezTo>
                          <a:cubicBezTo>
                            <a:pt x="53361" y="128097"/>
                            <a:pt x="64927" y="152120"/>
                            <a:pt x="83611" y="169914"/>
                          </a:cubicBezTo>
                          <a:cubicBezTo>
                            <a:pt x="37346" y="187709"/>
                            <a:pt x="6206" y="224187"/>
                            <a:pt x="6206" y="272232"/>
                          </a:cubicBezTo>
                          <a:lnTo>
                            <a:pt x="6206" y="321167"/>
                          </a:lnTo>
                          <a:lnTo>
                            <a:pt x="6206" y="332733"/>
                          </a:lnTo>
                          <a:lnTo>
                            <a:pt x="6206" y="342520"/>
                          </a:lnTo>
                          <a:lnTo>
                            <a:pt x="6206" y="346079"/>
                          </a:lnTo>
                          <a:lnTo>
                            <a:pt x="6206" y="358535"/>
                          </a:lnTo>
                          <a:lnTo>
                            <a:pt x="6206" y="389675"/>
                          </a:lnTo>
                          <a:lnTo>
                            <a:pt x="287357" y="389675"/>
                          </a:lnTo>
                          <a:lnTo>
                            <a:pt x="287357" y="272232"/>
                          </a:lnTo>
                          <a:cubicBezTo>
                            <a:pt x="285578" y="224187"/>
                            <a:pt x="253548" y="186819"/>
                            <a:pt x="208172" y="169914"/>
                          </a:cubicBez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sp>
                  <p:nvSpPr>
                    <p:cNvPr id="2272" name="Google Shape;2272;p42"/>
                    <p:cNvSpPr/>
                    <p:nvPr/>
                  </p:nvSpPr>
                  <p:spPr>
                    <a:xfrm>
                      <a:off x="1599720" y="5961705"/>
                      <a:ext cx="275813" cy="391477"/>
                    </a:xfrm>
                    <a:custGeom>
                      <a:avLst/>
                      <a:gdLst/>
                      <a:ahLst/>
                      <a:cxnLst/>
                      <a:rect l="l" t="t" r="r" b="b"/>
                      <a:pathLst>
                        <a:path w="275813" h="391476" extrusionOk="0">
                          <a:moveTo>
                            <a:pt x="142333" y="388785"/>
                          </a:moveTo>
                          <a:cubicBezTo>
                            <a:pt x="217069" y="388785"/>
                            <a:pt x="278460" y="328284"/>
                            <a:pt x="278460" y="252658"/>
                          </a:cubicBezTo>
                          <a:cubicBezTo>
                            <a:pt x="278460" y="241092"/>
                            <a:pt x="276681" y="230415"/>
                            <a:pt x="274011" y="219738"/>
                          </a:cubicBezTo>
                          <a:cubicBezTo>
                            <a:pt x="273122" y="215290"/>
                            <a:pt x="271342" y="210841"/>
                            <a:pt x="269563" y="206393"/>
                          </a:cubicBezTo>
                          <a:lnTo>
                            <a:pt x="242871" y="161907"/>
                          </a:lnTo>
                          <a:lnTo>
                            <a:pt x="142333" y="6206"/>
                          </a:lnTo>
                          <a:lnTo>
                            <a:pt x="41795" y="161907"/>
                          </a:lnTo>
                          <a:lnTo>
                            <a:pt x="15103" y="206393"/>
                          </a:lnTo>
                          <a:cubicBezTo>
                            <a:pt x="13324" y="210841"/>
                            <a:pt x="12434" y="215290"/>
                            <a:pt x="10654" y="219738"/>
                          </a:cubicBezTo>
                          <a:cubicBezTo>
                            <a:pt x="7985" y="230415"/>
                            <a:pt x="6206" y="241092"/>
                            <a:pt x="6206" y="252658"/>
                          </a:cubicBezTo>
                          <a:cubicBezTo>
                            <a:pt x="6206" y="327395"/>
                            <a:pt x="67596" y="388785"/>
                            <a:pt x="142333" y="388785"/>
                          </a:cubicBezTo>
                          <a:lnTo>
                            <a:pt x="142333" y="388785"/>
                          </a:lnTo>
                          <a:close/>
                        </a:path>
                      </a:pathLst>
                    </a:custGeom>
                    <a:gradFill>
                      <a:gsLst>
                        <a:gs pos="0">
                          <a:srgbClr val="9D9FA1"/>
                        </a:gs>
                        <a:gs pos="70000">
                          <a:srgbClr val="211F26"/>
                        </a:gs>
                        <a:gs pos="100000">
                          <a:srgbClr val="211F26"/>
                        </a:gs>
                      </a:gsLst>
                      <a:lin ang="2700000"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grpSp>
            </p:grpSp>
            <p:sp>
              <p:nvSpPr>
                <p:cNvPr id="2273" name="Google Shape;2273;p42"/>
                <p:cNvSpPr/>
                <p:nvPr/>
              </p:nvSpPr>
              <p:spPr>
                <a:xfrm>
                  <a:off x="2476984" y="5962595"/>
                  <a:ext cx="391477" cy="391477"/>
                </a:xfrm>
                <a:custGeom>
                  <a:avLst/>
                  <a:gdLst/>
                  <a:ahLst/>
                  <a:cxnLst/>
                  <a:rect l="l" t="t" r="r" b="b"/>
                  <a:pathLst>
                    <a:path w="391476" h="391476" extrusionOk="0">
                      <a:moveTo>
                        <a:pt x="43574" y="81832"/>
                      </a:moveTo>
                      <a:lnTo>
                        <a:pt x="10654" y="149451"/>
                      </a:lnTo>
                      <a:lnTo>
                        <a:pt x="65817" y="176142"/>
                      </a:lnTo>
                      <a:cubicBezTo>
                        <a:pt x="64038" y="185929"/>
                        <a:pt x="64038" y="195716"/>
                        <a:pt x="64038" y="205503"/>
                      </a:cubicBezTo>
                      <a:lnTo>
                        <a:pt x="6206" y="225966"/>
                      </a:lnTo>
                      <a:lnTo>
                        <a:pt x="31118" y="297144"/>
                      </a:lnTo>
                      <a:lnTo>
                        <a:pt x="88950" y="276680"/>
                      </a:lnTo>
                      <a:cubicBezTo>
                        <a:pt x="94288" y="284688"/>
                        <a:pt x="101406" y="291806"/>
                        <a:pt x="108524" y="298034"/>
                      </a:cubicBezTo>
                      <a:lnTo>
                        <a:pt x="81832" y="353196"/>
                      </a:lnTo>
                      <a:lnTo>
                        <a:pt x="149451" y="386116"/>
                      </a:lnTo>
                      <a:lnTo>
                        <a:pt x="176142" y="330953"/>
                      </a:lnTo>
                      <a:cubicBezTo>
                        <a:pt x="185929" y="332733"/>
                        <a:pt x="195716" y="332733"/>
                        <a:pt x="205503" y="332733"/>
                      </a:cubicBezTo>
                      <a:lnTo>
                        <a:pt x="225966" y="390565"/>
                      </a:lnTo>
                      <a:lnTo>
                        <a:pt x="297144" y="365652"/>
                      </a:lnTo>
                      <a:lnTo>
                        <a:pt x="276681" y="307821"/>
                      </a:lnTo>
                      <a:cubicBezTo>
                        <a:pt x="284688" y="302482"/>
                        <a:pt x="291806" y="295365"/>
                        <a:pt x="298034" y="288247"/>
                      </a:cubicBezTo>
                      <a:lnTo>
                        <a:pt x="353196" y="314938"/>
                      </a:lnTo>
                      <a:lnTo>
                        <a:pt x="386116" y="247320"/>
                      </a:lnTo>
                      <a:lnTo>
                        <a:pt x="330953" y="220628"/>
                      </a:lnTo>
                      <a:cubicBezTo>
                        <a:pt x="332733" y="210841"/>
                        <a:pt x="332733" y="201054"/>
                        <a:pt x="332733" y="191267"/>
                      </a:cubicBezTo>
                      <a:lnTo>
                        <a:pt x="390565" y="170804"/>
                      </a:lnTo>
                      <a:lnTo>
                        <a:pt x="365653" y="99626"/>
                      </a:lnTo>
                      <a:lnTo>
                        <a:pt x="307821" y="120090"/>
                      </a:lnTo>
                      <a:cubicBezTo>
                        <a:pt x="302482" y="112082"/>
                        <a:pt x="295365" y="104965"/>
                        <a:pt x="288247" y="98737"/>
                      </a:cubicBezTo>
                      <a:lnTo>
                        <a:pt x="314938" y="43574"/>
                      </a:lnTo>
                      <a:lnTo>
                        <a:pt x="247320" y="10654"/>
                      </a:lnTo>
                      <a:lnTo>
                        <a:pt x="220628" y="65817"/>
                      </a:lnTo>
                      <a:cubicBezTo>
                        <a:pt x="210841" y="64038"/>
                        <a:pt x="201054" y="64038"/>
                        <a:pt x="191267" y="64038"/>
                      </a:cubicBezTo>
                      <a:lnTo>
                        <a:pt x="170804" y="6206"/>
                      </a:lnTo>
                      <a:lnTo>
                        <a:pt x="99626" y="31118"/>
                      </a:lnTo>
                      <a:lnTo>
                        <a:pt x="120090" y="88950"/>
                      </a:lnTo>
                      <a:cubicBezTo>
                        <a:pt x="112082" y="94288"/>
                        <a:pt x="104965" y="101406"/>
                        <a:pt x="98737" y="108524"/>
                      </a:cubicBezTo>
                      <a:lnTo>
                        <a:pt x="43574" y="81832"/>
                      </a:lnTo>
                      <a:close/>
                    </a:path>
                  </a:pathLst>
                </a:custGeom>
                <a:solidFill>
                  <a:srgbClr val="1FF524"/>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8133">
                    <a:solidFill>
                      <a:srgbClr val="211F26"/>
                    </a:solidFill>
                    <a:latin typeface="Quattrocento Sans"/>
                    <a:ea typeface="Quattrocento Sans"/>
                    <a:cs typeface="Quattrocento Sans"/>
                    <a:sym typeface="Quattrocento Sans"/>
                  </a:endParaRPr>
                </a:p>
              </p:txBody>
            </p:sp>
          </p:grpSp>
        </p:grpSp>
        <p:grpSp>
          <p:nvGrpSpPr>
            <p:cNvPr id="2274" name="Google Shape;2274;p42"/>
            <p:cNvGrpSpPr/>
            <p:nvPr/>
          </p:nvGrpSpPr>
          <p:grpSpPr>
            <a:xfrm>
              <a:off x="-3314820" y="3391746"/>
              <a:ext cx="1201132" cy="331361"/>
              <a:chOff x="-3314820" y="3391746"/>
              <a:chExt cx="1201132" cy="331361"/>
            </a:xfrm>
          </p:grpSpPr>
          <p:sp>
            <p:nvSpPr>
              <p:cNvPr id="2275" name="Google Shape;2275;p42"/>
              <p:cNvSpPr/>
              <p:nvPr/>
            </p:nvSpPr>
            <p:spPr>
              <a:xfrm>
                <a:off x="-3314820" y="3391746"/>
                <a:ext cx="1201132" cy="272279"/>
              </a:xfrm>
              <a:prstGeom prst="rect">
                <a:avLst/>
              </a:prstGeom>
              <a:solidFill>
                <a:srgbClr val="FFFFFF"/>
              </a:solidFill>
              <a:ln w="12700" cap="flat" cmpd="sng">
                <a:solidFill>
                  <a:srgbClr val="D1D1D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None/>
                </a:pPr>
                <a:endParaRPr sz="800" b="0">
                  <a:solidFill>
                    <a:srgbClr val="211F26"/>
                  </a:solidFill>
                  <a:latin typeface="Calibri"/>
                  <a:ea typeface="Calibri"/>
                  <a:cs typeface="Calibri"/>
                  <a:sym typeface="Calibri"/>
                </a:endParaRPr>
              </a:p>
            </p:txBody>
          </p:sp>
          <p:sp>
            <p:nvSpPr>
              <p:cNvPr id="2276" name="Google Shape;2276;p42"/>
              <p:cNvSpPr/>
              <p:nvPr/>
            </p:nvSpPr>
            <p:spPr>
              <a:xfrm>
                <a:off x="-3304719" y="3404581"/>
                <a:ext cx="1181841" cy="246608"/>
              </a:xfrm>
              <a:prstGeom prst="rect">
                <a:avLst/>
              </a:prstGeom>
              <a:solidFill>
                <a:srgbClr val="FCE4DC"/>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sp>
            <p:nvSpPr>
              <p:cNvPr id="2277" name="Google Shape;2277;p42"/>
              <p:cNvSpPr txBox="1"/>
              <p:nvPr/>
            </p:nvSpPr>
            <p:spPr>
              <a:xfrm>
                <a:off x="-3069820" y="3472995"/>
                <a:ext cx="669411" cy="121205"/>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None/>
                </a:pPr>
                <a:r>
                  <a:rPr lang="en-GB" sz="933" b="0">
                    <a:solidFill>
                      <a:srgbClr val="211F26"/>
                    </a:solidFill>
                    <a:latin typeface="Calibri"/>
                    <a:ea typeface="Calibri"/>
                    <a:cs typeface="Calibri"/>
                    <a:sym typeface="Calibri"/>
                  </a:rPr>
                  <a:t>Shape Fill</a:t>
                </a:r>
                <a:endParaRPr sz="1467"/>
              </a:p>
            </p:txBody>
          </p:sp>
          <p:sp>
            <p:nvSpPr>
              <p:cNvPr id="2278" name="Google Shape;2278;p42"/>
              <p:cNvSpPr/>
              <p:nvPr/>
            </p:nvSpPr>
            <p:spPr>
              <a:xfrm>
                <a:off x="-2390883" y="3543107"/>
                <a:ext cx="97562" cy="180000"/>
              </a:xfrm>
              <a:custGeom>
                <a:avLst/>
                <a:gdLst/>
                <a:ahLst/>
                <a:cxnLst/>
                <a:rect l="l" t="t" r="r" b="b"/>
                <a:pathLst>
                  <a:path w="880280" h="1624084" extrusionOk="0">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lt1"/>
              </a:solidFill>
              <a:ln w="12700" cap="flat" cmpd="sng">
                <a:solidFill>
                  <a:srgbClr val="000000"/>
                </a:solidFill>
                <a:prstDash val="solid"/>
                <a:miter lim="800000"/>
                <a:headEnd type="none" w="sm" len="sm"/>
                <a:tailEnd type="none" w="sm" len="sm"/>
              </a:ln>
            </p:spPr>
            <p:txBody>
              <a:bodyPr spcFirstLastPara="1" wrap="square" lIns="135000" tIns="135000" rIns="135000" bIns="135000" anchor="ctr" anchorCtr="0">
                <a:noAutofit/>
              </a:bodyPr>
              <a:lstStyle/>
              <a:p>
                <a:pPr marL="0" marR="0" lvl="0" indent="0" algn="ctr" rtl="0">
                  <a:lnSpc>
                    <a:spcPct val="90000"/>
                  </a:lnSpc>
                  <a:spcBef>
                    <a:spcPts val="0"/>
                  </a:spcBef>
                  <a:spcAft>
                    <a:spcPts val="0"/>
                  </a:spcAft>
                  <a:buNone/>
                </a:pPr>
                <a:endParaRPr sz="1600" cap="none">
                  <a:solidFill>
                    <a:schemeClr val="lt1"/>
                  </a:solidFill>
                  <a:latin typeface="Calibri"/>
                  <a:ea typeface="Calibri"/>
                  <a:cs typeface="Calibri"/>
                  <a:sym typeface="Calibri"/>
                </a:endParaRPr>
              </a:p>
            </p:txBody>
          </p:sp>
          <p:grpSp>
            <p:nvGrpSpPr>
              <p:cNvPr id="2279" name="Google Shape;2279;p42"/>
              <p:cNvGrpSpPr/>
              <p:nvPr/>
            </p:nvGrpSpPr>
            <p:grpSpPr>
              <a:xfrm>
                <a:off x="-3259616" y="3446665"/>
                <a:ext cx="173214" cy="167889"/>
                <a:chOff x="-916935" y="3037554"/>
                <a:chExt cx="193592" cy="187645"/>
              </a:xfrm>
            </p:grpSpPr>
            <p:sp>
              <p:nvSpPr>
                <p:cNvPr id="2280" name="Google Shape;2280;p42"/>
                <p:cNvSpPr/>
                <p:nvPr/>
              </p:nvSpPr>
              <p:spPr>
                <a:xfrm>
                  <a:off x="-804124" y="3081338"/>
                  <a:ext cx="80781" cy="121443"/>
                </a:xfrm>
                <a:custGeom>
                  <a:avLst/>
                  <a:gdLst/>
                  <a:ahLst/>
                  <a:cxnLst/>
                  <a:rect l="l" t="t" r="r" b="b"/>
                  <a:pathLst>
                    <a:path w="80781" h="121443" extrusionOk="0">
                      <a:moveTo>
                        <a:pt x="30217" y="50006"/>
                      </a:moveTo>
                      <a:lnTo>
                        <a:pt x="34979" y="121443"/>
                      </a:lnTo>
                      <a:lnTo>
                        <a:pt x="80222" y="52387"/>
                      </a:lnTo>
                      <a:cubicBezTo>
                        <a:pt x="84191" y="29368"/>
                        <a:pt x="66729" y="1588"/>
                        <a:pt x="37360" y="0"/>
                      </a:cubicBezTo>
                      <a:cubicBezTo>
                        <a:pt x="-43602" y="21431"/>
                        <a:pt x="32598" y="33337"/>
                        <a:pt x="30217" y="50006"/>
                      </a:cubicBezTo>
                      <a:close/>
                    </a:path>
                  </a:pathLst>
                </a:custGeom>
                <a:solidFill>
                  <a:srgbClr val="366FA8"/>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700"/>
                    <a:buFont typeface="Calibri"/>
                    <a:buNone/>
                  </a:pPr>
                  <a:endParaRPr sz="933" b="1" i="0" u="none" strike="noStrike" cap="none">
                    <a:solidFill>
                      <a:srgbClr val="000000"/>
                    </a:solidFill>
                    <a:latin typeface="Quattrocento Sans"/>
                    <a:ea typeface="Quattrocento Sans"/>
                    <a:cs typeface="Quattrocento Sans"/>
                    <a:sym typeface="Quattrocento Sans"/>
                  </a:endParaRPr>
                </a:p>
              </p:txBody>
            </p:sp>
            <p:sp>
              <p:nvSpPr>
                <p:cNvPr id="2281" name="Google Shape;2281;p42"/>
                <p:cNvSpPr/>
                <p:nvPr/>
              </p:nvSpPr>
              <p:spPr>
                <a:xfrm rot="2903873">
                  <a:off x="-887744" y="3085651"/>
                  <a:ext cx="99751" cy="122903"/>
                </a:xfrm>
                <a:prstGeom prst="roundRect">
                  <a:avLst>
                    <a:gd name="adj" fmla="val 2911"/>
                  </a:avLst>
                </a:prstGeom>
                <a:solidFill>
                  <a:srgbClr val="FFFFFF"/>
                </a:solidFill>
                <a:ln w="12700" cap="flat" cmpd="sng">
                  <a:solidFill>
                    <a:srgbClr val="81818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Clr>
                      <a:schemeClr val="dk1"/>
                    </a:buClr>
                    <a:buSzPts val="500"/>
                    <a:buFont typeface="Calibri"/>
                    <a:buNone/>
                  </a:pPr>
                  <a:endParaRPr sz="667" b="0" i="0" u="none" strike="noStrike" cap="none">
                    <a:solidFill>
                      <a:srgbClr val="000000"/>
                    </a:solidFill>
                    <a:latin typeface="Arial"/>
                    <a:ea typeface="Arial"/>
                    <a:cs typeface="Arial"/>
                    <a:sym typeface="Arial"/>
                  </a:endParaRPr>
                </a:p>
              </p:txBody>
            </p:sp>
            <p:sp>
              <p:nvSpPr>
                <p:cNvPr id="2282" name="Google Shape;2282;p42"/>
                <p:cNvSpPr/>
                <p:nvPr/>
              </p:nvSpPr>
              <p:spPr>
                <a:xfrm>
                  <a:off x="-894646" y="3037554"/>
                  <a:ext cx="64753" cy="85767"/>
                </a:xfrm>
                <a:custGeom>
                  <a:avLst/>
                  <a:gdLst/>
                  <a:ahLst/>
                  <a:cxnLst/>
                  <a:rect l="l" t="t" r="r" b="b"/>
                  <a:pathLst>
                    <a:path w="40422" h="78381" extrusionOk="0">
                      <a:moveTo>
                        <a:pt x="219" y="78381"/>
                      </a:moveTo>
                      <a:cubicBezTo>
                        <a:pt x="-1454" y="18717"/>
                        <a:pt x="6534" y="-324"/>
                        <a:pt x="20468" y="5"/>
                      </a:cubicBezTo>
                      <a:cubicBezTo>
                        <a:pt x="34402" y="334"/>
                        <a:pt x="43874" y="23658"/>
                        <a:pt x="39229" y="67295"/>
                      </a:cubicBezTo>
                    </a:path>
                  </a:pathLst>
                </a:custGeom>
                <a:noFill/>
                <a:ln w="12700" cap="flat" cmpd="sng">
                  <a:solidFill>
                    <a:srgbClr val="81818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Clr>
                      <a:schemeClr val="dk1"/>
                    </a:buClr>
                    <a:buSzPts val="500"/>
                    <a:buFont typeface="Calibri"/>
                    <a:buNone/>
                  </a:pPr>
                  <a:endParaRPr sz="667" b="0" i="0" u="none" strike="noStrike" cap="none">
                    <a:solidFill>
                      <a:srgbClr val="000000"/>
                    </a:solidFill>
                    <a:latin typeface="Arial"/>
                    <a:ea typeface="Arial"/>
                    <a:cs typeface="Arial"/>
                    <a:sym typeface="Arial"/>
                  </a:endParaRPr>
                </a:p>
              </p:txBody>
            </p:sp>
          </p:grpSp>
          <p:sp>
            <p:nvSpPr>
              <p:cNvPr id="2283" name="Google Shape;2283;p42"/>
              <p:cNvSpPr/>
              <p:nvPr/>
            </p:nvSpPr>
            <p:spPr>
              <a:xfrm rot="10800000">
                <a:off x="-2290755" y="3519194"/>
                <a:ext cx="94890" cy="50291"/>
              </a:xfrm>
              <a:prstGeom prst="triangle">
                <a:avLst>
                  <a:gd name="adj" fmla="val 50000"/>
                </a:avLst>
              </a:prstGeom>
              <a:solidFill>
                <a:srgbClr val="000000"/>
              </a:solidFill>
              <a:ln>
                <a:noFill/>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grpSp>
        <p:sp>
          <p:nvSpPr>
            <p:cNvPr id="2284" name="Google Shape;2284;p42"/>
            <p:cNvSpPr/>
            <p:nvPr/>
          </p:nvSpPr>
          <p:spPr>
            <a:xfrm>
              <a:off x="-3603587" y="3916144"/>
              <a:ext cx="180000" cy="180000"/>
            </a:xfrm>
            <a:prstGeom prst="ellipse">
              <a:avLst/>
            </a:prstGeom>
            <a:solidFill>
              <a:schemeClr val="dk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Calibri"/>
                <a:buNone/>
              </a:pPr>
              <a:r>
                <a:rPr lang="en-GB" sz="1067" b="1" i="0" u="none" strike="noStrike" cap="none">
                  <a:solidFill>
                    <a:srgbClr val="FFFFFF"/>
                  </a:solidFill>
                  <a:latin typeface="Calibri"/>
                  <a:ea typeface="Calibri"/>
                  <a:cs typeface="Calibri"/>
                  <a:sym typeface="Calibri"/>
                </a:rPr>
                <a:t>4</a:t>
              </a:r>
              <a:endParaRPr sz="1467"/>
            </a:p>
          </p:txBody>
        </p:sp>
        <p:sp>
          <p:nvSpPr>
            <p:cNvPr id="2285" name="Google Shape;2285;p42"/>
            <p:cNvSpPr/>
            <p:nvPr/>
          </p:nvSpPr>
          <p:spPr>
            <a:xfrm>
              <a:off x="-3319415" y="3916145"/>
              <a:ext cx="2944682" cy="32633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000000"/>
                </a:buClr>
                <a:buSzPts val="900"/>
                <a:buFont typeface="Calibri"/>
                <a:buNone/>
              </a:pPr>
              <a:r>
                <a:rPr lang="en-GB" sz="1200" b="0" i="0" u="none" strike="noStrike" cap="none">
                  <a:solidFill>
                    <a:srgbClr val="000000"/>
                  </a:solidFill>
                  <a:latin typeface="Calibri"/>
                  <a:ea typeface="Calibri"/>
                  <a:cs typeface="Calibri"/>
                  <a:sym typeface="Calibri"/>
                </a:rPr>
                <a:t>Choose one of the theme colors</a:t>
              </a:r>
              <a:br>
                <a:rPr lang="en-GB" sz="1200" b="0" i="0" u="none" strike="noStrike" cap="none">
                  <a:solidFill>
                    <a:srgbClr val="000000"/>
                  </a:solidFill>
                  <a:latin typeface="Calibri"/>
                  <a:ea typeface="Calibri"/>
                  <a:cs typeface="Calibri"/>
                  <a:sym typeface="Calibri"/>
                </a:rPr>
              </a:br>
              <a:r>
                <a:rPr lang="en-GB" sz="1200" b="0" i="0" u="none" strike="noStrike" cap="none">
                  <a:solidFill>
                    <a:srgbClr val="000000"/>
                  </a:solidFill>
                  <a:latin typeface="Calibri"/>
                  <a:ea typeface="Calibri"/>
                  <a:cs typeface="Calibri"/>
                  <a:sym typeface="Calibri"/>
                </a:rPr>
                <a:t>of the set colorpallet.</a:t>
              </a:r>
              <a:endParaRPr sz="1467"/>
            </a:p>
          </p:txBody>
        </p:sp>
        <p:grpSp>
          <p:nvGrpSpPr>
            <p:cNvPr id="2286" name="Google Shape;2286;p42"/>
            <p:cNvGrpSpPr/>
            <p:nvPr/>
          </p:nvGrpSpPr>
          <p:grpSpPr>
            <a:xfrm>
              <a:off x="-3333646" y="4635104"/>
              <a:ext cx="2012897" cy="490702"/>
              <a:chOff x="12731803" y="3562552"/>
              <a:chExt cx="2012897" cy="490702"/>
            </a:xfrm>
          </p:grpSpPr>
          <p:sp>
            <p:nvSpPr>
              <p:cNvPr id="2287" name="Google Shape;2287;p42"/>
              <p:cNvSpPr/>
              <p:nvPr/>
            </p:nvSpPr>
            <p:spPr>
              <a:xfrm>
                <a:off x="12747554" y="3562552"/>
                <a:ext cx="1997146" cy="490702"/>
              </a:xfrm>
              <a:prstGeom prst="rect">
                <a:avLst/>
              </a:prstGeom>
              <a:solidFill>
                <a:srgbClr val="FFFFFF"/>
              </a:solidFill>
              <a:ln w="12700" cap="flat" cmpd="sng">
                <a:solidFill>
                  <a:srgbClr val="D1D1D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Clr>
                    <a:schemeClr val="dk1"/>
                  </a:buClr>
                  <a:buSzPts val="500"/>
                  <a:buFont typeface="Calibri"/>
                  <a:buNone/>
                </a:pPr>
                <a:endParaRPr sz="667" b="0" i="0" u="none" strike="noStrike" cap="none">
                  <a:solidFill>
                    <a:srgbClr val="000000"/>
                  </a:solidFill>
                  <a:latin typeface="Arial"/>
                  <a:ea typeface="Arial"/>
                  <a:cs typeface="Arial"/>
                  <a:sym typeface="Arial"/>
                </a:endParaRPr>
              </a:p>
            </p:txBody>
          </p:sp>
          <p:sp>
            <p:nvSpPr>
              <p:cNvPr id="2288" name="Google Shape;2288;p42"/>
              <p:cNvSpPr/>
              <p:nvPr/>
            </p:nvSpPr>
            <p:spPr>
              <a:xfrm>
                <a:off x="12766168" y="3578469"/>
                <a:ext cx="1965344" cy="254977"/>
              </a:xfrm>
              <a:prstGeom prst="rect">
                <a:avLst/>
              </a:prstGeom>
              <a:solidFill>
                <a:srgbClr val="EBEBEB"/>
              </a:solidFill>
              <a:ln>
                <a:noFill/>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89" name="Google Shape;2289;p42"/>
              <p:cNvSpPr txBox="1"/>
              <p:nvPr/>
            </p:nvSpPr>
            <p:spPr>
              <a:xfrm>
                <a:off x="12731803" y="3591461"/>
                <a:ext cx="1052978" cy="198422"/>
              </a:xfrm>
              <a:prstGeom prst="rect">
                <a:avLst/>
              </a:prstGeom>
              <a:noFill/>
              <a:ln>
                <a:noFill/>
              </a:ln>
            </p:spPr>
            <p:txBody>
              <a:bodyPr spcFirstLastPara="1" wrap="square" lIns="68575" tIns="34275" rIns="68575" bIns="34275" anchor="t" anchorCtr="0">
                <a:spAutoFit/>
              </a:bodyPr>
              <a:lstStyle/>
              <a:p>
                <a:pPr marL="0" marR="0" lvl="0" indent="0" algn="l" rtl="0">
                  <a:lnSpc>
                    <a:spcPct val="90000"/>
                  </a:lnSpc>
                  <a:spcBef>
                    <a:spcPts val="0"/>
                  </a:spcBef>
                  <a:spcAft>
                    <a:spcPts val="0"/>
                  </a:spcAft>
                  <a:buClr>
                    <a:srgbClr val="211F26"/>
                  </a:buClr>
                  <a:buSzPts val="700"/>
                  <a:buFont typeface="Calibri"/>
                  <a:buNone/>
                </a:pPr>
                <a:r>
                  <a:rPr lang="en-GB" sz="933" b="1">
                    <a:solidFill>
                      <a:srgbClr val="211F26"/>
                    </a:solidFill>
                    <a:latin typeface="Calibri"/>
                    <a:ea typeface="Calibri"/>
                    <a:cs typeface="Calibri"/>
                    <a:sym typeface="Calibri"/>
                  </a:rPr>
                  <a:t>Colours</a:t>
                </a:r>
                <a:endParaRPr sz="1467"/>
              </a:p>
            </p:txBody>
          </p:sp>
          <p:sp>
            <p:nvSpPr>
              <p:cNvPr id="2290" name="Google Shape;2290;p42"/>
              <p:cNvSpPr/>
              <p:nvPr/>
            </p:nvSpPr>
            <p:spPr>
              <a:xfrm>
                <a:off x="12814699" y="3874304"/>
                <a:ext cx="136620" cy="136620"/>
              </a:xfrm>
              <a:prstGeom prst="rect">
                <a:avLst/>
              </a:prstGeom>
              <a:solidFill>
                <a:srgbClr val="FFFFFF"/>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1" name="Google Shape;2291;p42"/>
              <p:cNvSpPr/>
              <p:nvPr/>
            </p:nvSpPr>
            <p:spPr>
              <a:xfrm>
                <a:off x="13007154" y="3870040"/>
                <a:ext cx="136620" cy="136620"/>
              </a:xfrm>
              <a:prstGeom prst="rect">
                <a:avLst/>
              </a:prstGeom>
              <a:solidFill>
                <a:srgbClr val="000000"/>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2" name="Google Shape;2292;p42"/>
              <p:cNvSpPr/>
              <p:nvPr/>
            </p:nvSpPr>
            <p:spPr>
              <a:xfrm>
                <a:off x="13199609" y="3870040"/>
                <a:ext cx="136620" cy="136620"/>
              </a:xfrm>
              <a:prstGeom prst="rect">
                <a:avLst/>
              </a:prstGeom>
              <a:solidFill>
                <a:schemeClr val="lt2"/>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3" name="Google Shape;2293;p42"/>
              <p:cNvSpPr/>
              <p:nvPr/>
            </p:nvSpPr>
            <p:spPr>
              <a:xfrm>
                <a:off x="13392064" y="3870040"/>
                <a:ext cx="136620" cy="136620"/>
              </a:xfrm>
              <a:prstGeom prst="rect">
                <a:avLst/>
              </a:prstGeom>
              <a:solidFill>
                <a:schemeClr val="dk2"/>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4" name="Google Shape;2294;p42"/>
              <p:cNvSpPr/>
              <p:nvPr/>
            </p:nvSpPr>
            <p:spPr>
              <a:xfrm>
                <a:off x="13776974" y="3870040"/>
                <a:ext cx="136620" cy="136620"/>
              </a:xfrm>
              <a:prstGeom prst="rect">
                <a:avLst/>
              </a:prstGeom>
              <a:solidFill>
                <a:schemeClr val="accent2"/>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5" name="Google Shape;2295;p42"/>
              <p:cNvSpPr/>
              <p:nvPr/>
            </p:nvSpPr>
            <p:spPr>
              <a:xfrm>
                <a:off x="13969429" y="3870040"/>
                <a:ext cx="136620" cy="136620"/>
              </a:xfrm>
              <a:prstGeom prst="rect">
                <a:avLst/>
              </a:prstGeom>
              <a:solidFill>
                <a:schemeClr val="accent3"/>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6" name="Google Shape;2296;p42"/>
              <p:cNvSpPr/>
              <p:nvPr/>
            </p:nvSpPr>
            <p:spPr>
              <a:xfrm>
                <a:off x="14161884" y="3870040"/>
                <a:ext cx="136620" cy="136620"/>
              </a:xfrm>
              <a:prstGeom prst="rect">
                <a:avLst/>
              </a:prstGeom>
              <a:solidFill>
                <a:schemeClr val="accent4"/>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7" name="Google Shape;2297;p42"/>
              <p:cNvSpPr/>
              <p:nvPr/>
            </p:nvSpPr>
            <p:spPr>
              <a:xfrm>
                <a:off x="14354339" y="3870040"/>
                <a:ext cx="136620" cy="136620"/>
              </a:xfrm>
              <a:prstGeom prst="rect">
                <a:avLst/>
              </a:prstGeom>
              <a:solidFill>
                <a:schemeClr val="accent5"/>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298" name="Google Shape;2298;p42"/>
              <p:cNvSpPr/>
              <p:nvPr/>
            </p:nvSpPr>
            <p:spPr>
              <a:xfrm>
                <a:off x="14546797" y="3870040"/>
                <a:ext cx="136620" cy="136620"/>
              </a:xfrm>
              <a:prstGeom prst="rect">
                <a:avLst/>
              </a:prstGeom>
              <a:solidFill>
                <a:schemeClr val="accent6"/>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grpSp>
            <p:nvGrpSpPr>
              <p:cNvPr id="2299" name="Google Shape;2299;p42"/>
              <p:cNvGrpSpPr/>
              <p:nvPr/>
            </p:nvGrpSpPr>
            <p:grpSpPr>
              <a:xfrm>
                <a:off x="13580316" y="3865836"/>
                <a:ext cx="151508" cy="147961"/>
                <a:chOff x="13580316" y="3865836"/>
                <a:chExt cx="151508" cy="147961"/>
              </a:xfrm>
            </p:grpSpPr>
            <p:sp>
              <p:nvSpPr>
                <p:cNvPr id="2300" name="Google Shape;2300;p42"/>
                <p:cNvSpPr/>
                <p:nvPr/>
              </p:nvSpPr>
              <p:spPr>
                <a:xfrm>
                  <a:off x="13584519" y="3870040"/>
                  <a:ext cx="136620" cy="136620"/>
                </a:xfrm>
                <a:prstGeom prst="rect">
                  <a:avLst/>
                </a:prstGeom>
                <a:solidFill>
                  <a:schemeClr val="accent1"/>
                </a:solidFill>
                <a:ln w="12700" cap="flat" cmpd="sng">
                  <a:solidFill>
                    <a:srgbClr val="EBEBEB"/>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sp>
              <p:nvSpPr>
                <p:cNvPr id="2301" name="Google Shape;2301;p42"/>
                <p:cNvSpPr/>
                <p:nvPr/>
              </p:nvSpPr>
              <p:spPr>
                <a:xfrm>
                  <a:off x="13580316" y="3865836"/>
                  <a:ext cx="151508" cy="147961"/>
                </a:xfrm>
                <a:prstGeom prst="rect">
                  <a:avLst/>
                </a:prstGeom>
                <a:noFill/>
                <a:ln w="12700" cap="flat" cmpd="sng">
                  <a:solidFill>
                    <a:srgbClr val="F29132"/>
                  </a:solidFill>
                  <a:prstDash val="solid"/>
                  <a:miter lim="800000"/>
                  <a:headEnd type="none" w="sm" len="sm"/>
                  <a:tailEnd type="none" w="sm" len="sm"/>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grpSp>
        </p:grpSp>
        <p:grpSp>
          <p:nvGrpSpPr>
            <p:cNvPr id="2302" name="Google Shape;2302;p42"/>
            <p:cNvGrpSpPr/>
            <p:nvPr/>
          </p:nvGrpSpPr>
          <p:grpSpPr>
            <a:xfrm>
              <a:off x="-3314820" y="4363463"/>
              <a:ext cx="1201132" cy="835929"/>
              <a:chOff x="-3314820" y="3391746"/>
              <a:chExt cx="1201132" cy="835929"/>
            </a:xfrm>
          </p:grpSpPr>
          <p:sp>
            <p:nvSpPr>
              <p:cNvPr id="2303" name="Google Shape;2303;p42"/>
              <p:cNvSpPr/>
              <p:nvPr/>
            </p:nvSpPr>
            <p:spPr>
              <a:xfrm>
                <a:off x="-3314820" y="3391746"/>
                <a:ext cx="1201132" cy="272279"/>
              </a:xfrm>
              <a:prstGeom prst="rect">
                <a:avLst/>
              </a:prstGeom>
              <a:solidFill>
                <a:srgbClr val="FFFFFF"/>
              </a:solidFill>
              <a:ln w="12700" cap="flat" cmpd="sng">
                <a:solidFill>
                  <a:srgbClr val="D1D1D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None/>
                </a:pPr>
                <a:endParaRPr sz="800" b="0">
                  <a:solidFill>
                    <a:srgbClr val="211F26"/>
                  </a:solidFill>
                  <a:latin typeface="Calibri"/>
                  <a:ea typeface="Calibri"/>
                  <a:cs typeface="Calibri"/>
                  <a:sym typeface="Calibri"/>
                </a:endParaRPr>
              </a:p>
            </p:txBody>
          </p:sp>
          <p:sp>
            <p:nvSpPr>
              <p:cNvPr id="2304" name="Google Shape;2304;p42"/>
              <p:cNvSpPr/>
              <p:nvPr/>
            </p:nvSpPr>
            <p:spPr>
              <a:xfrm>
                <a:off x="-3304719" y="3404581"/>
                <a:ext cx="1181841" cy="246608"/>
              </a:xfrm>
              <a:prstGeom prst="rect">
                <a:avLst/>
              </a:prstGeom>
              <a:solidFill>
                <a:srgbClr val="FCE4DC"/>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067" b="1">
                  <a:solidFill>
                    <a:srgbClr val="211F26"/>
                  </a:solidFill>
                  <a:latin typeface="Calibri"/>
                  <a:ea typeface="Calibri"/>
                  <a:cs typeface="Calibri"/>
                  <a:sym typeface="Calibri"/>
                </a:endParaRPr>
              </a:p>
            </p:txBody>
          </p:sp>
          <p:sp>
            <p:nvSpPr>
              <p:cNvPr id="2305" name="Google Shape;2305;p42"/>
              <p:cNvSpPr txBox="1"/>
              <p:nvPr/>
            </p:nvSpPr>
            <p:spPr>
              <a:xfrm>
                <a:off x="-3069820" y="3472995"/>
                <a:ext cx="725510" cy="126416"/>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None/>
                </a:pPr>
                <a:r>
                  <a:rPr lang="en-GB" sz="933" b="0">
                    <a:solidFill>
                      <a:srgbClr val="211F26"/>
                    </a:solidFill>
                    <a:latin typeface="Calibri"/>
                    <a:ea typeface="Calibri"/>
                    <a:cs typeface="Calibri"/>
                    <a:sym typeface="Calibri"/>
                  </a:rPr>
                  <a:t>Shape Fill</a:t>
                </a:r>
                <a:endParaRPr sz="1467"/>
              </a:p>
            </p:txBody>
          </p:sp>
          <p:sp>
            <p:nvSpPr>
              <p:cNvPr id="2306" name="Google Shape;2306;p42"/>
              <p:cNvSpPr/>
              <p:nvPr/>
            </p:nvSpPr>
            <p:spPr>
              <a:xfrm>
                <a:off x="-2404225" y="4047675"/>
                <a:ext cx="97562" cy="180000"/>
              </a:xfrm>
              <a:custGeom>
                <a:avLst/>
                <a:gdLst/>
                <a:ahLst/>
                <a:cxnLst/>
                <a:rect l="l" t="t" r="r" b="b"/>
                <a:pathLst>
                  <a:path w="880280" h="1624084" extrusionOk="0">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lt1"/>
              </a:solidFill>
              <a:ln w="12700" cap="flat" cmpd="sng">
                <a:solidFill>
                  <a:srgbClr val="000000"/>
                </a:solidFill>
                <a:prstDash val="solid"/>
                <a:miter lim="800000"/>
                <a:headEnd type="none" w="sm" len="sm"/>
                <a:tailEnd type="none" w="sm" len="sm"/>
              </a:ln>
            </p:spPr>
            <p:txBody>
              <a:bodyPr spcFirstLastPara="1" wrap="square" lIns="135000" tIns="135000" rIns="135000" bIns="135000" anchor="ctr" anchorCtr="0">
                <a:noAutofit/>
              </a:bodyPr>
              <a:lstStyle/>
              <a:p>
                <a:pPr marL="0" marR="0" lvl="0" indent="0" algn="ctr" rtl="0">
                  <a:lnSpc>
                    <a:spcPct val="90000"/>
                  </a:lnSpc>
                  <a:spcBef>
                    <a:spcPts val="0"/>
                  </a:spcBef>
                  <a:spcAft>
                    <a:spcPts val="0"/>
                  </a:spcAft>
                  <a:buNone/>
                </a:pPr>
                <a:endParaRPr sz="1600" cap="none">
                  <a:solidFill>
                    <a:schemeClr val="lt1"/>
                  </a:solidFill>
                  <a:latin typeface="Calibri"/>
                  <a:ea typeface="Calibri"/>
                  <a:cs typeface="Calibri"/>
                  <a:sym typeface="Calibri"/>
                </a:endParaRPr>
              </a:p>
            </p:txBody>
          </p:sp>
          <p:grpSp>
            <p:nvGrpSpPr>
              <p:cNvPr id="2307" name="Google Shape;2307;p42"/>
              <p:cNvGrpSpPr/>
              <p:nvPr/>
            </p:nvGrpSpPr>
            <p:grpSpPr>
              <a:xfrm>
                <a:off x="-3259616" y="3446665"/>
                <a:ext cx="173214" cy="167889"/>
                <a:chOff x="-916935" y="3037554"/>
                <a:chExt cx="193592" cy="187645"/>
              </a:xfrm>
            </p:grpSpPr>
            <p:sp>
              <p:nvSpPr>
                <p:cNvPr id="2308" name="Google Shape;2308;p42"/>
                <p:cNvSpPr/>
                <p:nvPr/>
              </p:nvSpPr>
              <p:spPr>
                <a:xfrm>
                  <a:off x="-804124" y="3081338"/>
                  <a:ext cx="80781" cy="121443"/>
                </a:xfrm>
                <a:custGeom>
                  <a:avLst/>
                  <a:gdLst/>
                  <a:ahLst/>
                  <a:cxnLst/>
                  <a:rect l="l" t="t" r="r" b="b"/>
                  <a:pathLst>
                    <a:path w="80781" h="121443" extrusionOk="0">
                      <a:moveTo>
                        <a:pt x="30217" y="50006"/>
                      </a:moveTo>
                      <a:lnTo>
                        <a:pt x="34979" y="121443"/>
                      </a:lnTo>
                      <a:lnTo>
                        <a:pt x="80222" y="52387"/>
                      </a:lnTo>
                      <a:cubicBezTo>
                        <a:pt x="84191" y="29368"/>
                        <a:pt x="66729" y="1588"/>
                        <a:pt x="37360" y="0"/>
                      </a:cubicBezTo>
                      <a:cubicBezTo>
                        <a:pt x="-43602" y="21431"/>
                        <a:pt x="32598" y="33337"/>
                        <a:pt x="30217" y="50006"/>
                      </a:cubicBezTo>
                      <a:close/>
                    </a:path>
                  </a:pathLst>
                </a:custGeom>
                <a:solidFill>
                  <a:srgbClr val="366FA8"/>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700"/>
                    <a:buFont typeface="Calibri"/>
                    <a:buNone/>
                  </a:pPr>
                  <a:endParaRPr sz="933" b="1" i="0" u="none" strike="noStrike" cap="none">
                    <a:solidFill>
                      <a:srgbClr val="000000"/>
                    </a:solidFill>
                    <a:latin typeface="Quattrocento Sans"/>
                    <a:ea typeface="Quattrocento Sans"/>
                    <a:cs typeface="Quattrocento Sans"/>
                    <a:sym typeface="Quattrocento Sans"/>
                  </a:endParaRPr>
                </a:p>
              </p:txBody>
            </p:sp>
            <p:sp>
              <p:nvSpPr>
                <p:cNvPr id="2309" name="Google Shape;2309;p42"/>
                <p:cNvSpPr/>
                <p:nvPr/>
              </p:nvSpPr>
              <p:spPr>
                <a:xfrm rot="2903873">
                  <a:off x="-887744" y="3085651"/>
                  <a:ext cx="99751" cy="122903"/>
                </a:xfrm>
                <a:prstGeom prst="roundRect">
                  <a:avLst>
                    <a:gd name="adj" fmla="val 2911"/>
                  </a:avLst>
                </a:prstGeom>
                <a:solidFill>
                  <a:srgbClr val="FFFFFF"/>
                </a:solidFill>
                <a:ln w="12700" cap="flat" cmpd="sng">
                  <a:solidFill>
                    <a:srgbClr val="81818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Clr>
                      <a:schemeClr val="dk1"/>
                    </a:buClr>
                    <a:buSzPts val="500"/>
                    <a:buFont typeface="Calibri"/>
                    <a:buNone/>
                  </a:pPr>
                  <a:endParaRPr sz="667" b="0" i="0" u="none" strike="noStrike" cap="none">
                    <a:solidFill>
                      <a:srgbClr val="000000"/>
                    </a:solidFill>
                    <a:latin typeface="Arial"/>
                    <a:ea typeface="Arial"/>
                    <a:cs typeface="Arial"/>
                    <a:sym typeface="Arial"/>
                  </a:endParaRPr>
                </a:p>
              </p:txBody>
            </p:sp>
            <p:sp>
              <p:nvSpPr>
                <p:cNvPr id="2310" name="Google Shape;2310;p42"/>
                <p:cNvSpPr/>
                <p:nvPr/>
              </p:nvSpPr>
              <p:spPr>
                <a:xfrm>
                  <a:off x="-894646" y="3037554"/>
                  <a:ext cx="64753" cy="85767"/>
                </a:xfrm>
                <a:custGeom>
                  <a:avLst/>
                  <a:gdLst/>
                  <a:ahLst/>
                  <a:cxnLst/>
                  <a:rect l="l" t="t" r="r" b="b"/>
                  <a:pathLst>
                    <a:path w="40422" h="78381" extrusionOk="0">
                      <a:moveTo>
                        <a:pt x="219" y="78381"/>
                      </a:moveTo>
                      <a:cubicBezTo>
                        <a:pt x="-1454" y="18717"/>
                        <a:pt x="6534" y="-324"/>
                        <a:pt x="20468" y="5"/>
                      </a:cubicBezTo>
                      <a:cubicBezTo>
                        <a:pt x="34402" y="334"/>
                        <a:pt x="43874" y="23658"/>
                        <a:pt x="39229" y="67295"/>
                      </a:cubicBezTo>
                    </a:path>
                  </a:pathLst>
                </a:custGeom>
                <a:noFill/>
                <a:ln w="12700" cap="flat" cmpd="sng">
                  <a:solidFill>
                    <a:srgbClr val="818181"/>
                  </a:solidFill>
                  <a:prstDash val="solid"/>
                  <a:miter lim="800000"/>
                  <a:headEnd type="none" w="sm" len="sm"/>
                  <a:tailEnd type="none" w="sm" len="sm"/>
                </a:ln>
              </p:spPr>
              <p:txBody>
                <a:bodyPr spcFirstLastPara="1" wrap="square" lIns="81000" tIns="0" rIns="0" bIns="0" anchor="ctr" anchorCtr="0">
                  <a:noAutofit/>
                </a:bodyPr>
                <a:lstStyle/>
                <a:p>
                  <a:pPr marL="0" marR="0" lvl="0" indent="0" algn="l" rtl="0">
                    <a:lnSpc>
                      <a:spcPct val="90000"/>
                    </a:lnSpc>
                    <a:spcBef>
                      <a:spcPts val="0"/>
                    </a:spcBef>
                    <a:spcAft>
                      <a:spcPts val="0"/>
                    </a:spcAft>
                    <a:buClr>
                      <a:schemeClr val="dk1"/>
                    </a:buClr>
                    <a:buSzPts val="500"/>
                    <a:buFont typeface="Calibri"/>
                    <a:buNone/>
                  </a:pPr>
                  <a:endParaRPr sz="667" b="0" i="0" u="none" strike="noStrike" cap="none">
                    <a:solidFill>
                      <a:srgbClr val="000000"/>
                    </a:solidFill>
                    <a:latin typeface="Arial"/>
                    <a:ea typeface="Arial"/>
                    <a:cs typeface="Arial"/>
                    <a:sym typeface="Arial"/>
                  </a:endParaRPr>
                </a:p>
              </p:txBody>
            </p:sp>
          </p:grpSp>
          <p:sp>
            <p:nvSpPr>
              <p:cNvPr id="2311" name="Google Shape;2311;p42"/>
              <p:cNvSpPr/>
              <p:nvPr/>
            </p:nvSpPr>
            <p:spPr>
              <a:xfrm rot="10800000">
                <a:off x="-2288478" y="3519194"/>
                <a:ext cx="94890" cy="50291"/>
              </a:xfrm>
              <a:prstGeom prst="triangle">
                <a:avLst>
                  <a:gd name="adj" fmla="val 50000"/>
                </a:avLst>
              </a:prstGeom>
              <a:solidFill>
                <a:srgbClr val="000000"/>
              </a:solidFill>
              <a:ln>
                <a:noFill/>
              </a:ln>
            </p:spPr>
            <p:txBody>
              <a:bodyPr spcFirstLastPara="1" wrap="square" lIns="108000" tIns="108000" rIns="108000" bIns="108000" anchor="ctr" anchorCtr="0">
                <a:noAutofit/>
              </a:bodyPr>
              <a:lstStyle/>
              <a:p>
                <a:pPr marL="0" marR="0" lvl="0" indent="0" algn="ctr" rtl="0">
                  <a:lnSpc>
                    <a:spcPct val="100000"/>
                  </a:lnSpc>
                  <a:spcBef>
                    <a:spcPts val="0"/>
                  </a:spcBef>
                  <a:spcAft>
                    <a:spcPts val="0"/>
                  </a:spcAft>
                  <a:buClr>
                    <a:schemeClr val="dk1"/>
                  </a:buClr>
                  <a:buSzPts val="800"/>
                  <a:buFont typeface="Calibri"/>
                  <a:buNone/>
                </a:pPr>
                <a:endParaRPr sz="1067" b="0" i="0" u="none" strike="noStrike" cap="none">
                  <a:solidFill>
                    <a:srgbClr val="FFFFFF"/>
                  </a:solidFill>
                  <a:latin typeface="Quattrocento Sans"/>
                  <a:ea typeface="Quattrocento Sans"/>
                  <a:cs typeface="Quattrocento Sans"/>
                  <a:sym typeface="Quattrocento Sans"/>
                </a:endParaRPr>
              </a:p>
            </p:txBody>
          </p:sp>
        </p:grpSp>
      </p:grpSp>
    </p:spTree>
    <p:extLst>
      <p:ext uri="{BB962C8B-B14F-4D97-AF65-F5344CB8AC3E}">
        <p14:creationId xmlns:p14="http://schemas.microsoft.com/office/powerpoint/2010/main" val="2955774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5.png"/><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4.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2.svg"/><Relationship Id="rId28" Type="http://schemas.openxmlformats.org/officeDocument/2006/relationships/image" Target="../media/image7.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 Id="rId27"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3.xml"/><Relationship Id="rId2" Type="http://schemas.openxmlformats.org/officeDocument/2006/relationships/slideLayout" Target="../slideLayouts/slideLayout22.xml"/><Relationship Id="rId1" Type="http://schemas.openxmlformats.org/officeDocument/2006/relationships/slideLayout" Target="../slideLayouts/slideLayout21.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20-05-2025</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4">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 id="2147483747" r:id="rId18"/>
    <p:sldLayoutId id="2147483748" r:id="rId19"/>
    <p:sldLayoutId id="2147483749" r:id="rId20"/>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5"/>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26"/>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27"/>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28"/>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4.png"/><Relationship Id="rId13" Type="http://schemas.microsoft.com/office/2007/relationships/hdphoto" Target="../media/hdphoto4.wdp"/><Relationship Id="rId3" Type="http://schemas.openxmlformats.org/officeDocument/2006/relationships/image" Target="../media/image30.jpeg"/><Relationship Id="rId7" Type="http://schemas.microsoft.com/office/2007/relationships/hdphoto" Target="../media/hdphoto1.wdp"/><Relationship Id="rId12" Type="http://schemas.openxmlformats.org/officeDocument/2006/relationships/image" Target="../media/image36.png"/><Relationship Id="rId2" Type="http://schemas.openxmlformats.org/officeDocument/2006/relationships/image" Target="../media/image29.jpeg"/><Relationship Id="rId1" Type="http://schemas.openxmlformats.org/officeDocument/2006/relationships/slideLayout" Target="../slideLayouts/slideLayout2.xml"/><Relationship Id="rId6" Type="http://schemas.openxmlformats.org/officeDocument/2006/relationships/image" Target="../media/image33.png"/><Relationship Id="rId11" Type="http://schemas.microsoft.com/office/2007/relationships/hdphoto" Target="../media/hdphoto3.wdp"/><Relationship Id="rId5" Type="http://schemas.openxmlformats.org/officeDocument/2006/relationships/image" Target="../media/image32.jpeg"/><Relationship Id="rId10" Type="http://schemas.openxmlformats.org/officeDocument/2006/relationships/image" Target="../media/image35.png"/><Relationship Id="rId4" Type="http://schemas.openxmlformats.org/officeDocument/2006/relationships/image" Target="../media/image31.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1.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30.jpeg"/><Relationship Id="rId12" Type="http://schemas.openxmlformats.org/officeDocument/2006/relationships/image" Target="../media/image34.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29.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3.png"/><Relationship Id="rId4" Type="http://schemas.openxmlformats.org/officeDocument/2006/relationships/image" Target="../media/image6.png"/><Relationship Id="rId9" Type="http://schemas.openxmlformats.org/officeDocument/2006/relationships/image" Target="../media/image32.jpeg"/><Relationship Id="rId14" Type="http://schemas.openxmlformats.org/officeDocument/2006/relationships/image" Target="../media/image3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png"/><Relationship Id="rId7" Type="http://schemas.openxmlformats.org/officeDocument/2006/relationships/image" Target="../media/image30.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38.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4.png"/><Relationship Id="rId7" Type="http://schemas.openxmlformats.org/officeDocument/2006/relationships/image" Target="../media/image4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hyperlink" Target="https://arxiv.org/abs/2105.13120"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0.xm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0.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0.xml"/><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0.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0.xml"/><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www.tensorflow.org/guide/distributed_training" TargetMode="External"/><Relationship Id="rId7" Type="http://schemas.openxmlformats.org/officeDocument/2006/relationships/image" Target="../media/image5.png"/><Relationship Id="rId2" Type="http://schemas.openxmlformats.org/officeDocument/2006/relationships/hyperlink" Target="https://pytorch.org/docs/stable/distributed.html" TargetMode="Externa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huggingface.co/docs/transformers/main/en/accelerate" TargetMode="External"/><Relationship Id="rId4" Type="http://schemas.openxmlformats.org/officeDocument/2006/relationships/hyperlink" Target="https://pytorch.org/docs/stable/fsdp.html" TargetMode="External"/><Relationship Id="rId9" Type="http://schemas.openxmlformats.org/officeDocument/2006/relationships/image" Target="../media/image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1.png"/><Relationship Id="rId7" Type="http://schemas.openxmlformats.org/officeDocument/2006/relationships/image" Target="../media/image451.png"/><Relationship Id="rId2" Type="http://schemas.openxmlformats.org/officeDocument/2006/relationships/image" Target="../media/image401.png"/><Relationship Id="rId1" Type="http://schemas.openxmlformats.org/officeDocument/2006/relationships/slideLayout" Target="../slideLayouts/slideLayout2.xml"/><Relationship Id="rId6" Type="http://schemas.openxmlformats.org/officeDocument/2006/relationships/image" Target="../media/image441.png"/><Relationship Id="rId5" Type="http://schemas.openxmlformats.org/officeDocument/2006/relationships/image" Target="../media/image431.png"/><Relationship Id="rId4" Type="http://schemas.openxmlformats.org/officeDocument/2006/relationships/image" Target="../media/image421.png"/></Relationships>
</file>

<file path=ppt/slides/_rels/slide3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37.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0.png"/><Relationship Id="rId7" Type="http://schemas.openxmlformats.org/officeDocument/2006/relationships/image" Target="../media/image51.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6.gi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xml"/><Relationship Id="rId1" Type="http://schemas.openxmlformats.org/officeDocument/2006/relationships/slideLayout" Target="../slideLayouts/slideLayout18.xml"/><Relationship Id="rId4" Type="http://schemas.openxmlformats.org/officeDocument/2006/relationships/image" Target="../media/image15.png"/></Relationships>
</file>

<file path=ppt/slides/_rels/slide5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19.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52.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dirty="0"/>
              <a:t>benefits of parallellization</a:t>
            </a:r>
          </a:p>
          <a:p>
            <a:r>
              <a:rPr lang="nl-NL" dirty="0"/>
              <a:t>parallellization strategies </a:t>
            </a:r>
          </a:p>
          <a:p>
            <a:r>
              <a:rPr lang="nl-NL" dirty="0"/>
              <a:t>Hands-on: </a:t>
            </a:r>
            <a:r>
              <a:rPr lang="en-US" dirty="0"/>
              <a:t>hyperparameter grid search on an HPC system</a:t>
            </a:r>
            <a:endParaRPr lang="nl-NL" dirty="0"/>
          </a:p>
          <a:p>
            <a:r>
              <a:rPr lang="nl-NL" dirty="0"/>
              <a:t>parallel stochastic gradient descent (SGD)</a:t>
            </a:r>
          </a:p>
          <a:p>
            <a:r>
              <a:rPr lang="nl-NL" dirty="0" err="1"/>
              <a:t>synchronous</a:t>
            </a:r>
            <a:r>
              <a:rPr lang="nl-NL" dirty="0"/>
              <a:t> </a:t>
            </a:r>
            <a:r>
              <a:rPr lang="nl-NL" dirty="0" err="1">
                <a:solidFill>
                  <a:schemeClr val="bg1">
                    <a:lumMod val="50000"/>
                  </a:schemeClr>
                </a:solidFill>
              </a:rPr>
              <a:t>and</a:t>
            </a:r>
            <a:r>
              <a:rPr lang="nl-NL" dirty="0">
                <a:solidFill>
                  <a:schemeClr val="bg1">
                    <a:lumMod val="50000"/>
                  </a:schemeClr>
                </a:solidFill>
              </a:rPr>
              <a:t> </a:t>
            </a:r>
            <a:r>
              <a:rPr lang="nl-NL" dirty="0" err="1">
                <a:solidFill>
                  <a:schemeClr val="bg1">
                    <a:lumMod val="50000"/>
                  </a:schemeClr>
                </a:solidFill>
              </a:rPr>
              <a:t>asynchronous</a:t>
            </a:r>
            <a:r>
              <a:rPr lang="nl-NL" dirty="0">
                <a:solidFill>
                  <a:schemeClr val="bg1">
                    <a:lumMod val="50000"/>
                  </a:schemeClr>
                </a:solidFill>
              </a:rPr>
              <a:t> </a:t>
            </a:r>
            <a:r>
              <a:rPr lang="nl-NL" dirty="0"/>
              <a:t>parallel SGD</a:t>
            </a:r>
          </a:p>
          <a:p>
            <a:r>
              <a:rPr lang="nl-NL"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marL="404813" lvl="4" indent="287338">
              <a:buFont typeface="Arial" panose="020B0604020202020204" pitchFamily="34" charset="0"/>
              <a:buChar char="•"/>
            </a:pPr>
            <a:r>
              <a:rPr lang="nl-NL" dirty="0"/>
              <a:t>Pipeline parallel</a:t>
            </a:r>
          </a:p>
          <a:p>
            <a:pPr marL="404813" lvl="4" indent="287338">
              <a:buFont typeface="Arial" panose="020B0604020202020204" pitchFamily="34" charset="0"/>
              <a:buChar char="•"/>
            </a:pPr>
            <a:r>
              <a:rPr lang="nl-NL" dirty="0"/>
              <a:t>Tensor parallel</a:t>
            </a:r>
          </a:p>
          <a:p>
            <a:pPr marL="404813" lvl="4" indent="287338">
              <a:buFont typeface="Arial" panose="020B0604020202020204" pitchFamily="34" charset="0"/>
              <a:buChar char="•"/>
            </a:pPr>
            <a:r>
              <a:rPr lang="nl-NL" dirty="0" err="1"/>
              <a:t>Sequence</a:t>
            </a:r>
            <a:r>
              <a:rPr lang="nl-NL" dirty="0"/>
              <a:t> parallel </a:t>
            </a:r>
          </a:p>
          <a:p>
            <a:pPr>
              <a:buFont typeface="Arial" panose="020B0604020202020204" pitchFamily="34" charset="0"/>
              <a:buChar char="•"/>
            </a:pPr>
            <a:r>
              <a:rPr lang="nl-NL" dirty="0" err="1"/>
              <a:t>Hybrid</a:t>
            </a:r>
            <a:r>
              <a:rPr lang="nl-NL" dirty="0"/>
              <a:t> data/model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202901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a:buFont typeface="Arial" panose="020B0604020202020204" pitchFamily="34" charset="0"/>
              <a:buChar char="•"/>
            </a:pPr>
            <a:endParaRPr lang="en-US"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2050" name="Picture 2">
            <a:extLst>
              <a:ext uri="{FF2B5EF4-FFF2-40B4-BE49-F238E27FC236}">
                <a16:creationId xmlns:a16="http://schemas.microsoft.com/office/drawing/2014/main" id="{94D5BAFE-129D-4635-74E5-F99C969C62C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127990" y="787410"/>
            <a:ext cx="1831881" cy="7799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6233165" y="4229594"/>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78DE4852-B2DD-E276-3A31-6D273C86EA9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with computation</a:t>
            </a:r>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pic>
        <p:nvPicPr>
          <p:cNvPr id="6" name="Picture 2">
            <a:extLst>
              <a:ext uri="{FF2B5EF4-FFF2-40B4-BE49-F238E27FC236}">
                <a16:creationId xmlns:a16="http://schemas.microsoft.com/office/drawing/2014/main" id="{422C42B5-6256-04F4-E1EE-731CC5CCB40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3921067" y="3899213"/>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pic>
        <p:nvPicPr>
          <p:cNvPr id="7" name="Picture 2">
            <a:extLst>
              <a:ext uri="{FF2B5EF4-FFF2-40B4-BE49-F238E27FC236}">
                <a16:creationId xmlns:a16="http://schemas.microsoft.com/office/drawing/2014/main" id="{68E35373-28C9-8D3E-425B-EE5B81CA8D2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65B6-772B-F1E7-F903-E0AF69BFE2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B189D-38BF-CC91-7288-9C4C311966AE}"/>
              </a:ext>
            </a:extLst>
          </p:cNvPr>
          <p:cNvSpPr>
            <a:spLocks noGrp="1"/>
          </p:cNvSpPr>
          <p:nvPr>
            <p:ph type="title"/>
          </p:nvPr>
        </p:nvSpPr>
        <p:spPr/>
        <p:txBody>
          <a:bodyPr/>
          <a:lstStyle/>
          <a:p>
            <a:r>
              <a:rPr lang="nl-NL" dirty="0"/>
              <a:t>Model </a:t>
            </a:r>
            <a:r>
              <a:rPr lang="nl-NL" dirty="0" err="1"/>
              <a:t>parallelism</a:t>
            </a:r>
            <a:r>
              <a:rPr lang="nl-NL" dirty="0"/>
              <a:t>: </a:t>
            </a:r>
            <a:r>
              <a:rPr lang="nl-NL" dirty="0" err="1"/>
              <a:t>Sequence</a:t>
            </a:r>
            <a:r>
              <a:rPr lang="nl-NL" dirty="0"/>
              <a:t> parallel</a:t>
            </a:r>
          </a:p>
        </p:txBody>
      </p:sp>
      <p:sp>
        <p:nvSpPr>
          <p:cNvPr id="3" name="Vertical Text Placeholder 2">
            <a:extLst>
              <a:ext uri="{FF2B5EF4-FFF2-40B4-BE49-F238E27FC236}">
                <a16:creationId xmlns:a16="http://schemas.microsoft.com/office/drawing/2014/main" id="{C9AFBC2B-0557-4AC4-0F6B-142347EE2C44}"/>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Split longer sequences (e.g. sentences) across devices.</a:t>
            </a:r>
          </a:p>
          <a:p>
            <a:pPr>
              <a:buFont typeface="Arial" panose="020B0604020202020204" pitchFamily="34" charset="0"/>
              <a:buChar char="•"/>
            </a:pPr>
            <a:r>
              <a:rPr lang="en-US" dirty="0"/>
              <a:t>Higher maximum batch size and throughput compared to tensor parallel</a:t>
            </a:r>
          </a:p>
        </p:txBody>
      </p:sp>
      <p:sp>
        <p:nvSpPr>
          <p:cNvPr id="4" name="Text Placeholder 3">
            <a:extLst>
              <a:ext uri="{FF2B5EF4-FFF2-40B4-BE49-F238E27FC236}">
                <a16:creationId xmlns:a16="http://schemas.microsoft.com/office/drawing/2014/main" id="{B8884301-7AE9-B7C7-43EE-169D86B3C9F6}"/>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48509F1-ADA9-3236-C480-90C07F151659}"/>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22" name="Rectangle 3">
            <a:extLst>
              <a:ext uri="{FF2B5EF4-FFF2-40B4-BE49-F238E27FC236}">
                <a16:creationId xmlns:a16="http://schemas.microsoft.com/office/drawing/2014/main" id="{7414F149-C04F-81EF-E02E-7D088F812511}"/>
              </a:ext>
            </a:extLst>
          </p:cNvPr>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4100" name="Picture 4">
            <a:extLst>
              <a:ext uri="{FF2B5EF4-FFF2-40B4-BE49-F238E27FC236}">
                <a16:creationId xmlns:a16="http://schemas.microsoft.com/office/drawing/2014/main" id="{7EB1A6B2-A552-A8CF-D35B-FE570E8FB85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248074" y="941365"/>
            <a:ext cx="2086584" cy="85558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23BED4C-2BA8-14F0-5390-07E1C0120707}"/>
              </a:ext>
            </a:extLst>
          </p:cNvPr>
          <p:cNvPicPr>
            <a:picLocks noChangeAspect="1"/>
          </p:cNvPicPr>
          <p:nvPr/>
        </p:nvPicPr>
        <p:blipFill>
          <a:blip r:embed="rId8"/>
          <a:stretch>
            <a:fillRect/>
          </a:stretch>
        </p:blipFill>
        <p:spPr>
          <a:xfrm>
            <a:off x="-815254" y="3291514"/>
            <a:ext cx="11652284" cy="2885674"/>
          </a:xfrm>
          <a:prstGeom prst="rect">
            <a:avLst/>
          </a:prstGeom>
        </p:spPr>
      </p:pic>
      <p:sp>
        <p:nvSpPr>
          <p:cNvPr id="10" name="CustomShape 2">
            <a:extLst>
              <a:ext uri="{FF2B5EF4-FFF2-40B4-BE49-F238E27FC236}">
                <a16:creationId xmlns:a16="http://schemas.microsoft.com/office/drawing/2014/main" id="{5A2CD48E-560F-3484-B7F1-659B413EDF80}"/>
              </a:ext>
            </a:extLst>
          </p:cNvPr>
          <p:cNvSpPr/>
          <p:nvPr/>
        </p:nvSpPr>
        <p:spPr>
          <a:xfrm>
            <a:off x="6116162" y="6310148"/>
            <a:ext cx="4985259"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en-US" sz="1600" b="0" i="0" u="none" strike="noStrike" dirty="0">
                <a:solidFill>
                  <a:srgbClr val="222222"/>
                </a:solidFill>
                <a:effectLst/>
                <a:latin typeface="Arial" panose="020B0604020202020204" pitchFamily="34" charset="0"/>
              </a:rPr>
              <a:t>Li, </a:t>
            </a:r>
            <a:r>
              <a:rPr lang="en-US" sz="1600" b="0" i="0" u="none" strike="noStrike" dirty="0" err="1">
                <a:solidFill>
                  <a:srgbClr val="222222"/>
                </a:solidFill>
                <a:effectLst/>
                <a:latin typeface="Arial" panose="020B0604020202020204" pitchFamily="34" charset="0"/>
              </a:rPr>
              <a:t>Shenggui</a:t>
            </a:r>
            <a:r>
              <a:rPr lang="en-US" sz="1600" b="0" i="0" u="none" strike="noStrike" dirty="0">
                <a:solidFill>
                  <a:srgbClr val="222222"/>
                </a:solidFill>
                <a:effectLst/>
                <a:latin typeface="Arial" panose="020B0604020202020204" pitchFamily="34" charset="0"/>
              </a:rPr>
              <a:t>, et al. </a:t>
            </a:r>
            <a:r>
              <a:rPr lang="en-US" sz="1600" b="0" i="1" u="none" strike="noStrike" dirty="0" err="1">
                <a:solidFill>
                  <a:srgbClr val="222222"/>
                </a:solidFill>
                <a:effectLst/>
                <a:latin typeface="Arial" panose="020B0604020202020204" pitchFamily="34" charset="0"/>
              </a:rPr>
              <a:t>arXiv</a:t>
            </a:r>
            <a:r>
              <a:rPr lang="en-US" sz="1600" b="0" i="1" u="none" strike="noStrike" dirty="0">
                <a:solidFill>
                  <a:srgbClr val="222222"/>
                </a:solidFill>
                <a:effectLst/>
                <a:latin typeface="Arial" panose="020B0604020202020204" pitchFamily="34" charset="0"/>
              </a:rPr>
              <a:t> preprint:</a:t>
            </a:r>
            <a:r>
              <a:rPr lang="en-US" sz="1600" b="0" i="1" u="none" strike="noStrike" dirty="0">
                <a:solidFill>
                  <a:srgbClr val="222222"/>
                </a:solidFill>
                <a:effectLst/>
                <a:latin typeface="Arial" panose="020B0604020202020204" pitchFamily="34" charset="0"/>
                <a:hlinkClick r:id="rId9"/>
              </a:rPr>
              <a:t>2105.13120</a:t>
            </a:r>
            <a:r>
              <a:rPr lang="en-US" sz="1600" b="0" i="0" u="none" strike="noStrike" dirty="0">
                <a:solidFill>
                  <a:srgbClr val="222222"/>
                </a:solidFill>
                <a:effectLst/>
                <a:latin typeface="Arial" panose="020B0604020202020204" pitchFamily="34" charset="0"/>
              </a:rPr>
              <a:t> (2021).</a:t>
            </a:r>
            <a:endParaRPr lang="nl-NL" sz="1600" b="0" strike="noStrike" spc="-1" dirty="0">
              <a:latin typeface="Calibri"/>
            </a:endParaRPr>
          </a:p>
        </p:txBody>
      </p:sp>
    </p:spTree>
    <p:extLst>
      <p:ext uri="{BB962C8B-B14F-4D97-AF65-F5344CB8AC3E}">
        <p14:creationId xmlns:p14="http://schemas.microsoft.com/office/powerpoint/2010/main" val="165860213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5591553" y="4201312"/>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rot="5400000">
            <a:off x="5446491" y="1651970"/>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A7BD-898A-79BD-D42B-953B985701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BF0FD-E609-FFDB-BEB7-D04AD31632AB}"/>
              </a:ext>
            </a:extLst>
          </p:cNvPr>
          <p:cNvSpPr>
            <a:spLocks noGrp="1"/>
          </p:cNvSpPr>
          <p:nvPr>
            <p:ph type="title"/>
          </p:nvPr>
        </p:nvSpPr>
        <p:spPr/>
        <p:txBody>
          <a:bodyPr/>
          <a:lstStyle/>
          <a:p>
            <a:r>
              <a:rPr lang="nl-NL" dirty="0"/>
              <a:t>3D </a:t>
            </a:r>
            <a:r>
              <a:rPr lang="nl-NL" dirty="0" err="1"/>
              <a:t>Parallelism</a:t>
            </a:r>
            <a:endParaRPr lang="nl-NL" dirty="0"/>
          </a:p>
        </p:txBody>
      </p:sp>
      <p:sp>
        <p:nvSpPr>
          <p:cNvPr id="4" name="Text Placeholder 3">
            <a:extLst>
              <a:ext uri="{FF2B5EF4-FFF2-40B4-BE49-F238E27FC236}">
                <a16:creationId xmlns:a16="http://schemas.microsoft.com/office/drawing/2014/main" id="{E147CA27-2C2E-267C-DD6D-249C495B1B7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86DC573C-FD64-D618-01F9-AE2543559BA6}"/>
              </a:ext>
            </a:extLst>
          </p:cNvPr>
          <p:cNvSpPr>
            <a:spLocks noGrp="1"/>
          </p:cNvSpPr>
          <p:nvPr>
            <p:ph type="sldNum" sz="quarter" idx="12"/>
          </p:nvPr>
        </p:nvSpPr>
        <p:spPr/>
        <p:txBody>
          <a:bodyPr/>
          <a:lstStyle/>
          <a:p>
            <a:fld id="{7AD0FE45-509C-4BDF-9EDE-64426F8DF3D2}" type="slidenum">
              <a:rPr lang="nl-NL" smtClean="0"/>
              <a:t>19</a:t>
            </a:fld>
            <a:endParaRPr lang="nl-NL"/>
          </a:p>
        </p:txBody>
      </p:sp>
      <p:sp>
        <p:nvSpPr>
          <p:cNvPr id="3" name="Vertical Text Placeholder 2">
            <a:extLst>
              <a:ext uri="{FF2B5EF4-FFF2-40B4-BE49-F238E27FC236}">
                <a16:creationId xmlns:a16="http://schemas.microsoft.com/office/drawing/2014/main" id="{277C3814-5E9F-B89D-2040-F845965698A7}"/>
              </a:ext>
            </a:extLst>
          </p:cNvPr>
          <p:cNvSpPr>
            <a:spLocks noGrp="1"/>
          </p:cNvSpPr>
          <p:nvPr>
            <p:ph type="body" orient="vert" idx="1"/>
          </p:nvPr>
        </p:nvSpPr>
        <p:spPr>
          <a:xfrm>
            <a:off x="523808" y="1145098"/>
            <a:ext cx="7619824" cy="3004871"/>
          </a:xfrm>
        </p:spPr>
        <p:txBody>
          <a:bodyPr/>
          <a:lstStyle/>
          <a:p>
            <a:pPr>
              <a:buFont typeface="Arial" panose="020B0604020202020204" pitchFamily="34" charset="0"/>
              <a:buChar char="•"/>
            </a:pPr>
            <a:r>
              <a:rPr lang="en-US" dirty="0"/>
              <a:t>Combined Data Parallel, Pipeline Parallel, Tensor Parallel</a:t>
            </a:r>
          </a:p>
          <a:p>
            <a:pPr>
              <a:buFont typeface="Arial" panose="020B0604020202020204" pitchFamily="34" charset="0"/>
              <a:buChar char="•"/>
            </a:pPr>
            <a:r>
              <a:rPr lang="en-US" dirty="0"/>
              <a:t>3D grid of devices</a:t>
            </a:r>
          </a:p>
          <a:p>
            <a:pPr marL="630238" indent="-265113">
              <a:buFont typeface="Arial" panose="020B0604020202020204" pitchFamily="34" charset="0"/>
              <a:buChar char="•"/>
            </a:pPr>
            <a:r>
              <a:rPr lang="en-US" dirty="0"/>
              <a:t>Each dimension deals with its own parallelization type</a:t>
            </a:r>
          </a:p>
          <a:p>
            <a:pPr marL="285750" indent="-285750">
              <a:buFont typeface="Arial" panose="020B0604020202020204" pitchFamily="34" charset="0"/>
              <a:buChar char="•"/>
            </a:pPr>
            <a:r>
              <a:rPr lang="en-US" dirty="0"/>
              <a:t>Physical location of GPUs with respect to each other matters</a:t>
            </a:r>
          </a:p>
          <a:p>
            <a:pPr marL="635000" indent="-304800">
              <a:buFont typeface="Arial" panose="020B0604020202020204" pitchFamily="34" charset="0"/>
              <a:buChar char="•"/>
            </a:pPr>
            <a:r>
              <a:rPr lang="en-US" dirty="0"/>
              <a:t>Data parallel between racks</a:t>
            </a:r>
          </a:p>
          <a:p>
            <a:pPr marL="635000" indent="-304800">
              <a:buFont typeface="Arial" panose="020B0604020202020204" pitchFamily="34" charset="0"/>
              <a:buChar char="•"/>
            </a:pPr>
            <a:r>
              <a:rPr lang="en-US" dirty="0"/>
              <a:t>Pipeline parallel between nodes</a:t>
            </a:r>
          </a:p>
          <a:p>
            <a:pPr marL="635000" indent="-304800">
              <a:buFont typeface="Arial" panose="020B0604020202020204" pitchFamily="34" charset="0"/>
              <a:buChar char="•"/>
            </a:pPr>
            <a:r>
              <a:rPr lang="en-US" dirty="0"/>
              <a:t>Tensor parallel between GPUs in node</a:t>
            </a:r>
          </a:p>
        </p:txBody>
      </p:sp>
      <p:pic>
        <p:nvPicPr>
          <p:cNvPr id="1026" name="Picture 2" descr="Colorful blocks showing  Mapping of workers in Figure 1 to GPUs on a system with eight nodes, each with four GPUs. Coloring denotes GPUs on the same node.">
            <a:extLst>
              <a:ext uri="{FF2B5EF4-FFF2-40B4-BE49-F238E27FC236}">
                <a16:creationId xmlns:a16="http://schemas.microsoft.com/office/drawing/2014/main" id="{D6490F2D-917C-3547-40C4-74913EFDAC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08885" y="2820712"/>
            <a:ext cx="5301762" cy="30620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150906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050"/>
        <p:cNvGrpSpPr/>
        <p:nvPr/>
      </p:nvGrpSpPr>
      <p:grpSpPr>
        <a:xfrm>
          <a:off x="0" y="0"/>
          <a:ext cx="0" cy="0"/>
          <a:chOff x="0" y="0"/>
          <a:chExt cx="0" cy="0"/>
        </a:xfrm>
      </p:grpSpPr>
      <p:sp>
        <p:nvSpPr>
          <p:cNvPr id="10051" name="Google Shape;10051;p176"/>
          <p:cNvSpPr/>
          <p:nvPr/>
        </p:nvSpPr>
        <p:spPr>
          <a:xfrm>
            <a:off x="604233" y="1661633"/>
            <a:ext cx="6465200" cy="3585200"/>
          </a:xfrm>
          <a:prstGeom prst="roundRect">
            <a:avLst>
              <a:gd name="adj" fmla="val 16667"/>
            </a:avLst>
          </a:prstGeom>
          <a:solidFill>
            <a:srgbClr val="93C47D"/>
          </a:solidFill>
          <a:ln>
            <a:noFill/>
          </a:ln>
        </p:spPr>
        <p:txBody>
          <a:bodyPr spcFirstLastPara="1" wrap="square" lIns="121900" tIns="121900" rIns="121900" bIns="121900" anchor="ctr" anchorCtr="0">
            <a:noAutofit/>
          </a:bodyPr>
          <a:lstStyle/>
          <a:p>
            <a:pPr algn="ctr"/>
            <a:endParaRPr sz="2400">
              <a:solidFill>
                <a:srgbClr val="6AA84F"/>
              </a:solidFill>
              <a:latin typeface="Calibri"/>
              <a:ea typeface="Calibri"/>
              <a:cs typeface="Calibri"/>
              <a:sym typeface="Calibri"/>
            </a:endParaRPr>
          </a:p>
        </p:txBody>
      </p:sp>
      <p:sp>
        <p:nvSpPr>
          <p:cNvPr id="10052" name="Google Shape;10052;p176"/>
          <p:cNvSpPr txBox="1">
            <a:spLocks noGrp="1"/>
          </p:cNvSpPr>
          <p:nvPr>
            <p:ph type="body" idx="1"/>
          </p:nvPr>
        </p:nvSpPr>
        <p:spPr>
          <a:xfrm>
            <a:off x="720000" y="6060536"/>
            <a:ext cx="932400" cy="475200"/>
          </a:xfrm>
          <a:prstGeom prst="rect">
            <a:avLst/>
          </a:prstGeom>
          <a:blipFill rotWithShape="1">
            <a:blip r:embed="rId3">
              <a:alphaModFix/>
            </a:blip>
            <a:stretch>
              <a:fillRect/>
            </a:stretch>
          </a:blip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053" name="Google Shape;10053;p176"/>
          <p:cNvSpPr txBox="1">
            <a:spLocks noGrp="1"/>
          </p:cNvSpPr>
          <p:nvPr>
            <p:ph type="body" idx="1"/>
          </p:nvPr>
        </p:nvSpPr>
        <p:spPr>
          <a:xfrm>
            <a:off x="865161" y="1592263"/>
            <a:ext cx="7488000" cy="4060400"/>
          </a:xfrm>
          <a:prstGeom prst="rect">
            <a:avLst/>
          </a:prstGeom>
          <a:noFill/>
          <a:ln>
            <a:noFill/>
          </a:ln>
        </p:spPr>
        <p:txBody>
          <a:bodyPr spcFirstLastPara="1" vert="horz" wrap="square" lIns="0" tIns="0" rIns="0" bIns="0" rtlCol="0" anchor="t" anchorCtr="0">
            <a:noAutofit/>
          </a:bodyPr>
          <a:lstStyle/>
          <a:p>
            <a:pPr marL="0" lvl="2" indent="0">
              <a:spcBef>
                <a:spcPts val="0"/>
              </a:spcBef>
              <a:buSzPts val="1500"/>
            </a:pPr>
            <a:endParaRPr sz="2400"/>
          </a:p>
          <a:p>
            <a:pPr marL="0" lvl="2" indent="0">
              <a:spcBef>
                <a:spcPts val="0"/>
              </a:spcBef>
              <a:buSzPts val="1500"/>
            </a:pPr>
            <a:r>
              <a:rPr lang="en-GB" sz="2400"/>
              <a:t>Communication</a:t>
            </a:r>
            <a:endParaRPr sz="2400"/>
          </a:p>
          <a:p>
            <a:pPr marL="0" lvl="2" indent="0">
              <a:spcBef>
                <a:spcPts val="0"/>
              </a:spcBef>
              <a:buSzPts val="1500"/>
            </a:pPr>
            <a:endParaRPr/>
          </a:p>
          <a:p>
            <a:pPr marL="0" lvl="2" indent="0">
              <a:spcBef>
                <a:spcPts val="0"/>
              </a:spcBef>
              <a:buSzPts val="1500"/>
            </a:pPr>
            <a:r>
              <a:rPr lang="en-GB" sz="2133">
                <a:solidFill>
                  <a:srgbClr val="B6D7A8"/>
                </a:solidFill>
              </a:rPr>
              <a:t>Latency</a:t>
            </a:r>
            <a:endParaRPr sz="2133">
              <a:solidFill>
                <a:srgbClr val="B6D7A8"/>
              </a:solidFill>
            </a:endParaRPr>
          </a:p>
          <a:p>
            <a:pPr marL="0" lvl="2" indent="0">
              <a:spcBef>
                <a:spcPts val="0"/>
              </a:spcBef>
              <a:buSzPts val="1500"/>
            </a:pPr>
            <a:endParaRPr sz="2133">
              <a:solidFill>
                <a:srgbClr val="B6D7A8"/>
              </a:solidFill>
            </a:endParaRPr>
          </a:p>
          <a:p>
            <a:pPr marL="0" lvl="2" indent="0">
              <a:spcBef>
                <a:spcPts val="0"/>
              </a:spcBef>
              <a:buSzPts val="1500"/>
            </a:pPr>
            <a:r>
              <a:rPr lang="en-GB" sz="2133">
                <a:solidFill>
                  <a:srgbClr val="B6D7A8"/>
                </a:solidFill>
              </a:rPr>
              <a:t>Synchronization</a:t>
            </a:r>
            <a:endParaRPr sz="2133">
              <a:solidFill>
                <a:srgbClr val="B6D7A8"/>
              </a:solidFill>
            </a:endParaRPr>
          </a:p>
          <a:p>
            <a:pPr marL="0" lvl="2" indent="0">
              <a:spcBef>
                <a:spcPts val="0"/>
              </a:spcBef>
              <a:buSzPts val="1500"/>
            </a:pPr>
            <a:endParaRPr sz="2133">
              <a:solidFill>
                <a:srgbClr val="B6D7A8"/>
              </a:solidFill>
            </a:endParaRPr>
          </a:p>
          <a:p>
            <a:pPr marL="0" lvl="2" indent="0">
              <a:spcBef>
                <a:spcPts val="0"/>
              </a:spcBef>
              <a:buSzPts val="1500"/>
            </a:pPr>
            <a:r>
              <a:rPr lang="en-GB" sz="2133">
                <a:solidFill>
                  <a:srgbClr val="B6D7A8"/>
                </a:solidFill>
              </a:rPr>
              <a:t>Frequent data movement in 3D parallel + FSDP</a:t>
            </a:r>
            <a:endParaRPr sz="2133">
              <a:solidFill>
                <a:srgbClr val="B6D7A8"/>
              </a:solidFill>
            </a:endParaRPr>
          </a:p>
          <a:p>
            <a:pPr marL="0" lvl="2" indent="0">
              <a:spcBef>
                <a:spcPts val="0"/>
              </a:spcBef>
              <a:buSzPts val="1500"/>
            </a:pPr>
            <a:endParaRPr sz="2133">
              <a:solidFill>
                <a:srgbClr val="B6D7A8"/>
              </a:solidFill>
            </a:endParaRPr>
          </a:p>
          <a:p>
            <a:pPr marL="0" lvl="2" indent="0">
              <a:spcBef>
                <a:spcPts val="0"/>
              </a:spcBef>
              <a:buSzPts val="1500"/>
            </a:pPr>
            <a:r>
              <a:rPr lang="en-GB" sz="2133">
                <a:solidFill>
                  <a:srgbClr val="B6D7A8"/>
                </a:solidFill>
              </a:rPr>
              <a:t>We are bound by memory bandwidth!</a:t>
            </a:r>
            <a:endParaRPr sz="2133">
              <a:solidFill>
                <a:srgbClr val="B6D7A8"/>
              </a:solidFill>
            </a:endParaRPr>
          </a:p>
          <a:p>
            <a:pPr marL="0" lvl="1" indent="0">
              <a:spcBef>
                <a:spcPts val="1200"/>
              </a:spcBef>
              <a:buSzPts val="1200"/>
            </a:pPr>
            <a:endParaRPr/>
          </a:p>
        </p:txBody>
      </p:sp>
      <p:sp>
        <p:nvSpPr>
          <p:cNvPr id="10054" name="Google Shape;10054;p176"/>
          <p:cNvSpPr txBox="1">
            <a:spLocks noGrp="1"/>
          </p:cNvSpPr>
          <p:nvPr>
            <p:ph type="body" idx="4294967295"/>
          </p:nvPr>
        </p:nvSpPr>
        <p:spPr>
          <a:xfrm>
            <a:off x="708207" y="707795"/>
            <a:ext cx="36000" cy="396000"/>
          </a:xfrm>
          <a:prstGeom prst="rect">
            <a:avLst/>
          </a:prstGeom>
          <a:solidFill>
            <a:schemeClr val="accent1"/>
          </a:solidFill>
          <a:ln>
            <a:noFill/>
          </a:ln>
        </p:spPr>
        <p:txBody>
          <a:bodyPr spcFirstLastPara="1" vert="horz" wrap="square" lIns="0" tIns="0" rIns="0" bIns="0" rtlCol="0" anchor="t" anchorCtr="0">
            <a:noAutofit/>
          </a:bodyPr>
          <a:lstStyle/>
          <a:p>
            <a:pPr marL="0" indent="0">
              <a:lnSpc>
                <a:spcPct val="90000"/>
              </a:lnSpc>
              <a:spcBef>
                <a:spcPts val="0"/>
              </a:spcBef>
              <a:spcAft>
                <a:spcPts val="0"/>
              </a:spcAft>
              <a:buSzPts val="100"/>
              <a:buNone/>
            </a:pPr>
            <a:r>
              <a:rPr lang="en-GB"/>
              <a:t> </a:t>
            </a:r>
            <a:endParaRPr/>
          </a:p>
        </p:txBody>
      </p:sp>
      <p:sp>
        <p:nvSpPr>
          <p:cNvPr id="10055" name="Google Shape;10055;p176"/>
          <p:cNvSpPr txBox="1">
            <a:spLocks noGrp="1"/>
          </p:cNvSpPr>
          <p:nvPr>
            <p:ph type="title"/>
          </p:nvPr>
        </p:nvSpPr>
        <p:spPr>
          <a:xfrm>
            <a:off x="865161" y="722313"/>
            <a:ext cx="10559200" cy="342400"/>
          </a:xfrm>
          <a:prstGeom prst="rect">
            <a:avLst/>
          </a:prstGeom>
          <a:noFill/>
          <a:ln>
            <a:noFill/>
          </a:ln>
        </p:spPr>
        <p:txBody>
          <a:bodyPr spcFirstLastPara="1" vert="horz" wrap="square" lIns="0" tIns="0" rIns="0" bIns="0" rtlCol="0" anchor="t" anchorCtr="0">
            <a:noAutofit/>
          </a:bodyPr>
          <a:lstStyle/>
          <a:p>
            <a:pPr>
              <a:buSzPts val="2600"/>
            </a:pPr>
            <a:r>
              <a:rPr lang="en-GB"/>
              <a:t>Parallelization’s Arch-Nemesis</a:t>
            </a:r>
            <a:endParaRPr/>
          </a:p>
        </p:txBody>
      </p:sp>
      <p:pic>
        <p:nvPicPr>
          <p:cNvPr id="10056" name="Google Shape;10056;p176"/>
          <p:cNvPicPr preferRelativeResize="0"/>
          <p:nvPr/>
        </p:nvPicPr>
        <p:blipFill>
          <a:blip r:embed="rId4">
            <a:alphaModFix/>
          </a:blip>
          <a:stretch>
            <a:fillRect/>
          </a:stretch>
        </p:blipFill>
        <p:spPr>
          <a:xfrm>
            <a:off x="7328802" y="1740930"/>
            <a:ext cx="4407999" cy="3134399"/>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061"/>
        <p:cNvGrpSpPr/>
        <p:nvPr/>
      </p:nvGrpSpPr>
      <p:grpSpPr>
        <a:xfrm>
          <a:off x="0" y="0"/>
          <a:ext cx="0" cy="0"/>
          <a:chOff x="0" y="0"/>
          <a:chExt cx="0" cy="0"/>
        </a:xfrm>
      </p:grpSpPr>
      <p:sp>
        <p:nvSpPr>
          <p:cNvPr id="10062" name="Google Shape;10062;p177"/>
          <p:cNvSpPr/>
          <p:nvPr/>
        </p:nvSpPr>
        <p:spPr>
          <a:xfrm>
            <a:off x="604233" y="1661633"/>
            <a:ext cx="6465200" cy="3585200"/>
          </a:xfrm>
          <a:prstGeom prst="roundRect">
            <a:avLst>
              <a:gd name="adj" fmla="val 16667"/>
            </a:avLst>
          </a:prstGeom>
          <a:solidFill>
            <a:srgbClr val="93C47D"/>
          </a:solidFill>
          <a:ln>
            <a:noFill/>
          </a:ln>
        </p:spPr>
        <p:txBody>
          <a:bodyPr spcFirstLastPara="1" wrap="square" lIns="121900" tIns="121900" rIns="121900" bIns="121900" anchor="ctr" anchorCtr="0">
            <a:noAutofit/>
          </a:bodyPr>
          <a:lstStyle/>
          <a:p>
            <a:pPr algn="ctr"/>
            <a:endParaRPr sz="2400">
              <a:solidFill>
                <a:srgbClr val="6AA84F"/>
              </a:solidFill>
              <a:latin typeface="Calibri"/>
              <a:ea typeface="Calibri"/>
              <a:cs typeface="Calibri"/>
              <a:sym typeface="Calibri"/>
            </a:endParaRPr>
          </a:p>
        </p:txBody>
      </p:sp>
      <p:sp>
        <p:nvSpPr>
          <p:cNvPr id="10063" name="Google Shape;10063;p177"/>
          <p:cNvSpPr txBox="1">
            <a:spLocks noGrp="1"/>
          </p:cNvSpPr>
          <p:nvPr>
            <p:ph type="body" idx="1"/>
          </p:nvPr>
        </p:nvSpPr>
        <p:spPr>
          <a:xfrm>
            <a:off x="720000" y="6060536"/>
            <a:ext cx="932400" cy="475200"/>
          </a:xfrm>
          <a:prstGeom prst="rect">
            <a:avLst/>
          </a:prstGeom>
          <a:blipFill rotWithShape="1">
            <a:blip r:embed="rId3">
              <a:alphaModFix/>
            </a:blip>
            <a:stretch>
              <a:fillRect/>
            </a:stretch>
          </a:blip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064" name="Google Shape;10064;p177"/>
          <p:cNvSpPr txBox="1">
            <a:spLocks noGrp="1"/>
          </p:cNvSpPr>
          <p:nvPr>
            <p:ph type="body" idx="1"/>
          </p:nvPr>
        </p:nvSpPr>
        <p:spPr>
          <a:xfrm>
            <a:off x="865161" y="1592263"/>
            <a:ext cx="7488000" cy="4060400"/>
          </a:xfrm>
          <a:prstGeom prst="rect">
            <a:avLst/>
          </a:prstGeom>
          <a:noFill/>
          <a:ln>
            <a:noFill/>
          </a:ln>
        </p:spPr>
        <p:txBody>
          <a:bodyPr spcFirstLastPara="1" vert="horz" wrap="square" lIns="0" tIns="0" rIns="0" bIns="0" rtlCol="0" anchor="t" anchorCtr="0">
            <a:noAutofit/>
          </a:bodyPr>
          <a:lstStyle/>
          <a:p>
            <a:pPr marL="0" lvl="2" indent="0">
              <a:spcBef>
                <a:spcPts val="0"/>
              </a:spcBef>
              <a:buSzPts val="1500"/>
            </a:pPr>
            <a:endParaRPr sz="2400"/>
          </a:p>
          <a:p>
            <a:pPr marL="0" lvl="2" indent="0">
              <a:spcBef>
                <a:spcPts val="0"/>
              </a:spcBef>
              <a:buSzPts val="1500"/>
            </a:pPr>
            <a:r>
              <a:rPr lang="en-GB" sz="2400"/>
              <a:t>Communication</a:t>
            </a:r>
            <a:endParaRPr sz="2400"/>
          </a:p>
          <a:p>
            <a:pPr marL="0" lvl="2" indent="0">
              <a:spcBef>
                <a:spcPts val="0"/>
              </a:spcBef>
              <a:buSzPts val="1500"/>
            </a:pPr>
            <a:endParaRPr/>
          </a:p>
          <a:p>
            <a:pPr marL="0" lvl="2" indent="0">
              <a:spcBef>
                <a:spcPts val="0"/>
              </a:spcBef>
              <a:buSzPts val="1500"/>
            </a:pPr>
            <a:r>
              <a:rPr lang="en-GB" sz="2133">
                <a:solidFill>
                  <a:srgbClr val="434343"/>
                </a:solidFill>
              </a:rPr>
              <a:t>Latency</a:t>
            </a:r>
            <a:endParaRPr sz="2133">
              <a:solidFill>
                <a:srgbClr val="434343"/>
              </a:solidFill>
            </a:endParaRPr>
          </a:p>
          <a:p>
            <a:pPr marL="0" lvl="2" indent="0">
              <a:spcBef>
                <a:spcPts val="0"/>
              </a:spcBef>
              <a:buSzPts val="1500"/>
            </a:pPr>
            <a:endParaRPr sz="2133">
              <a:solidFill>
                <a:srgbClr val="434343"/>
              </a:solidFill>
            </a:endParaRPr>
          </a:p>
          <a:p>
            <a:pPr marL="0" lvl="2" indent="0">
              <a:spcBef>
                <a:spcPts val="0"/>
              </a:spcBef>
              <a:buSzPts val="1500"/>
            </a:pPr>
            <a:r>
              <a:rPr lang="en-GB" sz="2133">
                <a:solidFill>
                  <a:srgbClr val="434343"/>
                </a:solidFill>
              </a:rPr>
              <a:t>Synchronization</a:t>
            </a:r>
            <a:endParaRPr sz="2133">
              <a:solidFill>
                <a:srgbClr val="434343"/>
              </a:solidFill>
            </a:endParaRPr>
          </a:p>
          <a:p>
            <a:pPr marL="0" lvl="2" indent="0">
              <a:spcBef>
                <a:spcPts val="0"/>
              </a:spcBef>
              <a:buSzPts val="1500"/>
            </a:pPr>
            <a:endParaRPr sz="2133">
              <a:solidFill>
                <a:srgbClr val="434343"/>
              </a:solidFill>
            </a:endParaRPr>
          </a:p>
          <a:p>
            <a:pPr marL="0" lvl="2" indent="0">
              <a:spcBef>
                <a:spcPts val="0"/>
              </a:spcBef>
              <a:buSzPts val="1500"/>
            </a:pPr>
            <a:r>
              <a:rPr lang="en-GB" sz="2133">
                <a:solidFill>
                  <a:srgbClr val="434343"/>
                </a:solidFill>
              </a:rPr>
              <a:t>Frequent data movement in 3D parallel + FSDP</a:t>
            </a:r>
            <a:endParaRPr sz="2133">
              <a:solidFill>
                <a:srgbClr val="434343"/>
              </a:solidFill>
            </a:endParaRPr>
          </a:p>
          <a:p>
            <a:pPr marL="0" lvl="2" indent="0">
              <a:spcBef>
                <a:spcPts val="0"/>
              </a:spcBef>
              <a:buSzPts val="1500"/>
            </a:pPr>
            <a:endParaRPr sz="2133">
              <a:solidFill>
                <a:srgbClr val="434343"/>
              </a:solidFill>
            </a:endParaRPr>
          </a:p>
          <a:p>
            <a:pPr marL="0" lvl="2" indent="0">
              <a:spcBef>
                <a:spcPts val="0"/>
              </a:spcBef>
              <a:buSzPts val="1500"/>
            </a:pPr>
            <a:r>
              <a:rPr lang="en-GB" sz="2133">
                <a:solidFill>
                  <a:srgbClr val="434343"/>
                </a:solidFill>
              </a:rPr>
              <a:t>We are bound by memory bandwidth!</a:t>
            </a:r>
            <a:endParaRPr sz="2133">
              <a:solidFill>
                <a:srgbClr val="434343"/>
              </a:solidFill>
            </a:endParaRPr>
          </a:p>
          <a:p>
            <a:pPr marL="0" lvl="1" indent="0">
              <a:spcBef>
                <a:spcPts val="1200"/>
              </a:spcBef>
              <a:buSzPts val="1200"/>
            </a:pPr>
            <a:endParaRPr/>
          </a:p>
        </p:txBody>
      </p:sp>
      <p:sp>
        <p:nvSpPr>
          <p:cNvPr id="10065" name="Google Shape;10065;p177"/>
          <p:cNvSpPr txBox="1">
            <a:spLocks noGrp="1"/>
          </p:cNvSpPr>
          <p:nvPr>
            <p:ph type="body" idx="4294967295"/>
          </p:nvPr>
        </p:nvSpPr>
        <p:spPr>
          <a:xfrm>
            <a:off x="708207" y="707795"/>
            <a:ext cx="36000" cy="396000"/>
          </a:xfrm>
          <a:prstGeom prst="rect">
            <a:avLst/>
          </a:prstGeom>
          <a:solidFill>
            <a:schemeClr val="accent1"/>
          </a:solidFill>
          <a:ln>
            <a:noFill/>
          </a:ln>
        </p:spPr>
        <p:txBody>
          <a:bodyPr spcFirstLastPara="1" vert="horz" wrap="square" lIns="0" tIns="0" rIns="0" bIns="0" rtlCol="0" anchor="t" anchorCtr="0">
            <a:noAutofit/>
          </a:bodyPr>
          <a:lstStyle/>
          <a:p>
            <a:pPr marL="0" indent="0">
              <a:lnSpc>
                <a:spcPct val="90000"/>
              </a:lnSpc>
              <a:spcBef>
                <a:spcPts val="0"/>
              </a:spcBef>
              <a:spcAft>
                <a:spcPts val="0"/>
              </a:spcAft>
              <a:buSzPts val="100"/>
              <a:buNone/>
            </a:pPr>
            <a:r>
              <a:rPr lang="en-GB"/>
              <a:t> </a:t>
            </a:r>
            <a:endParaRPr/>
          </a:p>
        </p:txBody>
      </p:sp>
      <p:sp>
        <p:nvSpPr>
          <p:cNvPr id="10066" name="Google Shape;10066;p177"/>
          <p:cNvSpPr txBox="1">
            <a:spLocks noGrp="1"/>
          </p:cNvSpPr>
          <p:nvPr>
            <p:ph type="title"/>
          </p:nvPr>
        </p:nvSpPr>
        <p:spPr>
          <a:xfrm>
            <a:off x="865161" y="722313"/>
            <a:ext cx="10559200" cy="342400"/>
          </a:xfrm>
          <a:prstGeom prst="rect">
            <a:avLst/>
          </a:prstGeom>
          <a:noFill/>
          <a:ln>
            <a:noFill/>
          </a:ln>
        </p:spPr>
        <p:txBody>
          <a:bodyPr spcFirstLastPara="1" vert="horz" wrap="square" lIns="0" tIns="0" rIns="0" bIns="0" rtlCol="0" anchor="t" anchorCtr="0">
            <a:noAutofit/>
          </a:bodyPr>
          <a:lstStyle/>
          <a:p>
            <a:pPr>
              <a:buSzPts val="2600"/>
            </a:pPr>
            <a:r>
              <a:rPr lang="en-GB"/>
              <a:t>Parallelization’s Arch-Nemesis</a:t>
            </a:r>
            <a:endParaRPr/>
          </a:p>
        </p:txBody>
      </p:sp>
      <p:pic>
        <p:nvPicPr>
          <p:cNvPr id="10067" name="Google Shape;10067;p177"/>
          <p:cNvPicPr preferRelativeResize="0"/>
          <p:nvPr/>
        </p:nvPicPr>
        <p:blipFill>
          <a:blip r:embed="rId4">
            <a:alphaModFix/>
          </a:blip>
          <a:stretch>
            <a:fillRect/>
          </a:stretch>
        </p:blipFill>
        <p:spPr>
          <a:xfrm>
            <a:off x="7328802" y="1740930"/>
            <a:ext cx="4407999" cy="3134399"/>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072"/>
        <p:cNvGrpSpPr/>
        <p:nvPr/>
      </p:nvGrpSpPr>
      <p:grpSpPr>
        <a:xfrm>
          <a:off x="0" y="0"/>
          <a:ext cx="0" cy="0"/>
          <a:chOff x="0" y="0"/>
          <a:chExt cx="0" cy="0"/>
        </a:xfrm>
      </p:grpSpPr>
      <p:sp>
        <p:nvSpPr>
          <p:cNvPr id="10073" name="Google Shape;10073;p178"/>
          <p:cNvSpPr/>
          <p:nvPr/>
        </p:nvSpPr>
        <p:spPr>
          <a:xfrm>
            <a:off x="604233" y="1661633"/>
            <a:ext cx="6465200" cy="3585200"/>
          </a:xfrm>
          <a:prstGeom prst="roundRect">
            <a:avLst>
              <a:gd name="adj" fmla="val 16667"/>
            </a:avLst>
          </a:prstGeom>
          <a:solidFill>
            <a:srgbClr val="93C47D"/>
          </a:solidFill>
          <a:ln>
            <a:noFill/>
          </a:ln>
        </p:spPr>
        <p:txBody>
          <a:bodyPr spcFirstLastPara="1" wrap="square" lIns="121900" tIns="121900" rIns="121900" bIns="121900" anchor="ctr" anchorCtr="0">
            <a:noAutofit/>
          </a:bodyPr>
          <a:lstStyle/>
          <a:p>
            <a:pPr algn="ctr"/>
            <a:endParaRPr sz="2400">
              <a:solidFill>
                <a:srgbClr val="6AA84F"/>
              </a:solidFill>
              <a:latin typeface="Calibri"/>
              <a:ea typeface="Calibri"/>
              <a:cs typeface="Calibri"/>
              <a:sym typeface="Calibri"/>
            </a:endParaRPr>
          </a:p>
        </p:txBody>
      </p:sp>
      <p:sp>
        <p:nvSpPr>
          <p:cNvPr id="10074" name="Google Shape;10074;p178"/>
          <p:cNvSpPr txBox="1">
            <a:spLocks noGrp="1"/>
          </p:cNvSpPr>
          <p:nvPr>
            <p:ph type="body" idx="1"/>
          </p:nvPr>
        </p:nvSpPr>
        <p:spPr>
          <a:xfrm>
            <a:off x="720000" y="6060536"/>
            <a:ext cx="932400" cy="475200"/>
          </a:xfrm>
          <a:prstGeom prst="rect">
            <a:avLst/>
          </a:prstGeom>
          <a:blipFill rotWithShape="1">
            <a:blip r:embed="rId3">
              <a:alphaModFix/>
            </a:blip>
            <a:stretch>
              <a:fillRect/>
            </a:stretch>
          </a:blip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075" name="Google Shape;10075;p178"/>
          <p:cNvSpPr txBox="1">
            <a:spLocks noGrp="1"/>
          </p:cNvSpPr>
          <p:nvPr>
            <p:ph type="body" idx="1"/>
          </p:nvPr>
        </p:nvSpPr>
        <p:spPr>
          <a:xfrm>
            <a:off x="865161" y="1592263"/>
            <a:ext cx="7488000" cy="4060400"/>
          </a:xfrm>
          <a:prstGeom prst="rect">
            <a:avLst/>
          </a:prstGeom>
          <a:noFill/>
          <a:ln>
            <a:noFill/>
          </a:ln>
        </p:spPr>
        <p:txBody>
          <a:bodyPr spcFirstLastPara="1" vert="horz" wrap="square" lIns="0" tIns="0" rIns="0" bIns="0" rtlCol="0" anchor="t" anchorCtr="0">
            <a:noAutofit/>
          </a:bodyPr>
          <a:lstStyle/>
          <a:p>
            <a:pPr marL="0" lvl="2" indent="0">
              <a:spcBef>
                <a:spcPts val="0"/>
              </a:spcBef>
              <a:buSzPts val="1500"/>
            </a:pPr>
            <a:endParaRPr sz="2400"/>
          </a:p>
          <a:p>
            <a:pPr marL="0" lvl="2" indent="0">
              <a:spcBef>
                <a:spcPts val="0"/>
              </a:spcBef>
              <a:buSzPts val="1500"/>
            </a:pPr>
            <a:r>
              <a:rPr lang="en-GB" sz="2400"/>
              <a:t>Communication</a:t>
            </a:r>
            <a:endParaRPr sz="2400"/>
          </a:p>
          <a:p>
            <a:pPr marL="0" lvl="2" indent="0">
              <a:spcBef>
                <a:spcPts val="0"/>
              </a:spcBef>
              <a:buSzPts val="1500"/>
            </a:pPr>
            <a:endParaRPr/>
          </a:p>
          <a:p>
            <a:pPr marL="0" lvl="2" indent="0">
              <a:spcBef>
                <a:spcPts val="0"/>
              </a:spcBef>
              <a:buSzPts val="1500"/>
            </a:pPr>
            <a:r>
              <a:rPr lang="en-GB" sz="2133">
                <a:solidFill>
                  <a:srgbClr val="B6D7A8"/>
                </a:solidFill>
              </a:rPr>
              <a:t>DDP: Duplicate parameters at all processors</a:t>
            </a:r>
            <a:endParaRPr sz="2133">
              <a:solidFill>
                <a:srgbClr val="B6D7A8"/>
              </a:solidFill>
            </a:endParaRPr>
          </a:p>
          <a:p>
            <a:pPr marL="0" lvl="2" indent="0">
              <a:spcBef>
                <a:spcPts val="0"/>
              </a:spcBef>
              <a:buSzPts val="1500"/>
            </a:pPr>
            <a:endParaRPr sz="2133">
              <a:solidFill>
                <a:srgbClr val="434343"/>
              </a:solidFill>
            </a:endParaRPr>
          </a:p>
          <a:p>
            <a:pPr marL="0" lvl="2" indent="0">
              <a:spcBef>
                <a:spcPts val="0"/>
              </a:spcBef>
              <a:buSzPts val="1500"/>
            </a:pPr>
            <a:r>
              <a:rPr lang="en-GB" sz="2133">
                <a:solidFill>
                  <a:srgbClr val="B6D7A8"/>
                </a:solidFill>
              </a:rPr>
              <a:t>Model Parallel: </a:t>
            </a:r>
            <a:endParaRPr sz="2133">
              <a:solidFill>
                <a:srgbClr val="B6D7A8"/>
              </a:solidFill>
            </a:endParaRPr>
          </a:p>
          <a:p>
            <a:pPr indent="-440256">
              <a:spcBef>
                <a:spcPts val="0"/>
              </a:spcBef>
              <a:buClr>
                <a:srgbClr val="B6D7A8"/>
              </a:buClr>
              <a:buSzPts val="1600"/>
              <a:buAutoNum type="arabicPeriod"/>
            </a:pPr>
            <a:r>
              <a:rPr lang="en-GB" sz="2133">
                <a:solidFill>
                  <a:srgbClr val="B6D7A8"/>
                </a:solidFill>
              </a:rPr>
              <a:t>Mini-Batch has to be copied to all </a:t>
            </a:r>
            <a:br>
              <a:rPr lang="en-GB" sz="2133">
                <a:solidFill>
                  <a:srgbClr val="B6D7A8"/>
                </a:solidFill>
              </a:rPr>
            </a:br>
            <a:r>
              <a:rPr lang="en-GB" sz="2133">
                <a:solidFill>
                  <a:srgbClr val="B6D7A8"/>
                </a:solidFill>
              </a:rPr>
              <a:t>Processors</a:t>
            </a:r>
            <a:endParaRPr sz="2133">
              <a:solidFill>
                <a:srgbClr val="B6D7A8"/>
              </a:solidFill>
            </a:endParaRPr>
          </a:p>
          <a:p>
            <a:pPr indent="-440256">
              <a:spcBef>
                <a:spcPts val="0"/>
              </a:spcBef>
              <a:buClr>
                <a:srgbClr val="B6D7A8"/>
              </a:buClr>
              <a:buSzPts val="1600"/>
              <a:buAutoNum type="arabicPeriod"/>
            </a:pPr>
            <a:r>
              <a:rPr lang="en-GB" sz="2133">
                <a:solidFill>
                  <a:srgbClr val="B6D7A8"/>
                </a:solidFill>
              </a:rPr>
              <a:t>Backprop requires all-to-all communication</a:t>
            </a:r>
            <a:endParaRPr sz="2133">
              <a:solidFill>
                <a:srgbClr val="B6D7A8"/>
              </a:solidFill>
            </a:endParaRPr>
          </a:p>
          <a:p>
            <a:pPr marL="0" lvl="2" indent="0">
              <a:spcBef>
                <a:spcPts val="0"/>
              </a:spcBef>
              <a:buSzPts val="1500"/>
            </a:pPr>
            <a:endParaRPr sz="2133">
              <a:solidFill>
                <a:srgbClr val="434343"/>
              </a:solidFill>
            </a:endParaRPr>
          </a:p>
          <a:p>
            <a:pPr marL="0" lvl="2" indent="0">
              <a:spcBef>
                <a:spcPts val="0"/>
              </a:spcBef>
              <a:buSzPts val="1500"/>
            </a:pPr>
            <a:endParaRPr sz="2133">
              <a:solidFill>
                <a:srgbClr val="434343"/>
              </a:solidFill>
            </a:endParaRPr>
          </a:p>
          <a:p>
            <a:pPr marL="0" lvl="1" indent="0">
              <a:spcBef>
                <a:spcPts val="1200"/>
              </a:spcBef>
              <a:buSzPts val="1200"/>
            </a:pPr>
            <a:endParaRPr/>
          </a:p>
        </p:txBody>
      </p:sp>
      <p:sp>
        <p:nvSpPr>
          <p:cNvPr id="10076" name="Google Shape;10076;p178"/>
          <p:cNvSpPr txBox="1">
            <a:spLocks noGrp="1"/>
          </p:cNvSpPr>
          <p:nvPr>
            <p:ph type="body" idx="4294967295"/>
          </p:nvPr>
        </p:nvSpPr>
        <p:spPr>
          <a:xfrm>
            <a:off x="708207" y="707795"/>
            <a:ext cx="36000" cy="396000"/>
          </a:xfrm>
          <a:prstGeom prst="rect">
            <a:avLst/>
          </a:prstGeom>
          <a:solidFill>
            <a:schemeClr val="accent1"/>
          </a:solidFill>
          <a:ln>
            <a:noFill/>
          </a:ln>
        </p:spPr>
        <p:txBody>
          <a:bodyPr spcFirstLastPara="1" vert="horz" wrap="square" lIns="0" tIns="0" rIns="0" bIns="0" rtlCol="0" anchor="t" anchorCtr="0">
            <a:noAutofit/>
          </a:bodyPr>
          <a:lstStyle/>
          <a:p>
            <a:pPr marL="0" indent="0">
              <a:lnSpc>
                <a:spcPct val="90000"/>
              </a:lnSpc>
              <a:spcBef>
                <a:spcPts val="0"/>
              </a:spcBef>
              <a:spcAft>
                <a:spcPts val="0"/>
              </a:spcAft>
              <a:buSzPts val="100"/>
              <a:buNone/>
            </a:pPr>
            <a:r>
              <a:rPr lang="en-GB"/>
              <a:t> </a:t>
            </a:r>
            <a:endParaRPr/>
          </a:p>
        </p:txBody>
      </p:sp>
      <p:sp>
        <p:nvSpPr>
          <p:cNvPr id="10077" name="Google Shape;10077;p178"/>
          <p:cNvSpPr txBox="1">
            <a:spLocks noGrp="1"/>
          </p:cNvSpPr>
          <p:nvPr>
            <p:ph type="title"/>
          </p:nvPr>
        </p:nvSpPr>
        <p:spPr>
          <a:xfrm>
            <a:off x="865161" y="722313"/>
            <a:ext cx="10559200" cy="342400"/>
          </a:xfrm>
          <a:prstGeom prst="rect">
            <a:avLst/>
          </a:prstGeom>
          <a:noFill/>
          <a:ln>
            <a:noFill/>
          </a:ln>
        </p:spPr>
        <p:txBody>
          <a:bodyPr spcFirstLastPara="1" vert="horz" wrap="square" lIns="0" tIns="0" rIns="0" bIns="0" rtlCol="0" anchor="t" anchorCtr="0">
            <a:noAutofit/>
          </a:bodyPr>
          <a:lstStyle/>
          <a:p>
            <a:pPr>
              <a:buSzPts val="2600"/>
            </a:pPr>
            <a:r>
              <a:rPr lang="en-GB"/>
              <a:t>Parallelization’s Arch-Nemesis</a:t>
            </a:r>
            <a:endParaRPr/>
          </a:p>
        </p:txBody>
      </p:sp>
      <p:pic>
        <p:nvPicPr>
          <p:cNvPr id="10078" name="Google Shape;10078;p178"/>
          <p:cNvPicPr preferRelativeResize="0"/>
          <p:nvPr/>
        </p:nvPicPr>
        <p:blipFill>
          <a:blip r:embed="rId4">
            <a:alphaModFix/>
          </a:blip>
          <a:stretch>
            <a:fillRect/>
          </a:stretch>
        </p:blipFill>
        <p:spPr>
          <a:xfrm>
            <a:off x="7328802" y="1740930"/>
            <a:ext cx="4407999" cy="3134399"/>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83"/>
        <p:cNvGrpSpPr/>
        <p:nvPr/>
      </p:nvGrpSpPr>
      <p:grpSpPr>
        <a:xfrm>
          <a:off x="0" y="0"/>
          <a:ext cx="0" cy="0"/>
          <a:chOff x="0" y="0"/>
          <a:chExt cx="0" cy="0"/>
        </a:xfrm>
      </p:grpSpPr>
      <p:sp>
        <p:nvSpPr>
          <p:cNvPr id="10084" name="Google Shape;10084;p179"/>
          <p:cNvSpPr/>
          <p:nvPr/>
        </p:nvSpPr>
        <p:spPr>
          <a:xfrm>
            <a:off x="604233" y="1661633"/>
            <a:ext cx="6465200" cy="3585200"/>
          </a:xfrm>
          <a:prstGeom prst="roundRect">
            <a:avLst>
              <a:gd name="adj" fmla="val 16667"/>
            </a:avLst>
          </a:prstGeom>
          <a:solidFill>
            <a:srgbClr val="93C47D"/>
          </a:solidFill>
          <a:ln>
            <a:noFill/>
          </a:ln>
        </p:spPr>
        <p:txBody>
          <a:bodyPr spcFirstLastPara="1" wrap="square" lIns="121900" tIns="121900" rIns="121900" bIns="121900" anchor="ctr" anchorCtr="0">
            <a:noAutofit/>
          </a:bodyPr>
          <a:lstStyle/>
          <a:p>
            <a:pPr algn="ctr"/>
            <a:endParaRPr sz="2400">
              <a:solidFill>
                <a:srgbClr val="6AA84F"/>
              </a:solidFill>
              <a:latin typeface="Calibri"/>
              <a:ea typeface="Calibri"/>
              <a:cs typeface="Calibri"/>
              <a:sym typeface="Calibri"/>
            </a:endParaRPr>
          </a:p>
        </p:txBody>
      </p:sp>
      <p:sp>
        <p:nvSpPr>
          <p:cNvPr id="10085" name="Google Shape;10085;p179"/>
          <p:cNvSpPr txBox="1">
            <a:spLocks noGrp="1"/>
          </p:cNvSpPr>
          <p:nvPr>
            <p:ph type="body" idx="1"/>
          </p:nvPr>
        </p:nvSpPr>
        <p:spPr>
          <a:xfrm>
            <a:off x="720000" y="6060536"/>
            <a:ext cx="932400" cy="475200"/>
          </a:xfrm>
          <a:prstGeom prst="rect">
            <a:avLst/>
          </a:prstGeom>
          <a:blipFill rotWithShape="1">
            <a:blip r:embed="rId3">
              <a:alphaModFix/>
            </a:blip>
            <a:stretch>
              <a:fillRect/>
            </a:stretch>
          </a:blip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086" name="Google Shape;10086;p179"/>
          <p:cNvSpPr txBox="1">
            <a:spLocks noGrp="1"/>
          </p:cNvSpPr>
          <p:nvPr>
            <p:ph type="body" idx="1"/>
          </p:nvPr>
        </p:nvSpPr>
        <p:spPr>
          <a:xfrm>
            <a:off x="865161" y="1592263"/>
            <a:ext cx="7488000" cy="4060400"/>
          </a:xfrm>
          <a:prstGeom prst="rect">
            <a:avLst/>
          </a:prstGeom>
          <a:noFill/>
          <a:ln>
            <a:noFill/>
          </a:ln>
        </p:spPr>
        <p:txBody>
          <a:bodyPr spcFirstLastPara="1" vert="horz" wrap="square" lIns="0" tIns="0" rIns="0" bIns="0" rtlCol="0" anchor="t" anchorCtr="0">
            <a:noAutofit/>
          </a:bodyPr>
          <a:lstStyle/>
          <a:p>
            <a:pPr marL="0" lvl="2" indent="0">
              <a:spcBef>
                <a:spcPts val="0"/>
              </a:spcBef>
              <a:buSzPts val="1500"/>
            </a:pPr>
            <a:endParaRPr sz="2400"/>
          </a:p>
          <a:p>
            <a:pPr marL="0" lvl="2" indent="0">
              <a:spcBef>
                <a:spcPts val="0"/>
              </a:spcBef>
              <a:buSzPts val="1500"/>
            </a:pPr>
            <a:r>
              <a:rPr lang="en-GB" sz="2400"/>
              <a:t>Communication</a:t>
            </a:r>
            <a:endParaRPr sz="2400"/>
          </a:p>
          <a:p>
            <a:pPr marL="0" lvl="2" indent="0">
              <a:spcBef>
                <a:spcPts val="0"/>
              </a:spcBef>
              <a:buSzPts val="1500"/>
            </a:pPr>
            <a:endParaRPr/>
          </a:p>
          <a:p>
            <a:pPr marL="0" lvl="2" indent="0">
              <a:spcBef>
                <a:spcPts val="0"/>
              </a:spcBef>
              <a:buSzPts val="1500"/>
            </a:pPr>
            <a:r>
              <a:rPr lang="en-GB" sz="2133">
                <a:solidFill>
                  <a:srgbClr val="434343"/>
                </a:solidFill>
              </a:rPr>
              <a:t>DDP: Duplicate parameters at all processors</a:t>
            </a:r>
            <a:endParaRPr sz="2133">
              <a:solidFill>
                <a:srgbClr val="434343"/>
              </a:solidFill>
            </a:endParaRPr>
          </a:p>
          <a:p>
            <a:pPr marL="0" lvl="2" indent="0">
              <a:spcBef>
                <a:spcPts val="0"/>
              </a:spcBef>
              <a:buSzPts val="1500"/>
            </a:pPr>
            <a:endParaRPr sz="2133">
              <a:solidFill>
                <a:srgbClr val="434343"/>
              </a:solidFill>
            </a:endParaRPr>
          </a:p>
          <a:p>
            <a:pPr marL="0" lvl="2" indent="0">
              <a:spcBef>
                <a:spcPts val="0"/>
              </a:spcBef>
              <a:buSzPts val="1500"/>
            </a:pPr>
            <a:r>
              <a:rPr lang="en-GB" sz="2133">
                <a:solidFill>
                  <a:srgbClr val="B6D7A8"/>
                </a:solidFill>
              </a:rPr>
              <a:t>Model Parallel: </a:t>
            </a:r>
            <a:endParaRPr sz="2133">
              <a:solidFill>
                <a:srgbClr val="B6D7A8"/>
              </a:solidFill>
            </a:endParaRPr>
          </a:p>
          <a:p>
            <a:pPr indent="-440256">
              <a:spcBef>
                <a:spcPts val="0"/>
              </a:spcBef>
              <a:buClr>
                <a:srgbClr val="B6D7A8"/>
              </a:buClr>
              <a:buSzPts val="1600"/>
              <a:buAutoNum type="arabicPeriod"/>
            </a:pPr>
            <a:r>
              <a:rPr lang="en-GB" sz="2133">
                <a:solidFill>
                  <a:srgbClr val="B6D7A8"/>
                </a:solidFill>
              </a:rPr>
              <a:t>Mini-Batch has to be copied to all </a:t>
            </a:r>
            <a:br>
              <a:rPr lang="en-GB" sz="2133">
                <a:solidFill>
                  <a:srgbClr val="B6D7A8"/>
                </a:solidFill>
              </a:rPr>
            </a:br>
            <a:r>
              <a:rPr lang="en-GB" sz="2133">
                <a:solidFill>
                  <a:srgbClr val="B6D7A8"/>
                </a:solidFill>
              </a:rPr>
              <a:t>Processors</a:t>
            </a:r>
            <a:endParaRPr sz="2133">
              <a:solidFill>
                <a:srgbClr val="B6D7A8"/>
              </a:solidFill>
            </a:endParaRPr>
          </a:p>
          <a:p>
            <a:pPr indent="-440256">
              <a:spcBef>
                <a:spcPts val="0"/>
              </a:spcBef>
              <a:buClr>
                <a:srgbClr val="B6D7A8"/>
              </a:buClr>
              <a:buSzPts val="1600"/>
              <a:buAutoNum type="arabicPeriod"/>
            </a:pPr>
            <a:r>
              <a:rPr lang="en-GB" sz="2133">
                <a:solidFill>
                  <a:srgbClr val="B6D7A8"/>
                </a:solidFill>
              </a:rPr>
              <a:t>Backprop requires all-to-all communication</a:t>
            </a:r>
            <a:endParaRPr sz="2133">
              <a:solidFill>
                <a:srgbClr val="B6D7A8"/>
              </a:solidFill>
            </a:endParaRPr>
          </a:p>
          <a:p>
            <a:pPr marL="0" lvl="2" indent="0">
              <a:spcBef>
                <a:spcPts val="0"/>
              </a:spcBef>
              <a:buSzPts val="1500"/>
            </a:pPr>
            <a:endParaRPr sz="2133">
              <a:solidFill>
                <a:srgbClr val="434343"/>
              </a:solidFill>
            </a:endParaRPr>
          </a:p>
          <a:p>
            <a:pPr marL="0" lvl="2" indent="0">
              <a:spcBef>
                <a:spcPts val="0"/>
              </a:spcBef>
              <a:buSzPts val="1500"/>
            </a:pPr>
            <a:endParaRPr sz="2133">
              <a:solidFill>
                <a:srgbClr val="434343"/>
              </a:solidFill>
            </a:endParaRPr>
          </a:p>
          <a:p>
            <a:pPr marL="0" lvl="1" indent="0">
              <a:spcBef>
                <a:spcPts val="1200"/>
              </a:spcBef>
              <a:buSzPts val="1200"/>
            </a:pPr>
            <a:endParaRPr/>
          </a:p>
        </p:txBody>
      </p:sp>
      <p:sp>
        <p:nvSpPr>
          <p:cNvPr id="10087" name="Google Shape;10087;p179"/>
          <p:cNvSpPr txBox="1">
            <a:spLocks noGrp="1"/>
          </p:cNvSpPr>
          <p:nvPr>
            <p:ph type="body" idx="4294967295"/>
          </p:nvPr>
        </p:nvSpPr>
        <p:spPr>
          <a:xfrm>
            <a:off x="708207" y="707795"/>
            <a:ext cx="36000" cy="396000"/>
          </a:xfrm>
          <a:prstGeom prst="rect">
            <a:avLst/>
          </a:prstGeom>
          <a:solidFill>
            <a:schemeClr val="accent1"/>
          </a:solidFill>
          <a:ln>
            <a:noFill/>
          </a:ln>
        </p:spPr>
        <p:txBody>
          <a:bodyPr spcFirstLastPara="1" vert="horz" wrap="square" lIns="0" tIns="0" rIns="0" bIns="0" rtlCol="0" anchor="t" anchorCtr="0">
            <a:noAutofit/>
          </a:bodyPr>
          <a:lstStyle/>
          <a:p>
            <a:pPr marL="0" indent="0">
              <a:lnSpc>
                <a:spcPct val="90000"/>
              </a:lnSpc>
              <a:spcBef>
                <a:spcPts val="0"/>
              </a:spcBef>
              <a:spcAft>
                <a:spcPts val="0"/>
              </a:spcAft>
              <a:buSzPts val="100"/>
              <a:buNone/>
            </a:pPr>
            <a:r>
              <a:rPr lang="en-GB"/>
              <a:t> </a:t>
            </a:r>
            <a:endParaRPr/>
          </a:p>
        </p:txBody>
      </p:sp>
      <p:sp>
        <p:nvSpPr>
          <p:cNvPr id="10088" name="Google Shape;10088;p179"/>
          <p:cNvSpPr txBox="1">
            <a:spLocks noGrp="1"/>
          </p:cNvSpPr>
          <p:nvPr>
            <p:ph type="title"/>
          </p:nvPr>
        </p:nvSpPr>
        <p:spPr>
          <a:xfrm>
            <a:off x="865161" y="722313"/>
            <a:ext cx="10559200" cy="342400"/>
          </a:xfrm>
          <a:prstGeom prst="rect">
            <a:avLst/>
          </a:prstGeom>
          <a:noFill/>
          <a:ln>
            <a:noFill/>
          </a:ln>
        </p:spPr>
        <p:txBody>
          <a:bodyPr spcFirstLastPara="1" vert="horz" wrap="square" lIns="0" tIns="0" rIns="0" bIns="0" rtlCol="0" anchor="t" anchorCtr="0">
            <a:noAutofit/>
          </a:bodyPr>
          <a:lstStyle/>
          <a:p>
            <a:pPr>
              <a:buSzPts val="2600"/>
            </a:pPr>
            <a:r>
              <a:rPr lang="en-GB"/>
              <a:t>Parallelization’s Arch-Nemesis</a:t>
            </a:r>
            <a:endParaRPr/>
          </a:p>
        </p:txBody>
      </p:sp>
      <p:pic>
        <p:nvPicPr>
          <p:cNvPr id="10089" name="Google Shape;10089;p179"/>
          <p:cNvPicPr preferRelativeResize="0"/>
          <p:nvPr/>
        </p:nvPicPr>
        <p:blipFill>
          <a:blip r:embed="rId4">
            <a:alphaModFix/>
          </a:blip>
          <a:stretch>
            <a:fillRect/>
          </a:stretch>
        </p:blipFill>
        <p:spPr>
          <a:xfrm>
            <a:off x="7328802" y="1740930"/>
            <a:ext cx="4407999" cy="3134399"/>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094"/>
        <p:cNvGrpSpPr/>
        <p:nvPr/>
      </p:nvGrpSpPr>
      <p:grpSpPr>
        <a:xfrm>
          <a:off x="0" y="0"/>
          <a:ext cx="0" cy="0"/>
          <a:chOff x="0" y="0"/>
          <a:chExt cx="0" cy="0"/>
        </a:xfrm>
      </p:grpSpPr>
      <p:sp>
        <p:nvSpPr>
          <p:cNvPr id="10095" name="Google Shape;10095;p180"/>
          <p:cNvSpPr/>
          <p:nvPr/>
        </p:nvSpPr>
        <p:spPr>
          <a:xfrm>
            <a:off x="604233" y="1661633"/>
            <a:ext cx="6465200" cy="3585200"/>
          </a:xfrm>
          <a:prstGeom prst="roundRect">
            <a:avLst>
              <a:gd name="adj" fmla="val 16667"/>
            </a:avLst>
          </a:prstGeom>
          <a:solidFill>
            <a:srgbClr val="93C47D"/>
          </a:solidFill>
          <a:ln>
            <a:noFill/>
          </a:ln>
        </p:spPr>
        <p:txBody>
          <a:bodyPr spcFirstLastPara="1" wrap="square" lIns="121900" tIns="121900" rIns="121900" bIns="121900" anchor="ctr" anchorCtr="0">
            <a:noAutofit/>
          </a:bodyPr>
          <a:lstStyle/>
          <a:p>
            <a:pPr algn="ctr"/>
            <a:endParaRPr sz="2400">
              <a:solidFill>
                <a:srgbClr val="6AA84F"/>
              </a:solidFill>
              <a:latin typeface="Calibri"/>
              <a:ea typeface="Calibri"/>
              <a:cs typeface="Calibri"/>
              <a:sym typeface="Calibri"/>
            </a:endParaRPr>
          </a:p>
        </p:txBody>
      </p:sp>
      <p:sp>
        <p:nvSpPr>
          <p:cNvPr id="10096" name="Google Shape;10096;p180"/>
          <p:cNvSpPr txBox="1">
            <a:spLocks noGrp="1"/>
          </p:cNvSpPr>
          <p:nvPr>
            <p:ph type="body" idx="1"/>
          </p:nvPr>
        </p:nvSpPr>
        <p:spPr>
          <a:xfrm>
            <a:off x="720000" y="6060536"/>
            <a:ext cx="932400" cy="475200"/>
          </a:xfrm>
          <a:prstGeom prst="rect">
            <a:avLst/>
          </a:prstGeom>
          <a:blipFill rotWithShape="1">
            <a:blip r:embed="rId3">
              <a:alphaModFix/>
            </a:blip>
            <a:stretch>
              <a:fillRect/>
            </a:stretch>
          </a:blip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097" name="Google Shape;10097;p180"/>
          <p:cNvSpPr txBox="1">
            <a:spLocks noGrp="1"/>
          </p:cNvSpPr>
          <p:nvPr>
            <p:ph type="body" idx="1"/>
          </p:nvPr>
        </p:nvSpPr>
        <p:spPr>
          <a:xfrm>
            <a:off x="865161" y="1592263"/>
            <a:ext cx="7488000" cy="4060400"/>
          </a:xfrm>
          <a:prstGeom prst="rect">
            <a:avLst/>
          </a:prstGeom>
          <a:noFill/>
          <a:ln>
            <a:noFill/>
          </a:ln>
        </p:spPr>
        <p:txBody>
          <a:bodyPr spcFirstLastPara="1" vert="horz" wrap="square" lIns="0" tIns="0" rIns="0" bIns="0" rtlCol="0" anchor="t" anchorCtr="0">
            <a:noAutofit/>
          </a:bodyPr>
          <a:lstStyle/>
          <a:p>
            <a:pPr marL="0" lvl="2" indent="0">
              <a:spcBef>
                <a:spcPts val="0"/>
              </a:spcBef>
              <a:buSzPts val="1500"/>
            </a:pPr>
            <a:endParaRPr sz="2400"/>
          </a:p>
          <a:p>
            <a:pPr marL="0" lvl="2" indent="0">
              <a:spcBef>
                <a:spcPts val="0"/>
              </a:spcBef>
              <a:buSzPts val="1500"/>
            </a:pPr>
            <a:r>
              <a:rPr lang="en-GB" sz="2400"/>
              <a:t>Communication</a:t>
            </a:r>
            <a:endParaRPr sz="2400"/>
          </a:p>
          <a:p>
            <a:pPr marL="0" lvl="2" indent="0">
              <a:spcBef>
                <a:spcPts val="0"/>
              </a:spcBef>
              <a:buSzPts val="1500"/>
            </a:pPr>
            <a:endParaRPr/>
          </a:p>
          <a:p>
            <a:pPr marL="0" lvl="2" indent="0">
              <a:spcBef>
                <a:spcPts val="0"/>
              </a:spcBef>
              <a:buSzPts val="1500"/>
            </a:pPr>
            <a:r>
              <a:rPr lang="en-GB" sz="2133">
                <a:solidFill>
                  <a:srgbClr val="434343"/>
                </a:solidFill>
              </a:rPr>
              <a:t>DDP: Duplicate parameters at all processors</a:t>
            </a:r>
            <a:endParaRPr sz="2133">
              <a:solidFill>
                <a:srgbClr val="434343"/>
              </a:solidFill>
            </a:endParaRPr>
          </a:p>
          <a:p>
            <a:pPr marL="0" lvl="2" indent="0">
              <a:spcBef>
                <a:spcPts val="0"/>
              </a:spcBef>
              <a:buSzPts val="1500"/>
            </a:pPr>
            <a:endParaRPr sz="2133">
              <a:solidFill>
                <a:srgbClr val="434343"/>
              </a:solidFill>
            </a:endParaRPr>
          </a:p>
          <a:p>
            <a:pPr marL="0" lvl="2" indent="0">
              <a:spcBef>
                <a:spcPts val="0"/>
              </a:spcBef>
              <a:buSzPts val="1500"/>
            </a:pPr>
            <a:r>
              <a:rPr lang="en-GB" sz="2133">
                <a:solidFill>
                  <a:srgbClr val="434343"/>
                </a:solidFill>
              </a:rPr>
              <a:t>Model Parallel: </a:t>
            </a:r>
            <a:endParaRPr sz="2133">
              <a:solidFill>
                <a:srgbClr val="434343"/>
              </a:solidFill>
            </a:endParaRPr>
          </a:p>
          <a:p>
            <a:pPr indent="-440256">
              <a:spcBef>
                <a:spcPts val="0"/>
              </a:spcBef>
              <a:buClr>
                <a:srgbClr val="434343"/>
              </a:buClr>
              <a:buSzPts val="1600"/>
              <a:buAutoNum type="arabicPeriod"/>
            </a:pPr>
            <a:r>
              <a:rPr lang="en-GB" sz="2133">
                <a:solidFill>
                  <a:srgbClr val="434343"/>
                </a:solidFill>
              </a:rPr>
              <a:t>Mini-Batch has to be copied to all </a:t>
            </a:r>
            <a:br>
              <a:rPr lang="en-GB" sz="2133">
                <a:solidFill>
                  <a:srgbClr val="434343"/>
                </a:solidFill>
              </a:rPr>
            </a:br>
            <a:r>
              <a:rPr lang="en-GB" sz="2133">
                <a:solidFill>
                  <a:srgbClr val="434343"/>
                </a:solidFill>
              </a:rPr>
              <a:t>Processors</a:t>
            </a:r>
            <a:endParaRPr sz="2133">
              <a:solidFill>
                <a:srgbClr val="434343"/>
              </a:solidFill>
            </a:endParaRPr>
          </a:p>
          <a:p>
            <a:pPr indent="-440256">
              <a:spcBef>
                <a:spcPts val="0"/>
              </a:spcBef>
              <a:buClr>
                <a:srgbClr val="434343"/>
              </a:buClr>
              <a:buSzPts val="1600"/>
              <a:buAutoNum type="arabicPeriod"/>
            </a:pPr>
            <a:r>
              <a:rPr lang="en-GB" sz="2133">
                <a:solidFill>
                  <a:srgbClr val="434343"/>
                </a:solidFill>
              </a:rPr>
              <a:t>Backprop requires all-to-all communication</a:t>
            </a:r>
            <a:endParaRPr sz="2133">
              <a:solidFill>
                <a:srgbClr val="434343"/>
              </a:solidFill>
            </a:endParaRPr>
          </a:p>
          <a:p>
            <a:pPr marL="0" lvl="2" indent="0">
              <a:spcBef>
                <a:spcPts val="0"/>
              </a:spcBef>
              <a:buSzPts val="1500"/>
            </a:pPr>
            <a:endParaRPr sz="2133">
              <a:solidFill>
                <a:srgbClr val="434343"/>
              </a:solidFill>
            </a:endParaRPr>
          </a:p>
          <a:p>
            <a:pPr marL="0" lvl="2" indent="0">
              <a:spcBef>
                <a:spcPts val="0"/>
              </a:spcBef>
              <a:buSzPts val="1500"/>
            </a:pPr>
            <a:endParaRPr sz="2133">
              <a:solidFill>
                <a:srgbClr val="434343"/>
              </a:solidFill>
            </a:endParaRPr>
          </a:p>
          <a:p>
            <a:pPr marL="0" lvl="1" indent="0">
              <a:spcBef>
                <a:spcPts val="1200"/>
              </a:spcBef>
              <a:buSzPts val="1200"/>
            </a:pPr>
            <a:endParaRPr/>
          </a:p>
        </p:txBody>
      </p:sp>
      <p:sp>
        <p:nvSpPr>
          <p:cNvPr id="10098" name="Google Shape;10098;p180"/>
          <p:cNvSpPr txBox="1">
            <a:spLocks noGrp="1"/>
          </p:cNvSpPr>
          <p:nvPr>
            <p:ph type="body" idx="4294967295"/>
          </p:nvPr>
        </p:nvSpPr>
        <p:spPr>
          <a:xfrm>
            <a:off x="708207" y="707795"/>
            <a:ext cx="36000" cy="396000"/>
          </a:xfrm>
          <a:prstGeom prst="rect">
            <a:avLst/>
          </a:prstGeom>
          <a:solidFill>
            <a:schemeClr val="accent1"/>
          </a:solidFill>
          <a:ln>
            <a:noFill/>
          </a:ln>
        </p:spPr>
        <p:txBody>
          <a:bodyPr spcFirstLastPara="1" vert="horz" wrap="square" lIns="0" tIns="0" rIns="0" bIns="0" rtlCol="0" anchor="t" anchorCtr="0">
            <a:noAutofit/>
          </a:bodyPr>
          <a:lstStyle/>
          <a:p>
            <a:pPr marL="0" indent="0">
              <a:lnSpc>
                <a:spcPct val="90000"/>
              </a:lnSpc>
              <a:spcBef>
                <a:spcPts val="0"/>
              </a:spcBef>
              <a:spcAft>
                <a:spcPts val="0"/>
              </a:spcAft>
              <a:buSzPts val="100"/>
              <a:buNone/>
            </a:pPr>
            <a:r>
              <a:rPr lang="en-GB"/>
              <a:t> </a:t>
            </a:r>
            <a:endParaRPr/>
          </a:p>
        </p:txBody>
      </p:sp>
      <p:sp>
        <p:nvSpPr>
          <p:cNvPr id="10099" name="Google Shape;10099;p180"/>
          <p:cNvSpPr txBox="1">
            <a:spLocks noGrp="1"/>
          </p:cNvSpPr>
          <p:nvPr>
            <p:ph type="title"/>
          </p:nvPr>
        </p:nvSpPr>
        <p:spPr>
          <a:xfrm>
            <a:off x="865161" y="722313"/>
            <a:ext cx="10559200" cy="342400"/>
          </a:xfrm>
          <a:prstGeom prst="rect">
            <a:avLst/>
          </a:prstGeom>
          <a:noFill/>
          <a:ln>
            <a:noFill/>
          </a:ln>
        </p:spPr>
        <p:txBody>
          <a:bodyPr spcFirstLastPara="1" vert="horz" wrap="square" lIns="0" tIns="0" rIns="0" bIns="0" rtlCol="0" anchor="t" anchorCtr="0">
            <a:noAutofit/>
          </a:bodyPr>
          <a:lstStyle/>
          <a:p>
            <a:pPr>
              <a:buSzPts val="2600"/>
            </a:pPr>
            <a:r>
              <a:rPr lang="en-GB"/>
              <a:t>Parallelization’s Arch-Nemesis</a:t>
            </a:r>
            <a:endParaRPr/>
          </a:p>
        </p:txBody>
      </p:sp>
      <p:pic>
        <p:nvPicPr>
          <p:cNvPr id="10100" name="Google Shape;10100;p180"/>
          <p:cNvPicPr preferRelativeResize="0"/>
          <p:nvPr/>
        </p:nvPicPr>
        <p:blipFill>
          <a:blip r:embed="rId4">
            <a:alphaModFix/>
          </a:blip>
          <a:stretch>
            <a:fillRect/>
          </a:stretch>
        </p:blipFill>
        <p:spPr>
          <a:xfrm>
            <a:off x="7328802" y="1740930"/>
            <a:ext cx="4407999" cy="3134399"/>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25</a:t>
            </a:fld>
            <a:endParaRPr lang="nl-NL"/>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AAC0-9309-C9A6-04E8-52E995A67D7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B7AB15-C5C6-54F7-B24F-BC9E207C562C}"/>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621F6D-1B19-19D7-3199-A3129564E900}"/>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0D53E424-44F5-9D94-D69B-B223133A6E2B}"/>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B1F11C36-C2DB-3D26-8BFC-C6FA27B0EE47}"/>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C3669F0B-BB84-7CC4-73FD-87D51789F90B}"/>
              </a:ext>
            </a:extLst>
          </p:cNvPr>
          <p:cNvSpPr>
            <a:spLocks noGrp="1"/>
          </p:cNvSpPr>
          <p:nvPr>
            <p:ph type="sldNum" sz="quarter" idx="12"/>
          </p:nvPr>
        </p:nvSpPr>
        <p:spPr/>
        <p:txBody>
          <a:bodyPr/>
          <a:lstStyle/>
          <a:p>
            <a:fld id="{7AD0FE45-509C-4BDF-9EDE-64426F8DF3D2}" type="slidenum">
              <a:rPr lang="nl-NL" smtClean="0"/>
              <a:t>26</a:t>
            </a:fld>
            <a:endParaRPr lang="nl-NL"/>
          </a:p>
        </p:txBody>
      </p:sp>
      <p:cxnSp>
        <p:nvCxnSpPr>
          <p:cNvPr id="8" name="Straight Arrow Connector 7">
            <a:extLst>
              <a:ext uri="{FF2B5EF4-FFF2-40B4-BE49-F238E27FC236}">
                <a16:creationId xmlns:a16="http://schemas.microsoft.com/office/drawing/2014/main" id="{8E306371-6DDB-79D4-030F-B8C7D660F319}"/>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CEC31BF-EEB3-5E65-D93D-6E0768CA818E}"/>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3750118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198392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26155" y="3741576"/>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66037" y="4404050"/>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marL="0" indent="0">
              <a:buNone/>
            </a:pPr>
            <a:endParaRPr lang="en-US" dirty="0"/>
          </a:p>
          <a:p>
            <a:pPr marL="0" indent="0">
              <a:buNone/>
            </a:pPr>
            <a:r>
              <a:rPr lang="en-US" dirty="0"/>
              <a:t>Note: use data parallel whenever you can. Use model / Pipeline parallel if you </a:t>
            </a:r>
            <a:r>
              <a:rPr lang="en-US" i="1" dirty="0"/>
              <a:t>really</a:t>
            </a:r>
            <a:r>
              <a:rPr lang="en-US" dirty="0"/>
              <a:t> need to. Even then, 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(e.g. data parallel @ CPU)</a:t>
            </a:r>
          </a:p>
          <a:p>
            <a:pPr>
              <a:buFont typeface="Arial" panose="020B0604020202020204" pitchFamily="34" charset="0"/>
              <a:buChar char="•"/>
            </a:pPr>
            <a:r>
              <a:rPr lang="en-US" dirty="0"/>
              <a:t>Reduced precision datatypes (discussed later today)</a:t>
            </a:r>
          </a:p>
          <a:p>
            <a:pPr>
              <a:buFont typeface="Arial" panose="020B0604020202020204" pitchFamily="34" charset="0"/>
              <a:buChar char="•"/>
            </a:pPr>
            <a:r>
              <a:rPr lang="en-US" dirty="0"/>
              <a:t>Low rank fine-tuning (</a:t>
            </a:r>
            <a:r>
              <a:rPr lang="en-US" dirty="0" err="1"/>
              <a:t>LoRA</a:t>
            </a:r>
            <a:r>
              <a:rPr lang="en-US" dirty="0"/>
              <a:t>/</a:t>
            </a:r>
            <a:r>
              <a:rPr lang="en-US" dirty="0" err="1"/>
              <a:t>QLoRA</a:t>
            </a:r>
            <a:r>
              <a:rPr lang="en-US" dirty="0"/>
              <a:t>)</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28</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9DCB7-7FB7-4A8E-B1F9-13A02393E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C93FD2-D534-BD73-F119-DA52EDAF5514}"/>
              </a:ext>
            </a:extLst>
          </p:cNvPr>
          <p:cNvSpPr>
            <a:spLocks noGrp="1"/>
          </p:cNvSpPr>
          <p:nvPr>
            <p:ph type="title"/>
          </p:nvPr>
        </p:nvSpPr>
        <p:spPr/>
        <p:txBody>
          <a:bodyPr/>
          <a:lstStyle/>
          <a:p>
            <a:r>
              <a:rPr lang="nl-NL" dirty="0" err="1"/>
              <a:t>Parallelization</a:t>
            </a:r>
            <a:r>
              <a:rPr lang="nl-NL" dirty="0"/>
              <a:t> tools/</a:t>
            </a:r>
            <a:r>
              <a:rPr lang="nl-NL" dirty="0" err="1"/>
              <a:t>wrappers</a:t>
            </a:r>
            <a:endParaRPr lang="nl-NL" dirty="0"/>
          </a:p>
        </p:txBody>
      </p:sp>
      <p:sp>
        <p:nvSpPr>
          <p:cNvPr id="3" name="Vertical Text Placeholder 2">
            <a:extLst>
              <a:ext uri="{FF2B5EF4-FFF2-40B4-BE49-F238E27FC236}">
                <a16:creationId xmlns:a16="http://schemas.microsoft.com/office/drawing/2014/main" id="{D34D55CD-71D2-FE51-3AE8-2DAE2A03E336}"/>
              </a:ext>
            </a:extLst>
          </p:cNvPr>
          <p:cNvSpPr>
            <a:spLocks noGrp="1"/>
          </p:cNvSpPr>
          <p:nvPr>
            <p:ph type="body" orient="vert" idx="1"/>
          </p:nvPr>
        </p:nvSpPr>
        <p:spPr>
          <a:xfrm>
            <a:off x="523807" y="1145098"/>
            <a:ext cx="10182663" cy="4602559"/>
          </a:xfrm>
        </p:spPr>
        <p:txBody>
          <a:bodyPr/>
          <a:lstStyle/>
          <a:p>
            <a:pPr>
              <a:buFont typeface="Arial" panose="020B0604020202020204" pitchFamily="34" charset="0"/>
              <a:buChar char="•"/>
            </a:pPr>
            <a:r>
              <a:rPr lang="en-US" dirty="0" err="1"/>
              <a:t>torch.distributed</a:t>
            </a:r>
            <a:r>
              <a:rPr lang="en-US" dirty="0"/>
              <a:t>: </a:t>
            </a:r>
            <a:r>
              <a:rPr lang="en-US" dirty="0">
                <a:hlinkClick r:id="rId2"/>
              </a:rPr>
              <a:t>https://pytorch.org/docs/stable/distributed.html</a:t>
            </a:r>
            <a:r>
              <a:rPr lang="en-US" dirty="0"/>
              <a:t> </a:t>
            </a:r>
          </a:p>
          <a:p>
            <a:pPr>
              <a:buFont typeface="Arial" panose="020B0604020202020204" pitchFamily="34" charset="0"/>
              <a:buChar char="•"/>
            </a:pPr>
            <a:r>
              <a:rPr lang="en-US" dirty="0" err="1"/>
              <a:t>tf.distribute</a:t>
            </a:r>
            <a:r>
              <a:rPr lang="en-US" dirty="0"/>
              <a:t>: </a:t>
            </a:r>
            <a:r>
              <a:rPr lang="en-US" dirty="0">
                <a:hlinkClick r:id="rId3"/>
              </a:rPr>
              <a:t>https://www.tensorflow.org/guide/distributed_training</a:t>
            </a:r>
            <a:r>
              <a:rPr lang="en-US" dirty="0"/>
              <a:t> </a:t>
            </a:r>
          </a:p>
          <a:p>
            <a:pPr>
              <a:buFont typeface="Arial" panose="020B0604020202020204" pitchFamily="34" charset="0"/>
              <a:buChar char="•"/>
            </a:pPr>
            <a:r>
              <a:rPr lang="en-US" dirty="0"/>
              <a:t>Data parallel:</a:t>
            </a:r>
          </a:p>
          <a:p>
            <a:pPr marL="635000">
              <a:buFont typeface="Arial" panose="020B0604020202020204" pitchFamily="34" charset="0"/>
              <a:buChar char="•"/>
            </a:pPr>
            <a:r>
              <a:rPr lang="en-US" dirty="0" err="1"/>
              <a:t>PyTorch</a:t>
            </a:r>
            <a:r>
              <a:rPr lang="en-US" dirty="0"/>
              <a:t> Distributed Data Parallel (DDP)</a:t>
            </a:r>
          </a:p>
          <a:p>
            <a:pPr marL="303213" indent="-303213">
              <a:buFont typeface="Arial" panose="020B0604020202020204" pitchFamily="34" charset="0"/>
              <a:buChar char="•"/>
            </a:pPr>
            <a:r>
              <a:rPr lang="en-US" dirty="0"/>
              <a:t>Model parallel:</a:t>
            </a:r>
          </a:p>
          <a:p>
            <a:pPr marL="800100" indent="-357188">
              <a:buFont typeface="Arial" panose="020B0604020202020204" pitchFamily="34" charset="0"/>
              <a:buChar char="•"/>
            </a:pPr>
            <a:r>
              <a:rPr lang="en-US" dirty="0" err="1"/>
              <a:t>DeepSpeed</a:t>
            </a:r>
            <a:r>
              <a:rPr lang="en-US" dirty="0"/>
              <a:t> </a:t>
            </a:r>
            <a:r>
              <a:rPr lang="en-US" dirty="0" err="1"/>
              <a:t>ZeRO</a:t>
            </a:r>
            <a:endParaRPr lang="en-US" dirty="0"/>
          </a:p>
          <a:p>
            <a:pPr marL="800100" indent="-357188">
              <a:buFont typeface="Arial" panose="020B0604020202020204" pitchFamily="34" charset="0"/>
              <a:buChar char="•"/>
            </a:pPr>
            <a:r>
              <a:rPr lang="en-US" dirty="0"/>
              <a:t>Torch </a:t>
            </a:r>
            <a:r>
              <a:rPr lang="en-US" dirty="0" err="1"/>
              <a:t>FullyShardedDataParallel</a:t>
            </a:r>
            <a:r>
              <a:rPr lang="en-US" dirty="0"/>
              <a:t> (FSDP): </a:t>
            </a:r>
            <a:r>
              <a:rPr lang="en-US" dirty="0">
                <a:hlinkClick r:id="rId4"/>
              </a:rPr>
              <a:t>https://pytorch.org/docs/stable/fsdp.html</a:t>
            </a:r>
            <a:r>
              <a:rPr lang="en-US" dirty="0"/>
              <a:t> </a:t>
            </a:r>
          </a:p>
          <a:p>
            <a:pPr marL="1200150" indent="-357188">
              <a:buFont typeface="Arial" panose="020B0604020202020204" pitchFamily="34" charset="0"/>
              <a:buChar char="•"/>
            </a:pPr>
            <a:r>
              <a:rPr lang="en-US" dirty="0"/>
              <a:t>Wrapper of ZeRO-3</a:t>
            </a:r>
          </a:p>
          <a:p>
            <a:pPr marL="365125" indent="-365125">
              <a:buFont typeface="Arial" panose="020B0604020202020204" pitchFamily="34" charset="0"/>
              <a:buChar char="•"/>
            </a:pPr>
            <a:r>
              <a:rPr lang="en-US" dirty="0" err="1"/>
              <a:t>Huggingface’s</a:t>
            </a:r>
            <a:r>
              <a:rPr lang="en-US" dirty="0"/>
              <a:t> accelerate: </a:t>
            </a:r>
            <a:r>
              <a:rPr lang="en-US" dirty="0">
                <a:hlinkClick r:id="rId5"/>
              </a:rPr>
              <a:t>https://huggingface.co/docs/transformers/main/en/accelerate</a:t>
            </a:r>
            <a:r>
              <a:rPr lang="en-US" dirty="0"/>
              <a:t> </a:t>
            </a:r>
          </a:p>
          <a:p>
            <a:pPr marL="303213" indent="-303213">
              <a:buFont typeface="Arial" panose="020B0604020202020204" pitchFamily="34" charset="0"/>
              <a:buChar char="•"/>
            </a:pPr>
            <a:endParaRPr lang="en-US" dirty="0"/>
          </a:p>
          <a:p>
            <a:pPr marL="635000">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74DB135C-FB5C-386C-3D6B-BFA8919D8C3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A7FCEDF-C961-8858-BBC5-6F26BBBDF728}"/>
              </a:ext>
            </a:extLst>
          </p:cNvPr>
          <p:cNvSpPr>
            <a:spLocks noGrp="1"/>
          </p:cNvSpPr>
          <p:nvPr>
            <p:ph type="sldNum" sz="quarter" idx="12"/>
          </p:nvPr>
        </p:nvSpPr>
        <p:spPr/>
        <p:txBody>
          <a:bodyPr/>
          <a:lstStyle/>
          <a:p>
            <a:fld id="{7AD0FE45-509C-4BDF-9EDE-64426F8DF3D2}" type="slidenum">
              <a:rPr lang="nl-NL" smtClean="0"/>
              <a:t>29</a:t>
            </a:fld>
            <a:endParaRPr lang="nl-NL"/>
          </a:p>
        </p:txBody>
      </p:sp>
      <p:sp>
        <p:nvSpPr>
          <p:cNvPr id="8" name="Vertical Text Placeholder 2">
            <a:extLst>
              <a:ext uri="{FF2B5EF4-FFF2-40B4-BE49-F238E27FC236}">
                <a16:creationId xmlns:a16="http://schemas.microsoft.com/office/drawing/2014/main" id="{41BEAFEE-662D-651C-AFB9-DEFAF13F6619}"/>
              </a:ext>
            </a:extLst>
          </p:cNvPr>
          <p:cNvSpPr txBox="1">
            <a:spLocks/>
          </p:cNvSpPr>
          <p:nvPr/>
        </p:nvSpPr>
        <p:spPr>
          <a:xfrm>
            <a:off x="7094424" y="2405135"/>
            <a:ext cx="8974163" cy="1409219"/>
          </a:xfrm>
          <a:prstGeom prst="rect">
            <a:avLst/>
          </a:prstGeom>
        </p:spPr>
        <p:txBody>
          <a:bodyPr vert="horz" lIns="0" tIns="0" rIns="0" bIns="0" rtlCol="0">
            <a:no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6"/>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7"/>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8"/>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9"/>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lvl="0">
              <a:buFont typeface="Arial" panose="020B0604020202020204" pitchFamily="34" charset="0"/>
              <a:buChar char="•"/>
            </a:pPr>
            <a:r>
              <a:rPr lang="en-US" b="1" dirty="0"/>
              <a:t>ZeRO-1: </a:t>
            </a:r>
            <a:r>
              <a:rPr lang="en-US" dirty="0"/>
              <a:t>Partition optimizer state</a:t>
            </a:r>
          </a:p>
          <a:p>
            <a:pPr lvl="0">
              <a:buFont typeface="Arial" panose="020B0604020202020204" pitchFamily="34" charset="0"/>
              <a:buChar char="•"/>
            </a:pPr>
            <a:r>
              <a:rPr lang="en-US" b="1" dirty="0"/>
              <a:t>ZeRO-2: </a:t>
            </a:r>
            <a:r>
              <a:rPr lang="en-US" dirty="0"/>
              <a:t>Partition gradients</a:t>
            </a:r>
          </a:p>
          <a:p>
            <a:pPr lvl="0">
              <a:buFont typeface="Arial" panose="020B0604020202020204" pitchFamily="34" charset="0"/>
              <a:buChar char="•"/>
            </a:pPr>
            <a:r>
              <a:rPr lang="en-US" b="1" dirty="0"/>
              <a:t>ZeRO-3: </a:t>
            </a:r>
            <a:r>
              <a:rPr lang="en-US" dirty="0"/>
              <a:t>Partition Model Weights </a:t>
            </a:r>
          </a:p>
          <a:p>
            <a:pPr marL="303213" lvl="0" indent="-303213">
              <a:buFont typeface="Arial" panose="020B0604020202020204" pitchFamily="34" charset="0"/>
              <a:buChar char="•"/>
            </a:pPr>
            <a:endParaRPr lang="en-US" dirty="0"/>
          </a:p>
          <a:p>
            <a:pPr marL="635000" lvl="0">
              <a:buFont typeface="Arial" panose="020B0604020202020204" pitchFamily="34" charset="0"/>
              <a:buChar char="•"/>
            </a:pPr>
            <a:endParaRPr lang="en-US" dirty="0"/>
          </a:p>
          <a:p>
            <a:pPr lvl="0">
              <a:buFont typeface="Arial" panose="020B0604020202020204" pitchFamily="34" charset="0"/>
              <a:buChar char="•"/>
            </a:pPr>
            <a:endParaRPr lang="en-US" dirty="0"/>
          </a:p>
        </p:txBody>
      </p:sp>
    </p:spTree>
    <p:extLst>
      <p:ext uri="{BB962C8B-B14F-4D97-AF65-F5344CB8AC3E}">
        <p14:creationId xmlns:p14="http://schemas.microsoft.com/office/powerpoint/2010/main" val="3699725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30</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using 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32</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 xmlns:p14="http://schemas.microsoft.com/office/powerpoint/2010/main" xmlns:p15="http://schemas.microsoft.com/office/powerpoint/2012/main"/>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X</a:t>
                </a:r>
                <a:r>
                  <a:rPr lang="en-US" dirty="0"/>
                  <a:t> workers that each see </a:t>
                </a:r>
                <a:r>
                  <a:rPr lang="en-US" i="1" dirty="0"/>
                  <a:t>n</a:t>
                </a:r>
                <a:r>
                  <a:rPr lang="en-US" dirty="0"/>
                  <a:t> examples: batch size effectively n × X.</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𝑋</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𝑋</m:t>
                        </m:r>
                      </m:e>
                    </m:rad>
                  </m:oMath>
                </a14:m>
                <a:endParaRPr lang="en-US" dirty="0"/>
              </a:p>
              <a:p>
                <a:pPr marL="573088" lvl="1">
                  <a:buFont typeface="Arial" panose="020B0604020202020204" pitchFamily="34" charset="0"/>
                  <a:buChar char="•"/>
                </a:pPr>
                <a:r>
                  <a:rPr lang="en-US" dirty="0"/>
                  <a:t>Experiment!</a:t>
                </a:r>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839" t="-1613"/>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can be difficult to scale: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Ok, so the most widely accepted approach is</a:t>
            </a:r>
          </a:p>
          <a:p>
            <a:pPr marL="0" indent="0">
              <a:buNone/>
            </a:pPr>
            <a:endParaRPr lang="en-US" dirty="0"/>
          </a:p>
          <a:p>
            <a:pPr marL="0" indent="0">
              <a:buNone/>
            </a:pPr>
            <a:r>
              <a:rPr lang="en-US" dirty="0"/>
              <a:t>distributed…</a:t>
            </a:r>
          </a:p>
          <a:p>
            <a:pPr marL="0" indent="0">
              <a:buNone/>
            </a:pPr>
            <a:r>
              <a:rPr lang="en-US" dirty="0"/>
              <a:t>data parallel…</a:t>
            </a:r>
          </a:p>
          <a:p>
            <a:pPr marL="0" indent="0">
              <a:buNone/>
            </a:pPr>
            <a:r>
              <a:rPr lang="en-US" dirty="0"/>
              <a:t>synchronous…</a:t>
            </a:r>
          </a:p>
          <a:p>
            <a:pPr marL="0" indent="0">
              <a:buNone/>
            </a:pPr>
            <a:r>
              <a:rPr lang="en-US" dirty="0"/>
              <a:t>SGD…</a:t>
            </a:r>
          </a:p>
          <a:p>
            <a:pPr marL="0" indent="0">
              <a:buNone/>
            </a:pPr>
            <a:endParaRPr lang="en-US" dirty="0"/>
          </a:p>
          <a:p>
            <a:pPr marL="0" indent="0">
              <a:buNone/>
            </a:pPr>
            <a:r>
              <a:rPr lang="en-US" dirty="0"/>
              <a:t>… but how do distributed deep learning frameworks aggregate their gradients in such a setup?</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46</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48</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49</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181"/>
        <p:cNvGrpSpPr/>
        <p:nvPr/>
      </p:nvGrpSpPr>
      <p:grpSpPr>
        <a:xfrm>
          <a:off x="0" y="0"/>
          <a:ext cx="0" cy="0"/>
          <a:chOff x="0" y="0"/>
          <a:chExt cx="0" cy="0"/>
        </a:xfrm>
      </p:grpSpPr>
      <p:pic>
        <p:nvPicPr>
          <p:cNvPr id="10182" name="Google Shape;10182;p188"/>
          <p:cNvPicPr preferRelativeResize="0"/>
          <p:nvPr/>
        </p:nvPicPr>
        <p:blipFill>
          <a:blip r:embed="rId3">
            <a:alphaModFix/>
          </a:blip>
          <a:stretch>
            <a:fillRect/>
          </a:stretch>
        </p:blipFill>
        <p:spPr>
          <a:xfrm>
            <a:off x="905000" y="1468634"/>
            <a:ext cx="10381968" cy="5389367"/>
          </a:xfrm>
          <a:prstGeom prst="rect">
            <a:avLst/>
          </a:prstGeom>
          <a:noFill/>
          <a:ln>
            <a:noFill/>
          </a:ln>
        </p:spPr>
      </p:pic>
      <p:sp>
        <p:nvSpPr>
          <p:cNvPr id="10183" name="Google Shape;10183;p188"/>
          <p:cNvSpPr txBox="1"/>
          <p:nvPr/>
        </p:nvSpPr>
        <p:spPr>
          <a:xfrm>
            <a:off x="192100" y="476234"/>
            <a:ext cx="8596800" cy="820633"/>
          </a:xfrm>
          <a:prstGeom prst="rect">
            <a:avLst/>
          </a:prstGeom>
          <a:noFill/>
          <a:ln>
            <a:noFill/>
          </a:ln>
        </p:spPr>
        <p:txBody>
          <a:bodyPr spcFirstLastPara="1" wrap="square" lIns="121900" tIns="121900" rIns="121900" bIns="121900" anchor="t" anchorCtr="0">
            <a:spAutoFit/>
          </a:bodyPr>
          <a:lstStyle/>
          <a:p>
            <a:pPr algn="ctr"/>
            <a:r>
              <a:rPr lang="en-GB" sz="3733" b="1">
                <a:solidFill>
                  <a:srgbClr val="A9145E"/>
                </a:solidFill>
              </a:rPr>
              <a:t>Distributed Training is Difficult :(</a:t>
            </a:r>
            <a:endParaRPr sz="3733" b="1">
              <a:solidFill>
                <a:srgbClr val="A9145E"/>
              </a:solidFill>
            </a:endParaRPr>
          </a:p>
        </p:txBody>
      </p:sp>
      <p:sp>
        <p:nvSpPr>
          <p:cNvPr id="10184" name="Google Shape;10184;p188"/>
          <p:cNvSpPr/>
          <p:nvPr/>
        </p:nvSpPr>
        <p:spPr>
          <a:xfrm>
            <a:off x="720007" y="580399"/>
            <a:ext cx="36000" cy="612480"/>
          </a:xfrm>
          <a:custGeom>
            <a:avLst/>
            <a:gdLst/>
            <a:ahLst/>
            <a:cxnLst/>
            <a:rect l="l" t="t" r="r" b="b"/>
            <a:pathLst>
              <a:path w="36000" h="396000" extrusionOk="0">
                <a:moveTo>
                  <a:pt x="18000" y="0"/>
                </a:moveTo>
                <a:cubicBezTo>
                  <a:pt x="27941" y="0"/>
                  <a:pt x="36000" y="8059"/>
                  <a:pt x="36000" y="18000"/>
                </a:cubicBezTo>
                <a:lnTo>
                  <a:pt x="36000" y="378000"/>
                </a:lnTo>
                <a:cubicBezTo>
                  <a:pt x="36000" y="387941"/>
                  <a:pt x="27941" y="396000"/>
                  <a:pt x="18000" y="396000"/>
                </a:cubicBezTo>
                <a:cubicBezTo>
                  <a:pt x="8059" y="396000"/>
                  <a:pt x="0" y="387941"/>
                  <a:pt x="0" y="378000"/>
                </a:cubicBezTo>
                <a:lnTo>
                  <a:pt x="0" y="18000"/>
                </a:lnTo>
                <a:cubicBezTo>
                  <a:pt x="0" y="8059"/>
                  <a:pt x="8059" y="0"/>
                  <a:pt x="18000" y="0"/>
                </a:cubicBezTo>
                <a:close/>
              </a:path>
            </a:pathLst>
          </a:custGeom>
          <a:solidFill>
            <a:schemeClr val="accent1"/>
          </a:solidFill>
          <a:ln>
            <a:noFill/>
          </a:ln>
        </p:spPr>
        <p:txBody>
          <a:bodyPr spcFirstLastPara="1" wrap="square" lIns="91433" tIns="45700" rIns="91433" bIns="45700" anchor="t" anchorCtr="0">
            <a:noAutofit/>
          </a:bodyPr>
          <a:lstStyle/>
          <a:p>
            <a:pPr>
              <a:lnSpc>
                <a:spcPct val="90000"/>
              </a:lnSpc>
              <a:buClr>
                <a:srgbClr val="E7303A"/>
              </a:buClr>
              <a:buSzPts val="100"/>
            </a:pPr>
            <a:r>
              <a:rPr lang="en-GB" sz="133">
                <a:solidFill>
                  <a:srgbClr val="000000"/>
                </a:solidFill>
                <a:latin typeface="Calibri"/>
                <a:ea typeface="Calibri"/>
                <a:cs typeface="Calibri"/>
                <a:sym typeface="Calibri"/>
              </a:rPr>
              <a:t> </a:t>
            </a:r>
            <a:endParaRPr sz="1467"/>
          </a:p>
        </p:txBody>
      </p:sp>
      <p:sp>
        <p:nvSpPr>
          <p:cNvPr id="10185" name="Google Shape;10185;p188"/>
          <p:cNvSpPr txBox="1">
            <a:spLocks noGrp="1"/>
          </p:cNvSpPr>
          <p:nvPr>
            <p:ph type="body" idx="4294967295"/>
          </p:nvPr>
        </p:nvSpPr>
        <p:spPr>
          <a:xfrm>
            <a:off x="337300" y="6258469"/>
            <a:ext cx="932400" cy="475200"/>
          </a:xfrm>
          <a:prstGeom prst="rect">
            <a:avLst/>
          </a:prstGeom>
          <a:blipFill rotWithShape="1">
            <a:blip r:embed="rId4">
              <a:alphaModFix/>
            </a:blip>
            <a:stretch>
              <a:fillRect/>
            </a:stretch>
          </a:blipFill>
          <a:ln>
            <a:noFill/>
          </a:ln>
        </p:spPr>
        <p:txBody>
          <a:bodyPr spcFirstLastPara="1" vert="horz" wrap="square" lIns="0" tIns="0" rIns="0" bIns="0" rtlCol="0" anchor="t" anchorCtr="0">
            <a:noAutofit/>
          </a:bodyPr>
          <a:lstStyle/>
          <a:p>
            <a:pPr marL="0" indent="0">
              <a:lnSpc>
                <a:spcPct val="90000"/>
              </a:lnSpc>
              <a:spcBef>
                <a:spcPts val="0"/>
              </a:spcBef>
              <a:spcAft>
                <a:spcPts val="0"/>
              </a:spcAft>
              <a:buSzPts val="100"/>
              <a:buNone/>
            </a:pPr>
            <a:r>
              <a:rPr lang="en-GB"/>
              <a:t> </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190"/>
        <p:cNvGrpSpPr/>
        <p:nvPr/>
      </p:nvGrpSpPr>
      <p:grpSpPr>
        <a:xfrm>
          <a:off x="0" y="0"/>
          <a:ext cx="0" cy="0"/>
          <a:chOff x="0" y="0"/>
          <a:chExt cx="0" cy="0"/>
        </a:xfrm>
      </p:grpSpPr>
      <p:sp>
        <p:nvSpPr>
          <p:cNvPr id="10191" name="Google Shape;10191;p189"/>
          <p:cNvSpPr txBox="1">
            <a:spLocks noGrp="1"/>
          </p:cNvSpPr>
          <p:nvPr>
            <p:ph type="body" idx="1"/>
          </p:nvPr>
        </p:nvSpPr>
        <p:spPr>
          <a:xfrm>
            <a:off x="720000" y="1592263"/>
            <a:ext cx="4877600" cy="4214000"/>
          </a:xfrm>
          <a:prstGeom prst="rect">
            <a:avLst/>
          </a:prstGeom>
          <a:noFill/>
          <a:ln>
            <a:noFill/>
          </a:ln>
        </p:spPr>
        <p:txBody>
          <a:bodyPr spcFirstLastPara="1" vert="horz" wrap="square" lIns="0" tIns="0" rIns="0" bIns="0" rtlCol="0" anchor="t" anchorCtr="0">
            <a:noAutofit/>
          </a:bodyPr>
          <a:lstStyle/>
          <a:p>
            <a:pPr marL="0" lvl="2" indent="0">
              <a:spcBef>
                <a:spcPts val="0"/>
              </a:spcBef>
            </a:pPr>
            <a:r>
              <a:rPr lang="en-GB"/>
              <a:t>Use existing (efficient!) frameworks</a:t>
            </a:r>
            <a:endParaRPr/>
          </a:p>
          <a:p>
            <a:pPr marL="0" lvl="2" indent="0">
              <a:spcBef>
                <a:spcPts val="0"/>
              </a:spcBef>
            </a:pPr>
            <a:endParaRPr/>
          </a:p>
          <a:p>
            <a:pPr marL="0" lvl="2" indent="0">
              <a:spcBef>
                <a:spcPts val="0"/>
              </a:spcBef>
            </a:pPr>
            <a:r>
              <a:rPr lang="en-GB"/>
              <a:t>Flash Attention</a:t>
            </a:r>
            <a:endParaRPr b="1"/>
          </a:p>
          <a:p>
            <a:pPr marL="0" lvl="2" indent="0">
              <a:spcBef>
                <a:spcPts val="1200"/>
              </a:spcBef>
            </a:pPr>
            <a:endParaRPr/>
          </a:p>
          <a:p>
            <a:pPr marL="0" lvl="2" indent="0">
              <a:spcBef>
                <a:spcPts val="1200"/>
              </a:spcBef>
            </a:pPr>
            <a:endParaRPr sz="1867">
              <a:solidFill>
                <a:srgbClr val="4A86E8"/>
              </a:solidFill>
            </a:endParaRPr>
          </a:p>
          <a:p>
            <a:pPr marL="0" lvl="2" indent="0">
              <a:spcBef>
                <a:spcPts val="1200"/>
              </a:spcBef>
            </a:pPr>
            <a:r>
              <a:rPr lang="en-GB"/>
              <a:t> </a:t>
            </a:r>
            <a:endParaRPr/>
          </a:p>
        </p:txBody>
      </p:sp>
      <p:sp>
        <p:nvSpPr>
          <p:cNvPr id="10192" name="Google Shape;10192;p189"/>
          <p:cNvSpPr txBox="1">
            <a:spLocks noGrp="1"/>
          </p:cNvSpPr>
          <p:nvPr>
            <p:ph type="body" idx="2"/>
          </p:nvPr>
        </p:nvSpPr>
        <p:spPr>
          <a:xfrm>
            <a:off x="720000" y="6060536"/>
            <a:ext cx="932400" cy="475200"/>
          </a:xfrm>
          <a:prstGeom prst="rect">
            <a:avLst/>
          </a:prstGeom>
          <a:blipFill rotWithShape="1">
            <a:blip r:embed="rId3">
              <a:alphaModFix/>
            </a:blip>
            <a:stretch>
              <a:fillRect/>
            </a:stretch>
          </a:blip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193" name="Google Shape;10193;p189"/>
          <p:cNvSpPr txBox="1">
            <a:spLocks noGrp="1"/>
          </p:cNvSpPr>
          <p:nvPr>
            <p:ph type="body" idx="3"/>
          </p:nvPr>
        </p:nvSpPr>
        <p:spPr>
          <a:xfrm>
            <a:off x="708207" y="707795"/>
            <a:ext cx="36000" cy="396000"/>
          </a:xfrm>
          <a:prstGeom prst="rect">
            <a:avLst/>
          </a:prstGeom>
          <a:solidFill>
            <a:schemeClr val="accent1"/>
          </a:solidFill>
          <a:ln>
            <a:noFill/>
          </a:ln>
        </p:spPr>
        <p:txBody>
          <a:bodyPr spcFirstLastPara="1" vert="horz" wrap="square" lIns="0" tIns="0" rIns="0" bIns="0" rtlCol="0" anchor="t" anchorCtr="0">
            <a:noAutofit/>
          </a:bodyPr>
          <a:lstStyle/>
          <a:p>
            <a:pPr marL="0" indent="0">
              <a:spcBef>
                <a:spcPts val="0"/>
              </a:spcBef>
            </a:pPr>
            <a:r>
              <a:rPr lang="en-GB"/>
              <a:t> </a:t>
            </a:r>
            <a:endParaRPr/>
          </a:p>
        </p:txBody>
      </p:sp>
      <p:sp>
        <p:nvSpPr>
          <p:cNvPr id="10194" name="Google Shape;10194;p189"/>
          <p:cNvSpPr txBox="1">
            <a:spLocks noGrp="1"/>
          </p:cNvSpPr>
          <p:nvPr>
            <p:ph type="title"/>
          </p:nvPr>
        </p:nvSpPr>
        <p:spPr>
          <a:xfrm>
            <a:off x="865163" y="722313"/>
            <a:ext cx="10606800" cy="342400"/>
          </a:xfrm>
          <a:prstGeom prst="rect">
            <a:avLst/>
          </a:prstGeom>
          <a:noFill/>
          <a:ln>
            <a:noFill/>
          </a:ln>
        </p:spPr>
        <p:txBody>
          <a:bodyPr spcFirstLastPara="1" vert="horz" wrap="square" lIns="0" tIns="0" rIns="0" bIns="0" rtlCol="0" anchor="t" anchorCtr="0">
            <a:noAutofit/>
          </a:bodyPr>
          <a:lstStyle/>
          <a:p>
            <a:pPr>
              <a:buSzPts val="2600"/>
            </a:pPr>
            <a:r>
              <a:rPr lang="en-GB"/>
              <a:t>Want to learn more? </a:t>
            </a:r>
            <a:endParaRPr/>
          </a:p>
        </p:txBody>
      </p:sp>
      <p:pic>
        <p:nvPicPr>
          <p:cNvPr id="10195" name="Google Shape;10195;p189" descr="Brand assets - Hugging Face"/>
          <p:cNvPicPr preferRelativeResize="0"/>
          <p:nvPr/>
        </p:nvPicPr>
        <p:blipFill rotWithShape="1">
          <a:blip r:embed="rId4">
            <a:alphaModFix/>
          </a:blip>
          <a:srcRect/>
          <a:stretch/>
        </p:blipFill>
        <p:spPr>
          <a:xfrm>
            <a:off x="7951790" y="1807168"/>
            <a:ext cx="3567645" cy="948275"/>
          </a:xfrm>
          <a:prstGeom prst="rect">
            <a:avLst/>
          </a:prstGeom>
          <a:noFill/>
          <a:ln>
            <a:noFill/>
          </a:ln>
        </p:spPr>
      </p:pic>
      <p:pic>
        <p:nvPicPr>
          <p:cNvPr id="10196" name="Google Shape;10196;p189" descr="unsloth logo"/>
          <p:cNvPicPr preferRelativeResize="0"/>
          <p:nvPr/>
        </p:nvPicPr>
        <p:blipFill rotWithShape="1">
          <a:blip r:embed="rId5">
            <a:alphaModFix/>
          </a:blip>
          <a:srcRect/>
          <a:stretch/>
        </p:blipFill>
        <p:spPr>
          <a:xfrm>
            <a:off x="6574419" y="3497917"/>
            <a:ext cx="2759800" cy="969897"/>
          </a:xfrm>
          <a:prstGeom prst="rect">
            <a:avLst/>
          </a:prstGeom>
          <a:noFill/>
          <a:ln>
            <a:noFill/>
          </a:ln>
        </p:spPr>
      </p:pic>
      <p:pic>
        <p:nvPicPr>
          <p:cNvPr id="10197" name="Google Shape;10197;p189"/>
          <p:cNvPicPr preferRelativeResize="0"/>
          <p:nvPr/>
        </p:nvPicPr>
        <p:blipFill>
          <a:blip r:embed="rId6">
            <a:alphaModFix/>
          </a:blip>
          <a:stretch>
            <a:fillRect/>
          </a:stretch>
        </p:blipFill>
        <p:spPr>
          <a:xfrm>
            <a:off x="4700750" y="1427717"/>
            <a:ext cx="2935645" cy="1092867"/>
          </a:xfrm>
          <a:prstGeom prst="rect">
            <a:avLst/>
          </a:prstGeom>
          <a:noFill/>
          <a:ln>
            <a:noFill/>
          </a:ln>
        </p:spPr>
      </p:pic>
      <p:pic>
        <p:nvPicPr>
          <p:cNvPr id="10198" name="Google Shape;10198;p189"/>
          <p:cNvPicPr preferRelativeResize="0"/>
          <p:nvPr/>
        </p:nvPicPr>
        <p:blipFill>
          <a:blip r:embed="rId7">
            <a:alphaModFix/>
          </a:blip>
          <a:stretch>
            <a:fillRect/>
          </a:stretch>
        </p:blipFill>
        <p:spPr>
          <a:xfrm>
            <a:off x="1138134" y="3542737"/>
            <a:ext cx="3755997" cy="1495668"/>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52</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53</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i="1" dirty="0"/>
              <a:t>Synchronous</a:t>
            </a:r>
            <a:r>
              <a:rPr lang="en-US" dirty="0"/>
              <a:t> parallel SGD is the most common approach for distributed learning, because it is well understood</a:t>
            </a:r>
            <a:r>
              <a:rPr lang="en-US"/>
              <a:t>. </a:t>
            </a:r>
          </a:p>
          <a:p>
            <a:pPr>
              <a:buFont typeface="Arial" panose="020B0604020202020204" pitchFamily="34" charset="0"/>
              <a:buChar char="•"/>
            </a:pPr>
            <a:r>
              <a:rPr lang="en-US"/>
              <a:t>Use </a:t>
            </a:r>
            <a:r>
              <a:rPr lang="en-US" dirty="0"/>
              <a:t>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54</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55</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56</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18896</TotalTime>
  <Words>3539</Words>
  <Application>Microsoft Macintosh PowerPoint</Application>
  <PresentationFormat>Widescreen</PresentationFormat>
  <Paragraphs>658</Paragraphs>
  <Slides>56</Slides>
  <Notes>13</Notes>
  <HiddenSlides>3</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56</vt:i4>
      </vt:variant>
    </vt:vector>
  </HeadingPairs>
  <TitlesOfParts>
    <vt:vector size="66" baseType="lpstr">
      <vt:lpstr>Arial</vt:lpstr>
      <vt:lpstr>Calibri</vt:lpstr>
      <vt:lpstr>Cambria Math</vt:lpstr>
      <vt:lpstr>Helvetica Neue</vt:lpstr>
      <vt:lpstr>Open Sans</vt:lpstr>
      <vt:lpstr>Oswald</vt:lpstr>
      <vt:lpstr>Quattrocento Sans</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Model parallelism: Pipeline parallelism</vt:lpstr>
      <vt:lpstr>Model parallelism: Tensor parallelism</vt:lpstr>
      <vt:lpstr>Model parallelism: Sequence parallel</vt:lpstr>
      <vt:lpstr>Hybrid model/data parallelism</vt:lpstr>
      <vt:lpstr>3D Parallelism</vt:lpstr>
      <vt:lpstr>Parallelization’s Arch-Nemesis</vt:lpstr>
      <vt:lpstr>Parallelization’s Arch-Nemesis</vt:lpstr>
      <vt:lpstr>Parallelization’s Arch-Nemesis</vt:lpstr>
      <vt:lpstr>Parallelization’s Arch-Nemesis</vt:lpstr>
      <vt:lpstr>Parallelization’s Arch-Nemesis</vt:lpstr>
      <vt:lpstr>What type of parallelism is applicable?</vt:lpstr>
      <vt:lpstr>What type of parallelism is applicable?</vt:lpstr>
      <vt:lpstr>What type of parallelism is applicable?</vt:lpstr>
      <vt:lpstr>What type of parallelism is applicable?</vt:lpstr>
      <vt:lpstr>Parallelization tools/wrappers</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Relevance of MPI for distributed deep learning</vt:lpstr>
      <vt:lpstr>PowerPoint Presentation</vt:lpstr>
      <vt:lpstr>Want to learn more? </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541</cp:revision>
  <cp:lastPrinted>2019-06-12T07:01:08Z</cp:lastPrinted>
  <dcterms:created xsi:type="dcterms:W3CDTF">2018-10-01T11:25:03Z</dcterms:created>
  <dcterms:modified xsi:type="dcterms:W3CDTF">2025-05-20T10:49:29Z</dcterms:modified>
  <cp:category/>
</cp:coreProperties>
</file>