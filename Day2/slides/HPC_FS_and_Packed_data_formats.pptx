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1.png" ContentType="image/png"/>
  <Override PartName="/ppt/media/image7.png" ContentType="image/png"/>
  <Override PartName="/ppt/media/image17.jpeg" ContentType="image/jpeg"/>
  <Override PartName="/ppt/media/image10.png" ContentType="image/png"/>
  <Override PartName="/ppt/media/image1.png" ContentType="image/png"/>
  <Override PartName="/ppt/media/image6.png" ContentType="image/png"/>
  <Override PartName="/ppt/media/image5.png" ContentType="image/png"/>
  <Override PartName="/ppt/media/image14.png" ContentType="image/png"/>
  <Override PartName="/ppt/media/image26.jpeg" ContentType="image/jpeg"/>
  <Override PartName="/ppt/media/image2.svg" ContentType="image/svg"/>
  <Override PartName="/ppt/media/image28.png" ContentType="image/png"/>
  <Override PartName="/ppt/media/image16.jpeg" ContentType="image/jpeg"/>
  <Override PartName="/ppt/media/image27.jpeg" ContentType="image/jpeg"/>
  <Override PartName="/ppt/media/image15.jpeg" ContentType="image/jpeg"/>
  <Override PartName="/ppt/media/image25.jpeg" ContentType="image/jpeg"/>
  <Override PartName="/ppt/media/image21.png" ContentType="image/png"/>
  <Override PartName="/ppt/media/image29.png" ContentType="image/png"/>
  <Override PartName="/ppt/media/image24.jpeg" ContentType="image/jpeg"/>
  <Override PartName="/ppt/media/image23.png" ContentType="image/png"/>
  <Override PartName="/ppt/media/image22.png" ContentType="image/png"/>
  <Override PartName="/ppt/media/image19.jpeg" ContentType="image/jpeg"/>
  <Override PartName="/ppt/media/image20.jpeg" ContentType="image/jpeg"/>
  <Override PartName="/ppt/media/image18.jpeg" ContentType="image/jpe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</p:sldMasterIdLst>
  <p:notesMasterIdLst>
    <p:notesMasterId r:id="rId22"/>
  </p:notes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nl-NL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nl-NL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PlaceHolder 4"/>
          <p:cNvSpPr>
            <a:spLocks noGrp="1"/>
          </p:cNvSpPr>
          <p:nvPr>
            <p:ph type="dt" idx="4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PlaceHolder 5"/>
          <p:cNvSpPr>
            <a:spLocks noGrp="1"/>
          </p:cNvSpPr>
          <p:nvPr>
            <p:ph type="ftr" idx="5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PlaceHolder 6"/>
          <p:cNvSpPr>
            <a:spLocks noGrp="1"/>
          </p:cNvSpPr>
          <p:nvPr>
            <p:ph type="sldNum" idx="5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E16417E-91CF-481A-A961-57BED3A9C03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9DA30E-C3A2-4B69-9215-3656137296D0}" type="slidenum">
              <a:rPr b="0" lang="nl-NL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47EB92-A437-41E4-9E47-5AA7BA1F07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F17C9EF-51D9-41A1-84BA-F299CC10AE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A289394-C58F-483E-A991-AD061A26FD4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083BB5C-8E51-495C-B661-C48676A4D0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C4BBDC0-9D73-4807-82F1-675370870A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9394D99-4ACC-4937-8042-BEE1162F31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5A944DC-A98E-4041-B0C7-E43FF43DFF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A04B50F4-1E66-45B2-8C6F-66F5612BB55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9D90923-045A-407D-BB42-2107FC46EF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94BD87F-59C5-44F5-B33B-1D2CA1F928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6C4D039-302E-40AA-A863-CC6410E1C6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2350E01C-6B8E-41C2-8E44-7F2194B1DB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283D3D2-109E-4999-8D44-872A6640AD5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7796A966-0C1C-4250-98E1-B80BABE776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F0F1EDFC-369F-4E1D-BA0B-43F3E68310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84FFBCE8-9D9C-43A4-95D9-FBB232C2C2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4.pn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4.pn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8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4.png"/><Relationship Id="rId10" Type="http://schemas.openxmlformats.org/officeDocument/2006/relationships/image" Target="../media/image4.png"/><Relationship Id="rId11" Type="http://schemas.openxmlformats.org/officeDocument/2006/relationships/image" Target="../media/image14.png"/><Relationship Id="rId1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4.png"/><Relationship Id="rId10" Type="http://schemas.openxmlformats.org/officeDocument/2006/relationships/image" Target="../media/image4.png"/><Relationship Id="rId11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4.png"/><Relationship Id="rId10" Type="http://schemas.openxmlformats.org/officeDocument/2006/relationships/image" Target="../media/image1.png"/><Relationship Id="rId11" Type="http://schemas.openxmlformats.org/officeDocument/2006/relationships/image" Target="../media/image2.svg"/><Relationship Id="rId1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8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5.jpeg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hyperlink" Target="http://www.pptsolutions.nl/" TargetMode="External"/><Relationship Id="rId9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hyperlink" Target="https://youtu.be/hM16rifWsjU" TargetMode="External"/><Relationship Id="rId3" Type="http://schemas.openxmlformats.org/officeDocument/2006/relationships/hyperlink" Target="https://youtu.be/09yTK-OTEPA" TargetMode="External"/><Relationship Id="rId4" Type="http://schemas.openxmlformats.org/officeDocument/2006/relationships/hyperlink" Target="https://youtu.be/fbByse1_RSY" TargetMode="External"/><Relationship Id="rId5" Type="http://schemas.openxmlformats.org/officeDocument/2006/relationships/hyperlink" Target="https://youtu.be/IIjbiKAotek" TargetMode="External"/><Relationship Id="rId6" Type="http://schemas.openxmlformats.org/officeDocument/2006/relationships/hyperlink" Target="https://youtu.be/H_4HH09zxC0" TargetMode="External"/><Relationship Id="rId7" Type="http://schemas.openxmlformats.org/officeDocument/2006/relationships/hyperlink" Target="http://www.pptsolutions.nl/" TargetMode="External"/><Relationship Id="rId8" Type="http://schemas.openxmlformats.org/officeDocument/2006/relationships/hyperlink" Target="http://www.pptsolutions.nl/" TargetMode="External"/><Relationship Id="rId9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jpeg"/><Relationship Id="rId6" Type="http://schemas.openxmlformats.org/officeDocument/2006/relationships/image" Target="../media/image25.jpeg"/><Relationship Id="rId7" Type="http://schemas.openxmlformats.org/officeDocument/2006/relationships/image" Target="../media/image26.jpeg"/><Relationship Id="rId8" Type="http://schemas.openxmlformats.org/officeDocument/2006/relationships/hyperlink" Target="http://www.pptsolutions.nl/" TargetMode="External"/><Relationship Id="rId9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2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3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14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5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6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7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18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19" name="Cover logo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dt" idx="1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2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chemeClr val="lt1">
              <a:lumMod val="85000"/>
            </a:schemeClr>
          </a:solidFill>
          <a:ln w="0">
            <a:noFill/>
          </a:ln>
        </p:spPr>
        <p:txBody>
          <a:bodyPr lIns="6480000" rIns="90000" tIns="0" bIns="4500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het pictogram hiernaast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3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24" name="Rechthoek 1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5" name="Rechthoek 87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6" name="Rechthoek 88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7" name="Rechthoek 89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8" name="Rechthoek 90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" name="Rechthoek 91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" name="Rechthoek 92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" name="Rechthoek 93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32" name="Tekstvak 6"/>
          <p:cNvSpPr/>
          <p:nvPr/>
        </p:nvSpPr>
        <p:spPr>
          <a:xfrm>
            <a:off x="5441040" y="-885600"/>
            <a:ext cx="130932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Titelblad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3" name="Groep 59"/>
          <p:cNvGrpSpPr/>
          <p:nvPr/>
        </p:nvGrpSpPr>
        <p:grpSpPr>
          <a:xfrm>
            <a:off x="12391560" y="0"/>
            <a:ext cx="3183480" cy="6589440"/>
            <a:chOff x="12391560" y="0"/>
            <a:chExt cx="3183480" cy="6589440"/>
          </a:xfrm>
        </p:grpSpPr>
        <p:grpSp>
          <p:nvGrpSpPr>
            <p:cNvPr id="34" name="Groep 60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35" name="Rechthoek 162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36" name="Rechthoek 163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7" name="Tekstvak 164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" name="Tekstvak 165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39" name="Picture 3" descr=""/>
              <p:cNvPicPr/>
              <p:nvPr/>
            </p:nvPicPr>
            <p:blipFill>
              <a:blip r:embed="rId5"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40" name="Gelijkbenige driehoek 167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41" name="Groep 168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42" name="Rechthoek 173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3" name="Rechthoek 174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4" name="Rechthoek 175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45" name="Groep 169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46" name="Rechthoek 170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7" name="Rechthoek 171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8" name="Rechthoek 172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49" name="Meer informatie"/>
            <p:cNvGrpSpPr/>
            <p:nvPr/>
          </p:nvGrpSpPr>
          <p:grpSpPr>
            <a:xfrm>
              <a:off x="12396600" y="5806440"/>
              <a:ext cx="3178440" cy="783000"/>
              <a:chOff x="12396600" y="5806440"/>
              <a:chExt cx="3178440" cy="783000"/>
            </a:xfrm>
          </p:grpSpPr>
          <p:sp>
            <p:nvSpPr>
              <p:cNvPr id="50" name="Freeform 10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51" name="Rechthoek 160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52" name="Rechte verbindingslijn 161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53" name="Rechthoek 66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" name="Ovaal 68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55" name="Rechte verbindingslijn 69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56" name="Rechte verbindingslijn 70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57" name="Rechthoek 71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58" name="Rechte verbindingslijn 72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59" name="Ovaal 74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60" name="Rechthoek 75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61" name="Groep 76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62" name="Rechthoek 156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63" name="Rechte verbindingslijn 157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64" name="Gelijkbenige driehoek 158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grpSp>
          <p:nvGrpSpPr>
            <p:cNvPr id="65" name="Groep 77"/>
            <p:cNvGrpSpPr/>
            <p:nvPr/>
          </p:nvGrpSpPr>
          <p:grpSpPr>
            <a:xfrm>
              <a:off x="12757320" y="1141560"/>
              <a:ext cx="294120" cy="346320"/>
              <a:chOff x="12757320" y="1141560"/>
              <a:chExt cx="294120" cy="346320"/>
            </a:xfrm>
          </p:grpSpPr>
          <p:sp>
            <p:nvSpPr>
              <p:cNvPr id="66" name="Rechthoek 150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67" name="Ovaal 151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68" name="Vrije vorm: vorm 152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69" name="Rechthoek: afgeronde hoeken 153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70" name="Rechte verbindingslijn 154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71" name="Rechte verbindingslijn 155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72" name="Ovaal 78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3" name="Rechthoek 79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74" name="Rechte verbindingslijn 81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75" name="Groep 82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76" name="Rechthoek 136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77" name="Rechthoek 137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7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8" name="Tekstvak 138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" name="Tekstvak 139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80" name="Picture 3" descr=""/>
              <p:cNvPicPr/>
              <p:nvPr/>
            </p:nvPicPr>
            <p:blipFill>
              <a:blip r:embed="rId6"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81" name="Gelijkbenige driehoek 141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82" name="Groep 142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83" name="Rechthoek 147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4" name="Rechthoek 148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5" name="Rechthoek 149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86" name="Groep 143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87" name="Rechthoek 144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8" name="Rechthoek 145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9" name="Rechthoek 146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sp>
          <p:nvSpPr>
            <p:cNvPr id="90" name="Ovaal 83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4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1" name="Rechthoek 84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Staat het invoegvenster achter de oranje lijn? Klik dan op de rechtermuisknop en kies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voorgrond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 om deze naar voren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te halen. Klik na het invoegen op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achtergrond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92" name="Rechte verbindingslijn 134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</p:grp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7">
              <a:alphaModFix amt="90000"/>
            </a:blip>
            <a:stretch>
              <a:fillRect l="1577" t="-6" r="1577" b="-6"/>
            </a:stretch>
          </a:blipFill>
          <a:ln w="0">
            <a:noFill/>
          </a:ln>
        </p:spPr>
        <p:txBody>
          <a:bodyPr lIns="900000" rIns="288000" tIns="720000" bIns="1800000" anchor="t">
            <a:noAutofit/>
          </a:bodyPr>
          <a:p>
            <a:pPr indent="0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3400" spc="-1" strike="noStrike" cap="all">
                <a:solidFill>
                  <a:schemeClr val="dk1"/>
                </a:solidFill>
                <a:latin typeface="Calibri"/>
              </a:rPr>
              <a:t>Plaats hier de titel van de presentatie</a:t>
            </a:r>
            <a:endParaRPr b="0" lang="nl-NL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rIns="25200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99"/>
              </a:spcBef>
              <a:spcAft>
                <a:spcPts val="99"/>
              </a:spcAft>
              <a:buNone/>
              <a:tabLst>
                <a:tab algn="l" pos="0"/>
              </a:tabLst>
            </a:pPr>
            <a:r>
              <a:rPr b="0" lang="nl-NL" sz="1800" spc="-1" strike="noStrike">
                <a:solidFill>
                  <a:schemeClr val="dk1"/>
                </a:solidFill>
                <a:latin typeface="Calibri"/>
              </a:rPr>
              <a:t>Plaats hier de naam van </a:t>
            </a:r>
            <a:br>
              <a:rPr sz="1800"/>
            </a:br>
            <a:r>
              <a:rPr b="0" lang="nl-NL" sz="1800" spc="-1" strike="noStrike">
                <a:solidFill>
                  <a:schemeClr val="dk1"/>
                </a:solidFill>
                <a:latin typeface="Calibri"/>
              </a:rPr>
              <a:t>De spreker óf subtitel</a:t>
            </a:r>
            <a:endParaRPr b="0" lang="nl-NL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PlaceHolder 6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8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PlaceHolder 7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PlaceHolder 8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427F187-45AC-429E-9F72-51C8E0D7CC18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9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nl-NL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nl-NL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9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00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01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3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4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5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6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7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9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0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12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113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4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5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117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118" name="Cover logo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dt" idx="4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5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chemeClr val="lt1">
              <a:lumMod val="85000"/>
            </a:schemeClr>
          </a:solidFill>
          <a:ln w="0">
            <a:noFill/>
          </a:ln>
        </p:spPr>
        <p:txBody>
          <a:bodyPr lIns="6480000" rIns="90000" tIns="0" bIns="4500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het pictogram hiernaast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22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23" name="Rechthoek 1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4" name="Rechthoek 87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5" name="Rechthoek 88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6" name="Rechthoek 89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7" name="Rechthoek 90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8" name="Rechthoek 91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9" name="Rechthoek 92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0" name="Rechthoek 93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31" name="Tekstvak 6"/>
          <p:cNvSpPr/>
          <p:nvPr/>
        </p:nvSpPr>
        <p:spPr>
          <a:xfrm>
            <a:off x="5301360" y="-885600"/>
            <a:ext cx="15890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FOTO (100%)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2" name="Instructies"/>
          <p:cNvGrpSpPr/>
          <p:nvPr/>
        </p:nvGrpSpPr>
        <p:grpSpPr>
          <a:xfrm>
            <a:off x="12391560" y="0"/>
            <a:ext cx="3183480" cy="6589440"/>
            <a:chOff x="12391560" y="0"/>
            <a:chExt cx="3183480" cy="6589440"/>
          </a:xfrm>
        </p:grpSpPr>
        <p:grpSp>
          <p:nvGrpSpPr>
            <p:cNvPr id="133" name="Groep 60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134" name="Rechthoek 162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135" name="Rechthoek 163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36" name="Tekstvak 164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7" name="Tekstvak 165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138" name="Picture 3" descr=""/>
              <p:cNvPicPr/>
              <p:nvPr/>
            </p:nvPicPr>
            <p:blipFill>
              <a:blip r:embed="rId5"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139" name="Gelijkbenige driehoek 167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140" name="Groep 168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141" name="Rechthoek 173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42" name="Rechthoek 174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43" name="Rechthoek 175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44" name="Groep 169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145" name="Rechthoek 170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46" name="Rechthoek 171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47" name="Rechthoek 172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148" name="Meer informatie"/>
            <p:cNvGrpSpPr/>
            <p:nvPr/>
          </p:nvGrpSpPr>
          <p:grpSpPr>
            <a:xfrm>
              <a:off x="12396600" y="5806440"/>
              <a:ext cx="3178440" cy="783000"/>
              <a:chOff x="12396600" y="5806440"/>
              <a:chExt cx="3178440" cy="783000"/>
            </a:xfrm>
          </p:grpSpPr>
          <p:sp>
            <p:nvSpPr>
              <p:cNvPr id="149" name="Freeform 10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50" name="Rechthoek 160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51" name="Rechte verbindingslijn 161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152" name="Rechthoek 66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" name="Ovaal 68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54" name="Rechte verbindingslijn 69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155" name="Rechte verbindingslijn 70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56" name="Rechthoek 71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57" name="Rechte verbindingslijn 72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58" name="Ovaal 74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9" name="Rechthoek 75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60" name="Groep 76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161" name="Rechthoek 156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62" name="Rechte verbindingslijn 157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163" name="Gelijkbenige driehoek 158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grpSp>
          <p:nvGrpSpPr>
            <p:cNvPr id="164" name="Groep 77"/>
            <p:cNvGrpSpPr/>
            <p:nvPr/>
          </p:nvGrpSpPr>
          <p:grpSpPr>
            <a:xfrm>
              <a:off x="12757320" y="1141560"/>
              <a:ext cx="294120" cy="346320"/>
              <a:chOff x="12757320" y="1141560"/>
              <a:chExt cx="294120" cy="346320"/>
            </a:xfrm>
          </p:grpSpPr>
          <p:sp>
            <p:nvSpPr>
              <p:cNvPr id="165" name="Rechthoek 150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166" name="Ovaal 151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67" name="Vrije vorm: vorm 152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68" name="Rechthoek: afgeronde hoeken 153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169" name="Rechte verbindingslijn 154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170" name="Rechte verbindingslijn 155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171" name="Ovaal 78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2" name="Rechthoek 79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73" name="Rechte verbindingslijn 81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174" name="Groep 82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175" name="Rechthoek 136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176" name="Rechthoek 137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7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77" name="Tekstvak 138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8" name="Tekstvak 139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179" name="Picture 3" descr=""/>
              <p:cNvPicPr/>
              <p:nvPr/>
            </p:nvPicPr>
            <p:blipFill>
              <a:blip r:embed="rId6"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180" name="Gelijkbenige driehoek 141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181" name="Groep 142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182" name="Rechthoek 147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83" name="Rechthoek 148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84" name="Rechthoek 149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85" name="Groep 143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186" name="Rechthoek 144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87" name="Rechthoek 145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88" name="Rechthoek 146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sp>
          <p:nvSpPr>
            <p:cNvPr id="189" name="Ovaal 83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4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90" name="Rechthoek 84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Staat het invoegvenster achter de oranje lijn? Klik dan op de rechtermuisknop en kies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voorgrond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 om deze naar voren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te halen. Klik na het invoegen op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achtergrond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91" name="Rechte verbindingslijn 134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</p:grpSp>
      <p:sp>
        <p:nvSpPr>
          <p:cNvPr id="192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7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ED7B9F6-A1CF-4361-9DEA-5E675AE16530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8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95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96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7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8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99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0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1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2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3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4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5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6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207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208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09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0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1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212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213" name="Cover logo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PlaceHolder 1"/>
          <p:cNvSpPr>
            <a:spLocks noGrp="1"/>
          </p:cNvSpPr>
          <p:nvPr>
            <p:ph type="dt" idx="7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ftr" idx="8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chemeClr val="lt1">
              <a:lumMod val="85000"/>
            </a:schemeClr>
          </a:solidFill>
          <a:ln w="0">
            <a:noFill/>
          </a:ln>
        </p:spPr>
        <p:txBody>
          <a:bodyPr lIns="6480000" rIns="90000" tIns="0" bIns="4500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het pictogram hiernaast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217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218" name="Rechthoek 1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19" name="Rechthoek 87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0" name="Rechthoek 88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1" name="Rechthoek 89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2" name="Rechthoek 90"/>
            <p:cNvSpPr/>
            <p:nvPr/>
          </p:nvSpPr>
          <p:spPr>
            <a:xfrm>
              <a:off x="0" y="55476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3" name="Rechthoek 91"/>
            <p:cNvSpPr/>
            <p:nvPr/>
          </p:nvSpPr>
          <p:spPr>
            <a:xfrm>
              <a:off x="54864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4" name="Rechthoek 92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5" name="Rechthoek 93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26" name="Rechthoek 85"/>
            <p:cNvSpPr/>
            <p:nvPr/>
          </p:nvSpPr>
          <p:spPr>
            <a:xfrm>
              <a:off x="0" y="607428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227" name="Tekstvak 6"/>
          <p:cNvSpPr/>
          <p:nvPr/>
        </p:nvSpPr>
        <p:spPr>
          <a:xfrm>
            <a:off x="4745880" y="-885600"/>
            <a:ext cx="26996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CITAAT - ZWART (FOTO 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8" name="Instructies"/>
          <p:cNvGrpSpPr/>
          <p:nvPr/>
        </p:nvGrpSpPr>
        <p:grpSpPr>
          <a:xfrm>
            <a:off x="12391560" y="0"/>
            <a:ext cx="3183480" cy="6589440"/>
            <a:chOff x="12391560" y="0"/>
            <a:chExt cx="3183480" cy="6589440"/>
          </a:xfrm>
        </p:grpSpPr>
        <p:grpSp>
          <p:nvGrpSpPr>
            <p:cNvPr id="229" name="Groep 60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230" name="Rechthoek 162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231" name="Rechthoek 163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32" name="Tekstvak 164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33" name="Tekstvak 165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234" name="Picture 3" descr=""/>
              <p:cNvPicPr/>
              <p:nvPr/>
            </p:nvPicPr>
            <p:blipFill>
              <a:blip r:embed="rId5"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235" name="Gelijkbenige driehoek 167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236" name="Groep 168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237" name="Rechthoek 173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38" name="Rechthoek 174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39" name="Rechthoek 175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240" name="Groep 169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241" name="Rechthoek 170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42" name="Rechthoek 171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43" name="Rechthoek 172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244" name="Meer informatie"/>
            <p:cNvGrpSpPr/>
            <p:nvPr/>
          </p:nvGrpSpPr>
          <p:grpSpPr>
            <a:xfrm>
              <a:off x="12396600" y="5806440"/>
              <a:ext cx="3178440" cy="783000"/>
              <a:chOff x="12396600" y="5806440"/>
              <a:chExt cx="3178440" cy="783000"/>
            </a:xfrm>
          </p:grpSpPr>
          <p:sp>
            <p:nvSpPr>
              <p:cNvPr id="245" name="Freeform 10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46" name="Rechthoek 160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47" name="Rechte verbindingslijn 161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248" name="Rechthoek 66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9" name="Ovaal 68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250" name="Rechte verbindingslijn 69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251" name="Rechte verbindingslijn 70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252" name="Rechthoek 71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53" name="Rechte verbindingslijn 72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254" name="Ovaal 74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5" name="Rechthoek 75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56" name="Groep 76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257" name="Rechthoek 156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58" name="Rechte verbindingslijn 157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259" name="Gelijkbenige driehoek 158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grpSp>
          <p:nvGrpSpPr>
            <p:cNvPr id="260" name="Groep 77"/>
            <p:cNvGrpSpPr/>
            <p:nvPr/>
          </p:nvGrpSpPr>
          <p:grpSpPr>
            <a:xfrm>
              <a:off x="12757320" y="1141560"/>
              <a:ext cx="294120" cy="346320"/>
              <a:chOff x="12757320" y="1141560"/>
              <a:chExt cx="294120" cy="346320"/>
            </a:xfrm>
          </p:grpSpPr>
          <p:sp>
            <p:nvSpPr>
              <p:cNvPr id="261" name="Rechthoek 150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262" name="Ovaal 151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63" name="Vrije vorm: vorm 152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64" name="Rechthoek: afgeronde hoeken 153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265" name="Rechte verbindingslijn 154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266" name="Rechte verbindingslijn 155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267" name="Ovaal 78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8" name="Rechthoek 79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69" name="Rechte verbindingslijn 81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270" name="Groep 82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271" name="Rechthoek 136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272" name="Rechthoek 137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7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73" name="Tekstvak 138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4" name="Tekstvak 139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275" name="Picture 3" descr=""/>
              <p:cNvPicPr/>
              <p:nvPr/>
            </p:nvPicPr>
            <p:blipFill>
              <a:blip r:embed="rId6"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276" name="Gelijkbenige driehoek 141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277" name="Groep 142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278" name="Rechthoek 147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79" name="Rechthoek 148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80" name="Rechthoek 149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281" name="Groep 143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282" name="Rechthoek 144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83" name="Rechthoek 145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284" name="Rechthoek 146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sp>
          <p:nvSpPr>
            <p:cNvPr id="285" name="Ovaal 83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4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6" name="Rechthoek 84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Staat het invoegvenster achter de oranje lijn? Klik dan op de rechtermuisknop en kies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voorgrond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 om deze naar voren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te halen. Klik na het invoegen op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achtergrond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87" name="Rechte verbindingslijn 134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</p:grp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7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9" name="Tijdelijke aanduiding voor tekst 4"/>
          <p:cNvSpPr/>
          <p:nvPr/>
        </p:nvSpPr>
        <p:spPr>
          <a:xfrm>
            <a:off x="820440" y="824760"/>
            <a:ext cx="4447800" cy="5233680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rIns="180000" tIns="252000" bIns="252000" anchor="ctr">
            <a:noAutofit/>
          </a:bodyPr>
          <a:p>
            <a:pPr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‘’</a:t>
            </a: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Plaats hier </a:t>
            </a:r>
            <a:br>
              <a:rPr sz="4000"/>
            </a:b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de citaat’’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JU-LEVEL1=Citaat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5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C0FCFCF-5525-42BE-A46E-D1BC1A684EC7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8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292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293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4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5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6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7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8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299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0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1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2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3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304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305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6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7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08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309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310" name="Cover logo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dt" idx="1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ftr" idx="1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chemeClr val="lt1">
              <a:lumMod val="85000"/>
            </a:schemeClr>
          </a:solidFill>
          <a:ln w="0">
            <a:noFill/>
          </a:ln>
        </p:spPr>
        <p:txBody>
          <a:bodyPr lIns="6480000" rIns="90000" tIns="0" bIns="4500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het pictogram hiernaast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314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315" name="Rechthoek 1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6" name="Rechthoek 87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7" name="Rechthoek 88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8" name="Rechthoek 89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19" name="Rechthoek 90"/>
            <p:cNvSpPr/>
            <p:nvPr/>
          </p:nvSpPr>
          <p:spPr>
            <a:xfrm>
              <a:off x="0" y="55476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0" name="Rechthoek 91"/>
            <p:cNvSpPr/>
            <p:nvPr/>
          </p:nvSpPr>
          <p:spPr>
            <a:xfrm>
              <a:off x="54864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1" name="Rechthoek 92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2" name="Rechthoek 93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23" name="Rechthoek 85"/>
            <p:cNvSpPr/>
            <p:nvPr/>
          </p:nvSpPr>
          <p:spPr>
            <a:xfrm>
              <a:off x="0" y="607428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324" name="Tekstvak 6"/>
          <p:cNvSpPr/>
          <p:nvPr/>
        </p:nvSpPr>
        <p:spPr>
          <a:xfrm>
            <a:off x="4849920" y="-885600"/>
            <a:ext cx="249156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CITAAT - WIT (FOTO 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25" name="Instructies"/>
          <p:cNvGrpSpPr/>
          <p:nvPr/>
        </p:nvGrpSpPr>
        <p:grpSpPr>
          <a:xfrm>
            <a:off x="12391560" y="0"/>
            <a:ext cx="3183480" cy="6589440"/>
            <a:chOff x="12391560" y="0"/>
            <a:chExt cx="3183480" cy="6589440"/>
          </a:xfrm>
        </p:grpSpPr>
        <p:grpSp>
          <p:nvGrpSpPr>
            <p:cNvPr id="326" name="Groep 60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327" name="Rechthoek 162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328" name="Rechthoek 163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29" name="Tekstvak 164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0" name="Tekstvak 165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331" name="Picture 3" descr=""/>
              <p:cNvPicPr/>
              <p:nvPr/>
            </p:nvPicPr>
            <p:blipFill>
              <a:blip r:embed="rId5"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32" name="Gelijkbenige driehoek 167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333" name="Groep 168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334" name="Rechthoek 173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35" name="Rechthoek 174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36" name="Rechthoek 175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337" name="Groep 169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338" name="Rechthoek 170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39" name="Rechthoek 171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40" name="Rechthoek 172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341" name="Meer informatie"/>
            <p:cNvGrpSpPr/>
            <p:nvPr/>
          </p:nvGrpSpPr>
          <p:grpSpPr>
            <a:xfrm>
              <a:off x="12396600" y="5806440"/>
              <a:ext cx="3178440" cy="783000"/>
              <a:chOff x="12396600" y="5806440"/>
              <a:chExt cx="3178440" cy="783000"/>
            </a:xfrm>
          </p:grpSpPr>
          <p:sp>
            <p:nvSpPr>
              <p:cNvPr id="342" name="Freeform 10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43" name="Rechthoek 160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344" name="Rechte verbindingslijn 161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345" name="Rechthoek 66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" name="Ovaal 68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347" name="Rechte verbindingslijn 69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348" name="Rechte verbindingslijn 70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349" name="Rechthoek 71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50" name="Rechte verbindingslijn 72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351" name="Ovaal 74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2" name="Rechthoek 75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353" name="Groep 76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354" name="Rechthoek 156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355" name="Rechte verbindingslijn 157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356" name="Gelijkbenige driehoek 158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grpSp>
          <p:nvGrpSpPr>
            <p:cNvPr id="357" name="Groep 77"/>
            <p:cNvGrpSpPr/>
            <p:nvPr/>
          </p:nvGrpSpPr>
          <p:grpSpPr>
            <a:xfrm>
              <a:off x="12757320" y="1141560"/>
              <a:ext cx="294120" cy="346320"/>
              <a:chOff x="12757320" y="1141560"/>
              <a:chExt cx="294120" cy="346320"/>
            </a:xfrm>
          </p:grpSpPr>
          <p:sp>
            <p:nvSpPr>
              <p:cNvPr id="358" name="Rechthoek 150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359" name="Ovaal 151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60" name="Vrije vorm: vorm 152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61" name="Rechthoek: afgeronde hoeken 153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362" name="Rechte verbindingslijn 154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363" name="Rechte verbindingslijn 155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364" name="Ovaal 78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65" name="Rechthoek 79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66" name="Rechte verbindingslijn 81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367" name="Groep 82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368" name="Rechthoek 136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369" name="Rechthoek 137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7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70" name="Tekstvak 138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1" name="Tekstvak 139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372" name="Picture 3" descr=""/>
              <p:cNvPicPr/>
              <p:nvPr/>
            </p:nvPicPr>
            <p:blipFill>
              <a:blip r:embed="rId6"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73" name="Gelijkbenige driehoek 141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374" name="Groep 142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375" name="Rechthoek 147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76" name="Rechthoek 148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77" name="Rechthoek 149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378" name="Groep 143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379" name="Rechthoek 144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80" name="Rechthoek 145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381" name="Rechthoek 146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sp>
          <p:nvSpPr>
            <p:cNvPr id="382" name="Ovaal 83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4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83" name="Rechthoek 84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Staat het invoegvenster achter de oranje lijn? Klik dan op de rechtermuisknop en kies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voorgrond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 om deze naar voren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te halen. Klik na het invoegen op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achtergrond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84" name="Rechte verbindingslijn 134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</p:grpSp>
      <p:sp>
        <p:nvSpPr>
          <p:cNvPr id="38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7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6" name="Tijdelijke aanduiding voor tekst 4"/>
          <p:cNvSpPr/>
          <p:nvPr/>
        </p:nvSpPr>
        <p:spPr>
          <a:xfrm>
            <a:off x="820440" y="824760"/>
            <a:ext cx="4447800" cy="5233680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rIns="180000" tIns="252000" bIns="252000" anchor="ctr">
            <a:noAutofit/>
          </a:bodyPr>
          <a:p>
            <a:pPr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‘’</a:t>
            </a: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Plaats hier </a:t>
            </a:r>
            <a:br>
              <a:rPr sz="4000"/>
            </a:b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de citaat’’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nl-NL" sz="4000" spc="-1" strike="noStrike">
                <a:solidFill>
                  <a:schemeClr val="dk1"/>
                </a:solidFill>
                <a:latin typeface="Calibri"/>
              </a:rPr>
              <a:t>JU-LEVEL1=Citaat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5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2952FC2-4BB2-455A-B645-BF717A04CF0B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8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389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390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1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2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3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4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5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6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7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8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399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00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401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402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03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04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05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406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dt" idx="13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ftr" idx="14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77B30D2-F614-40C3-9937-19762C0FC09F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Tekstvak 6"/>
          <p:cNvSpPr/>
          <p:nvPr/>
        </p:nvSpPr>
        <p:spPr>
          <a:xfrm>
            <a:off x="5288040" y="-885600"/>
            <a:ext cx="161532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ALLEEN TITEL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1" name="logo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412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413" name="Rechthoek 38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4" name="Rechthoek 39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5" name="Rechthoek 40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6" name="Rechthoek 41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7" name="Rechthoek 42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8" name="Rechthoek 43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9" name="Rechthoek 44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20" name="Rechthoek 45"/>
            <p:cNvSpPr/>
            <p:nvPr/>
          </p:nvSpPr>
          <p:spPr>
            <a:xfrm>
              <a:off x="927000" y="6337440"/>
              <a:ext cx="11264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21" name="Rechthoek 46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22" name="Rechthoek 47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23" name="Rechthoek 48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24" name="Rechthoek 49"/>
            <p:cNvSpPr/>
            <p:nvPr/>
          </p:nvSpPr>
          <p:spPr>
            <a:xfrm>
              <a:off x="596448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425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6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7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428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429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0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1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2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3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4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5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6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7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8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39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440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441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42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43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44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445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446" name="PlaceHolder 1"/>
          <p:cNvSpPr>
            <a:spLocks noGrp="1"/>
          </p:cNvSpPr>
          <p:nvPr>
            <p:ph type="dt" idx="16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 type="ftr" idx="17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Tekstvak 6"/>
          <p:cNvSpPr/>
          <p:nvPr/>
        </p:nvSpPr>
        <p:spPr>
          <a:xfrm>
            <a:off x="5259960" y="-885600"/>
            <a:ext cx="167148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VOORSTELLEN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49" name="Instructie"/>
          <p:cNvGrpSpPr/>
          <p:nvPr/>
        </p:nvGrpSpPr>
        <p:grpSpPr>
          <a:xfrm>
            <a:off x="12391560" y="0"/>
            <a:ext cx="3389400" cy="4934160"/>
            <a:chOff x="12391560" y="0"/>
            <a:chExt cx="3389400" cy="4934160"/>
          </a:xfrm>
        </p:grpSpPr>
        <p:grpSp>
          <p:nvGrpSpPr>
            <p:cNvPr id="450" name="Groep 164"/>
            <p:cNvGrpSpPr/>
            <p:nvPr/>
          </p:nvGrpSpPr>
          <p:grpSpPr>
            <a:xfrm>
              <a:off x="12757320" y="3250080"/>
              <a:ext cx="1499040" cy="678240"/>
              <a:chOff x="12757320" y="3250080"/>
              <a:chExt cx="1499040" cy="678240"/>
            </a:xfrm>
          </p:grpSpPr>
          <p:sp>
            <p:nvSpPr>
              <p:cNvPr id="451" name="Rechthoek 191"/>
              <p:cNvSpPr/>
              <p:nvPr/>
            </p:nvSpPr>
            <p:spPr>
              <a:xfrm>
                <a:off x="12757320" y="325008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452" name="Rechthoek 192"/>
              <p:cNvSpPr/>
              <p:nvPr/>
            </p:nvSpPr>
            <p:spPr>
              <a:xfrm>
                <a:off x="12762000" y="356148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453" name="Tekstvak 193"/>
              <p:cNvSpPr/>
              <p:nvPr/>
            </p:nvSpPr>
            <p:spPr>
              <a:xfrm>
                <a:off x="12997800" y="328932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4" name="Tekstvak 194"/>
              <p:cNvSpPr/>
              <p:nvPr/>
            </p:nvSpPr>
            <p:spPr>
              <a:xfrm>
                <a:off x="12984120" y="361044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455" name="Picture 3" descr=""/>
              <p:cNvPicPr/>
              <p:nvPr/>
            </p:nvPicPr>
            <p:blipFill>
              <a:blip r:embed="rId5"/>
              <a:stretch/>
            </p:blipFill>
            <p:spPr>
              <a:xfrm>
                <a:off x="13938840" y="369720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456" name="Gelijkbenige driehoek 196"/>
              <p:cNvSpPr/>
              <p:nvPr/>
            </p:nvSpPr>
            <p:spPr>
              <a:xfrm rot="5400000">
                <a:off x="14094360" y="367812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457" name="Groep 197"/>
              <p:cNvGrpSpPr/>
              <p:nvPr/>
            </p:nvGrpSpPr>
            <p:grpSpPr>
              <a:xfrm>
                <a:off x="12822480" y="3308040"/>
                <a:ext cx="181800" cy="163440"/>
                <a:chOff x="12822480" y="3308040"/>
                <a:chExt cx="181800" cy="163440"/>
              </a:xfrm>
            </p:grpSpPr>
            <p:sp>
              <p:nvSpPr>
                <p:cNvPr id="458" name="Rechthoek 202"/>
                <p:cNvSpPr/>
                <p:nvPr/>
              </p:nvSpPr>
              <p:spPr>
                <a:xfrm>
                  <a:off x="12822480" y="3308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59" name="Rechthoek 203"/>
                <p:cNvSpPr/>
                <p:nvPr/>
              </p:nvSpPr>
              <p:spPr>
                <a:xfrm>
                  <a:off x="12936960" y="34041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60" name="Rechthoek 204"/>
                <p:cNvSpPr/>
                <p:nvPr/>
              </p:nvSpPr>
              <p:spPr>
                <a:xfrm>
                  <a:off x="12856320" y="333252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461" name="Groep 198"/>
              <p:cNvGrpSpPr/>
              <p:nvPr/>
            </p:nvGrpSpPr>
            <p:grpSpPr>
              <a:xfrm>
                <a:off x="12822480" y="3609720"/>
                <a:ext cx="181800" cy="163440"/>
                <a:chOff x="12822480" y="3609720"/>
                <a:chExt cx="181800" cy="163440"/>
              </a:xfrm>
            </p:grpSpPr>
            <p:sp>
              <p:nvSpPr>
                <p:cNvPr id="462" name="Rechthoek 199"/>
                <p:cNvSpPr/>
                <p:nvPr/>
              </p:nvSpPr>
              <p:spPr>
                <a:xfrm>
                  <a:off x="12856320" y="36345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63" name="Rechthoek 200"/>
                <p:cNvSpPr/>
                <p:nvPr/>
              </p:nvSpPr>
              <p:spPr>
                <a:xfrm>
                  <a:off x="12822480" y="3609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464" name="Rechthoek 201"/>
                <p:cNvSpPr/>
                <p:nvPr/>
              </p:nvSpPr>
              <p:spPr>
                <a:xfrm>
                  <a:off x="12936960" y="37058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465" name="Meer informatie"/>
            <p:cNvGrpSpPr/>
            <p:nvPr/>
          </p:nvGrpSpPr>
          <p:grpSpPr>
            <a:xfrm>
              <a:off x="12396600" y="4151160"/>
              <a:ext cx="3178440" cy="783000"/>
              <a:chOff x="12396600" y="4151160"/>
              <a:chExt cx="3178440" cy="783000"/>
            </a:xfrm>
          </p:grpSpPr>
          <p:sp>
            <p:nvSpPr>
              <p:cNvPr id="466" name="Freeform 101"/>
              <p:cNvSpPr/>
              <p:nvPr/>
            </p:nvSpPr>
            <p:spPr>
              <a:xfrm>
                <a:off x="12396600" y="415116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467" name="Rechthoek 189"/>
              <p:cNvSpPr/>
              <p:nvPr/>
            </p:nvSpPr>
            <p:spPr>
              <a:xfrm>
                <a:off x="12757320" y="422316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468" name="Rechte verbindingslijn 190"/>
              <p:cNvCxnSpPr/>
              <p:nvPr/>
            </p:nvCxnSpPr>
            <p:spPr>
              <a:xfrm>
                <a:off x="12396960" y="493416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469" name="Rechthoek 166"/>
            <p:cNvSpPr/>
            <p:nvPr/>
          </p:nvSpPr>
          <p:spPr>
            <a:xfrm>
              <a:off x="12397320" y="0"/>
              <a:ext cx="338364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0" name="Ovaal 167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471" name="Rechte verbindingslijn 168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472" name="Rechte verbindingslijn 169"/>
            <p:cNvCxnSpPr/>
            <p:nvPr/>
          </p:nvCxnSpPr>
          <p:spPr>
            <a:xfrm>
              <a:off x="12396960" y="172800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473" name="Rechthoek 170"/>
            <p:cNvSpPr/>
            <p:nvPr/>
          </p:nvSpPr>
          <p:spPr>
            <a:xfrm>
              <a:off x="12757320" y="432720"/>
              <a:ext cx="2817720" cy="7383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</a:t>
              </a:r>
              <a:br>
                <a:rPr sz="1100"/>
              </a:b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74" name="Rechte verbindingslijn 171"/>
            <p:cNvCxnSpPr/>
            <p:nvPr/>
          </p:nvCxnSpPr>
          <p:spPr>
            <a:xfrm>
              <a:off x="12396960" y="40330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475" name="Ovaal 172"/>
            <p:cNvSpPr/>
            <p:nvPr/>
          </p:nvSpPr>
          <p:spPr>
            <a:xfrm>
              <a:off x="12391560" y="18565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76" name="Rechthoek 173"/>
            <p:cNvSpPr/>
            <p:nvPr/>
          </p:nvSpPr>
          <p:spPr>
            <a:xfrm>
              <a:off x="12757320" y="192276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477" name="Groep 174"/>
            <p:cNvGrpSpPr/>
            <p:nvPr/>
          </p:nvGrpSpPr>
          <p:grpSpPr>
            <a:xfrm>
              <a:off x="12757320" y="1291680"/>
              <a:ext cx="294120" cy="346320"/>
              <a:chOff x="12757320" y="1291680"/>
              <a:chExt cx="294120" cy="346320"/>
            </a:xfrm>
          </p:grpSpPr>
          <p:sp>
            <p:nvSpPr>
              <p:cNvPr id="478" name="Rechthoek 182"/>
              <p:cNvSpPr/>
              <p:nvPr/>
            </p:nvSpPr>
            <p:spPr>
              <a:xfrm>
                <a:off x="12757320" y="129168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479" name="Ovaal 183"/>
              <p:cNvSpPr/>
              <p:nvPr/>
            </p:nvSpPr>
            <p:spPr>
              <a:xfrm>
                <a:off x="12916800" y="132444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480" name="Vrije vorm: vorm 184"/>
              <p:cNvSpPr/>
              <p:nvPr/>
            </p:nvSpPr>
            <p:spPr>
              <a:xfrm rot="2700000">
                <a:off x="12790440" y="145008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481" name="Rechthoek: afgeronde hoeken 185"/>
              <p:cNvSpPr/>
              <p:nvPr/>
            </p:nvSpPr>
            <p:spPr>
              <a:xfrm>
                <a:off x="12893760" y="143748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482" name="Rechte verbindingslijn 186"/>
              <p:cNvCxnSpPr/>
              <p:nvPr/>
            </p:nvCxnSpPr>
            <p:spPr>
              <a:xfrm>
                <a:off x="12930480" y="160308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483" name="Rechte verbindingslijn 187"/>
              <p:cNvCxnSpPr/>
              <p:nvPr/>
            </p:nvCxnSpPr>
            <p:spPr>
              <a:xfrm flipH="1">
                <a:off x="12972240" y="155592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484" name="Ovaal 175"/>
            <p:cNvSpPr/>
            <p:nvPr/>
          </p:nvSpPr>
          <p:spPr>
            <a:xfrm>
              <a:off x="12391560" y="276804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85" name="Rechthoek 176"/>
            <p:cNvSpPr/>
            <p:nvPr/>
          </p:nvSpPr>
          <p:spPr>
            <a:xfrm>
              <a:off x="12757320" y="283428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86" name="Rechte verbindingslijn 177"/>
            <p:cNvCxnSpPr/>
            <p:nvPr/>
          </p:nvCxnSpPr>
          <p:spPr>
            <a:xfrm>
              <a:off x="12396960" y="264960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487" name="Groep 178"/>
            <p:cNvGrpSpPr/>
            <p:nvPr/>
          </p:nvGrpSpPr>
          <p:grpSpPr>
            <a:xfrm>
              <a:off x="12757320" y="2296800"/>
              <a:ext cx="825120" cy="209160"/>
              <a:chOff x="12757320" y="2296800"/>
              <a:chExt cx="825120" cy="209160"/>
            </a:xfrm>
          </p:grpSpPr>
          <p:sp>
            <p:nvSpPr>
              <p:cNvPr id="488" name="Rechthoek 179"/>
              <p:cNvSpPr/>
              <p:nvPr/>
            </p:nvSpPr>
            <p:spPr>
              <a:xfrm>
                <a:off x="12757320" y="2296800"/>
                <a:ext cx="825120" cy="20916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489" name="Rechte verbindingslijn 180"/>
              <p:cNvCxnSpPr/>
              <p:nvPr/>
            </p:nvCxnSpPr>
            <p:spPr>
              <a:xfrm>
                <a:off x="13407840" y="2328840"/>
                <a:ext cx="360" cy="14328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490" name="Gelijkbenige driehoek 181"/>
              <p:cNvSpPr/>
              <p:nvPr/>
            </p:nvSpPr>
            <p:spPr>
              <a:xfrm rot="10800000">
                <a:off x="13449240" y="238104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</p:grpSp>
      <p:sp>
        <p:nvSpPr>
          <p:cNvPr id="491" name="PlaceHolder 3"/>
          <p:cNvSpPr>
            <a:spLocks noGrp="1"/>
          </p:cNvSpPr>
          <p:nvPr>
            <p:ph type="body"/>
          </p:nvPr>
        </p:nvSpPr>
        <p:spPr>
          <a:xfrm>
            <a:off x="525240" y="1388520"/>
            <a:ext cx="2602080" cy="288720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Naam achternaam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Ruimte voor een </a:t>
            </a:r>
            <a:br>
              <a:rPr sz="2000"/>
            </a:b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extra toevoeging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6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Naam achternaam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Ruimte voor een </a:t>
            </a:r>
            <a:br>
              <a:rPr sz="2000"/>
            </a:b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extra toevoeging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7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Naam achternaam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Ruimte voor een </a:t>
            </a:r>
            <a:br>
              <a:rPr sz="2000"/>
            </a:b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extra toevoeging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8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Naam achternaam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Ruimte voor een </a:t>
            </a:r>
            <a:br>
              <a:rPr sz="2000"/>
            </a:b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extra toevoeging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9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0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501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502" name="Rechthoek 64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3" name="Rechthoek 65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4" name="Rechthoek 66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5" name="Rechthoek 67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6" name="Rechthoek 68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7" name="Rechthoek 69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8" name="Rechthoek 70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09" name="Rechthoek 71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10" name="Rechthoek 72"/>
            <p:cNvSpPr/>
            <p:nvPr/>
          </p:nvSpPr>
          <p:spPr>
            <a:xfrm>
              <a:off x="8828640" y="0"/>
              <a:ext cx="24516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11" name="Rechthoek 73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12" name="Rechthoek 74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13" name="Rechthoek 76"/>
            <p:cNvSpPr/>
            <p:nvPr/>
          </p:nvSpPr>
          <p:spPr>
            <a:xfrm>
              <a:off x="5980680" y="0"/>
              <a:ext cx="23796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14" name="Rechthoek 77"/>
            <p:cNvSpPr/>
            <p:nvPr/>
          </p:nvSpPr>
          <p:spPr>
            <a:xfrm>
              <a:off x="3136680" y="0"/>
              <a:ext cx="23796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15" name="Rechthoek 78"/>
            <p:cNvSpPr/>
            <p:nvPr/>
          </p:nvSpPr>
          <p:spPr>
            <a:xfrm>
              <a:off x="0" y="4284360"/>
              <a:ext cx="12191760" cy="2462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516" name="PlaceHolder 12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D4D1836-E7B6-47A4-A105-6DFF2C460260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7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518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519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0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1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2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3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4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5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6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7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8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29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530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531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32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33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34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535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grpSp>
        <p:nvGrpSpPr>
          <p:cNvPr id="536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537" name="Rechthoek 1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38" name="Rechthoek 1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39" name="Rechthoek 1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0" name="Rechthoek 1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1" name="Rechthoek 1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2" name="Rechthoek 1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3" name="Rechthoek 1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4" name="Rechthoek 20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5" name="Rechthoek 22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6" name="Rechthoek 23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47" name="Rechthoek 24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548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9" name="PlaceHolder 1"/>
          <p:cNvSpPr>
            <a:spLocks noGrp="1"/>
          </p:cNvSpPr>
          <p:nvPr>
            <p:ph type="dt" idx="19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ftr" idx="20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2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Plaats hier de CC-BY 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3" name="Tekstvak"/>
          <p:cNvSpPr/>
          <p:nvPr/>
        </p:nvSpPr>
        <p:spPr>
          <a:xfrm>
            <a:off x="5541840" y="-885600"/>
            <a:ext cx="110808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CC-BY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5" name="PlaceHolder 6"/>
          <p:cNvSpPr>
            <a:spLocks noGrp="1"/>
          </p:cNvSpPr>
          <p:nvPr>
            <p:ph type="body"/>
          </p:nvPr>
        </p:nvSpPr>
        <p:spPr>
          <a:xfrm>
            <a:off x="10692000" y="5463000"/>
            <a:ext cx="899280" cy="393840"/>
          </a:xfrm>
          <a:prstGeom prst="rect">
            <a:avLst/>
          </a:prstGeom>
          <a:blipFill rotWithShape="0">
            <a:blip r:embed="rId6"/>
            <a:stretch>
              <a:fillRect l="2301" t="-45" r="2301" b="-45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/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6" name="PlaceHolder 7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34AF8D8-F050-4E4F-93FF-2A59012C145D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7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7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558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559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0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1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2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3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4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5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6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7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8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69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570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571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72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73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74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575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576" name="Cover Logo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7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chemeClr val="lt1">
              <a:lumMod val="85000"/>
            </a:schemeClr>
          </a:solidFill>
          <a:ln w="0">
            <a:noFill/>
          </a:ln>
        </p:spPr>
        <p:txBody>
          <a:bodyPr lIns="6480000" rIns="90000" tIns="0" bIns="4500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het pictogram hiernaast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578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579" name="Rechthoek 1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0" name="Rechthoek 1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1" name="Rechthoek 1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2" name="Rechthoek 1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3" name="Rechthoek 1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4" name="Rechthoek 1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5" name="Rechthoek 1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6" name="Rechthoek 20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7" name="Rechthoek 22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8" name="Rechthoek 23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589" name="Rechthoek 24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590" name="PlaceHolder 2"/>
          <p:cNvSpPr>
            <a:spLocks noGrp="1"/>
          </p:cNvSpPr>
          <p:nvPr>
            <p:ph type="dt" idx="2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ftr" idx="2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Tekstvak"/>
          <p:cNvSpPr/>
          <p:nvPr/>
        </p:nvSpPr>
        <p:spPr>
          <a:xfrm>
            <a:off x="5340960" y="-885600"/>
            <a:ext cx="150948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AFSLUITING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ijdelijke aanduiding voor tekst 4"/>
          <p:cNvSpPr/>
          <p:nvPr/>
        </p:nvSpPr>
        <p:spPr>
          <a:xfrm>
            <a:off x="870840" y="3264120"/>
            <a:ext cx="4347000" cy="2134800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rgbClr val="ea76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00" rIns="180000" tIns="180000" bIns="252000" anchor="ctr">
            <a:no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Edit Master text styles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PlaceHolder 4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5" name="PlaceHolder 5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5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6" name="PlaceHolder 6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6">
              <a:alphaModFix amt="90000"/>
            </a:blip>
            <a:stretch>
              <a:fillRect l="1576" t="-7" r="1576" b="-7"/>
            </a:stretch>
          </a:blipFill>
          <a:ln w="0">
            <a:noFill/>
          </a:ln>
        </p:spPr>
        <p:txBody>
          <a:bodyPr lIns="900000" rIns="288000" tIns="620280" bIns="1700280" anchor="t">
            <a:noAutofit/>
          </a:bodyPr>
          <a:p>
            <a:pPr indent="0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3400" spc="-1" strike="noStrike" cap="all">
                <a:solidFill>
                  <a:schemeClr val="dk1"/>
                </a:solidFill>
                <a:latin typeface="Calibri"/>
              </a:rPr>
              <a:t>Plaats hier de afsluitingszin</a:t>
            </a:r>
            <a:endParaRPr b="0" lang="nl-NL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7" name="PlaceHolder 7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9D7E080-B6E0-4084-8088-A28691935DF0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PlaceHolder 8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600" spc="-1" strike="noStrike">
                <a:solidFill>
                  <a:schemeClr val="lt1"/>
                </a:solidFill>
                <a:latin typeface="Calibri"/>
              </a:rPr>
              <a:t>Naam + achternaam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9" name="PlaceHolder 9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1600" spc="-1" strike="noStrike">
                <a:solidFill>
                  <a:schemeClr val="lt1"/>
                </a:solidFill>
                <a:latin typeface="Calibri"/>
              </a:rPr>
              <a:t>E-mail: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0" name="PlaceHolder 10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1600" spc="-1" strike="noStrike">
                <a:solidFill>
                  <a:schemeClr val="lt1"/>
                </a:solidFill>
                <a:latin typeface="Calibri"/>
              </a:rPr>
              <a:t>Website: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1" name="PlaceHolder 11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1600" spc="-1" strike="noStrike">
                <a:solidFill>
                  <a:schemeClr val="lt1"/>
                </a:solidFill>
                <a:latin typeface="Calibri"/>
              </a:rPr>
              <a:t>Social media: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2" name="PlaceHolder 1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4000" spc="-1" strike="noStrike">
                <a:solidFill>
                  <a:schemeClr val="lt1"/>
                </a:solidFill>
                <a:latin typeface="Calibri"/>
              </a:rPr>
              <a:t>Samen aanjagen van vernieuwing</a:t>
            </a:r>
            <a:endParaRPr b="0" lang="nl-NL" sz="4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7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3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604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605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06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07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08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09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0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1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2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3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4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5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616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617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8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19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20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621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622" name="Rechthoek 5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3" name="PlaceHolder 1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5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4" name="Tekstvak"/>
          <p:cNvSpPr/>
          <p:nvPr/>
        </p:nvSpPr>
        <p:spPr>
          <a:xfrm>
            <a:off x="5340960" y="-885600"/>
            <a:ext cx="150948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AFSLUITING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4000" spc="-1" strike="noStrike">
                <a:solidFill>
                  <a:schemeClr val="lt1"/>
                </a:solidFill>
                <a:latin typeface="Calibri"/>
              </a:rPr>
              <a:t>Samen aanjagen van vernieuwing</a:t>
            </a:r>
            <a:endParaRPr b="0" lang="nl-NL" sz="4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7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628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629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0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1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2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3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4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5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6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7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8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39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640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641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42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43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44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645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grpSp>
        <p:nvGrpSpPr>
          <p:cNvPr id="646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647" name="Rechthoek 1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48" name="Rechthoek 1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49" name="Rechthoek 1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0" name="Rechthoek 1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1" name="Rechthoek 1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2" name="Rechthoek 1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3" name="Rechthoek 1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4" name="Rechthoek 20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5" name="Rechthoek 22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6" name="Rechthoek 23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7" name="Rechthoek 24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58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9" name="PlaceHolder 1"/>
          <p:cNvSpPr>
            <a:spLocks noGrp="1"/>
          </p:cNvSpPr>
          <p:nvPr>
            <p:ph type="dt" idx="25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 type="ftr" idx="26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2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8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3" name="Tekstvak"/>
          <p:cNvSpPr/>
          <p:nvPr/>
        </p:nvSpPr>
        <p:spPr>
          <a:xfrm>
            <a:off x="5141160" y="-885600"/>
            <a:ext cx="19094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TEKST DIA (100%)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5"/>
          <p:cNvSpPr>
            <a:spLocks noGrp="1"/>
          </p:cNvSpPr>
          <p:nvPr>
            <p:ph type="body"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5" name="PlaceHolder 6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DE25AC3-DBD2-4B26-BD93-8C3FB77F97F0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9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667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668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69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0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1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2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3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4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5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6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7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78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679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680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81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82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83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684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grpSp>
        <p:nvGrpSpPr>
          <p:cNvPr id="685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686" name="Rechthoek 1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87" name="Rechthoek 1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88" name="Rechthoek 1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89" name="Rechthoek 1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0" name="Rechthoek 1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1" name="Rechthoek 1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2" name="Rechthoek 1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3" name="Rechthoek 20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4" name="Rechthoek 22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5" name="Rechthoek 23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6" name="Rechthoek 24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97" name="Rechthoek 27"/>
            <p:cNvSpPr/>
            <p:nvPr/>
          </p:nvSpPr>
          <p:spPr>
            <a:xfrm>
              <a:off x="485712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98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PlaceHolder 1"/>
          <p:cNvSpPr>
            <a:spLocks noGrp="1"/>
          </p:cNvSpPr>
          <p:nvPr>
            <p:ph type="dt" idx="28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ftr" idx="29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8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3" name="Tekstvak"/>
          <p:cNvSpPr/>
          <p:nvPr/>
        </p:nvSpPr>
        <p:spPr>
          <a:xfrm>
            <a:off x="5141160" y="-885600"/>
            <a:ext cx="19094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TEKST DIA (100%)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5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9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0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1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2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5" name="PlaceHolder 6"/>
          <p:cNvSpPr>
            <a:spLocks noGrp="1"/>
          </p:cNvSpPr>
          <p:nvPr>
            <p:ph type="sldNum" idx="3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FF138F2-1CA2-4362-BE47-EF3E75501A63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PlaceHolder 7"/>
          <p:cNvSpPr>
            <a:spLocks noGrp="1"/>
          </p:cNvSpPr>
          <p:nvPr>
            <p:ph type="body"/>
          </p:nvPr>
        </p:nvSpPr>
        <p:spPr>
          <a:xfrm>
            <a:off x="10785960" y="0"/>
            <a:ext cx="1400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7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708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709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0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1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2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3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4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5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6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7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8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19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720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721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22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23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24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725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grpSp>
        <p:nvGrpSpPr>
          <p:cNvPr id="726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727" name="Rechthoek 114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28" name="Rechthoek 115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29" name="Rechthoek 116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0" name="Rechthoek 117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1" name="Rechthoek 118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2" name="Rechthoek 119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3" name="Rechthoek 120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4" name="Rechthoek 121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5" name="Rechthoek 122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6" name="Rechthoek 123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7" name="Rechthoek 124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738" name="Rechthoek 125"/>
            <p:cNvSpPr/>
            <p:nvPr/>
          </p:nvSpPr>
          <p:spPr>
            <a:xfrm>
              <a:off x="596448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739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PlaceHolder 1"/>
          <p:cNvSpPr>
            <a:spLocks noGrp="1"/>
          </p:cNvSpPr>
          <p:nvPr>
            <p:ph type="dt" idx="31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 type="ftr" idx="32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288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3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4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8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5" name="Tekstvak 6"/>
          <p:cNvSpPr/>
          <p:nvPr/>
        </p:nvSpPr>
        <p:spPr>
          <a:xfrm>
            <a:off x="4736880" y="-885600"/>
            <a:ext cx="271800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TEKST MET FOTO (50% / 50%)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46" name="Instructies"/>
          <p:cNvGrpSpPr/>
          <p:nvPr/>
        </p:nvGrpSpPr>
        <p:grpSpPr>
          <a:xfrm>
            <a:off x="12391560" y="0"/>
            <a:ext cx="3183480" cy="6589440"/>
            <a:chOff x="12391560" y="0"/>
            <a:chExt cx="3183480" cy="6589440"/>
          </a:xfrm>
        </p:grpSpPr>
        <p:grpSp>
          <p:nvGrpSpPr>
            <p:cNvPr id="747" name="Groep 53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748" name="Rechthoek 98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749" name="Rechthoek 99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50" name="Tekstvak 100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1" name="Tekstvak 101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752" name="Picture 3" descr=""/>
              <p:cNvPicPr/>
              <p:nvPr/>
            </p:nvPicPr>
            <p:blipFill>
              <a:blip r:embed="rId9"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753" name="Gelijkbenige driehoek 103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754" name="Groep 104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755" name="Rechthoek 109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756" name="Rechthoek 110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757" name="Rechthoek 111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758" name="Groep 105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759" name="Rechthoek 106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760" name="Rechthoek 107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761" name="Rechthoek 108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762" name="Meer informatie"/>
            <p:cNvGrpSpPr/>
            <p:nvPr/>
          </p:nvGrpSpPr>
          <p:grpSpPr>
            <a:xfrm>
              <a:off x="12396600" y="5806440"/>
              <a:ext cx="3178440" cy="783000"/>
              <a:chOff x="12396600" y="5806440"/>
              <a:chExt cx="3178440" cy="783000"/>
            </a:xfrm>
          </p:grpSpPr>
          <p:sp>
            <p:nvSpPr>
              <p:cNvPr id="763" name="Freeform 10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64" name="Rechthoek 96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765" name="Rechte verbindingslijn 97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766" name="Rechthoek 55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7" name="Ovaal 56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768" name="Rechte verbindingslijn 57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769" name="Rechte verbindingslijn 58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770" name="Rechthoek 59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771" name="Rechte verbindingslijn 60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772" name="Ovaal 61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3" name="Rechthoek 62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774" name="Groep 63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775" name="Rechthoek 92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776" name="Rechte verbindingslijn 93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777" name="Gelijkbenige driehoek 94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grpSp>
          <p:nvGrpSpPr>
            <p:cNvPr id="778" name="Groep 64"/>
            <p:cNvGrpSpPr/>
            <p:nvPr/>
          </p:nvGrpSpPr>
          <p:grpSpPr>
            <a:xfrm>
              <a:off x="12757320" y="1141560"/>
              <a:ext cx="294120" cy="346320"/>
              <a:chOff x="12757320" y="1141560"/>
              <a:chExt cx="294120" cy="346320"/>
            </a:xfrm>
          </p:grpSpPr>
          <p:sp>
            <p:nvSpPr>
              <p:cNvPr id="779" name="Rechthoek 86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780" name="Ovaal 87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81" name="Vrije vorm: vorm 88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82" name="Rechthoek: afgeronde hoeken 89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783" name="Rechte verbindingslijn 90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784" name="Rechte verbindingslijn 91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785" name="Ovaal 65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86" name="Rechthoek 66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787" name="Rechte verbindingslijn 67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788" name="Groep 68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789" name="Rechthoek 72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790" name="Rechthoek 73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7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791" name="Tekstvak 74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2" name="Tekstvak 75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793" name="Picture 3" descr=""/>
              <p:cNvPicPr/>
              <p:nvPr/>
            </p:nvPicPr>
            <p:blipFill>
              <a:blip r:embed="rId10"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794" name="Gelijkbenige driehoek 77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795" name="Groep 78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796" name="Rechthoek 83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797" name="Rechthoek 84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798" name="Rechthoek 85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799" name="Groep 79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800" name="Rechthoek 80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01" name="Rechthoek 81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02" name="Rechthoek 82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sp>
          <p:nvSpPr>
            <p:cNvPr id="803" name="Ovaal 69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4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04" name="Rechthoek 70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Staat het invoegvenster achter de oranje lijn? Klik dan op de rechtermuisknop en kies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voorgrond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 om deze naar voren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te halen. Klik na het invoegen op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achtergrond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805" name="Rechte verbindingslijn 71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</p:grpSp>
      <p:sp>
        <p:nvSpPr>
          <p:cNvPr id="806" name="PlaceHolder 6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1"/>
            <a:stretch>
              <a:fillRect l="94" t="-37" r="94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1600" spc="-1" strike="noStrike">
                <a:solidFill>
                  <a:schemeClr val="dk1"/>
                </a:solidFill>
                <a:latin typeface="Calibri"/>
              </a:rPr>
              <a:t>  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07" name="PlaceHolder 7"/>
          <p:cNvSpPr>
            <a:spLocks noGrp="1"/>
          </p:cNvSpPr>
          <p:nvPr>
            <p:ph type="sldNum" idx="3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ABFA6FB-8524-40A7-B542-098748F0D1C8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PlaceHolder 8"/>
          <p:cNvSpPr>
            <a:spLocks noGrp="1"/>
          </p:cNvSpPr>
          <p:nvPr>
            <p:ph type="body"/>
          </p:nvPr>
        </p:nvSpPr>
        <p:spPr>
          <a:xfrm>
            <a:off x="10785960" y="0"/>
            <a:ext cx="1400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1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9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810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811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2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3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4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5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6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7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8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19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0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1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822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823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4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5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26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827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828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288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afbeelding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9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830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831" name="Rechthoek 11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2" name="Rechthoek 11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3" name="Rechthoek 11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4" name="Rechthoek 11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5" name="Rechthoek 11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6" name="Rechthoek 11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7" name="Rechthoek 11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8" name="Rechthoek 120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39" name="Rechthoek 121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40" name="Rechthoek 122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41" name="Rechthoek 123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42" name="Rechthoek 124"/>
            <p:cNvSpPr/>
            <p:nvPr/>
          </p:nvSpPr>
          <p:spPr>
            <a:xfrm>
              <a:off x="45723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843" name="PlaceHolder 2"/>
          <p:cNvSpPr>
            <a:spLocks noGrp="1"/>
          </p:cNvSpPr>
          <p:nvPr>
            <p:ph type="dt" idx="34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PlaceHolder 3"/>
          <p:cNvSpPr>
            <a:spLocks noGrp="1"/>
          </p:cNvSpPr>
          <p:nvPr>
            <p:ph type="ftr" idx="35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8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7" name="Tekstvak 6"/>
          <p:cNvSpPr/>
          <p:nvPr/>
        </p:nvSpPr>
        <p:spPr>
          <a:xfrm>
            <a:off x="4322160" y="-885600"/>
            <a:ext cx="35474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TEKST MET FOTO ANDERSOM (70% / 30%)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48" name="Groep 52"/>
          <p:cNvGrpSpPr/>
          <p:nvPr/>
        </p:nvGrpSpPr>
        <p:grpSpPr>
          <a:xfrm>
            <a:off x="12391560" y="0"/>
            <a:ext cx="3183480" cy="6589440"/>
            <a:chOff x="12391560" y="0"/>
            <a:chExt cx="3183480" cy="6589440"/>
          </a:xfrm>
        </p:grpSpPr>
        <p:grpSp>
          <p:nvGrpSpPr>
            <p:cNvPr id="849" name="Groep 53"/>
            <p:cNvGrpSpPr/>
            <p:nvPr/>
          </p:nvGrpSpPr>
          <p:grpSpPr>
            <a:xfrm>
              <a:off x="12757320" y="3099960"/>
              <a:ext cx="1499040" cy="678240"/>
              <a:chOff x="12757320" y="3099960"/>
              <a:chExt cx="1499040" cy="678240"/>
            </a:xfrm>
          </p:grpSpPr>
          <p:sp>
            <p:nvSpPr>
              <p:cNvPr id="850" name="Rechthoek 98"/>
              <p:cNvSpPr/>
              <p:nvPr/>
            </p:nvSpPr>
            <p:spPr>
              <a:xfrm>
                <a:off x="12757320" y="309996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851" name="Rechthoek 99"/>
              <p:cNvSpPr/>
              <p:nvPr/>
            </p:nvSpPr>
            <p:spPr>
              <a:xfrm>
                <a:off x="12762000" y="341136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852" name="Tekstvak 100"/>
              <p:cNvSpPr/>
              <p:nvPr/>
            </p:nvSpPr>
            <p:spPr>
              <a:xfrm>
                <a:off x="12997800" y="313920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53" name="Tekstvak 101"/>
              <p:cNvSpPr/>
              <p:nvPr/>
            </p:nvSpPr>
            <p:spPr>
              <a:xfrm>
                <a:off x="12984120" y="346032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854" name="Picture 3" descr=""/>
              <p:cNvPicPr/>
              <p:nvPr/>
            </p:nvPicPr>
            <p:blipFill>
              <a:blip r:embed="rId9"/>
              <a:stretch/>
            </p:blipFill>
            <p:spPr>
              <a:xfrm>
                <a:off x="13938840" y="354708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855" name="Gelijkbenige driehoek 103"/>
              <p:cNvSpPr/>
              <p:nvPr/>
            </p:nvSpPr>
            <p:spPr>
              <a:xfrm rot="5400000">
                <a:off x="14094360" y="35280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856" name="Groep 104"/>
              <p:cNvGrpSpPr/>
              <p:nvPr/>
            </p:nvGrpSpPr>
            <p:grpSpPr>
              <a:xfrm>
                <a:off x="12822480" y="3157920"/>
                <a:ext cx="181800" cy="163440"/>
                <a:chOff x="12822480" y="3157920"/>
                <a:chExt cx="181800" cy="163440"/>
              </a:xfrm>
            </p:grpSpPr>
            <p:sp>
              <p:nvSpPr>
                <p:cNvPr id="857" name="Rechthoek 109"/>
                <p:cNvSpPr/>
                <p:nvPr/>
              </p:nvSpPr>
              <p:spPr>
                <a:xfrm>
                  <a:off x="12822480" y="31579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58" name="Rechthoek 110"/>
                <p:cNvSpPr/>
                <p:nvPr/>
              </p:nvSpPr>
              <p:spPr>
                <a:xfrm>
                  <a:off x="12936960" y="325404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59" name="Rechthoek 111"/>
                <p:cNvSpPr/>
                <p:nvPr/>
              </p:nvSpPr>
              <p:spPr>
                <a:xfrm>
                  <a:off x="12856320" y="3182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860" name="Groep 105"/>
              <p:cNvGrpSpPr/>
              <p:nvPr/>
            </p:nvGrpSpPr>
            <p:grpSpPr>
              <a:xfrm>
                <a:off x="12822480" y="3459600"/>
                <a:ext cx="181800" cy="163440"/>
                <a:chOff x="12822480" y="3459600"/>
                <a:chExt cx="181800" cy="163440"/>
              </a:xfrm>
            </p:grpSpPr>
            <p:sp>
              <p:nvSpPr>
                <p:cNvPr id="861" name="Rechthoek 106"/>
                <p:cNvSpPr/>
                <p:nvPr/>
              </p:nvSpPr>
              <p:spPr>
                <a:xfrm>
                  <a:off x="12856320" y="348444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62" name="Rechthoek 107"/>
                <p:cNvSpPr/>
                <p:nvPr/>
              </p:nvSpPr>
              <p:spPr>
                <a:xfrm>
                  <a:off x="12822480" y="34596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63" name="Rechthoek 108"/>
                <p:cNvSpPr/>
                <p:nvPr/>
              </p:nvSpPr>
              <p:spPr>
                <a:xfrm>
                  <a:off x="12936960" y="355572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864" name="Meer informatie"/>
            <p:cNvGrpSpPr/>
            <p:nvPr/>
          </p:nvGrpSpPr>
          <p:grpSpPr>
            <a:xfrm>
              <a:off x="12396600" y="5806440"/>
              <a:ext cx="3178440" cy="783000"/>
              <a:chOff x="12396600" y="5806440"/>
              <a:chExt cx="3178440" cy="783000"/>
            </a:xfrm>
          </p:grpSpPr>
          <p:sp>
            <p:nvSpPr>
              <p:cNvPr id="865" name="Freeform 101"/>
              <p:cNvSpPr/>
              <p:nvPr/>
            </p:nvSpPr>
            <p:spPr>
              <a:xfrm>
                <a:off x="12396600" y="580644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866" name="Rechthoek 96"/>
              <p:cNvSpPr/>
              <p:nvPr/>
            </p:nvSpPr>
            <p:spPr>
              <a:xfrm>
                <a:off x="12757320" y="587844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867" name="Rechte verbindingslijn 97"/>
              <p:cNvCxnSpPr/>
              <p:nvPr/>
            </p:nvCxnSpPr>
            <p:spPr>
              <a:xfrm>
                <a:off x="12396960" y="65894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868" name="Rechthoek 55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Afbeelding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9" name="Ovaal 56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870" name="Rechte verbindingslijn 57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871" name="Rechte verbindingslijn 58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872" name="Rechthoek 59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afbeelding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afbeelding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873" name="Rechte verbindingslijn 60"/>
            <p:cNvCxnSpPr/>
            <p:nvPr/>
          </p:nvCxnSpPr>
          <p:spPr>
            <a:xfrm>
              <a:off x="12396960" y="56883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874" name="Ovaal 61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5" name="Rechthoek 62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afbeelding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76" name="Groep 63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877" name="Rechthoek 92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878" name="Rechte verbindingslijn 93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879" name="Gelijkbenige driehoek 94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grpSp>
          <p:nvGrpSpPr>
            <p:cNvPr id="880" name="Groep 64"/>
            <p:cNvGrpSpPr/>
            <p:nvPr/>
          </p:nvGrpSpPr>
          <p:grpSpPr>
            <a:xfrm>
              <a:off x="12757320" y="1141560"/>
              <a:ext cx="294120" cy="346320"/>
              <a:chOff x="12757320" y="1141560"/>
              <a:chExt cx="294120" cy="346320"/>
            </a:xfrm>
          </p:grpSpPr>
          <p:sp>
            <p:nvSpPr>
              <p:cNvPr id="881" name="Rechthoek 86"/>
              <p:cNvSpPr/>
              <p:nvPr/>
            </p:nvSpPr>
            <p:spPr>
              <a:xfrm>
                <a:off x="12757320" y="1141560"/>
                <a:ext cx="261360" cy="257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882" name="Ovaal 87"/>
              <p:cNvSpPr/>
              <p:nvPr/>
            </p:nvSpPr>
            <p:spPr>
              <a:xfrm>
                <a:off x="12916800" y="1174320"/>
                <a:ext cx="72000" cy="72000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883" name="Vrije vorm: vorm 88"/>
              <p:cNvSpPr/>
              <p:nvPr/>
            </p:nvSpPr>
            <p:spPr>
              <a:xfrm rot="2700000">
                <a:off x="12790440" y="1299960"/>
                <a:ext cx="170640" cy="149040"/>
              </a:xfrm>
              <a:custGeom>
                <a:avLst/>
                <a:gdLst>
                  <a:gd name="textAreaLeft" fmla="*/ 0 w 170640"/>
                  <a:gd name="textAreaRight" fmla="*/ 171000 w 170640"/>
                  <a:gd name="textAreaTop" fmla="*/ 0 h 149040"/>
                  <a:gd name="textAreaBottom" fmla="*/ 149400 h 149040"/>
                </a:gdLst>
                <a:ahLst/>
                <a:rect l="textAreaLeft" t="textAreaTop" r="textAreaRight" b="textAreaBottom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884" name="Rechthoek: afgeronde hoeken 89"/>
              <p:cNvSpPr/>
              <p:nvPr/>
            </p:nvSpPr>
            <p:spPr>
              <a:xfrm>
                <a:off x="12893760" y="1287360"/>
                <a:ext cx="157680" cy="1180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cxnSp>
            <p:nvCxnSpPr>
              <p:cNvPr id="885" name="Rechte verbindingslijn 90"/>
              <p:cNvCxnSpPr/>
              <p:nvPr/>
            </p:nvCxnSpPr>
            <p:spPr>
              <a:xfrm>
                <a:off x="12930480" y="1452960"/>
                <a:ext cx="84960" cy="36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  <p:cxnSp>
            <p:nvCxnSpPr>
              <p:cNvPr id="886" name="Rechte verbindingslijn 91"/>
              <p:cNvCxnSpPr/>
              <p:nvPr/>
            </p:nvCxnSpPr>
            <p:spPr>
              <a:xfrm flipH="1">
                <a:off x="12972240" y="1405800"/>
                <a:ext cx="1080" cy="44640"/>
              </a:xfrm>
              <a:prstGeom prst="straightConnector1">
                <a:avLst/>
              </a:prstGeom>
              <a:ln w="19050">
                <a:solidFill>
                  <a:srgbClr val="8aadd0"/>
                </a:solidFill>
              </a:ln>
            </p:spPr>
          </p:cxnSp>
        </p:grpSp>
        <p:sp>
          <p:nvSpPr>
            <p:cNvPr id="887" name="Ovaal 65"/>
            <p:cNvSpPr/>
            <p:nvPr/>
          </p:nvSpPr>
          <p:spPr>
            <a:xfrm>
              <a:off x="12391560" y="261792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3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88" name="Rechthoek 66"/>
            <p:cNvSpPr/>
            <p:nvPr/>
          </p:nvSpPr>
          <p:spPr>
            <a:xfrm>
              <a:off x="12757320" y="2684160"/>
              <a:ext cx="2817720" cy="316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Klik met de rechter muisknop op de afbeelding en kies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´Naar achtergrond´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889" name="Rechte verbindingslijn 67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890" name="Groep 68"/>
            <p:cNvGrpSpPr/>
            <p:nvPr/>
          </p:nvGrpSpPr>
          <p:grpSpPr>
            <a:xfrm>
              <a:off x="12757320" y="4966920"/>
              <a:ext cx="1499040" cy="580680"/>
              <a:chOff x="12757320" y="4966920"/>
              <a:chExt cx="1499040" cy="580680"/>
            </a:xfrm>
          </p:grpSpPr>
          <p:sp>
            <p:nvSpPr>
              <p:cNvPr id="891" name="Rechthoek 72"/>
              <p:cNvSpPr/>
              <p:nvPr/>
            </p:nvSpPr>
            <p:spPr>
              <a:xfrm>
                <a:off x="12757320" y="4966920"/>
                <a:ext cx="149904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892" name="Rechthoek 73"/>
              <p:cNvSpPr/>
              <p:nvPr/>
            </p:nvSpPr>
            <p:spPr>
              <a:xfrm>
                <a:off x="12762000" y="4992840"/>
                <a:ext cx="1478520" cy="25704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7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893" name="Tekstvak 74"/>
              <p:cNvSpPr/>
              <p:nvPr/>
            </p:nvSpPr>
            <p:spPr>
              <a:xfrm>
                <a:off x="12997800" y="5019840"/>
                <a:ext cx="95760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voorgrond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94" name="Tekstvak 75"/>
              <p:cNvSpPr/>
              <p:nvPr/>
            </p:nvSpPr>
            <p:spPr>
              <a:xfrm>
                <a:off x="12984120" y="5327280"/>
                <a:ext cx="1165320" cy="19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Naar achtergrond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895" name="Picture 3" descr=""/>
              <p:cNvPicPr/>
              <p:nvPr/>
            </p:nvPicPr>
            <p:blipFill>
              <a:blip r:embed="rId10"/>
              <a:stretch/>
            </p:blipFill>
            <p:spPr>
              <a:xfrm>
                <a:off x="13938840" y="50900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896" name="Gelijkbenige driehoek 77"/>
              <p:cNvSpPr/>
              <p:nvPr/>
            </p:nvSpPr>
            <p:spPr>
              <a:xfrm rot="5400000">
                <a:off x="14094360" y="509040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grpSp>
            <p:nvGrpSpPr>
              <p:cNvPr id="897" name="Groep 78"/>
              <p:cNvGrpSpPr/>
              <p:nvPr/>
            </p:nvGrpSpPr>
            <p:grpSpPr>
              <a:xfrm>
                <a:off x="12822480" y="5024880"/>
                <a:ext cx="181800" cy="163440"/>
                <a:chOff x="12822480" y="5024880"/>
                <a:chExt cx="181800" cy="163440"/>
              </a:xfrm>
            </p:grpSpPr>
            <p:sp>
              <p:nvSpPr>
                <p:cNvPr id="898" name="Rechthoek 83"/>
                <p:cNvSpPr/>
                <p:nvPr/>
              </p:nvSpPr>
              <p:spPr>
                <a:xfrm>
                  <a:off x="12822480" y="50248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899" name="Rechthoek 84"/>
                <p:cNvSpPr/>
                <p:nvPr/>
              </p:nvSpPr>
              <p:spPr>
                <a:xfrm>
                  <a:off x="12936960" y="512100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900" name="Rechthoek 85"/>
                <p:cNvSpPr/>
                <p:nvPr/>
              </p:nvSpPr>
              <p:spPr>
                <a:xfrm>
                  <a:off x="12856320" y="504936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901" name="Groep 79"/>
              <p:cNvGrpSpPr/>
              <p:nvPr/>
            </p:nvGrpSpPr>
            <p:grpSpPr>
              <a:xfrm>
                <a:off x="12822480" y="5326560"/>
                <a:ext cx="181800" cy="163440"/>
                <a:chOff x="12822480" y="5326560"/>
                <a:chExt cx="181800" cy="163440"/>
              </a:xfrm>
            </p:grpSpPr>
            <p:sp>
              <p:nvSpPr>
                <p:cNvPr id="902" name="Rechthoek 80"/>
                <p:cNvSpPr/>
                <p:nvPr/>
              </p:nvSpPr>
              <p:spPr>
                <a:xfrm>
                  <a:off x="12856320" y="5351400"/>
                  <a:ext cx="114120" cy="114120"/>
                </a:xfrm>
                <a:prstGeom prst="rect">
                  <a:avLst/>
                </a:prstGeom>
                <a:solidFill>
                  <a:srgbClr val="eabe76"/>
                </a:solidFill>
                <a:ln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903" name="Rechthoek 81"/>
                <p:cNvSpPr/>
                <p:nvPr/>
              </p:nvSpPr>
              <p:spPr>
                <a:xfrm>
                  <a:off x="12822480" y="532656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904" name="Rechthoek 82"/>
                <p:cNvSpPr/>
                <p:nvPr/>
              </p:nvSpPr>
              <p:spPr>
                <a:xfrm>
                  <a:off x="12936960" y="5422680"/>
                  <a:ext cx="67320" cy="67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22680" bIns="226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  <p:sp>
          <p:nvSpPr>
            <p:cNvPr id="905" name="Ovaal 69"/>
            <p:cNvSpPr/>
            <p:nvPr/>
          </p:nvSpPr>
          <p:spPr>
            <a:xfrm>
              <a:off x="12391560" y="40276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4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06" name="Rechthoek 70"/>
            <p:cNvSpPr/>
            <p:nvPr/>
          </p:nvSpPr>
          <p:spPr>
            <a:xfrm>
              <a:off x="12757320" y="4093560"/>
              <a:ext cx="2817720" cy="62820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Staat het invoegvenster achter de oranje lijn? Klik dan op de rechtermuisknop en kies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voorgrond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 om deze naar voren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te halen. Klik na het invoegen op 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‘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Naar achtergrond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’.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907" name="Rechte verbindingslijn 71"/>
            <p:cNvCxnSpPr/>
            <p:nvPr/>
          </p:nvCxnSpPr>
          <p:spPr>
            <a:xfrm>
              <a:off x="12396960" y="390924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</p:grpSp>
      <p:sp>
        <p:nvSpPr>
          <p:cNvPr id="90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00" spc="-1" strike="noStrike">
                <a:solidFill>
                  <a:schemeClr val="dk1">
                    <a:alpha val="0"/>
                  </a:schemeClr>
                </a:solidFill>
                <a:latin typeface="Calibri"/>
              </a:rPr>
              <a:t>Edit Master text styles</a:t>
            </a:r>
            <a:endParaRPr b="0" lang="nl-NL" sz="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9" name="PlaceHolder 7"/>
          <p:cNvSpPr>
            <a:spLocks noGrp="1"/>
          </p:cNvSpPr>
          <p:nvPr>
            <p:ph type="sldNum" idx="3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CE963BA-E88B-4328-9C4A-E3AB4866C28F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11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0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911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912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3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4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5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6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7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8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19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20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21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22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923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924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25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26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27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928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grpSp>
        <p:nvGrpSpPr>
          <p:cNvPr id="929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930" name="Rechthoek 72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1" name="Rechthoek 73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2" name="Rechthoek 74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3" name="Rechthoek 75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4" name="Rechthoek 76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5" name="Rechthoek 77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6" name="Rechthoek 78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7" name="Rechthoek 79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8" name="Rechthoek 80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39" name="Rechthoek 81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40" name="Rechthoek 82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941" name="Rechthoek 83"/>
            <p:cNvSpPr/>
            <p:nvPr/>
          </p:nvSpPr>
          <p:spPr>
            <a:xfrm>
              <a:off x="596448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942" name="PlaceHolder 1"/>
          <p:cNvSpPr>
            <a:spLocks noGrp="1"/>
          </p:cNvSpPr>
          <p:nvPr>
            <p:ph type="dt" idx="37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PlaceHolder 2"/>
          <p:cNvSpPr>
            <a:spLocks noGrp="1"/>
          </p:cNvSpPr>
          <p:nvPr>
            <p:ph type="ftr" idx="38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5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8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6" name="Tekstvak 6"/>
          <p:cNvSpPr/>
          <p:nvPr/>
        </p:nvSpPr>
        <p:spPr>
          <a:xfrm>
            <a:off x="4651200" y="-885600"/>
            <a:ext cx="288936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TEKST MET GRAFIEK (50%/ 50%)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grafiek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948" name="Instructie"/>
          <p:cNvGrpSpPr/>
          <p:nvPr/>
        </p:nvGrpSpPr>
        <p:grpSpPr>
          <a:xfrm>
            <a:off x="12389760" y="3046320"/>
            <a:ext cx="3183480" cy="2546280"/>
            <a:chOff x="12389760" y="3046320"/>
            <a:chExt cx="3183480" cy="2546280"/>
          </a:xfrm>
        </p:grpSpPr>
        <p:grpSp>
          <p:nvGrpSpPr>
            <p:cNvPr id="949" name="Meer informatie"/>
            <p:cNvGrpSpPr/>
            <p:nvPr/>
          </p:nvGrpSpPr>
          <p:grpSpPr>
            <a:xfrm>
              <a:off x="12394800" y="4809600"/>
              <a:ext cx="3178440" cy="783000"/>
              <a:chOff x="12394800" y="4809600"/>
              <a:chExt cx="3178440" cy="783000"/>
            </a:xfrm>
          </p:grpSpPr>
          <p:sp>
            <p:nvSpPr>
              <p:cNvPr id="950" name="Freeform 101"/>
              <p:cNvSpPr/>
              <p:nvPr/>
            </p:nvSpPr>
            <p:spPr>
              <a:xfrm>
                <a:off x="12394800" y="480960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951" name="Rechthoek 132"/>
              <p:cNvSpPr/>
              <p:nvPr/>
            </p:nvSpPr>
            <p:spPr>
              <a:xfrm>
                <a:off x="12755520" y="488160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952" name="Rechte verbindingslijn 133"/>
              <p:cNvCxnSpPr/>
              <p:nvPr/>
            </p:nvCxnSpPr>
            <p:spPr>
              <a:xfrm>
                <a:off x="12395160" y="559260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cxnSp>
          <p:nvCxnSpPr>
            <p:cNvPr id="953" name="Rechte verbindingslijn 94"/>
            <p:cNvCxnSpPr/>
            <p:nvPr/>
          </p:nvCxnSpPr>
          <p:spPr>
            <a:xfrm>
              <a:off x="12395160" y="468252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954" name="Rechthoek 95"/>
            <p:cNvSpPr/>
            <p:nvPr/>
          </p:nvSpPr>
          <p:spPr>
            <a:xfrm>
              <a:off x="12395520" y="304632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Data van de Grafiek Bewerken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5" name="Ovaal 96"/>
            <p:cNvSpPr/>
            <p:nvPr/>
          </p:nvSpPr>
          <p:spPr>
            <a:xfrm>
              <a:off x="12389760" y="3425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956" name="Rechte verbindingslijn 97"/>
            <p:cNvCxnSpPr/>
            <p:nvPr/>
          </p:nvCxnSpPr>
          <p:spPr>
            <a:xfrm>
              <a:off x="12395160" y="330372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957" name="Rechthoek 98"/>
            <p:cNvSpPr/>
            <p:nvPr/>
          </p:nvSpPr>
          <p:spPr>
            <a:xfrm>
              <a:off x="12755520" y="3491280"/>
              <a:ext cx="2817720" cy="3139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100" spc="-1" strike="noStrike">
                  <a:solidFill>
                    <a:schemeClr val="dk1"/>
                  </a:solidFill>
                  <a:latin typeface="Calibri"/>
                </a:rPr>
                <a:t>Selecteer de grafiek, klik met de rechter muisknop en kies </a:t>
              </a:r>
              <a:r>
                <a:rPr b="1" lang="nl-NL" sz="1100" spc="-1" strike="noStrike">
                  <a:solidFill>
                    <a:schemeClr val="dk1"/>
                  </a:solidFill>
                  <a:latin typeface="Calibri"/>
                </a:rPr>
                <a:t>‘Gegevens bewerken’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958" name="Groep 99"/>
            <p:cNvGrpSpPr/>
            <p:nvPr/>
          </p:nvGrpSpPr>
          <p:grpSpPr>
            <a:xfrm>
              <a:off x="12755520" y="3942000"/>
              <a:ext cx="1713960" cy="639360"/>
              <a:chOff x="12755520" y="3942000"/>
              <a:chExt cx="1713960" cy="639360"/>
            </a:xfrm>
          </p:grpSpPr>
          <p:sp>
            <p:nvSpPr>
              <p:cNvPr id="959" name="Rechthoek 100"/>
              <p:cNvSpPr/>
              <p:nvPr/>
            </p:nvSpPr>
            <p:spPr>
              <a:xfrm>
                <a:off x="12755520" y="3942000"/>
                <a:ext cx="162648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960" name="Rechthoek 101"/>
              <p:cNvSpPr/>
              <p:nvPr/>
            </p:nvSpPr>
            <p:spPr>
              <a:xfrm>
                <a:off x="12766320" y="4253400"/>
                <a:ext cx="1608840" cy="2610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961" name="Tekstvak 102"/>
              <p:cNvSpPr/>
              <p:nvPr/>
            </p:nvSpPr>
            <p:spPr>
              <a:xfrm>
                <a:off x="12995640" y="3981240"/>
                <a:ext cx="1247760" cy="213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900" spc="-1" strike="noStrike">
                    <a:solidFill>
                      <a:schemeClr val="dk1"/>
                    </a:solidFill>
                    <a:latin typeface="Arial"/>
                  </a:rPr>
                  <a:t>Grafiektype wijzigen</a:t>
                </a:r>
                <a:endParaRPr b="0" lang="en-US" sz="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962" name="Tekstvak 103"/>
              <p:cNvSpPr/>
              <p:nvPr/>
            </p:nvSpPr>
            <p:spPr>
              <a:xfrm>
                <a:off x="12982320" y="4302360"/>
                <a:ext cx="1274400" cy="213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900" spc="-1" strike="noStrike">
                    <a:solidFill>
                      <a:schemeClr val="dk1"/>
                    </a:solidFill>
                    <a:latin typeface="Arial"/>
                  </a:rPr>
                  <a:t>Gegevens bewerken</a:t>
                </a:r>
                <a:endParaRPr b="0" lang="en-US" sz="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963" name="Picture 3" descr=""/>
              <p:cNvPicPr/>
              <p:nvPr/>
            </p:nvPicPr>
            <p:blipFill>
              <a:blip r:embed="rId9"/>
              <a:stretch/>
            </p:blipFill>
            <p:spPr>
              <a:xfrm>
                <a:off x="14326920" y="43502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grpSp>
            <p:nvGrpSpPr>
              <p:cNvPr id="964" name="Groep 105"/>
              <p:cNvGrpSpPr/>
              <p:nvPr/>
            </p:nvGrpSpPr>
            <p:grpSpPr>
              <a:xfrm>
                <a:off x="12829320" y="4008600"/>
                <a:ext cx="139320" cy="151920"/>
                <a:chOff x="12829320" y="4008600"/>
                <a:chExt cx="139320" cy="151920"/>
              </a:xfrm>
            </p:grpSpPr>
            <p:sp>
              <p:nvSpPr>
                <p:cNvPr id="965" name="Rechthoek 128"/>
                <p:cNvSpPr/>
                <p:nvPr/>
              </p:nvSpPr>
              <p:spPr>
                <a:xfrm>
                  <a:off x="12829320" y="4056120"/>
                  <a:ext cx="37800" cy="104400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000" spc="-1" strike="noStrike">
                    <a:solidFill>
                      <a:schemeClr val="dk2"/>
                    </a:solidFill>
                    <a:latin typeface="Calibri"/>
                  </a:endParaRPr>
                </a:p>
              </p:txBody>
            </p:sp>
            <p:sp>
              <p:nvSpPr>
                <p:cNvPr id="966" name="Rechthoek 129"/>
                <p:cNvSpPr/>
                <p:nvPr/>
              </p:nvSpPr>
              <p:spPr>
                <a:xfrm>
                  <a:off x="12879720" y="4008600"/>
                  <a:ext cx="37800" cy="151920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000" spc="-1" strike="noStrike">
                    <a:solidFill>
                      <a:schemeClr val="dk2"/>
                    </a:solidFill>
                    <a:latin typeface="Calibri"/>
                  </a:endParaRPr>
                </a:p>
              </p:txBody>
            </p:sp>
            <p:sp>
              <p:nvSpPr>
                <p:cNvPr id="967" name="Rechthoek 130"/>
                <p:cNvSpPr/>
                <p:nvPr/>
              </p:nvSpPr>
              <p:spPr>
                <a:xfrm>
                  <a:off x="12930840" y="4042440"/>
                  <a:ext cx="37800" cy="11808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000" spc="-1" strike="noStrike">
                    <a:solidFill>
                      <a:schemeClr val="dk2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968" name="Groep 106"/>
              <p:cNvGrpSpPr/>
              <p:nvPr/>
            </p:nvGrpSpPr>
            <p:grpSpPr>
              <a:xfrm>
                <a:off x="12828960" y="4325040"/>
                <a:ext cx="174600" cy="168120"/>
                <a:chOff x="12828960" y="4325040"/>
                <a:chExt cx="174600" cy="168120"/>
              </a:xfrm>
            </p:grpSpPr>
            <p:sp>
              <p:nvSpPr>
                <p:cNvPr id="969" name="Rechthoek 107"/>
                <p:cNvSpPr/>
                <p:nvPr/>
              </p:nvSpPr>
              <p:spPr>
                <a:xfrm>
                  <a:off x="12829320" y="4345920"/>
                  <a:ext cx="136440" cy="86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1760" bIns="4176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grpSp>
              <p:nvGrpSpPr>
                <p:cNvPr id="970" name="Groep 108"/>
                <p:cNvGrpSpPr/>
                <p:nvPr/>
              </p:nvGrpSpPr>
              <p:grpSpPr>
                <a:xfrm>
                  <a:off x="12828960" y="4325040"/>
                  <a:ext cx="174600" cy="168120"/>
                  <a:chOff x="12828960" y="4325040"/>
                  <a:chExt cx="174600" cy="168120"/>
                </a:xfrm>
              </p:grpSpPr>
              <p:grpSp>
                <p:nvGrpSpPr>
                  <p:cNvPr id="971" name="Groep 109"/>
                  <p:cNvGrpSpPr/>
                  <p:nvPr/>
                </p:nvGrpSpPr>
                <p:grpSpPr>
                  <a:xfrm>
                    <a:off x="12828960" y="4325040"/>
                    <a:ext cx="137880" cy="107640"/>
                    <a:chOff x="12828960" y="4325040"/>
                    <a:chExt cx="137880" cy="107640"/>
                  </a:xfrm>
                </p:grpSpPr>
                <p:sp>
                  <p:nvSpPr>
                    <p:cNvPr id="972" name="Rechthoek 114"/>
                    <p:cNvSpPr/>
                    <p:nvPr/>
                  </p:nvSpPr>
                  <p:spPr>
                    <a:xfrm>
                      <a:off x="12829320" y="4325040"/>
                      <a:ext cx="136440" cy="22320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-22320" bIns="-223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  <p:grpSp>
                  <p:nvGrpSpPr>
                    <p:cNvPr id="973" name="Groep 115"/>
                    <p:cNvGrpSpPr/>
                    <p:nvPr/>
                  </p:nvGrpSpPr>
                  <p:grpSpPr>
                    <a:xfrm>
                      <a:off x="12828960" y="4325760"/>
                      <a:ext cx="135360" cy="106920"/>
                      <a:chOff x="12828960" y="4325760"/>
                      <a:chExt cx="135360" cy="106920"/>
                    </a:xfrm>
                  </p:grpSpPr>
                  <p:cxnSp>
                    <p:nvCxnSpPr>
                      <p:cNvPr id="974" name="Rechte verbindingslijn 121"/>
                      <p:cNvCxnSpPr/>
                      <p:nvPr/>
                    </p:nvCxnSpPr>
                    <p:spPr>
                      <a:xfrm>
                        <a:off x="12828960" y="4325760"/>
                        <a:ext cx="360" cy="10728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cxnSp>
                    <p:nvCxnSpPr>
                      <p:cNvPr id="975" name="Rechte verbindingslijn 122"/>
                      <p:cNvCxnSpPr/>
                      <p:nvPr/>
                    </p:nvCxnSpPr>
                    <p:spPr>
                      <a:xfrm>
                        <a:off x="12964320" y="4325760"/>
                        <a:ext cx="360" cy="10728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grpSp>
                    <p:nvGrpSpPr>
                      <p:cNvPr id="976" name="Groep 123"/>
                      <p:cNvGrpSpPr/>
                      <p:nvPr/>
                    </p:nvGrpSpPr>
                    <p:grpSpPr>
                      <a:xfrm>
                        <a:off x="12856680" y="4325760"/>
                        <a:ext cx="82080" cy="106920"/>
                        <a:chOff x="12856680" y="4325760"/>
                        <a:chExt cx="82080" cy="106920"/>
                      </a:xfrm>
                    </p:grpSpPr>
                    <p:cxnSp>
                      <p:nvCxnSpPr>
                        <p:cNvPr id="977" name="Rechte verbindingslijn 124"/>
                        <p:cNvCxnSpPr/>
                        <p:nvPr/>
                      </p:nvCxnSpPr>
                      <p:spPr>
                        <a:xfrm>
                          <a:off x="1288404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  <p:cxnSp>
                      <p:nvCxnSpPr>
                        <p:cNvPr id="978" name="Rechte verbindingslijn 125"/>
                        <p:cNvCxnSpPr/>
                        <p:nvPr/>
                      </p:nvCxnSpPr>
                      <p:spPr>
                        <a:xfrm>
                          <a:off x="1285668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  <p:cxnSp>
                      <p:nvCxnSpPr>
                        <p:cNvPr id="979" name="Rechte verbindingslijn 126"/>
                        <p:cNvCxnSpPr/>
                        <p:nvPr/>
                      </p:nvCxnSpPr>
                      <p:spPr>
                        <a:xfrm>
                          <a:off x="1291140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  <p:cxnSp>
                      <p:nvCxnSpPr>
                        <p:cNvPr id="980" name="Rechte verbindingslijn 127"/>
                        <p:cNvCxnSpPr/>
                        <p:nvPr/>
                      </p:nvCxnSpPr>
                      <p:spPr>
                        <a:xfrm>
                          <a:off x="1293876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</p:grpSp>
                </p:grpSp>
                <p:cxnSp>
                  <p:nvCxnSpPr>
                    <p:cNvPr id="981" name="Rechte verbindingslijn 116"/>
                    <p:cNvCxnSpPr/>
                    <p:nvPr/>
                  </p:nvCxnSpPr>
                  <p:spPr>
                    <a:xfrm flipH="1">
                      <a:off x="12829680" y="4432680"/>
                      <a:ext cx="137520" cy="360"/>
                    </a:xfrm>
                    <a:prstGeom prst="straightConnector1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</p:cxnSp>
                <p:grpSp>
                  <p:nvGrpSpPr>
                    <p:cNvPr id="982" name="Groep 117"/>
                    <p:cNvGrpSpPr/>
                    <p:nvPr/>
                  </p:nvGrpSpPr>
                  <p:grpSpPr>
                    <a:xfrm>
                      <a:off x="12828960" y="4367880"/>
                      <a:ext cx="137160" cy="43200"/>
                      <a:chOff x="12828960" y="4367880"/>
                      <a:chExt cx="137160" cy="43200"/>
                    </a:xfrm>
                  </p:grpSpPr>
                  <p:cxnSp>
                    <p:nvCxnSpPr>
                      <p:cNvPr id="983" name="Rechte verbindingslijn 118"/>
                      <p:cNvCxnSpPr/>
                      <p:nvPr/>
                    </p:nvCxnSpPr>
                    <p:spPr>
                      <a:xfrm flipH="1">
                        <a:off x="12828960" y="4411080"/>
                        <a:ext cx="137520" cy="36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cxnSp>
                    <p:nvCxnSpPr>
                      <p:cNvPr id="984" name="Rechte verbindingslijn 119"/>
                      <p:cNvCxnSpPr/>
                      <p:nvPr/>
                    </p:nvCxnSpPr>
                    <p:spPr>
                      <a:xfrm flipH="1">
                        <a:off x="12828960" y="4389480"/>
                        <a:ext cx="137520" cy="36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cxnSp>
                    <p:nvCxnSpPr>
                      <p:cNvPr id="985" name="Rechte verbindingslijn 120"/>
                      <p:cNvCxnSpPr/>
                      <p:nvPr/>
                    </p:nvCxnSpPr>
                    <p:spPr>
                      <a:xfrm flipH="1">
                        <a:off x="12828960" y="4367880"/>
                        <a:ext cx="137520" cy="36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</p:grpSp>
              </p:grpSp>
              <p:grpSp>
                <p:nvGrpSpPr>
                  <p:cNvPr id="986" name="Groep 110"/>
                  <p:cNvGrpSpPr/>
                  <p:nvPr/>
                </p:nvGrpSpPr>
                <p:grpSpPr>
                  <a:xfrm>
                    <a:off x="12875040" y="4363920"/>
                    <a:ext cx="128520" cy="129240"/>
                    <a:chOff x="12875040" y="4363920"/>
                    <a:chExt cx="128520" cy="129240"/>
                  </a:xfrm>
                </p:grpSpPr>
                <p:sp>
                  <p:nvSpPr>
                    <p:cNvPr id="987" name="Rechthoek 111"/>
                    <p:cNvSpPr/>
                    <p:nvPr/>
                  </p:nvSpPr>
                  <p:spPr>
                    <a:xfrm rot="2700000">
                      <a:off x="12930840" y="4384800"/>
                      <a:ext cx="32760" cy="70200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25560" bIns="255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  <p:sp>
                  <p:nvSpPr>
                    <p:cNvPr id="988" name="Rechthoek: afgeronde bovenhoeken 112"/>
                    <p:cNvSpPr/>
                    <p:nvPr/>
                  </p:nvSpPr>
                  <p:spPr>
                    <a:xfrm rot="2700000">
                      <a:off x="12967920" y="4372200"/>
                      <a:ext cx="32760" cy="21600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-25920" bIns="-259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  <p:sp>
                  <p:nvSpPr>
                    <p:cNvPr id="989" name="Gelijkbenige driehoek 113"/>
                    <p:cNvSpPr/>
                    <p:nvPr/>
                  </p:nvSpPr>
                  <p:spPr>
                    <a:xfrm rot="13500000">
                      <a:off x="12885840" y="4443120"/>
                      <a:ext cx="32760" cy="44640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-22320" bIns="-223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</p:grpSp>
            </p:grpSp>
          </p:grpSp>
        </p:grpSp>
      </p:grpSp>
      <p:grpSp>
        <p:nvGrpSpPr>
          <p:cNvPr id="990" name="Instructie"/>
          <p:cNvGrpSpPr/>
          <p:nvPr/>
        </p:nvGrpSpPr>
        <p:grpSpPr>
          <a:xfrm>
            <a:off x="12391560" y="0"/>
            <a:ext cx="3183480" cy="2499480"/>
            <a:chOff x="12391560" y="0"/>
            <a:chExt cx="3183480" cy="2499480"/>
          </a:xfrm>
        </p:grpSpPr>
        <p:sp>
          <p:nvSpPr>
            <p:cNvPr id="991" name="Rechthoek 135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Grafiek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2" name="Ovaal 136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993" name="Rechte verbindingslijn 137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994" name="Rechte verbindingslijn 138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995" name="Rechthoek 139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grafiek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grafiek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6" name="Ovaal 140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97" name="Rechthoek 141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grafiek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998" name="Groep 142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999" name="Rechthoek 148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000" name="Rechte verbindingslijn 149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1001" name="Gelijkbenige driehoek 150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cxnSp>
          <p:nvCxnSpPr>
            <p:cNvPr id="1002" name="Rechte verbindingslijn 143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1003" name="Groep 144"/>
            <p:cNvGrpSpPr/>
            <p:nvPr/>
          </p:nvGrpSpPr>
          <p:grpSpPr>
            <a:xfrm>
              <a:off x="12751560" y="1147680"/>
              <a:ext cx="289080" cy="314640"/>
              <a:chOff x="12751560" y="1147680"/>
              <a:chExt cx="289080" cy="314640"/>
            </a:xfrm>
          </p:grpSpPr>
          <p:sp>
            <p:nvSpPr>
              <p:cNvPr id="1004" name="Rechthoek 145"/>
              <p:cNvSpPr/>
              <p:nvPr/>
            </p:nvSpPr>
            <p:spPr>
              <a:xfrm>
                <a:off x="12751560" y="1246320"/>
                <a:ext cx="78840" cy="216000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005" name="Rechthoek 146"/>
              <p:cNvSpPr/>
              <p:nvPr/>
            </p:nvSpPr>
            <p:spPr>
              <a:xfrm>
                <a:off x="12855960" y="1147680"/>
                <a:ext cx="78840" cy="314640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006" name="Rechthoek 147"/>
              <p:cNvSpPr/>
              <p:nvPr/>
            </p:nvSpPr>
            <p:spPr>
              <a:xfrm>
                <a:off x="12961800" y="1217880"/>
                <a:ext cx="78840" cy="244440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</p:grpSp>
      <p:pic>
        <p:nvPicPr>
          <p:cNvPr id="1007" name="logo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08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9" name="PlaceHolder 6"/>
          <p:cNvSpPr>
            <a:spLocks noGrp="1"/>
          </p:cNvSpPr>
          <p:nvPr>
            <p:ph type="sldNum" idx="3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9940EFE-27AD-4865-B131-E7CDC2A64D26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1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0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011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012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3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4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5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6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7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8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19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0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1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2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023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1024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5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6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27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1028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1029" name="PlaceHolder 1"/>
          <p:cNvSpPr>
            <a:spLocks noGrp="1"/>
          </p:cNvSpPr>
          <p:nvPr>
            <p:ph type="dt" idx="40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PlaceHolder 2"/>
          <p:cNvSpPr>
            <a:spLocks noGrp="1"/>
          </p:cNvSpPr>
          <p:nvPr>
            <p:ph type="ftr" idx="41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2" name="Tekstvak 6"/>
          <p:cNvSpPr/>
          <p:nvPr/>
        </p:nvSpPr>
        <p:spPr>
          <a:xfrm>
            <a:off x="5195520" y="-885600"/>
            <a:ext cx="180036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GRAFIEK (100%)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grafiek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034" name="Instructie"/>
          <p:cNvGrpSpPr/>
          <p:nvPr/>
        </p:nvGrpSpPr>
        <p:grpSpPr>
          <a:xfrm>
            <a:off x="12389760" y="3046320"/>
            <a:ext cx="3183480" cy="2546280"/>
            <a:chOff x="12389760" y="3046320"/>
            <a:chExt cx="3183480" cy="2546280"/>
          </a:xfrm>
        </p:grpSpPr>
        <p:grpSp>
          <p:nvGrpSpPr>
            <p:cNvPr id="1035" name="Meer informatie"/>
            <p:cNvGrpSpPr/>
            <p:nvPr/>
          </p:nvGrpSpPr>
          <p:grpSpPr>
            <a:xfrm>
              <a:off x="12394800" y="4809600"/>
              <a:ext cx="3178440" cy="783000"/>
              <a:chOff x="12394800" y="4809600"/>
              <a:chExt cx="3178440" cy="783000"/>
            </a:xfrm>
          </p:grpSpPr>
          <p:sp>
            <p:nvSpPr>
              <p:cNvPr id="1036" name="Freeform 101"/>
              <p:cNvSpPr/>
              <p:nvPr/>
            </p:nvSpPr>
            <p:spPr>
              <a:xfrm>
                <a:off x="12394800" y="480960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037" name="Rechthoek 132"/>
              <p:cNvSpPr/>
              <p:nvPr/>
            </p:nvSpPr>
            <p:spPr>
              <a:xfrm>
                <a:off x="12755520" y="488160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038" name="Rechte verbindingslijn 133"/>
              <p:cNvCxnSpPr/>
              <p:nvPr/>
            </p:nvCxnSpPr>
            <p:spPr>
              <a:xfrm>
                <a:off x="12395160" y="559260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cxnSp>
          <p:nvCxnSpPr>
            <p:cNvPr id="1039" name="Rechte verbindingslijn 94"/>
            <p:cNvCxnSpPr/>
            <p:nvPr/>
          </p:nvCxnSpPr>
          <p:spPr>
            <a:xfrm>
              <a:off x="12395160" y="468252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040" name="Rechthoek 95"/>
            <p:cNvSpPr/>
            <p:nvPr/>
          </p:nvSpPr>
          <p:spPr>
            <a:xfrm>
              <a:off x="12395520" y="304632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Data van de Grafiek Bewerken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41" name="Ovaal 96"/>
            <p:cNvSpPr/>
            <p:nvPr/>
          </p:nvSpPr>
          <p:spPr>
            <a:xfrm>
              <a:off x="12389760" y="3425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042" name="Rechte verbindingslijn 97"/>
            <p:cNvCxnSpPr/>
            <p:nvPr/>
          </p:nvCxnSpPr>
          <p:spPr>
            <a:xfrm>
              <a:off x="12395160" y="330372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043" name="Rechthoek 98"/>
            <p:cNvSpPr/>
            <p:nvPr/>
          </p:nvSpPr>
          <p:spPr>
            <a:xfrm>
              <a:off x="12755520" y="3491280"/>
              <a:ext cx="2817720" cy="3139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100" spc="-1" strike="noStrike">
                  <a:solidFill>
                    <a:schemeClr val="dk1"/>
                  </a:solidFill>
                  <a:latin typeface="Calibri"/>
                </a:rPr>
                <a:t>Selecteer de grafiek, klik met de rechter muisknop en kies </a:t>
              </a:r>
              <a:r>
                <a:rPr b="1" lang="nl-NL" sz="1100" spc="-1" strike="noStrike">
                  <a:solidFill>
                    <a:schemeClr val="dk1"/>
                  </a:solidFill>
                  <a:latin typeface="Calibri"/>
                </a:rPr>
                <a:t>‘Gegevens bewerken’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044" name="Groep 99"/>
            <p:cNvGrpSpPr/>
            <p:nvPr/>
          </p:nvGrpSpPr>
          <p:grpSpPr>
            <a:xfrm>
              <a:off x="12755520" y="3942000"/>
              <a:ext cx="1713960" cy="639360"/>
              <a:chOff x="12755520" y="3942000"/>
              <a:chExt cx="1713960" cy="639360"/>
            </a:xfrm>
          </p:grpSpPr>
          <p:sp>
            <p:nvSpPr>
              <p:cNvPr id="1045" name="Rechthoek 100"/>
              <p:cNvSpPr/>
              <p:nvPr/>
            </p:nvSpPr>
            <p:spPr>
              <a:xfrm>
                <a:off x="12755520" y="3942000"/>
                <a:ext cx="1626480" cy="58068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endParaRPr b="0" lang="nl-NL" sz="800" spc="-1" strike="noStrike">
                  <a:solidFill>
                    <a:schemeClr val="dk1"/>
                  </a:solidFill>
                  <a:latin typeface="Arial"/>
                </a:endParaRPr>
              </a:p>
            </p:txBody>
          </p:sp>
          <p:sp>
            <p:nvSpPr>
              <p:cNvPr id="1046" name="Rechthoek 101"/>
              <p:cNvSpPr/>
              <p:nvPr/>
            </p:nvSpPr>
            <p:spPr>
              <a:xfrm>
                <a:off x="12766320" y="4253400"/>
                <a:ext cx="1608840" cy="261000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047" name="Tekstvak 102"/>
              <p:cNvSpPr/>
              <p:nvPr/>
            </p:nvSpPr>
            <p:spPr>
              <a:xfrm>
                <a:off x="12995640" y="3981240"/>
                <a:ext cx="1247760" cy="213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900" spc="-1" strike="noStrike">
                    <a:solidFill>
                      <a:schemeClr val="dk1"/>
                    </a:solidFill>
                    <a:latin typeface="Arial"/>
                  </a:rPr>
                  <a:t>Grafiektype wijzigen</a:t>
                </a:r>
                <a:endParaRPr b="0" lang="en-US" sz="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048" name="Tekstvak 103"/>
              <p:cNvSpPr/>
              <p:nvPr/>
            </p:nvSpPr>
            <p:spPr>
              <a:xfrm>
                <a:off x="12982320" y="4302360"/>
                <a:ext cx="1274400" cy="213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121752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900" spc="-1" strike="noStrike">
                    <a:solidFill>
                      <a:schemeClr val="dk1"/>
                    </a:solidFill>
                    <a:latin typeface="Arial"/>
                  </a:rPr>
                  <a:t>Gegevens bewerken</a:t>
                </a:r>
                <a:endParaRPr b="0" lang="en-US" sz="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pic>
            <p:nvPicPr>
              <p:cNvPr id="1049" name="Picture 3" descr=""/>
              <p:cNvPicPr/>
              <p:nvPr/>
            </p:nvPicPr>
            <p:blipFill>
              <a:blip r:embed="rId5"/>
              <a:stretch/>
            </p:blipFill>
            <p:spPr>
              <a:xfrm>
                <a:off x="14326920" y="4350240"/>
                <a:ext cx="142560" cy="231120"/>
              </a:xfrm>
              <a:prstGeom prst="rect">
                <a:avLst/>
              </a:prstGeom>
              <a:ln w="0">
                <a:noFill/>
              </a:ln>
            </p:spPr>
          </p:pic>
          <p:grpSp>
            <p:nvGrpSpPr>
              <p:cNvPr id="1050" name="Groep 105"/>
              <p:cNvGrpSpPr/>
              <p:nvPr/>
            </p:nvGrpSpPr>
            <p:grpSpPr>
              <a:xfrm>
                <a:off x="12829320" y="4008600"/>
                <a:ext cx="139320" cy="151920"/>
                <a:chOff x="12829320" y="4008600"/>
                <a:chExt cx="139320" cy="151920"/>
              </a:xfrm>
            </p:grpSpPr>
            <p:sp>
              <p:nvSpPr>
                <p:cNvPr id="1051" name="Rechthoek 128"/>
                <p:cNvSpPr/>
                <p:nvPr/>
              </p:nvSpPr>
              <p:spPr>
                <a:xfrm>
                  <a:off x="12829320" y="4056120"/>
                  <a:ext cx="37800" cy="104400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000" spc="-1" strike="noStrike">
                    <a:solidFill>
                      <a:schemeClr val="dk2"/>
                    </a:solidFill>
                    <a:latin typeface="Calibri"/>
                  </a:endParaRPr>
                </a:p>
              </p:txBody>
            </p:sp>
            <p:sp>
              <p:nvSpPr>
                <p:cNvPr id="1052" name="Rechthoek 129"/>
                <p:cNvSpPr/>
                <p:nvPr/>
              </p:nvSpPr>
              <p:spPr>
                <a:xfrm>
                  <a:off x="12879720" y="4008600"/>
                  <a:ext cx="37800" cy="151920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000" spc="-1" strike="noStrike">
                    <a:solidFill>
                      <a:schemeClr val="dk2"/>
                    </a:solidFill>
                    <a:latin typeface="Calibri"/>
                  </a:endParaRPr>
                </a:p>
              </p:txBody>
            </p:sp>
            <p:sp>
              <p:nvSpPr>
                <p:cNvPr id="1053" name="Rechthoek 130"/>
                <p:cNvSpPr/>
                <p:nvPr/>
              </p:nvSpPr>
              <p:spPr>
                <a:xfrm>
                  <a:off x="12930840" y="4042440"/>
                  <a:ext cx="37800" cy="11808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000" spc="-1" strike="noStrike">
                    <a:solidFill>
                      <a:schemeClr val="dk2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054" name="Groep 106"/>
              <p:cNvGrpSpPr/>
              <p:nvPr/>
            </p:nvGrpSpPr>
            <p:grpSpPr>
              <a:xfrm>
                <a:off x="12828960" y="4325040"/>
                <a:ext cx="174600" cy="168120"/>
                <a:chOff x="12828960" y="4325040"/>
                <a:chExt cx="174600" cy="168120"/>
              </a:xfrm>
            </p:grpSpPr>
            <p:sp>
              <p:nvSpPr>
                <p:cNvPr id="1055" name="Rechthoek 107"/>
                <p:cNvSpPr/>
                <p:nvPr/>
              </p:nvSpPr>
              <p:spPr>
                <a:xfrm>
                  <a:off x="12829320" y="4345920"/>
                  <a:ext cx="136440" cy="86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1760" bIns="4176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grpSp>
              <p:nvGrpSpPr>
                <p:cNvPr id="1056" name="Groep 108"/>
                <p:cNvGrpSpPr/>
                <p:nvPr/>
              </p:nvGrpSpPr>
              <p:grpSpPr>
                <a:xfrm>
                  <a:off x="12828960" y="4325040"/>
                  <a:ext cx="174600" cy="168120"/>
                  <a:chOff x="12828960" y="4325040"/>
                  <a:chExt cx="174600" cy="168120"/>
                </a:xfrm>
              </p:grpSpPr>
              <p:grpSp>
                <p:nvGrpSpPr>
                  <p:cNvPr id="1057" name="Groep 109"/>
                  <p:cNvGrpSpPr/>
                  <p:nvPr/>
                </p:nvGrpSpPr>
                <p:grpSpPr>
                  <a:xfrm>
                    <a:off x="12828960" y="4325040"/>
                    <a:ext cx="137880" cy="107640"/>
                    <a:chOff x="12828960" y="4325040"/>
                    <a:chExt cx="137880" cy="107640"/>
                  </a:xfrm>
                </p:grpSpPr>
                <p:sp>
                  <p:nvSpPr>
                    <p:cNvPr id="1058" name="Rechthoek 114"/>
                    <p:cNvSpPr/>
                    <p:nvPr/>
                  </p:nvSpPr>
                  <p:spPr>
                    <a:xfrm>
                      <a:off x="12829320" y="4325040"/>
                      <a:ext cx="136440" cy="22320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-22320" bIns="-223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  <p:grpSp>
                  <p:nvGrpSpPr>
                    <p:cNvPr id="1059" name="Groep 115"/>
                    <p:cNvGrpSpPr/>
                    <p:nvPr/>
                  </p:nvGrpSpPr>
                  <p:grpSpPr>
                    <a:xfrm>
                      <a:off x="12828960" y="4325760"/>
                      <a:ext cx="135360" cy="106920"/>
                      <a:chOff x="12828960" y="4325760"/>
                      <a:chExt cx="135360" cy="106920"/>
                    </a:xfrm>
                  </p:grpSpPr>
                  <p:cxnSp>
                    <p:nvCxnSpPr>
                      <p:cNvPr id="1060" name="Rechte verbindingslijn 121"/>
                      <p:cNvCxnSpPr/>
                      <p:nvPr/>
                    </p:nvCxnSpPr>
                    <p:spPr>
                      <a:xfrm>
                        <a:off x="12828960" y="4325760"/>
                        <a:ext cx="360" cy="10728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cxnSp>
                    <p:nvCxnSpPr>
                      <p:cNvPr id="1061" name="Rechte verbindingslijn 122"/>
                      <p:cNvCxnSpPr/>
                      <p:nvPr/>
                    </p:nvCxnSpPr>
                    <p:spPr>
                      <a:xfrm>
                        <a:off x="12964320" y="4325760"/>
                        <a:ext cx="360" cy="10728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grpSp>
                    <p:nvGrpSpPr>
                      <p:cNvPr id="1062" name="Groep 123"/>
                      <p:cNvGrpSpPr/>
                      <p:nvPr/>
                    </p:nvGrpSpPr>
                    <p:grpSpPr>
                      <a:xfrm>
                        <a:off x="12856680" y="4325760"/>
                        <a:ext cx="82080" cy="106920"/>
                        <a:chOff x="12856680" y="4325760"/>
                        <a:chExt cx="82080" cy="106920"/>
                      </a:xfrm>
                    </p:grpSpPr>
                    <p:cxnSp>
                      <p:nvCxnSpPr>
                        <p:cNvPr id="1063" name="Rechte verbindingslijn 124"/>
                        <p:cNvCxnSpPr/>
                        <p:nvPr/>
                      </p:nvCxnSpPr>
                      <p:spPr>
                        <a:xfrm>
                          <a:off x="1288404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  <p:cxnSp>
                      <p:nvCxnSpPr>
                        <p:cNvPr id="1064" name="Rechte verbindingslijn 125"/>
                        <p:cNvCxnSpPr/>
                        <p:nvPr/>
                      </p:nvCxnSpPr>
                      <p:spPr>
                        <a:xfrm>
                          <a:off x="1285668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  <p:cxnSp>
                      <p:nvCxnSpPr>
                        <p:cNvPr id="1065" name="Rechte verbindingslijn 126"/>
                        <p:cNvCxnSpPr/>
                        <p:nvPr/>
                      </p:nvCxnSpPr>
                      <p:spPr>
                        <a:xfrm>
                          <a:off x="1291140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  <p:cxnSp>
                      <p:nvCxnSpPr>
                        <p:cNvPr id="1066" name="Rechte verbindingslijn 127"/>
                        <p:cNvCxnSpPr/>
                        <p:nvPr/>
                      </p:nvCxnSpPr>
                      <p:spPr>
                        <a:xfrm>
                          <a:off x="12938760" y="4325760"/>
                          <a:ext cx="360" cy="10728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rgbClr val="818181"/>
                          </a:solidFill>
                        </a:ln>
                      </p:spPr>
                    </p:cxnSp>
                  </p:grpSp>
                </p:grpSp>
                <p:cxnSp>
                  <p:nvCxnSpPr>
                    <p:cNvPr id="1067" name="Rechte verbindingslijn 116"/>
                    <p:cNvCxnSpPr/>
                    <p:nvPr/>
                  </p:nvCxnSpPr>
                  <p:spPr>
                    <a:xfrm flipH="1">
                      <a:off x="12829680" y="4432680"/>
                      <a:ext cx="137520" cy="360"/>
                    </a:xfrm>
                    <a:prstGeom prst="straightConnector1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</p:cxnSp>
                <p:grpSp>
                  <p:nvGrpSpPr>
                    <p:cNvPr id="1068" name="Groep 117"/>
                    <p:cNvGrpSpPr/>
                    <p:nvPr/>
                  </p:nvGrpSpPr>
                  <p:grpSpPr>
                    <a:xfrm>
                      <a:off x="12828960" y="4367880"/>
                      <a:ext cx="137160" cy="43200"/>
                      <a:chOff x="12828960" y="4367880"/>
                      <a:chExt cx="137160" cy="43200"/>
                    </a:xfrm>
                  </p:grpSpPr>
                  <p:cxnSp>
                    <p:nvCxnSpPr>
                      <p:cNvPr id="1069" name="Rechte verbindingslijn 118"/>
                      <p:cNvCxnSpPr/>
                      <p:nvPr/>
                    </p:nvCxnSpPr>
                    <p:spPr>
                      <a:xfrm flipH="1">
                        <a:off x="12828960" y="4411080"/>
                        <a:ext cx="137520" cy="36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cxnSp>
                    <p:nvCxnSpPr>
                      <p:cNvPr id="1070" name="Rechte verbindingslijn 119"/>
                      <p:cNvCxnSpPr/>
                      <p:nvPr/>
                    </p:nvCxnSpPr>
                    <p:spPr>
                      <a:xfrm flipH="1">
                        <a:off x="12828960" y="4389480"/>
                        <a:ext cx="137520" cy="36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  <p:cxnSp>
                    <p:nvCxnSpPr>
                      <p:cNvPr id="1071" name="Rechte verbindingslijn 120"/>
                      <p:cNvCxnSpPr/>
                      <p:nvPr/>
                    </p:nvCxnSpPr>
                    <p:spPr>
                      <a:xfrm flipH="1">
                        <a:off x="12828960" y="4367880"/>
                        <a:ext cx="137520" cy="360"/>
                      </a:xfrm>
                      <a:prstGeom prst="straightConnector1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</p:cxnSp>
                </p:grpSp>
              </p:grpSp>
              <p:grpSp>
                <p:nvGrpSpPr>
                  <p:cNvPr id="1072" name="Groep 110"/>
                  <p:cNvGrpSpPr/>
                  <p:nvPr/>
                </p:nvGrpSpPr>
                <p:grpSpPr>
                  <a:xfrm>
                    <a:off x="12875040" y="4363920"/>
                    <a:ext cx="128520" cy="129240"/>
                    <a:chOff x="12875040" y="4363920"/>
                    <a:chExt cx="128520" cy="129240"/>
                  </a:xfrm>
                </p:grpSpPr>
                <p:sp>
                  <p:nvSpPr>
                    <p:cNvPr id="1073" name="Rechthoek 111"/>
                    <p:cNvSpPr/>
                    <p:nvPr/>
                  </p:nvSpPr>
                  <p:spPr>
                    <a:xfrm rot="2700000">
                      <a:off x="12930840" y="4384800"/>
                      <a:ext cx="32760" cy="70200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25560" bIns="255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  <p:sp>
                  <p:nvSpPr>
                    <p:cNvPr id="1074" name="Rechthoek: afgeronde bovenhoeken 112"/>
                    <p:cNvSpPr/>
                    <p:nvPr/>
                  </p:nvSpPr>
                  <p:spPr>
                    <a:xfrm rot="2700000">
                      <a:off x="12967920" y="4372200"/>
                      <a:ext cx="32760" cy="21600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-25920" bIns="-259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  <p:sp>
                  <p:nvSpPr>
                    <p:cNvPr id="1075" name="Gelijkbenige driehoek 113"/>
                    <p:cNvSpPr/>
                    <p:nvPr/>
                  </p:nvSpPr>
                  <p:spPr>
                    <a:xfrm rot="13500000">
                      <a:off x="12885840" y="4443120"/>
                      <a:ext cx="32760" cy="44640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/>
                  </p:style>
                  <p:txBody>
                    <a:bodyPr lIns="90000" rIns="90000" tIns="-22320" bIns="-223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nl-NL" sz="1800" spc="-1" strike="noStrike">
                        <a:solidFill>
                          <a:schemeClr val="lt1"/>
                        </a:solidFill>
                        <a:latin typeface="Calibri"/>
                      </a:endParaRPr>
                    </a:p>
                  </p:txBody>
                </p:sp>
              </p:grpSp>
            </p:grpSp>
          </p:grpSp>
        </p:grpSp>
      </p:grpSp>
      <p:grpSp>
        <p:nvGrpSpPr>
          <p:cNvPr id="1076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077" name="Rechthoek 7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78" name="Rechthoek 7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79" name="Rechthoek 7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0" name="Rechthoek 7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1" name="Rechthoek 7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2" name="Rechthoek 7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3" name="Rechthoek 7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4" name="Rechthoek 80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5" name="Rechthoek 81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6" name="Rechthoek 82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7" name="Rechthoek 83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088" name="Rechthoek 84"/>
            <p:cNvSpPr/>
            <p:nvPr/>
          </p:nvSpPr>
          <p:spPr>
            <a:xfrm>
              <a:off x="596448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089" name="Instructie"/>
          <p:cNvGrpSpPr/>
          <p:nvPr/>
        </p:nvGrpSpPr>
        <p:grpSpPr>
          <a:xfrm>
            <a:off x="12391560" y="0"/>
            <a:ext cx="3183480" cy="2499480"/>
            <a:chOff x="12391560" y="0"/>
            <a:chExt cx="3183480" cy="2499480"/>
          </a:xfrm>
        </p:grpSpPr>
        <p:sp>
          <p:nvSpPr>
            <p:cNvPr id="1090" name="Rechthoek 135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Grafiek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1" name="Ovaal 136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092" name="Rechte verbindingslijn 137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1093" name="Rechte verbindingslijn 138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094" name="Rechthoek 139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grafiek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grafiek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5" name="Ovaal 140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6" name="Rechthoek 141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de gewenste grafiek</a:t>
              </a:r>
              <a:br>
                <a:rPr sz="1100"/>
              </a:b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‘Invoegen’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097" name="Groep 142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1098" name="Rechthoek 148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108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Invoegen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099" name="Rechte verbindingslijn 149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1100" name="Gelijkbenige driehoek 150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cxnSp>
          <p:nvCxnSpPr>
            <p:cNvPr id="1101" name="Rechte verbindingslijn 143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1102" name="Groep 144"/>
            <p:cNvGrpSpPr/>
            <p:nvPr/>
          </p:nvGrpSpPr>
          <p:grpSpPr>
            <a:xfrm>
              <a:off x="12751560" y="1147680"/>
              <a:ext cx="289080" cy="314640"/>
              <a:chOff x="12751560" y="1147680"/>
              <a:chExt cx="289080" cy="314640"/>
            </a:xfrm>
          </p:grpSpPr>
          <p:sp>
            <p:nvSpPr>
              <p:cNvPr id="1103" name="Rechthoek 145"/>
              <p:cNvSpPr/>
              <p:nvPr/>
            </p:nvSpPr>
            <p:spPr>
              <a:xfrm>
                <a:off x="12751560" y="1246320"/>
                <a:ext cx="78840" cy="216000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104" name="Rechthoek 146"/>
              <p:cNvSpPr/>
              <p:nvPr/>
            </p:nvSpPr>
            <p:spPr>
              <a:xfrm>
                <a:off x="12855960" y="1147680"/>
                <a:ext cx="78840" cy="314640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105" name="Rechthoek 147"/>
              <p:cNvSpPr/>
              <p:nvPr/>
            </p:nvSpPr>
            <p:spPr>
              <a:xfrm>
                <a:off x="12961800" y="1217880"/>
                <a:ext cx="78840" cy="244440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</p:grpSp>
      <p:pic>
        <p:nvPicPr>
          <p:cNvPr id="1106" name="logo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107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8" name="PlaceHolder 5"/>
          <p:cNvSpPr>
            <a:spLocks noGrp="1"/>
          </p:cNvSpPr>
          <p:nvPr>
            <p:ph type="sldNum" idx="4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A60AECF-2063-4DF6-943B-B40B319EB677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8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9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110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111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2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3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4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5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6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7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8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19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0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1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122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1123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4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5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26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1127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1128" name="PlaceHolder 1"/>
          <p:cNvSpPr>
            <a:spLocks noGrp="1"/>
          </p:cNvSpPr>
          <p:nvPr>
            <p:ph type="dt" idx="43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PlaceHolder 2"/>
          <p:cNvSpPr>
            <a:spLocks noGrp="1"/>
          </p:cNvSpPr>
          <p:nvPr>
            <p:ph type="ftr" idx="44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31" name="Tekstvak 6"/>
          <p:cNvSpPr/>
          <p:nvPr/>
        </p:nvSpPr>
        <p:spPr>
          <a:xfrm>
            <a:off x="4736160" y="-885600"/>
            <a:ext cx="27194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TEKST MET TABEL (50%/ 50%)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PlaceHolder 4"/>
          <p:cNvSpPr>
            <a:spLocks noGrp="1"/>
          </p:cNvSpPr>
          <p:nvPr>
            <p:ph type="body"/>
          </p:nvPr>
        </p:nvSpPr>
        <p:spPr>
          <a:xfrm>
            <a:off x="6247800" y="1407960"/>
            <a:ext cx="5411880" cy="445428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tabel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133" name="Instructie"/>
          <p:cNvGrpSpPr/>
          <p:nvPr/>
        </p:nvGrpSpPr>
        <p:grpSpPr>
          <a:xfrm>
            <a:off x="12391560" y="0"/>
            <a:ext cx="3183480" cy="3417840"/>
            <a:chOff x="12391560" y="0"/>
            <a:chExt cx="3183480" cy="3417840"/>
          </a:xfrm>
        </p:grpSpPr>
        <p:grpSp>
          <p:nvGrpSpPr>
            <p:cNvPr id="1134" name="Meer informatie"/>
            <p:cNvGrpSpPr/>
            <p:nvPr/>
          </p:nvGrpSpPr>
          <p:grpSpPr>
            <a:xfrm>
              <a:off x="12396600" y="2622960"/>
              <a:ext cx="3178440" cy="794880"/>
              <a:chOff x="12396600" y="2622960"/>
              <a:chExt cx="3178440" cy="794880"/>
            </a:xfrm>
          </p:grpSpPr>
          <p:sp>
            <p:nvSpPr>
              <p:cNvPr id="1135" name="Freeform 101"/>
              <p:cNvSpPr/>
              <p:nvPr/>
            </p:nvSpPr>
            <p:spPr>
              <a:xfrm>
                <a:off x="12396600" y="262296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136" name="Rechthoek 176"/>
              <p:cNvSpPr/>
              <p:nvPr/>
            </p:nvSpPr>
            <p:spPr>
              <a:xfrm>
                <a:off x="12757320" y="269496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137" name="Rechte verbindingslijn 177"/>
              <p:cNvCxnSpPr/>
              <p:nvPr/>
            </p:nvCxnSpPr>
            <p:spPr>
              <a:xfrm>
                <a:off x="12396960" y="34178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1138" name="Rechthoek 154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Tabel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39" name="Ovaal 155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140" name="Rechte verbindingslijn 156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1141" name="Rechte verbindingslijn 157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142" name="Rechthoek 158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tabel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tabel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43" name="Ovaal 159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44" name="Rechthoek 160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het gewenste aantal rijen en kolommen 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‘OK’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145" name="Groep 161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1146" name="Rechthoek 172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252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OK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147" name="Rechte verbindingslijn 173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1148" name="Gelijkbenige driehoek 174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cxnSp>
          <p:nvCxnSpPr>
            <p:cNvPr id="1149" name="Rechte verbindingslijn 162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1150" name="Tabel icoon"/>
            <p:cNvGrpSpPr/>
            <p:nvPr/>
          </p:nvGrpSpPr>
          <p:grpSpPr>
            <a:xfrm>
              <a:off x="12757320" y="1133640"/>
              <a:ext cx="375120" cy="338760"/>
              <a:chOff x="12757320" y="1133640"/>
              <a:chExt cx="375120" cy="338760"/>
            </a:xfrm>
          </p:grpSpPr>
          <p:sp>
            <p:nvSpPr>
              <p:cNvPr id="1151" name="Rechthoek 164"/>
              <p:cNvSpPr/>
              <p:nvPr/>
            </p:nvSpPr>
            <p:spPr>
              <a:xfrm>
                <a:off x="12757320" y="1133640"/>
                <a:ext cx="375120" cy="338760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152" name="Rechthoek 165"/>
              <p:cNvSpPr/>
              <p:nvPr/>
            </p:nvSpPr>
            <p:spPr>
              <a:xfrm>
                <a:off x="12763080" y="1139040"/>
                <a:ext cx="369360" cy="66600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21960" bIns="2196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cxnSp>
            <p:nvCxnSpPr>
              <p:cNvPr id="1153" name="Rechte verbindingslijn 166"/>
              <p:cNvCxnSpPr/>
              <p:nvPr/>
            </p:nvCxnSpPr>
            <p:spPr>
              <a:xfrm>
                <a:off x="12885840" y="1203480"/>
                <a:ext cx="360" cy="26712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154" name="Rechte verbindingslijn 167"/>
              <p:cNvCxnSpPr/>
              <p:nvPr/>
            </p:nvCxnSpPr>
            <p:spPr>
              <a:xfrm>
                <a:off x="13005000" y="1203480"/>
                <a:ext cx="360" cy="26712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155" name="Rechte verbindingslijn 168"/>
              <p:cNvCxnSpPr/>
              <p:nvPr/>
            </p:nvCxnSpPr>
            <p:spPr>
              <a:xfrm flipH="1">
                <a:off x="12762720" y="1271520"/>
                <a:ext cx="370080" cy="36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156" name="Rechte verbindingslijn 169"/>
              <p:cNvCxnSpPr/>
              <p:nvPr/>
            </p:nvCxnSpPr>
            <p:spPr>
              <a:xfrm flipH="1">
                <a:off x="12762720" y="1341360"/>
                <a:ext cx="370080" cy="36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157" name="Rechte verbindingslijn 170"/>
              <p:cNvCxnSpPr/>
              <p:nvPr/>
            </p:nvCxnSpPr>
            <p:spPr>
              <a:xfrm flipH="1">
                <a:off x="12762720" y="1409040"/>
                <a:ext cx="370080" cy="36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sp>
            <p:nvSpPr>
              <p:cNvPr id="1158" name="Rechthoek 171"/>
              <p:cNvSpPr/>
              <p:nvPr/>
            </p:nvSpPr>
            <p:spPr>
              <a:xfrm>
                <a:off x="12757320" y="1133640"/>
                <a:ext cx="375120" cy="338760"/>
              </a:xfrm>
              <a:prstGeom prst="rect">
                <a:avLst/>
              </a:prstGeom>
              <a:noFill/>
              <a:ln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</p:grpSp>
      <p:pic>
        <p:nvPicPr>
          <p:cNvPr id="1159" name="logo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160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161" name="Rechthoek 38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2" name="Rechthoek 39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3" name="Rechthoek 40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4" name="Rechthoek 41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5" name="Rechthoek 42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6" name="Rechthoek 43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7" name="Rechthoek 44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8" name="Rechthoek 45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69" name="Rechthoek 46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70" name="Rechthoek 47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71" name="Rechthoek 48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72" name="Rechthoek 49"/>
            <p:cNvSpPr/>
            <p:nvPr/>
          </p:nvSpPr>
          <p:spPr>
            <a:xfrm>
              <a:off x="596448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173" name="PlaceHolder 5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Klik hier om een bullet te plaatsen. Andere bullet of tekststijl nodig? Gebruik het menu Tekstopmaak.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8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2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9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3"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0"/>
              </a:buBlip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Numerieke 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2000" spc="-1" strike="noStrike">
                <a:solidFill>
                  <a:schemeClr val="dk1"/>
                </a:solidFill>
                <a:latin typeface="Calibri"/>
              </a:rPr>
              <a:t>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6" marL="533520" indent="-27144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Char char="→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Sub-bullet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7" marL="262080" indent="-2620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Leestekst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8" marL="536400" indent="-27468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nl-NL" sz="2000" spc="-1" strike="noStrike">
                <a:solidFill>
                  <a:schemeClr val="dk1"/>
                </a:solidFill>
                <a:latin typeface="Calibri"/>
              </a:rPr>
              <a:t>Subtitel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74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5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330C002-0CBB-4423-9D15-0F2819B905E2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11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logo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177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178" name="Rechthoek 103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79" name="Rechthoek 104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0" name="Rechthoek 105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1" name="Rechthoek 106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2" name="Rechthoek 107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3" name="Rechthoek 108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4" name="Rechthoek 109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5" name="Rechthoek 118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6" name="Rechthoek 119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7" name="Rechthoek 120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88" name="Rechthoek 121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189" name="KADER"/>
          <p:cNvGrpSpPr/>
          <p:nvPr/>
        </p:nvGrpSpPr>
        <p:grpSpPr>
          <a:xfrm>
            <a:off x="-355680" y="-212040"/>
            <a:ext cx="12894120" cy="7257240"/>
            <a:chOff x="-355680" y="-212040"/>
            <a:chExt cx="12894120" cy="7257240"/>
          </a:xfrm>
        </p:grpSpPr>
        <p:sp>
          <p:nvSpPr>
            <p:cNvPr id="1190" name="Rechthoek 22"/>
            <p:cNvSpPr/>
            <p:nvPr/>
          </p:nvSpPr>
          <p:spPr>
            <a:xfrm rot="16200000">
              <a:off x="843876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91" name="Rechthoek 23"/>
            <p:cNvSpPr/>
            <p:nvPr/>
          </p:nvSpPr>
          <p:spPr>
            <a:xfrm rot="16200000">
              <a:off x="-3498840" y="3287880"/>
              <a:ext cx="725724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92" name="Rechthoek 24"/>
            <p:cNvSpPr/>
            <p:nvPr/>
          </p:nvSpPr>
          <p:spPr>
            <a:xfrm>
              <a:off x="-355680" y="-5760"/>
              <a:ext cx="12894120" cy="2570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193" name="Rechthoek 25"/>
            <p:cNvSpPr/>
            <p:nvPr/>
          </p:nvSpPr>
          <p:spPr>
            <a:xfrm>
              <a:off x="-355680" y="6604560"/>
              <a:ext cx="12894120" cy="257040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pic>
        <p:nvPicPr>
          <p:cNvPr id="1194" name="logoboven" descr=""/>
          <p:cNvPicPr/>
          <p:nvPr/>
        </p:nvPicPr>
        <p:blipFill>
          <a:blip r:embed="rId4"/>
          <a:stretch/>
        </p:blipFill>
        <p:spPr>
          <a:xfrm>
            <a:off x="5615280" y="-1395360"/>
            <a:ext cx="952200" cy="482040"/>
          </a:xfrm>
          <a:prstGeom prst="rect">
            <a:avLst/>
          </a:prstGeom>
          <a:ln w="0">
            <a:noFill/>
          </a:ln>
        </p:spPr>
      </p:pic>
      <p:sp>
        <p:nvSpPr>
          <p:cNvPr id="1195" name="PlaceHolder 1"/>
          <p:cNvSpPr>
            <a:spLocks noGrp="1"/>
          </p:cNvSpPr>
          <p:nvPr>
            <p:ph type="dt" idx="4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chemeClr val="dk1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PlaceHolder 2"/>
          <p:cNvSpPr>
            <a:spLocks noGrp="1"/>
          </p:cNvSpPr>
          <p:nvPr>
            <p:ph type="ftr" idx="4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nl-NL" sz="1200" spc="-1" strike="noStrike" cap="all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nl-NL" sz="1200" spc="-1" strike="noStrike" cap="all">
                <a:solidFill>
                  <a:schemeClr val="dk1"/>
                </a:solidFill>
                <a:latin typeface="Calibri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Tekstvak 6"/>
          <p:cNvSpPr/>
          <p:nvPr/>
        </p:nvSpPr>
        <p:spPr>
          <a:xfrm>
            <a:off x="5280480" y="-885600"/>
            <a:ext cx="1630440" cy="3661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360000" rIns="360000" tIns="91800" bIns="918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nl-NL" sz="1200" spc="49" strike="noStrike">
                <a:solidFill>
                  <a:srgbClr val="212121"/>
                </a:solidFill>
                <a:latin typeface="Calibri"/>
              </a:rPr>
              <a:t>TABEL (100%)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PlaceHolder 3"/>
          <p:cNvSpPr>
            <a:spLocks noGrp="1"/>
          </p:cNvSpPr>
          <p:nvPr>
            <p:ph type="body"/>
          </p:nvPr>
        </p:nvSpPr>
        <p:spPr>
          <a:xfrm>
            <a:off x="516240" y="1395000"/>
            <a:ext cx="11143440" cy="447120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1620000" bIns="4500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Klik op onderstaand pictogram</a:t>
            </a:r>
            <a:br>
              <a:rPr sz="1050"/>
            </a:br>
            <a:r>
              <a:rPr b="1" lang="nl-NL" sz="1050" spc="-1" strike="noStrike">
                <a:solidFill>
                  <a:schemeClr val="dk1"/>
                </a:solidFill>
                <a:latin typeface="Calibri"/>
              </a:rPr>
              <a:t>om een tabel in te voegen</a:t>
            </a:r>
            <a:endParaRPr b="0" lang="nl-NL" sz="105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199" name="Instructie"/>
          <p:cNvGrpSpPr/>
          <p:nvPr/>
        </p:nvGrpSpPr>
        <p:grpSpPr>
          <a:xfrm>
            <a:off x="12391560" y="0"/>
            <a:ext cx="3183480" cy="3417840"/>
            <a:chOff x="12391560" y="0"/>
            <a:chExt cx="3183480" cy="3417840"/>
          </a:xfrm>
        </p:grpSpPr>
        <p:grpSp>
          <p:nvGrpSpPr>
            <p:cNvPr id="1200" name="Meer informatie"/>
            <p:cNvGrpSpPr/>
            <p:nvPr/>
          </p:nvGrpSpPr>
          <p:grpSpPr>
            <a:xfrm>
              <a:off x="12396600" y="2622960"/>
              <a:ext cx="3178440" cy="794880"/>
              <a:chOff x="12396600" y="2622960"/>
              <a:chExt cx="3178440" cy="794880"/>
            </a:xfrm>
          </p:grpSpPr>
          <p:sp>
            <p:nvSpPr>
              <p:cNvPr id="1201" name="Freeform 101"/>
              <p:cNvSpPr/>
              <p:nvPr/>
            </p:nvSpPr>
            <p:spPr>
              <a:xfrm>
                <a:off x="12396600" y="2622960"/>
                <a:ext cx="255240" cy="255240"/>
              </a:xfrm>
              <a:custGeom>
                <a:avLst/>
                <a:gdLst>
                  <a:gd name="textAreaLeft" fmla="*/ 0 w 255240"/>
                  <a:gd name="textAreaRight" fmla="*/ 255600 w 255240"/>
                  <a:gd name="textAreaTop" fmla="*/ 0 h 255240"/>
                  <a:gd name="textAreaBottom" fmla="*/ 255600 h 255240"/>
                </a:gdLst>
                <a:ahLst/>
                <a:rect l="textAreaLeft" t="textAreaTop" r="textAreaRight" b="textAreaBottom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nl-NL" sz="11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202" name="Rechthoek 176"/>
              <p:cNvSpPr/>
              <p:nvPr/>
            </p:nvSpPr>
            <p:spPr>
              <a:xfrm>
                <a:off x="12757320" y="2694960"/>
                <a:ext cx="2817720" cy="591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  <a:tabLst>
                    <a:tab algn="l" pos="0"/>
                  </a:tabLst>
                </a:pP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Meer weten?</a:t>
                </a:r>
                <a:br>
                  <a:rPr sz="1100"/>
                </a:b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Ga naar dia </a:t>
                </a:r>
                <a:r>
                  <a:rPr b="1" lang="nl-NL" sz="1100" spc="-1" strike="noStrike">
                    <a:solidFill>
                      <a:srgbClr val="000000"/>
                    </a:solidFill>
                    <a:latin typeface="Calibri"/>
                  </a:rPr>
                  <a:t>‘Instructie dia: YouTube links’</a:t>
                </a:r>
                <a:r>
                  <a:rPr b="0" lang="nl-NL" sz="1100" spc="-1" strike="noStrike">
                    <a:solidFill>
                      <a:srgbClr val="000000"/>
                    </a:solidFill>
                    <a:latin typeface="Calibri"/>
                  </a:rPr>
                  <a:t>, open deze in de diavoorstelling en klik op de gewenste video link.</a:t>
                </a:r>
                <a:endParaRPr b="0" lang="en-US" sz="11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203" name="Rechte verbindingslijn 177"/>
              <p:cNvCxnSpPr/>
              <p:nvPr/>
            </p:nvCxnSpPr>
            <p:spPr>
              <a:xfrm>
                <a:off x="12396960" y="3417840"/>
                <a:ext cx="3178440" cy="360"/>
              </a:xfrm>
              <a:prstGeom prst="straightConnector1">
                <a:avLst/>
              </a:prstGeom>
              <a:ln w="3175">
                <a:solidFill>
                  <a:srgbClr val="ea7600"/>
                </a:solidFill>
                <a:round/>
              </a:ln>
            </p:spPr>
          </p:cxnSp>
        </p:grpSp>
        <p:sp>
          <p:nvSpPr>
            <p:cNvPr id="1204" name="Rechthoek 154"/>
            <p:cNvSpPr/>
            <p:nvPr/>
          </p:nvSpPr>
          <p:spPr>
            <a:xfrm>
              <a:off x="12397320" y="0"/>
              <a:ext cx="3177720" cy="19116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80000"/>
                </a:lnSpc>
                <a:tabLst>
                  <a:tab algn="l" pos="0"/>
                </a:tabLst>
              </a:pPr>
              <a:r>
                <a:rPr b="1" lang="nl-NL" sz="1400" spc="-1" strike="noStrike" cap="all">
                  <a:solidFill>
                    <a:schemeClr val="accent1"/>
                  </a:solidFill>
                  <a:latin typeface="Calibri"/>
                </a:rPr>
                <a:t>Tabel invoegen/veranderen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05" name="Ovaal 155"/>
            <p:cNvSpPr/>
            <p:nvPr/>
          </p:nvSpPr>
          <p:spPr>
            <a:xfrm>
              <a:off x="12391560" y="36648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1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206" name="Rechte verbindingslijn 156"/>
            <p:cNvCxnSpPr/>
            <p:nvPr/>
          </p:nvCxnSpPr>
          <p:spPr>
            <a:xfrm>
              <a:off x="12396960" y="24156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cxnSp>
          <p:nvCxnSpPr>
            <p:cNvPr id="1207" name="Rechte verbindingslijn 157"/>
            <p:cNvCxnSpPr/>
            <p:nvPr/>
          </p:nvCxnSpPr>
          <p:spPr>
            <a:xfrm>
              <a:off x="12396960" y="15778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sp>
          <p:nvSpPr>
            <p:cNvPr id="1208" name="Rechthoek 158"/>
            <p:cNvSpPr/>
            <p:nvPr/>
          </p:nvSpPr>
          <p:spPr>
            <a:xfrm>
              <a:off x="12757320" y="432720"/>
              <a:ext cx="2817720" cy="59508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Wanneer nodig, verwijder de bestaande tabel d.m.v. de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‘Delete’-knop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 Klik op het pictogram om een nieuwe tabel in te voegen. </a:t>
              </a:r>
              <a:r>
                <a:rPr b="0" i="1" lang="nl-NL" sz="1100" spc="-1" strike="noStrike">
                  <a:solidFill>
                    <a:srgbClr val="000000"/>
                  </a:solidFill>
                  <a:latin typeface="Calibri"/>
                </a:rPr>
                <a:t>(zie onderstaand voorbeeld).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09" name="Ovaal 159"/>
            <p:cNvSpPr/>
            <p:nvPr/>
          </p:nvSpPr>
          <p:spPr>
            <a:xfrm>
              <a:off x="12391560" y="1706400"/>
              <a:ext cx="260640" cy="25920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chemeClr val="lt1"/>
                  </a:solidFill>
                  <a:latin typeface="Calibri"/>
                </a:rPr>
                <a:t>2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10" name="Rechthoek 160"/>
            <p:cNvSpPr/>
            <p:nvPr/>
          </p:nvSpPr>
          <p:spPr>
            <a:xfrm>
              <a:off x="12757320" y="1772640"/>
              <a:ext cx="2817720" cy="31752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  <a:tabLst>
                  <a:tab algn="l" pos="0"/>
                </a:tabLst>
              </a:pP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Selecteer het gewenste aantal rijen en kolommen en klik op </a:t>
              </a:r>
              <a:r>
                <a:rPr b="1" lang="nl-NL" sz="1100" spc="-1" strike="noStrike">
                  <a:solidFill>
                    <a:srgbClr val="000000"/>
                  </a:solidFill>
                  <a:latin typeface="Calibri"/>
                </a:rPr>
                <a:t>‘OK’</a:t>
              </a:r>
              <a:r>
                <a:rPr b="0" lang="nl-NL" sz="1100" spc="-1" strike="noStrike">
                  <a:solidFill>
                    <a:srgbClr val="000000"/>
                  </a:solidFill>
                  <a:latin typeface="Calibri"/>
                </a:rPr>
                <a:t>.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211" name="Groep 161"/>
            <p:cNvGrpSpPr/>
            <p:nvPr/>
          </p:nvGrpSpPr>
          <p:grpSpPr>
            <a:xfrm>
              <a:off x="12757320" y="2184480"/>
              <a:ext cx="825120" cy="209160"/>
              <a:chOff x="12757320" y="2184480"/>
              <a:chExt cx="825120" cy="209160"/>
            </a:xfrm>
          </p:grpSpPr>
          <p:sp>
            <p:nvSpPr>
              <p:cNvPr id="1212" name="Rechthoek 172"/>
              <p:cNvSpPr/>
              <p:nvPr/>
            </p:nvSpPr>
            <p:spPr>
              <a:xfrm>
                <a:off x="12757320" y="2184480"/>
                <a:ext cx="825120" cy="209160"/>
              </a:xfrm>
              <a:prstGeom prst="rect">
                <a:avLst/>
              </a:prstGeom>
              <a:solidFill>
                <a:srgbClr val="e5f1fb"/>
              </a:solidFill>
              <a:ln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252000" rIns="0" tIns="0" bIns="0" anchor="ctr">
                <a:noAutofit/>
              </a:bodyPr>
              <a:p>
                <a:pPr defTabSz="914400">
                  <a:lnSpc>
                    <a:spcPct val="9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800" spc="-1" strike="noStrike">
                    <a:solidFill>
                      <a:schemeClr val="dk1"/>
                    </a:solidFill>
                    <a:latin typeface="Arial"/>
                  </a:rPr>
                  <a:t>OK</a:t>
                </a:r>
                <a:endParaRPr b="0" lang="en-US" sz="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1213" name="Rechte verbindingslijn 173"/>
              <p:cNvCxnSpPr/>
              <p:nvPr/>
            </p:nvCxnSpPr>
            <p:spPr>
              <a:xfrm>
                <a:off x="13407840" y="2216880"/>
                <a:ext cx="360" cy="142920"/>
              </a:xfrm>
              <a:prstGeom prst="straightConnector1">
                <a:avLst/>
              </a:prstGeom>
              <a:ln w="3175">
                <a:solidFill>
                  <a:srgbClr val="44546a"/>
                </a:solidFill>
                <a:round/>
              </a:ln>
            </p:spPr>
          </p:cxnSp>
          <p:sp>
            <p:nvSpPr>
              <p:cNvPr id="1214" name="Gelijkbenige driehoek 174"/>
              <p:cNvSpPr/>
              <p:nvPr/>
            </p:nvSpPr>
            <p:spPr>
              <a:xfrm rot="10800000">
                <a:off x="13449240" y="2269080"/>
                <a:ext cx="86400" cy="50760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</p:grpSp>
        <p:cxnSp>
          <p:nvCxnSpPr>
            <p:cNvPr id="1215" name="Rechte verbindingslijn 162"/>
            <p:cNvCxnSpPr/>
            <p:nvPr/>
          </p:nvCxnSpPr>
          <p:spPr>
            <a:xfrm>
              <a:off x="12396960" y="2499480"/>
              <a:ext cx="3178440" cy="360"/>
            </a:xfrm>
            <a:prstGeom prst="straightConnector1">
              <a:avLst/>
            </a:prstGeom>
            <a:ln w="3175">
              <a:solidFill>
                <a:srgbClr val="ea7600"/>
              </a:solidFill>
              <a:round/>
            </a:ln>
          </p:spPr>
        </p:cxnSp>
        <p:grpSp>
          <p:nvGrpSpPr>
            <p:cNvPr id="1216" name="Tabel icoon"/>
            <p:cNvGrpSpPr/>
            <p:nvPr/>
          </p:nvGrpSpPr>
          <p:grpSpPr>
            <a:xfrm>
              <a:off x="12757320" y="1133640"/>
              <a:ext cx="375120" cy="338760"/>
              <a:chOff x="12757320" y="1133640"/>
              <a:chExt cx="375120" cy="338760"/>
            </a:xfrm>
          </p:grpSpPr>
          <p:sp>
            <p:nvSpPr>
              <p:cNvPr id="1217" name="Rechthoek 164"/>
              <p:cNvSpPr/>
              <p:nvPr/>
            </p:nvSpPr>
            <p:spPr>
              <a:xfrm>
                <a:off x="12757320" y="1133640"/>
                <a:ext cx="375120" cy="338760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218" name="Rechthoek 165"/>
              <p:cNvSpPr/>
              <p:nvPr/>
            </p:nvSpPr>
            <p:spPr>
              <a:xfrm>
                <a:off x="12763080" y="1139040"/>
                <a:ext cx="369360" cy="66600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21960" bIns="2196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cxnSp>
            <p:nvCxnSpPr>
              <p:cNvPr id="1219" name="Rechte verbindingslijn 166"/>
              <p:cNvCxnSpPr/>
              <p:nvPr/>
            </p:nvCxnSpPr>
            <p:spPr>
              <a:xfrm>
                <a:off x="12885840" y="1203480"/>
                <a:ext cx="360" cy="26712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220" name="Rechte verbindingslijn 167"/>
              <p:cNvCxnSpPr/>
              <p:nvPr/>
            </p:nvCxnSpPr>
            <p:spPr>
              <a:xfrm>
                <a:off x="13005000" y="1203480"/>
                <a:ext cx="360" cy="26712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221" name="Rechte verbindingslijn 168"/>
              <p:cNvCxnSpPr/>
              <p:nvPr/>
            </p:nvCxnSpPr>
            <p:spPr>
              <a:xfrm flipH="1">
                <a:off x="12762720" y="1271520"/>
                <a:ext cx="370080" cy="36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222" name="Rechte verbindingslijn 169"/>
              <p:cNvCxnSpPr/>
              <p:nvPr/>
            </p:nvCxnSpPr>
            <p:spPr>
              <a:xfrm flipH="1">
                <a:off x="12762720" y="1341360"/>
                <a:ext cx="370080" cy="36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cxnSp>
            <p:nvCxnSpPr>
              <p:cNvPr id="1223" name="Rechte verbindingslijn 170"/>
              <p:cNvCxnSpPr/>
              <p:nvPr/>
            </p:nvCxnSpPr>
            <p:spPr>
              <a:xfrm flipH="1">
                <a:off x="12762720" y="1409040"/>
                <a:ext cx="370080" cy="360"/>
              </a:xfrm>
              <a:prstGeom prst="straightConnector1">
                <a:avLst/>
              </a:prstGeom>
              <a:ln w="12700">
                <a:solidFill>
                  <a:srgbClr val="b5b5b5"/>
                </a:solidFill>
              </a:ln>
            </p:spPr>
          </p:cxnSp>
          <p:sp>
            <p:nvSpPr>
              <p:cNvPr id="1224" name="Rechthoek 171"/>
              <p:cNvSpPr/>
              <p:nvPr/>
            </p:nvSpPr>
            <p:spPr>
              <a:xfrm>
                <a:off x="12757320" y="1133640"/>
                <a:ext cx="375120" cy="338760"/>
              </a:xfrm>
              <a:prstGeom prst="rect">
                <a:avLst/>
              </a:prstGeom>
              <a:noFill/>
              <a:ln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</p:grpSp>
      <p:pic>
        <p:nvPicPr>
          <p:cNvPr id="1225" name="logo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grpSp>
        <p:nvGrpSpPr>
          <p:cNvPr id="1226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227" name="Rechthoek 38"/>
            <p:cNvSpPr/>
            <p:nvPr/>
          </p:nvSpPr>
          <p:spPr>
            <a:xfrm>
              <a:off x="0" y="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28" name="Rechthoek 39"/>
            <p:cNvSpPr/>
            <p:nvPr/>
          </p:nvSpPr>
          <p:spPr>
            <a:xfrm>
              <a:off x="0" y="6596640"/>
              <a:ext cx="12191760" cy="26100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29" name="Rechthoek 40"/>
            <p:cNvSpPr/>
            <p:nvPr/>
          </p:nvSpPr>
          <p:spPr>
            <a:xfrm>
              <a:off x="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0" name="Rechthoek 41"/>
            <p:cNvSpPr/>
            <p:nvPr/>
          </p:nvSpPr>
          <p:spPr>
            <a:xfrm>
              <a:off x="11929320" y="0"/>
              <a:ext cx="262440" cy="6857640"/>
            </a:xfrm>
            <a:prstGeom prst="rect">
              <a:avLst/>
            </a:prstGeom>
            <a:solidFill>
              <a:srgbClr val="ea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1" name="Rechthoek 42"/>
            <p:cNvSpPr/>
            <p:nvPr/>
          </p:nvSpPr>
          <p:spPr>
            <a:xfrm>
              <a:off x="0" y="262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2" name="Rechthoek 43"/>
            <p:cNvSpPr/>
            <p:nvPr/>
          </p:nvSpPr>
          <p:spPr>
            <a:xfrm>
              <a:off x="2592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3" name="Rechthoek 44"/>
            <p:cNvSpPr/>
            <p:nvPr/>
          </p:nvSpPr>
          <p:spPr>
            <a:xfrm>
              <a:off x="1166796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4" name="Rechthoek 45"/>
            <p:cNvSpPr/>
            <p:nvPr/>
          </p:nvSpPr>
          <p:spPr>
            <a:xfrm>
              <a:off x="0" y="633744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5" name="Rechthoek 46"/>
            <p:cNvSpPr/>
            <p:nvPr/>
          </p:nvSpPr>
          <p:spPr>
            <a:xfrm>
              <a:off x="949140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6" name="Rechthoek 47"/>
            <p:cNvSpPr/>
            <p:nvPr/>
          </p:nvSpPr>
          <p:spPr>
            <a:xfrm>
              <a:off x="0" y="113292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7" name="Rechthoek 48"/>
            <p:cNvSpPr/>
            <p:nvPr/>
          </p:nvSpPr>
          <p:spPr>
            <a:xfrm>
              <a:off x="0" y="5859000"/>
              <a:ext cx="12191760" cy="261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38" name="Rechthoek 49"/>
            <p:cNvSpPr/>
            <p:nvPr/>
          </p:nvSpPr>
          <p:spPr>
            <a:xfrm>
              <a:off x="5964480" y="0"/>
              <a:ext cx="262440" cy="685764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39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Plaats hier je titel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0" name="Onder balkje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rgbClr val="ea7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2040" bIns="320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1" name="PlaceHolder 5"/>
          <p:cNvSpPr>
            <a:spLocks noGrp="1"/>
          </p:cNvSpPr>
          <p:nvPr>
            <p:ph type="sldNum" idx="4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nl-NL" sz="1200" spc="-1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84B557E-F049-4D58-BBEE-6CE0D930CECB}" type="slidenum">
              <a:rPr b="1" lang="nl-NL" sz="1200" spc="-1" strike="noStrike">
                <a:solidFill>
                  <a:schemeClr val="dk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7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Rechthoek 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endParaRPr b="1" lang="nl-NL" sz="1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3" name="Rechthoek 6"/>
          <p:cNvSpPr/>
          <p:nvPr/>
        </p:nvSpPr>
        <p:spPr>
          <a:xfrm>
            <a:off x="701640" y="1571400"/>
            <a:ext cx="10800360" cy="43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nl-NL" sz="1200" spc="-1" strike="noStrike">
                <a:solidFill>
                  <a:srgbClr val="303e48"/>
                </a:solidFill>
                <a:latin typeface="Calibri"/>
                <a:ea typeface="Open Sans"/>
              </a:rPr>
              <a:t>Beste,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nl-NL" sz="1000" spc="-1" strike="noStrike">
                <a:solidFill>
                  <a:srgbClr val="303e48"/>
                </a:solidFill>
                <a:latin typeface="Calibri"/>
                <a:ea typeface="Open Sans"/>
              </a:rPr>
              <a:t>Bij PPT Solutions communiceren we feedback met opmerkingen in PowerPoint.</a:t>
            </a:r>
            <a:br>
              <a:rPr sz="1000"/>
            </a:br>
            <a:r>
              <a:rPr b="0" lang="nl-NL" sz="1000" spc="-1" strike="noStrike">
                <a:solidFill>
                  <a:srgbClr val="303e48"/>
                </a:solidFill>
                <a:latin typeface="Calibri"/>
                <a:ea typeface="Open Sans"/>
              </a:rPr>
              <a:t>Wanneer u feedback heeft wat betrekking heeft op een dia in de presentatie, ga dan naar de desbetreffende dia en volg de volgende stappen: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br>
              <a:rPr sz="1000"/>
            </a:br>
            <a:br>
              <a:rPr sz="1000"/>
            </a:b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br>
              <a:rPr sz="1000"/>
            </a:br>
            <a:br>
              <a:rPr sz="1000"/>
            </a:b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799"/>
              </a:spcAft>
              <a:tabLst>
                <a:tab algn="l" pos="0"/>
              </a:tabLst>
            </a:pPr>
            <a:r>
              <a:rPr b="0" lang="nl-NL" sz="600" spc="-1" strike="noStrike">
                <a:solidFill>
                  <a:srgbClr val="303e48"/>
                </a:solidFill>
                <a:latin typeface="Calibri"/>
                <a:ea typeface="Open Sans"/>
              </a:rPr>
              <a:t> </a:t>
            </a:r>
            <a:br>
              <a:rPr sz="1000"/>
            </a:br>
            <a:r>
              <a:rPr b="0" lang="nl-NL" sz="1200" spc="-1" strike="noStrike">
                <a:solidFill>
                  <a:srgbClr val="303e48"/>
                </a:solidFill>
                <a:latin typeface="Calibri"/>
                <a:ea typeface="Open Sans"/>
              </a:rPr>
              <a:t>Antwoorden</a:t>
            </a:r>
            <a:br>
              <a:rPr sz="1000"/>
            </a:br>
            <a:r>
              <a:rPr b="0" lang="nl-NL" sz="1000" spc="-1" strike="noStrike">
                <a:solidFill>
                  <a:srgbClr val="303e48"/>
                </a:solidFill>
                <a:latin typeface="Calibri"/>
                <a:ea typeface="Open Sans"/>
              </a:rPr>
              <a:t>Deze stappen kunt u uitvoeren door de gehele presentatie en eventueel ook antwoord geven op onze communicatie via opmerkingen.</a:t>
            </a:r>
            <a:br>
              <a:rPr sz="1000"/>
            </a:br>
            <a:r>
              <a:rPr b="0" lang="nl-NL" sz="1000" spc="-1" strike="noStrike">
                <a:solidFill>
                  <a:srgbClr val="303e48"/>
                </a:solidFill>
                <a:latin typeface="Calibri"/>
                <a:ea typeface="Open Sans"/>
              </a:rPr>
              <a:t>De volgende stappen kunt u uitvoeren om antwoord te geven op evt. opmerkingen of om naar de vorige/volgende opmerking in de presentatie te gaan: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Tekstvak 7"/>
          <p:cNvSpPr/>
          <p:nvPr/>
        </p:nvSpPr>
        <p:spPr>
          <a:xfrm>
            <a:off x="1110600" y="2257920"/>
            <a:ext cx="48330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Boven in je scherm, in de werkbalk, selecteer je het tabje </a:t>
            </a:r>
            <a:r>
              <a:rPr b="1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‘Invoegen’.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Ovaal 8"/>
          <p:cNvSpPr/>
          <p:nvPr/>
        </p:nvSpPr>
        <p:spPr>
          <a:xfrm>
            <a:off x="696960" y="2246400"/>
            <a:ext cx="288360" cy="287640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nl-NL" sz="1000" spc="-1" strike="noStrike" cap="all">
                <a:solidFill>
                  <a:schemeClr val="lt1"/>
                </a:solidFill>
                <a:latin typeface="Calibri"/>
                <a:ea typeface="Open Sans"/>
              </a:rPr>
              <a:t>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6" name="Tekstvak 9"/>
          <p:cNvSpPr/>
          <p:nvPr/>
        </p:nvSpPr>
        <p:spPr>
          <a:xfrm>
            <a:off x="1110600" y="2737800"/>
            <a:ext cx="483300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Klik op de knop </a:t>
            </a:r>
            <a:r>
              <a:rPr b="1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‘Nieuwe opmerking’.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Ovaal 10"/>
          <p:cNvSpPr/>
          <p:nvPr/>
        </p:nvSpPr>
        <p:spPr>
          <a:xfrm>
            <a:off x="696960" y="2737800"/>
            <a:ext cx="288360" cy="287640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nl-NL" sz="1000" spc="-1" strike="noStrike" cap="all">
                <a:solidFill>
                  <a:schemeClr val="lt1"/>
                </a:solidFill>
                <a:latin typeface="Calibri"/>
                <a:ea typeface="Open Sans"/>
              </a:rPr>
              <a:t>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8" name="Tekstvak 11"/>
          <p:cNvSpPr/>
          <p:nvPr/>
        </p:nvSpPr>
        <p:spPr>
          <a:xfrm>
            <a:off x="1110600" y="3233160"/>
            <a:ext cx="5681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Er verschijnt nu een klein spreekwolkje op de slide en het venster voor opmerkingen opent zich aan de zijkant.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b="1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Typ uw feedback in het tekst vak in het venster voor opmerkingen.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Ovaal 12"/>
          <p:cNvSpPr/>
          <p:nvPr/>
        </p:nvSpPr>
        <p:spPr>
          <a:xfrm>
            <a:off x="696960" y="3229200"/>
            <a:ext cx="288360" cy="287640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nl-NL" sz="1000" spc="-1" strike="noStrike" cap="all">
                <a:solidFill>
                  <a:schemeClr val="lt1"/>
                </a:solidFill>
                <a:latin typeface="Calibri"/>
                <a:ea typeface="Open Sans"/>
              </a:rPr>
              <a:t>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Tekstvak 13"/>
          <p:cNvSpPr/>
          <p:nvPr/>
        </p:nvSpPr>
        <p:spPr>
          <a:xfrm>
            <a:off x="1110600" y="3728160"/>
            <a:ext cx="73065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Wanneer u dit gedaan heeft, kunt u het spreekwolkje op de juiste plaats op de dia slepen. </a:t>
            </a:r>
            <a:br>
              <a:rPr sz="1000"/>
            </a:br>
            <a:r>
              <a:rPr b="1" lang="nl-NL" sz="1000" spc="-1" strike="noStrike">
                <a:solidFill>
                  <a:srgbClr val="44546a"/>
                </a:solidFill>
                <a:latin typeface="Calibri"/>
                <a:ea typeface="Open Sans"/>
              </a:rPr>
              <a:t>Zo is het voor ons duidelijk op welk deel van de content, op de dia, uw feedback betrekking heeft.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Ovaal 14"/>
          <p:cNvSpPr/>
          <p:nvPr/>
        </p:nvSpPr>
        <p:spPr>
          <a:xfrm>
            <a:off x="696960" y="3720240"/>
            <a:ext cx="288360" cy="287640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nl-NL" sz="1000" spc="-1" strike="noStrike" cap="all">
                <a:solidFill>
                  <a:schemeClr val="lt1"/>
                </a:solidFill>
                <a:latin typeface="Calibri"/>
                <a:ea typeface="Open Sans"/>
              </a:rPr>
              <a:t>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2" name="Afbeelding 15" descr=""/>
          <p:cNvPicPr/>
          <p:nvPr/>
        </p:nvPicPr>
        <p:blipFill>
          <a:blip r:embed="rId2"/>
          <a:stretch/>
        </p:blipFill>
        <p:spPr>
          <a:xfrm>
            <a:off x="8649000" y="2277360"/>
            <a:ext cx="1559160" cy="226440"/>
          </a:xfrm>
          <a:prstGeom prst="rect">
            <a:avLst/>
          </a:prstGeom>
          <a:ln w="3175">
            <a:solidFill>
              <a:srgbClr val="e7e6e6"/>
            </a:solidFill>
            <a:round/>
          </a:ln>
        </p:spPr>
      </p:pic>
      <p:pic>
        <p:nvPicPr>
          <p:cNvPr id="1253" name="Afbeelding 16" descr=""/>
          <p:cNvPicPr/>
          <p:nvPr/>
        </p:nvPicPr>
        <p:blipFill>
          <a:blip r:embed="rId3"/>
          <a:stretch/>
        </p:blipFill>
        <p:spPr>
          <a:xfrm>
            <a:off x="8649000" y="2742120"/>
            <a:ext cx="320400" cy="279000"/>
          </a:xfrm>
          <a:prstGeom prst="rect">
            <a:avLst/>
          </a:prstGeom>
          <a:ln w="3175">
            <a:solidFill>
              <a:srgbClr val="e7e6e6"/>
            </a:solidFill>
            <a:round/>
          </a:ln>
        </p:spPr>
      </p:pic>
      <p:pic>
        <p:nvPicPr>
          <p:cNvPr id="1254" name="Afbeelding 17" descr=""/>
          <p:cNvPicPr/>
          <p:nvPr/>
        </p:nvPicPr>
        <p:blipFill>
          <a:blip r:embed="rId4"/>
          <a:stretch/>
        </p:blipFill>
        <p:spPr>
          <a:xfrm>
            <a:off x="8649000" y="3722760"/>
            <a:ext cx="1478880" cy="618120"/>
          </a:xfrm>
          <a:prstGeom prst="rect">
            <a:avLst/>
          </a:prstGeom>
          <a:ln w="3175">
            <a:solidFill>
              <a:srgbClr val="e7e6e6"/>
            </a:solidFill>
            <a:round/>
          </a:ln>
        </p:spPr>
      </p:pic>
      <p:pic>
        <p:nvPicPr>
          <p:cNvPr id="1255" name="Afbeelding 18" descr=""/>
          <p:cNvPicPr/>
          <p:nvPr/>
        </p:nvPicPr>
        <p:blipFill>
          <a:blip r:embed="rId5"/>
          <a:stretch/>
        </p:blipFill>
        <p:spPr>
          <a:xfrm>
            <a:off x="8649000" y="3220200"/>
            <a:ext cx="320400" cy="305280"/>
          </a:xfrm>
          <a:prstGeom prst="rect">
            <a:avLst/>
          </a:prstGeom>
          <a:ln w="3175">
            <a:solidFill>
              <a:srgbClr val="e7e6e6"/>
            </a:solidFill>
            <a:round/>
          </a:ln>
        </p:spPr>
      </p:pic>
      <p:grpSp>
        <p:nvGrpSpPr>
          <p:cNvPr id="1256" name="Groep 19"/>
          <p:cNvGrpSpPr/>
          <p:nvPr/>
        </p:nvGrpSpPr>
        <p:grpSpPr>
          <a:xfrm>
            <a:off x="1110600" y="5258880"/>
            <a:ext cx="10532160" cy="787320"/>
            <a:chOff x="1110600" y="5258880"/>
            <a:chExt cx="10532160" cy="787320"/>
          </a:xfrm>
        </p:grpSpPr>
        <p:sp>
          <p:nvSpPr>
            <p:cNvPr id="1257" name="Tekstvak 20"/>
            <p:cNvSpPr/>
            <p:nvPr/>
          </p:nvSpPr>
          <p:spPr>
            <a:xfrm>
              <a:off x="1110600" y="5258880"/>
              <a:ext cx="10532160" cy="287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000" spc="-1" strike="noStrike">
                  <a:solidFill>
                    <a:srgbClr val="44546a"/>
                  </a:solidFill>
                  <a:latin typeface="Calibri"/>
                  <a:ea typeface="Open Sans"/>
                </a:rPr>
                <a:t>Wanneer het venster voor opmerkingen is geopend en u een opmerking van PPT Solutions ziet staan, Kunt u antwoorden door</a:t>
              </a:r>
              <a:br>
                <a:rPr sz="1000"/>
              </a:br>
              <a:r>
                <a:rPr b="1" lang="nl-NL" sz="1000" spc="-1" strike="noStrike">
                  <a:solidFill>
                    <a:srgbClr val="44546a"/>
                  </a:solidFill>
                  <a:latin typeface="Calibri"/>
                  <a:ea typeface="Open Sans"/>
                </a:rPr>
                <a:t>Onder de opmerking, waar een tekst vak staat met de beschrijving ‘Beantwoorden’, uw antwoord te typen.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58" name="Tekstvak 21"/>
            <p:cNvSpPr/>
            <p:nvPr/>
          </p:nvSpPr>
          <p:spPr>
            <a:xfrm>
              <a:off x="1110600" y="5758560"/>
              <a:ext cx="10532160" cy="287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nl-NL" sz="1000" spc="-1" strike="noStrike">
                  <a:solidFill>
                    <a:srgbClr val="44546a"/>
                  </a:solidFill>
                  <a:latin typeface="Calibri"/>
                  <a:ea typeface="Open Sans"/>
                </a:rPr>
                <a:t>Wanneer het venster voor opmerkingen is geopend zijn in de rechter bovenhoek twee knopjes zichtbaar.</a:t>
              </a:r>
              <a:br>
                <a:rPr sz="1000"/>
              </a:br>
              <a:r>
                <a:rPr b="1" lang="nl-NL" sz="1000" spc="-1" strike="noStrike">
                  <a:solidFill>
                    <a:srgbClr val="44546a"/>
                  </a:solidFill>
                  <a:latin typeface="Calibri"/>
                  <a:ea typeface="Open Sans"/>
                </a:rPr>
                <a:t>Met het linker knopje gaat u naar de vorige opmerking in de presentatie en met het rechter knopje gaat u naar de volgende.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1259" name="Afbeelding 22" descr=""/>
          <p:cNvPicPr/>
          <p:nvPr/>
        </p:nvPicPr>
        <p:blipFill>
          <a:blip r:embed="rId6"/>
          <a:stretch/>
        </p:blipFill>
        <p:spPr>
          <a:xfrm>
            <a:off x="8649000" y="5235840"/>
            <a:ext cx="1086120" cy="342000"/>
          </a:xfrm>
          <a:prstGeom prst="rect">
            <a:avLst/>
          </a:prstGeom>
          <a:ln w="3175">
            <a:solidFill>
              <a:srgbClr val="e7e6e6"/>
            </a:solidFill>
            <a:round/>
          </a:ln>
        </p:spPr>
      </p:pic>
      <p:pic>
        <p:nvPicPr>
          <p:cNvPr id="1260" name="Afbeelding 23" descr=""/>
          <p:cNvPicPr/>
          <p:nvPr/>
        </p:nvPicPr>
        <p:blipFill>
          <a:blip r:embed="rId7"/>
          <a:stretch/>
        </p:blipFill>
        <p:spPr>
          <a:xfrm>
            <a:off x="8649000" y="5727600"/>
            <a:ext cx="598680" cy="337680"/>
          </a:xfrm>
          <a:prstGeom prst="rect">
            <a:avLst/>
          </a:prstGeom>
          <a:ln w="3175">
            <a:solidFill>
              <a:srgbClr val="e7e6e6"/>
            </a:solidFill>
            <a:round/>
          </a:ln>
        </p:spPr>
      </p:pic>
      <p:sp>
        <p:nvSpPr>
          <p:cNvPr id="1261" name="Tijdelijke aanduiding voor tekst 58"/>
          <p:cNvSpPr/>
          <p:nvPr/>
        </p:nvSpPr>
        <p:spPr>
          <a:xfrm>
            <a:off x="0" y="6750000"/>
            <a:ext cx="12191760" cy="107640"/>
          </a:xfrm>
          <a:prstGeom prst="rect">
            <a:avLst/>
          </a:prstGeom>
          <a:solidFill>
            <a:srgbClr val="0096a5"/>
          </a:solidFill>
          <a:ln w="0">
            <a:noFill/>
          </a:ln>
          <a:effectLst>
            <a:innerShdw blurRad="114300" dir="16200000" dist="38100">
              <a:srgbClr val="000000">
                <a:alpha val="20000"/>
              </a:srgbClr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72000" rIns="72000" tIns="90000" bIns="18000" anchor="ctr">
            <a:noAutofit/>
          </a:bodyPr>
          <a:p>
            <a:pPr algn="ctr"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nl-NL" sz="2000" spc="-1" strike="noStrike" cap="all">
              <a:solidFill>
                <a:schemeClr val="lt1"/>
              </a:solidFill>
              <a:latin typeface="Calibri"/>
            </a:endParaRPr>
          </a:p>
        </p:txBody>
      </p:sp>
      <p:cxnSp>
        <p:nvCxnSpPr>
          <p:cNvPr id="1262" name="Rechte verbindingslijn 25"/>
          <p:cNvCxnSpPr/>
          <p:nvPr/>
        </p:nvCxnSpPr>
        <p:spPr>
          <a:xfrm>
            <a:off x="693720" y="1124640"/>
            <a:ext cx="9947160" cy="360"/>
          </a:xfrm>
          <a:prstGeom prst="straightConnector1">
            <a:avLst/>
          </a:prstGeom>
          <a:ln w="12700">
            <a:solidFill>
              <a:srgbClr val="e7e6e6"/>
            </a:solidFill>
          </a:ln>
        </p:spPr>
      </p:cxnSp>
      <p:sp>
        <p:nvSpPr>
          <p:cNvPr id="1263" name="Ovaal 26"/>
          <p:cNvSpPr/>
          <p:nvPr/>
        </p:nvSpPr>
        <p:spPr>
          <a:xfrm>
            <a:off x="706680" y="5258160"/>
            <a:ext cx="288360" cy="287640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nl-NL" sz="1000" spc="-1" strike="noStrike" cap="all">
                <a:solidFill>
                  <a:schemeClr val="lt1"/>
                </a:solidFill>
                <a:latin typeface="Calibri"/>
                <a:ea typeface="Open Sans"/>
              </a:rPr>
              <a:t>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" name="Ovaal 27"/>
          <p:cNvSpPr/>
          <p:nvPr/>
        </p:nvSpPr>
        <p:spPr>
          <a:xfrm>
            <a:off x="706680" y="5749560"/>
            <a:ext cx="288360" cy="287640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nl-NL" sz="1000" spc="-1" strike="noStrike" cap="all">
                <a:solidFill>
                  <a:schemeClr val="lt1"/>
                </a:solidFill>
                <a:latin typeface="Calibri"/>
                <a:ea typeface="Open Sans"/>
              </a:rPr>
              <a:t>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265" name="Rechte verbindingslijn 28"/>
          <p:cNvCxnSpPr/>
          <p:nvPr/>
        </p:nvCxnSpPr>
        <p:spPr>
          <a:xfrm>
            <a:off x="698400" y="2635920"/>
            <a:ext cx="9933480" cy="360"/>
          </a:xfrm>
          <a:prstGeom prst="straightConnector1">
            <a:avLst/>
          </a:prstGeom>
          <a:ln cap="rnd" w="12700">
            <a:solidFill>
              <a:srgbClr val="d5d5d5"/>
            </a:solidFill>
            <a:prstDash val="sysDot"/>
            <a:round/>
          </a:ln>
        </p:spPr>
      </p:cxnSp>
      <p:cxnSp>
        <p:nvCxnSpPr>
          <p:cNvPr id="1266" name="Rechte verbindingslijn 29"/>
          <p:cNvCxnSpPr/>
          <p:nvPr/>
        </p:nvCxnSpPr>
        <p:spPr>
          <a:xfrm>
            <a:off x="698400" y="3127320"/>
            <a:ext cx="9933480" cy="360"/>
          </a:xfrm>
          <a:prstGeom prst="straightConnector1">
            <a:avLst/>
          </a:prstGeom>
          <a:ln cap="rnd" w="12700">
            <a:solidFill>
              <a:srgbClr val="d5d5d5"/>
            </a:solidFill>
            <a:prstDash val="sysDot"/>
            <a:round/>
          </a:ln>
        </p:spPr>
      </p:cxnSp>
      <p:cxnSp>
        <p:nvCxnSpPr>
          <p:cNvPr id="1267" name="Rechte verbindingslijn 30"/>
          <p:cNvCxnSpPr/>
          <p:nvPr/>
        </p:nvCxnSpPr>
        <p:spPr>
          <a:xfrm>
            <a:off x="698400" y="3618720"/>
            <a:ext cx="9933480" cy="360"/>
          </a:xfrm>
          <a:prstGeom prst="straightConnector1">
            <a:avLst/>
          </a:prstGeom>
          <a:ln cap="rnd" w="12700">
            <a:solidFill>
              <a:srgbClr val="d5d5d5"/>
            </a:solidFill>
            <a:prstDash val="sysDot"/>
            <a:round/>
          </a:ln>
        </p:spPr>
      </p:cxnSp>
      <p:cxnSp>
        <p:nvCxnSpPr>
          <p:cNvPr id="1268" name="Rechte verbindingslijn 31"/>
          <p:cNvCxnSpPr/>
          <p:nvPr/>
        </p:nvCxnSpPr>
        <p:spPr>
          <a:xfrm>
            <a:off x="698400" y="4445280"/>
            <a:ext cx="9933480" cy="360"/>
          </a:xfrm>
          <a:prstGeom prst="straightConnector1">
            <a:avLst/>
          </a:prstGeom>
          <a:ln cap="rnd" w="12700">
            <a:solidFill>
              <a:srgbClr val="d5d5d5"/>
            </a:solidFill>
            <a:prstDash val="sysDot"/>
            <a:round/>
          </a:ln>
        </p:spPr>
      </p:cxnSp>
      <p:cxnSp>
        <p:nvCxnSpPr>
          <p:cNvPr id="1269" name="Rechte verbindingslijn 32"/>
          <p:cNvCxnSpPr/>
          <p:nvPr/>
        </p:nvCxnSpPr>
        <p:spPr>
          <a:xfrm>
            <a:off x="707400" y="5647680"/>
            <a:ext cx="9933480" cy="360"/>
          </a:xfrm>
          <a:prstGeom prst="straightConnector1">
            <a:avLst/>
          </a:prstGeom>
          <a:ln cap="rnd" w="12700">
            <a:solidFill>
              <a:srgbClr val="d5d5d5"/>
            </a:solidFill>
            <a:prstDash val="sysDot"/>
            <a:round/>
          </a:ln>
        </p:spPr>
      </p:cxnSp>
      <p:cxnSp>
        <p:nvCxnSpPr>
          <p:cNvPr id="1270" name="Rechte verbindingslijn 33"/>
          <p:cNvCxnSpPr/>
          <p:nvPr/>
        </p:nvCxnSpPr>
        <p:spPr>
          <a:xfrm>
            <a:off x="707400" y="6139080"/>
            <a:ext cx="9933480" cy="360"/>
          </a:xfrm>
          <a:prstGeom prst="straightConnector1">
            <a:avLst/>
          </a:prstGeom>
          <a:ln cap="rnd" w="12700">
            <a:solidFill>
              <a:srgbClr val="d5d5d5"/>
            </a:solidFill>
            <a:prstDash val="sysDot"/>
            <a:round/>
          </a:ln>
        </p:spPr>
      </p:cxnSp>
      <p:sp>
        <p:nvSpPr>
          <p:cNvPr id="1271" name="Tekstvak 35"/>
          <p:cNvSpPr/>
          <p:nvPr/>
        </p:nvSpPr>
        <p:spPr>
          <a:xfrm>
            <a:off x="694080" y="701640"/>
            <a:ext cx="994644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2400" spc="-1" strike="noStrike" cap="all">
                <a:solidFill>
                  <a:srgbClr val="0096a5"/>
                </a:solidFill>
                <a:latin typeface="Calibri Light"/>
              </a:rPr>
              <a:t>Feedback aanleveren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Vrije vorm 308"/>
          <p:cNvSpPr/>
          <p:nvPr/>
        </p:nvSpPr>
        <p:spPr>
          <a:xfrm>
            <a:off x="11056320" y="692640"/>
            <a:ext cx="434520" cy="433800"/>
          </a:xfrm>
          <a:custGeom>
            <a:avLst/>
            <a:gdLst>
              <a:gd name="textAreaLeft" fmla="*/ 0 w 434520"/>
              <a:gd name="textAreaRight" fmla="*/ 434880 w 434520"/>
              <a:gd name="textAreaTop" fmla="*/ 0 h 433800"/>
              <a:gd name="textAreaBottom" fmla="*/ 434160 h 433800"/>
            </a:gdLst>
            <a:ahLst/>
            <a:rect l="textAreaLeft" t="textAreaTop" r="textAreaRight" b="textAreaBottom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</a:bodyPr>
          <a:p>
            <a:pPr defTabSz="914400">
              <a:lnSpc>
                <a:spcPct val="100000"/>
              </a:lnSpc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3" name="Rechthoek 34">
            <a:hlinkClick r:id="rId8"/>
          </p:cNvPr>
          <p:cNvSpPr/>
          <p:nvPr/>
        </p:nvSpPr>
        <p:spPr>
          <a:xfrm>
            <a:off x="10208520" y="0"/>
            <a:ext cx="1983240" cy="1996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4" name="Tekstvak 39"/>
          <p:cNvSpPr/>
          <p:nvPr/>
        </p:nvSpPr>
        <p:spPr>
          <a:xfrm>
            <a:off x="8548920" y="-399600"/>
            <a:ext cx="364284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</a:pPr>
            <a:r>
              <a:rPr b="0" lang="nl-NL" sz="1400" spc="-1" strike="noStrike">
                <a:solidFill>
                  <a:srgbClr val="738ea1"/>
                </a:solidFill>
                <a:latin typeface="Calibri"/>
              </a:rPr>
              <a:t>Instructie dia: Feedback aanleveren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9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Rechthoek 10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endParaRPr b="1" lang="nl-NL" sz="1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76" name="Tekstvak 7"/>
          <p:cNvSpPr/>
          <p:nvPr/>
        </p:nvSpPr>
        <p:spPr>
          <a:xfrm>
            <a:off x="8548920" y="-399600"/>
            <a:ext cx="364284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</a:pPr>
            <a:r>
              <a:rPr b="0" lang="nl-NL" sz="1400" spc="-1" strike="noStrike">
                <a:solidFill>
                  <a:srgbClr val="738ea1"/>
                </a:solidFill>
                <a:latin typeface="Calibri"/>
              </a:rPr>
              <a:t>Instructie dia: YouTube links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77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278" name="Rechthoek 9"/>
            <p:cNvSpPr/>
            <p:nvPr/>
          </p:nvSpPr>
          <p:spPr>
            <a:xfrm>
              <a:off x="0" y="6057360"/>
              <a:ext cx="12191760" cy="69228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79" name="Rechthoek 10"/>
            <p:cNvSpPr/>
            <p:nvPr/>
          </p:nvSpPr>
          <p:spPr>
            <a:xfrm>
              <a:off x="0" y="0"/>
              <a:ext cx="12191760" cy="69228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80" name="Rechthoek 11"/>
            <p:cNvSpPr/>
            <p:nvPr/>
          </p:nvSpPr>
          <p:spPr>
            <a:xfrm rot="5400000">
              <a:off x="-3081600" y="3081960"/>
              <a:ext cx="6857640" cy="6937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81" name="Rechthoek 12"/>
            <p:cNvSpPr/>
            <p:nvPr/>
          </p:nvSpPr>
          <p:spPr>
            <a:xfrm rot="5400000">
              <a:off x="8412840" y="3081960"/>
              <a:ext cx="6857640" cy="6937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82" name="Rechthoek 13"/>
            <p:cNvSpPr/>
            <p:nvPr/>
          </p:nvSpPr>
          <p:spPr>
            <a:xfrm>
              <a:off x="0" y="1124640"/>
              <a:ext cx="12191760" cy="57564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83" name="Rechthoek 94"/>
            <p:cNvSpPr/>
            <p:nvPr/>
          </p:nvSpPr>
          <p:spPr>
            <a:xfrm>
              <a:off x="0" y="2582280"/>
              <a:ext cx="12191760" cy="2131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84" name="Rechthoek 95"/>
            <p:cNvSpPr/>
            <p:nvPr/>
          </p:nvSpPr>
          <p:spPr>
            <a:xfrm>
              <a:off x="0" y="4795920"/>
              <a:ext cx="12191760" cy="2131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85" name="Tekstvak 6"/>
          <p:cNvSpPr/>
          <p:nvPr/>
        </p:nvSpPr>
        <p:spPr>
          <a:xfrm>
            <a:off x="694080" y="692640"/>
            <a:ext cx="994644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2400" spc="-1" strike="noStrike" cap="all">
                <a:solidFill>
                  <a:srgbClr val="0096a5"/>
                </a:solidFill>
                <a:latin typeface="Calibri Light"/>
              </a:rPr>
              <a:t>Video instructies – YouTube links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86" name="Rechte verbindingslijn 48"/>
          <p:cNvCxnSpPr/>
          <p:nvPr/>
        </p:nvCxnSpPr>
        <p:spPr>
          <a:xfrm>
            <a:off x="3394080" y="1700640"/>
            <a:ext cx="360" cy="4356720"/>
          </a:xfrm>
          <a:prstGeom prst="straightConnector1">
            <a:avLst/>
          </a:prstGeom>
          <a:ln w="3175">
            <a:solidFill>
              <a:srgbClr val="e7e6e6"/>
            </a:solidFill>
          </a:ln>
        </p:spPr>
      </p:cxnSp>
      <p:cxnSp>
        <p:nvCxnSpPr>
          <p:cNvPr id="1287" name="Rechte verbindingslijn 49"/>
          <p:cNvCxnSpPr/>
          <p:nvPr/>
        </p:nvCxnSpPr>
        <p:spPr>
          <a:xfrm>
            <a:off x="6094080" y="1700640"/>
            <a:ext cx="360" cy="4356720"/>
          </a:xfrm>
          <a:prstGeom prst="straightConnector1">
            <a:avLst/>
          </a:prstGeom>
          <a:ln w="3175">
            <a:solidFill>
              <a:srgbClr val="e7e6e6"/>
            </a:solidFill>
          </a:ln>
        </p:spPr>
      </p:cxnSp>
      <p:cxnSp>
        <p:nvCxnSpPr>
          <p:cNvPr id="1288" name="Rechte verbindingslijn 58"/>
          <p:cNvCxnSpPr/>
          <p:nvPr/>
        </p:nvCxnSpPr>
        <p:spPr>
          <a:xfrm flipH="1">
            <a:off x="672120" y="3879000"/>
            <a:ext cx="8122680" cy="360"/>
          </a:xfrm>
          <a:prstGeom prst="straightConnector1">
            <a:avLst/>
          </a:prstGeom>
          <a:ln w="3175">
            <a:solidFill>
              <a:srgbClr val="e7e6e6"/>
            </a:solidFill>
          </a:ln>
        </p:spPr>
      </p:cxnSp>
      <p:sp>
        <p:nvSpPr>
          <p:cNvPr id="1289" name="H2"/>
          <p:cNvSpPr/>
          <p:nvPr/>
        </p:nvSpPr>
        <p:spPr>
          <a:xfrm>
            <a:off x="1031400" y="2742840"/>
            <a:ext cx="197028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200" spc="-1" strike="noStrike">
                <a:solidFill>
                  <a:srgbClr val="0096a5"/>
                </a:solidFill>
                <a:latin typeface="Oswald"/>
              </a:rPr>
              <a:t>Instructie:</a:t>
            </a:r>
            <a:br>
              <a:rPr sz="1200"/>
            </a:br>
            <a:r>
              <a:rPr b="0" lang="nl-NL" sz="1200" spc="-1" strike="noStrike">
                <a:solidFill>
                  <a:srgbClr val="44546a"/>
                </a:solidFill>
                <a:latin typeface="Oswald"/>
              </a:rPr>
              <a:t>Werken met Tekst Niveaus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000" spc="-1" strike="noStrike">
                <a:solidFill>
                  <a:srgbClr val="44546a"/>
                </a:solidFill>
                <a:latin typeface="Open Sans"/>
                <a:ea typeface="Open Sans"/>
              </a:rPr>
              <a:t>https://youtu.be/hM16rifWsjU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H2"/>
          <p:cNvSpPr/>
          <p:nvPr/>
        </p:nvSpPr>
        <p:spPr>
          <a:xfrm>
            <a:off x="3781080" y="2742840"/>
            <a:ext cx="197028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200" spc="-1" strike="noStrike">
                <a:solidFill>
                  <a:srgbClr val="0096a5"/>
                </a:solidFill>
                <a:latin typeface="Oswald"/>
              </a:rPr>
              <a:t>Instructie:</a:t>
            </a:r>
            <a:br>
              <a:rPr sz="1200"/>
            </a:br>
            <a:r>
              <a:rPr b="0" lang="nl-NL" sz="1200" spc="-1" strike="noStrike">
                <a:solidFill>
                  <a:srgbClr val="44546a"/>
                </a:solidFill>
                <a:latin typeface="Oswald"/>
              </a:rPr>
              <a:t>Werken met Afbeeldingen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000" spc="-1" strike="noStrike">
                <a:solidFill>
                  <a:srgbClr val="44546a"/>
                </a:solidFill>
                <a:latin typeface="Open Sans"/>
                <a:ea typeface="Open Sans"/>
              </a:rPr>
              <a:t>https://youtu.be/09yTK-OTEPA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H2"/>
          <p:cNvSpPr/>
          <p:nvPr/>
        </p:nvSpPr>
        <p:spPr>
          <a:xfrm>
            <a:off x="6481440" y="2742840"/>
            <a:ext cx="197028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200" spc="-1" strike="noStrike">
                <a:solidFill>
                  <a:srgbClr val="0096a5"/>
                </a:solidFill>
                <a:latin typeface="Oswald"/>
              </a:rPr>
              <a:t>Instructie:</a:t>
            </a:r>
            <a:br>
              <a:rPr sz="1200"/>
            </a:br>
            <a:r>
              <a:rPr b="0" lang="nl-NL" sz="1200" spc="-1" strike="noStrike">
                <a:solidFill>
                  <a:srgbClr val="44546a"/>
                </a:solidFill>
                <a:latin typeface="Oswald"/>
              </a:rPr>
              <a:t>Werken met Grafieken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000" spc="-1" strike="noStrike">
                <a:solidFill>
                  <a:srgbClr val="44546a"/>
                </a:solidFill>
                <a:latin typeface="Open Sans"/>
                <a:ea typeface="Open Sans"/>
              </a:rPr>
              <a:t>https://youtu.be/fbByse1_RSY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92" name="Grafiek icoon"/>
          <p:cNvGrpSpPr/>
          <p:nvPr/>
        </p:nvGrpSpPr>
        <p:grpSpPr>
          <a:xfrm>
            <a:off x="7264800" y="2184120"/>
            <a:ext cx="358920" cy="389520"/>
            <a:chOff x="7264800" y="2184120"/>
            <a:chExt cx="358920" cy="389520"/>
          </a:xfrm>
        </p:grpSpPr>
        <p:sp>
          <p:nvSpPr>
            <p:cNvPr id="1293" name="Rechthoek 79"/>
            <p:cNvSpPr/>
            <p:nvPr/>
          </p:nvSpPr>
          <p:spPr>
            <a:xfrm>
              <a:off x="7264800" y="2306160"/>
              <a:ext cx="97920" cy="267480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94" name="Rechthoek 80"/>
            <p:cNvSpPr/>
            <p:nvPr/>
          </p:nvSpPr>
          <p:spPr>
            <a:xfrm>
              <a:off x="7394400" y="2184120"/>
              <a:ext cx="97920" cy="389520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295" name="Rechthoek 81"/>
            <p:cNvSpPr/>
            <p:nvPr/>
          </p:nvSpPr>
          <p:spPr>
            <a:xfrm>
              <a:off x="7525800" y="2270880"/>
              <a:ext cx="97920" cy="302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296" name="H2"/>
          <p:cNvSpPr/>
          <p:nvPr/>
        </p:nvSpPr>
        <p:spPr>
          <a:xfrm>
            <a:off x="1066320" y="4962240"/>
            <a:ext cx="197028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200" spc="-1" strike="noStrike">
                <a:solidFill>
                  <a:srgbClr val="0096a5"/>
                </a:solidFill>
                <a:latin typeface="Oswald"/>
              </a:rPr>
              <a:t>Instructie:</a:t>
            </a:r>
            <a:br>
              <a:rPr sz="1200"/>
            </a:br>
            <a:r>
              <a:rPr b="0" lang="nl-NL" sz="1200" spc="-1" strike="noStrike">
                <a:solidFill>
                  <a:srgbClr val="44546a"/>
                </a:solidFill>
                <a:latin typeface="Oswald"/>
              </a:rPr>
              <a:t>Werken met Tabellen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000" spc="-1" strike="noStrike">
                <a:solidFill>
                  <a:srgbClr val="44546a"/>
                </a:solidFill>
                <a:latin typeface="Open Sans"/>
                <a:ea typeface="Open Sans"/>
              </a:rPr>
              <a:t>https://youtu.be/IIjbiKAotek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H2"/>
          <p:cNvSpPr/>
          <p:nvPr/>
        </p:nvSpPr>
        <p:spPr>
          <a:xfrm>
            <a:off x="3816000" y="4962240"/>
            <a:ext cx="197028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200" spc="-1" strike="noStrike">
                <a:solidFill>
                  <a:srgbClr val="0096a5"/>
                </a:solidFill>
                <a:latin typeface="Oswald"/>
              </a:rPr>
              <a:t>Instructie:</a:t>
            </a:r>
            <a:br>
              <a:rPr sz="1200"/>
            </a:br>
            <a:r>
              <a:rPr b="0" lang="nl-NL" sz="1200" spc="-1" strike="noStrike">
                <a:solidFill>
                  <a:srgbClr val="44546a"/>
                </a:solidFill>
                <a:latin typeface="Oswald"/>
              </a:rPr>
              <a:t>Werken met Video’s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000" spc="-1" strike="noStrike">
                <a:solidFill>
                  <a:srgbClr val="44546a"/>
                </a:solidFill>
                <a:latin typeface="Open Sans"/>
                <a:ea typeface="Open Sans"/>
              </a:rPr>
              <a:t>https://youtu.be/H_4HH09zxC0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H2"/>
          <p:cNvSpPr/>
          <p:nvPr/>
        </p:nvSpPr>
        <p:spPr>
          <a:xfrm>
            <a:off x="6516360" y="4962240"/>
            <a:ext cx="197028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200" spc="-1" strike="noStrike">
                <a:solidFill>
                  <a:schemeClr val="accent2"/>
                </a:solidFill>
                <a:latin typeface="Calibri Light"/>
              </a:rPr>
              <a:t> </a:t>
            </a:r>
            <a:br>
              <a:rPr sz="1200"/>
            </a:br>
            <a:r>
              <a:rPr b="0" lang="nl-NL" sz="1200" spc="-1" strike="noStrike">
                <a:solidFill>
                  <a:srgbClr val="44546a"/>
                </a:solidFill>
                <a:latin typeface="Oswald"/>
              </a:rPr>
              <a:t>Meer Tips &amp; Tricks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121752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1000" spc="-1" strike="noStrike">
                <a:solidFill>
                  <a:srgbClr val="44546a"/>
                </a:solidFill>
                <a:latin typeface="Open Sans"/>
                <a:ea typeface="Open Sans"/>
              </a:rPr>
              <a:t>www.pptsolutions.nl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99" name="Tabel icoon"/>
          <p:cNvGrpSpPr/>
          <p:nvPr/>
        </p:nvGrpSpPr>
        <p:grpSpPr>
          <a:xfrm>
            <a:off x="1807920" y="4385880"/>
            <a:ext cx="447840" cy="403560"/>
            <a:chOff x="1807920" y="4385880"/>
            <a:chExt cx="447840" cy="403560"/>
          </a:xfrm>
        </p:grpSpPr>
        <p:sp>
          <p:nvSpPr>
            <p:cNvPr id="1300" name="Rechthoek 86"/>
            <p:cNvSpPr/>
            <p:nvPr/>
          </p:nvSpPr>
          <p:spPr>
            <a:xfrm>
              <a:off x="1807920" y="4385880"/>
              <a:ext cx="447480" cy="40356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01" name="Rechthoek 87"/>
            <p:cNvSpPr/>
            <p:nvPr/>
          </p:nvSpPr>
          <p:spPr>
            <a:xfrm>
              <a:off x="1815120" y="4392360"/>
              <a:ext cx="440640" cy="79200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34560" bIns="3456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cxnSp>
          <p:nvCxnSpPr>
            <p:cNvPr id="1302" name="Rechte verbindingslijn 88"/>
            <p:cNvCxnSpPr/>
            <p:nvPr/>
          </p:nvCxnSpPr>
          <p:spPr>
            <a:xfrm>
              <a:off x="1961640" y="4469040"/>
              <a:ext cx="360" cy="317880"/>
            </a:xfrm>
            <a:prstGeom prst="straightConnector1">
              <a:avLst/>
            </a:prstGeom>
            <a:ln w="12700">
              <a:solidFill>
                <a:srgbClr val="b5b5b5"/>
              </a:solidFill>
            </a:ln>
          </p:spPr>
        </p:cxnSp>
        <p:cxnSp>
          <p:nvCxnSpPr>
            <p:cNvPr id="1303" name="Rechte verbindingslijn 89"/>
            <p:cNvCxnSpPr/>
            <p:nvPr/>
          </p:nvCxnSpPr>
          <p:spPr>
            <a:xfrm>
              <a:off x="2103840" y="4469040"/>
              <a:ext cx="360" cy="317880"/>
            </a:xfrm>
            <a:prstGeom prst="straightConnector1">
              <a:avLst/>
            </a:prstGeom>
            <a:ln w="12700">
              <a:solidFill>
                <a:srgbClr val="b5b5b5"/>
              </a:solidFill>
            </a:ln>
          </p:spPr>
        </p:cxnSp>
        <p:cxnSp>
          <p:nvCxnSpPr>
            <p:cNvPr id="1304" name="Rechte verbindingslijn 90"/>
            <p:cNvCxnSpPr/>
            <p:nvPr/>
          </p:nvCxnSpPr>
          <p:spPr>
            <a:xfrm flipH="1">
              <a:off x="1814760" y="4550040"/>
              <a:ext cx="441360" cy="360"/>
            </a:xfrm>
            <a:prstGeom prst="straightConnector1">
              <a:avLst/>
            </a:prstGeom>
            <a:ln w="12700">
              <a:solidFill>
                <a:srgbClr val="b5b5b5"/>
              </a:solidFill>
            </a:ln>
          </p:spPr>
        </p:cxnSp>
        <p:cxnSp>
          <p:nvCxnSpPr>
            <p:cNvPr id="1305" name="Rechte verbindingslijn 91"/>
            <p:cNvCxnSpPr/>
            <p:nvPr/>
          </p:nvCxnSpPr>
          <p:spPr>
            <a:xfrm flipH="1">
              <a:off x="1814760" y="4633200"/>
              <a:ext cx="441360" cy="360"/>
            </a:xfrm>
            <a:prstGeom prst="straightConnector1">
              <a:avLst/>
            </a:prstGeom>
            <a:ln w="12700">
              <a:solidFill>
                <a:srgbClr val="b5b5b5"/>
              </a:solidFill>
            </a:ln>
          </p:spPr>
        </p:cxnSp>
        <p:cxnSp>
          <p:nvCxnSpPr>
            <p:cNvPr id="1306" name="Rechte verbindingslijn 92"/>
            <p:cNvCxnSpPr/>
            <p:nvPr/>
          </p:nvCxnSpPr>
          <p:spPr>
            <a:xfrm flipH="1">
              <a:off x="1814760" y="4713480"/>
              <a:ext cx="441360" cy="360"/>
            </a:xfrm>
            <a:prstGeom prst="straightConnector1">
              <a:avLst/>
            </a:prstGeom>
            <a:ln w="12700">
              <a:solidFill>
                <a:srgbClr val="b5b5b5"/>
              </a:solidFill>
            </a:ln>
          </p:spPr>
        </p:cxnSp>
        <p:sp>
          <p:nvSpPr>
            <p:cNvPr id="1307" name="Rechthoek 93"/>
            <p:cNvSpPr/>
            <p:nvPr/>
          </p:nvSpPr>
          <p:spPr>
            <a:xfrm>
              <a:off x="1807920" y="4385880"/>
              <a:ext cx="447480" cy="403560"/>
            </a:xfrm>
            <a:prstGeom prst="rect">
              <a:avLst/>
            </a:prstGeom>
            <a:noFill/>
            <a:ln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1308" name="Video icoon"/>
          <p:cNvGrpSpPr/>
          <p:nvPr/>
        </p:nvGrpSpPr>
        <p:grpSpPr>
          <a:xfrm>
            <a:off x="4603320" y="4392360"/>
            <a:ext cx="401040" cy="402840"/>
            <a:chOff x="4603320" y="4392360"/>
            <a:chExt cx="401040" cy="402840"/>
          </a:xfrm>
        </p:grpSpPr>
        <p:sp>
          <p:nvSpPr>
            <p:cNvPr id="1309" name="Rechthoek 97"/>
            <p:cNvSpPr/>
            <p:nvPr/>
          </p:nvSpPr>
          <p:spPr>
            <a:xfrm>
              <a:off x="4603320" y="4395600"/>
              <a:ext cx="397800" cy="3970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10" name="Vrije vorm 112"/>
            <p:cNvSpPr/>
            <p:nvPr/>
          </p:nvSpPr>
          <p:spPr>
            <a:xfrm>
              <a:off x="4606560" y="4392360"/>
              <a:ext cx="397800" cy="60120"/>
            </a:xfrm>
            <a:custGeom>
              <a:avLst/>
              <a:gdLst>
                <a:gd name="textAreaLeft" fmla="*/ 0 w 397800"/>
                <a:gd name="textAreaRight" fmla="*/ 398160 w 397800"/>
                <a:gd name="textAreaTop" fmla="*/ 0 h 60120"/>
                <a:gd name="textAreaBottom" fmla="*/ 60480 h 60120"/>
              </a:gdLst>
              <a:ahLst/>
              <a:rect l="textAreaLeft" t="textAreaTop" r="textAreaRight" b="textAreaBottom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15480" bIns="154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11" name="Vrije vorm 113"/>
            <p:cNvSpPr/>
            <p:nvPr/>
          </p:nvSpPr>
          <p:spPr>
            <a:xfrm>
              <a:off x="4604760" y="4735080"/>
              <a:ext cx="397800" cy="60120"/>
            </a:xfrm>
            <a:custGeom>
              <a:avLst/>
              <a:gdLst>
                <a:gd name="textAreaLeft" fmla="*/ 0 w 397800"/>
                <a:gd name="textAreaRight" fmla="*/ 398160 w 397800"/>
                <a:gd name="textAreaTop" fmla="*/ 0 h 60120"/>
                <a:gd name="textAreaBottom" fmla="*/ 60480 h 60120"/>
              </a:gdLst>
              <a:ahLst/>
              <a:rect l="textAreaLeft" t="textAreaTop" r="textAreaRight" b="textAreaBottom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15480" bIns="154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312" name="Freeform 17"/>
          <p:cNvSpPr/>
          <p:nvPr/>
        </p:nvSpPr>
        <p:spPr>
          <a:xfrm>
            <a:off x="7295040" y="4392360"/>
            <a:ext cx="409680" cy="408960"/>
          </a:xfrm>
          <a:custGeom>
            <a:avLst/>
            <a:gdLst>
              <a:gd name="textAreaLeft" fmla="*/ 0 w 409680"/>
              <a:gd name="textAreaRight" fmla="*/ 410040 w 409680"/>
              <a:gd name="textAreaTop" fmla="*/ 0 h 408960"/>
              <a:gd name="textAreaBottom" fmla="*/ 409320 h 408960"/>
            </a:gdLst>
            <a:ahLst/>
            <a:rect l="textAreaLeft" t="textAreaTop" r="textAreaRight" b="textAreaBottom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</a:bodyPr>
          <a:p>
            <a:pPr defTabSz="914400">
              <a:lnSpc>
                <a:spcPct val="100000"/>
              </a:lnSpc>
            </a:pPr>
            <a:endParaRPr b="0" lang="nl-NL" sz="1800" spc="-1" strike="noStrike">
              <a:solidFill>
                <a:schemeClr val="dk1"/>
              </a:solidFill>
              <a:latin typeface="Calibri"/>
            </a:endParaRPr>
          </a:p>
        </p:txBody>
      </p:sp>
      <p:grpSp>
        <p:nvGrpSpPr>
          <p:cNvPr id="1313" name="Knop uitleg"/>
          <p:cNvGrpSpPr/>
          <p:nvPr/>
        </p:nvGrpSpPr>
        <p:grpSpPr>
          <a:xfrm>
            <a:off x="9509040" y="2860200"/>
            <a:ext cx="1947240" cy="2036880"/>
            <a:chOff x="9509040" y="2860200"/>
            <a:chExt cx="1947240" cy="2036880"/>
          </a:xfrm>
        </p:grpSpPr>
        <p:sp>
          <p:nvSpPr>
            <p:cNvPr id="1314" name="Rechthoek: afgeronde hoeken 42"/>
            <p:cNvSpPr/>
            <p:nvPr/>
          </p:nvSpPr>
          <p:spPr>
            <a:xfrm>
              <a:off x="9509040" y="2860200"/>
              <a:ext cx="1947240" cy="2036880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algn="tl" dir="2700000" dist="50402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grpSp>
          <p:nvGrpSpPr>
            <p:cNvPr id="1315" name="Groep 41"/>
            <p:cNvGrpSpPr/>
            <p:nvPr/>
          </p:nvGrpSpPr>
          <p:grpSpPr>
            <a:xfrm>
              <a:off x="9668520" y="3111480"/>
              <a:ext cx="1628280" cy="1701720"/>
              <a:chOff x="9668520" y="3111480"/>
              <a:chExt cx="1628280" cy="1701720"/>
            </a:xfrm>
          </p:grpSpPr>
          <p:sp>
            <p:nvSpPr>
              <p:cNvPr id="1316" name="Ovaal 35"/>
              <p:cNvSpPr/>
              <p:nvPr/>
            </p:nvSpPr>
            <p:spPr>
              <a:xfrm>
                <a:off x="10050120" y="3111480"/>
                <a:ext cx="865440" cy="86364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horzOverflow="overflow" lIns="0" rIns="0" tIns="0" bIns="0" anchor="ctr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1" lang="nl-NL" sz="10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1317" name="H2"/>
              <p:cNvSpPr/>
              <p:nvPr/>
            </p:nvSpPr>
            <p:spPr>
              <a:xfrm>
                <a:off x="9668520" y="4103280"/>
                <a:ext cx="1628280" cy="709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algn="ctr" defTabSz="1217520">
                  <a:lnSpc>
                    <a:spcPct val="10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0" lang="nl-NL" sz="1200" spc="-1" strike="noStrike">
                    <a:solidFill>
                      <a:srgbClr val="ffffff"/>
                    </a:solidFill>
                    <a:latin typeface="Oswald"/>
                  </a:rPr>
                  <a:t>Open deze dia in de diavoorstelling en klik</a:t>
                </a:r>
                <a:br>
                  <a:rPr sz="1200"/>
                </a:br>
                <a:r>
                  <a:rPr b="0" lang="nl-NL" sz="1200" spc="-1" strike="noStrike">
                    <a:solidFill>
                      <a:srgbClr val="ffffff"/>
                    </a:solidFill>
                    <a:latin typeface="Oswald"/>
                  </a:rPr>
                  <a:t>op de YouTube-link</a:t>
                </a:r>
                <a:endParaRPr b="0" lang="en-US" sz="12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grpSp>
            <p:nvGrpSpPr>
              <p:cNvPr id="1318" name="Groep 116"/>
              <p:cNvGrpSpPr/>
              <p:nvPr/>
            </p:nvGrpSpPr>
            <p:grpSpPr>
              <a:xfrm>
                <a:off x="10374480" y="3299040"/>
                <a:ext cx="216000" cy="464400"/>
                <a:chOff x="10374480" y="3299040"/>
                <a:chExt cx="216000" cy="464400"/>
              </a:xfrm>
            </p:grpSpPr>
            <p:sp>
              <p:nvSpPr>
                <p:cNvPr id="1319" name="Freeform 300"/>
                <p:cNvSpPr/>
                <p:nvPr/>
              </p:nvSpPr>
              <p:spPr>
                <a:xfrm>
                  <a:off x="10374480" y="3432240"/>
                  <a:ext cx="216000" cy="331200"/>
                </a:xfrm>
                <a:custGeom>
                  <a:avLst/>
                  <a:gdLst>
                    <a:gd name="textAreaLeft" fmla="*/ 0 w 216000"/>
                    <a:gd name="textAreaRight" fmla="*/ 216360 w 216000"/>
                    <a:gd name="textAreaTop" fmla="*/ 0 h 331200"/>
                    <a:gd name="textAreaBottom" fmla="*/ 331560 h 331200"/>
                  </a:gdLst>
                  <a:ahLst/>
                  <a:rect l="textAreaLeft" t="textAreaTop" r="textAreaRight" b="textAreaBottom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320" name="Freeform 301"/>
                <p:cNvSpPr/>
                <p:nvPr/>
              </p:nvSpPr>
              <p:spPr>
                <a:xfrm>
                  <a:off x="10397520" y="3299040"/>
                  <a:ext cx="97560" cy="130320"/>
                </a:xfrm>
                <a:custGeom>
                  <a:avLst/>
                  <a:gdLst>
                    <a:gd name="textAreaLeft" fmla="*/ 0 w 97560"/>
                    <a:gd name="textAreaRight" fmla="*/ 97920 w 97560"/>
                    <a:gd name="textAreaTop" fmla="*/ 0 h 130320"/>
                    <a:gd name="textAreaBottom" fmla="*/ 130680 h 130320"/>
                  </a:gdLst>
                  <a:ahLst/>
                  <a:rect l="textAreaLeft" t="textAreaTop" r="textAreaRight" b="textAreaBottom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numCol="1" spcCol="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</p:grpSp>
      </p:grpSp>
      <p:sp>
        <p:nvSpPr>
          <p:cNvPr id="1321" name="Tijdelijke aanduiding voor tekst 58"/>
          <p:cNvSpPr/>
          <p:nvPr/>
        </p:nvSpPr>
        <p:spPr>
          <a:xfrm>
            <a:off x="0" y="6750000"/>
            <a:ext cx="12191760" cy="107640"/>
          </a:xfrm>
          <a:prstGeom prst="rect">
            <a:avLst/>
          </a:prstGeom>
          <a:solidFill>
            <a:srgbClr val="0096a5"/>
          </a:solidFill>
          <a:ln w="0">
            <a:noFill/>
          </a:ln>
          <a:effectLst>
            <a:innerShdw blurRad="114300" dir="16200000" dist="38100">
              <a:srgbClr val="000000">
                <a:alpha val="20000"/>
              </a:srgbClr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72000" rIns="72000" tIns="90000" bIns="18000" anchor="ctr">
            <a:noAutofit/>
          </a:bodyPr>
          <a:p>
            <a:pPr algn="ctr"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nl-NL" sz="2000" spc="-1" strike="noStrike" cap="all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322" name="Rechte verbindingslijn 59"/>
          <p:cNvCxnSpPr/>
          <p:nvPr/>
        </p:nvCxnSpPr>
        <p:spPr>
          <a:xfrm>
            <a:off x="693720" y="1124640"/>
            <a:ext cx="9947160" cy="360"/>
          </a:xfrm>
          <a:prstGeom prst="straightConnector1">
            <a:avLst/>
          </a:prstGeom>
          <a:ln w="12700">
            <a:solidFill>
              <a:srgbClr val="e7e6e6"/>
            </a:solidFill>
          </a:ln>
        </p:spPr>
      </p:cxnSp>
      <p:sp>
        <p:nvSpPr>
          <p:cNvPr id="1323" name="Vrije vorm 308"/>
          <p:cNvSpPr/>
          <p:nvPr/>
        </p:nvSpPr>
        <p:spPr>
          <a:xfrm>
            <a:off x="11056320" y="692640"/>
            <a:ext cx="434520" cy="433800"/>
          </a:xfrm>
          <a:custGeom>
            <a:avLst/>
            <a:gdLst>
              <a:gd name="textAreaLeft" fmla="*/ 0 w 434520"/>
              <a:gd name="textAreaRight" fmla="*/ 434880 w 434520"/>
              <a:gd name="textAreaTop" fmla="*/ 0 h 433800"/>
              <a:gd name="textAreaBottom" fmla="*/ 434160 h 433800"/>
            </a:gdLst>
            <a:ahLst/>
            <a:rect l="textAreaLeft" t="textAreaTop" r="textAreaRight" b="textAreaBottom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</a:bodyPr>
          <a:p>
            <a:pPr defTabSz="914400">
              <a:lnSpc>
                <a:spcPct val="100000"/>
              </a:lnSpc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324" name="Groep 3"/>
          <p:cNvGrpSpPr/>
          <p:nvPr/>
        </p:nvGrpSpPr>
        <p:grpSpPr>
          <a:xfrm>
            <a:off x="1630440" y="2276640"/>
            <a:ext cx="758520" cy="226080"/>
            <a:chOff x="1630440" y="2276640"/>
            <a:chExt cx="758520" cy="226080"/>
          </a:xfrm>
        </p:grpSpPr>
        <p:grpSp>
          <p:nvGrpSpPr>
            <p:cNvPr id="1325" name="Groep 70"/>
            <p:cNvGrpSpPr/>
            <p:nvPr/>
          </p:nvGrpSpPr>
          <p:grpSpPr>
            <a:xfrm>
              <a:off x="2101320" y="2276640"/>
              <a:ext cx="287640" cy="226080"/>
              <a:chOff x="2101320" y="2276640"/>
              <a:chExt cx="287640" cy="226080"/>
            </a:xfrm>
          </p:grpSpPr>
          <p:grpSp>
            <p:nvGrpSpPr>
              <p:cNvPr id="1326" name="Groep 159"/>
              <p:cNvGrpSpPr/>
              <p:nvPr/>
            </p:nvGrpSpPr>
            <p:grpSpPr>
              <a:xfrm>
                <a:off x="2101320" y="2276640"/>
                <a:ext cx="287640" cy="226080"/>
                <a:chOff x="2101320" y="2276640"/>
                <a:chExt cx="287640" cy="226080"/>
              </a:xfrm>
            </p:grpSpPr>
            <p:cxnSp>
              <p:nvCxnSpPr>
                <p:cNvPr id="1327" name="Rechte verbindingslijn 163"/>
                <p:cNvCxnSpPr/>
                <p:nvPr/>
              </p:nvCxnSpPr>
              <p:spPr>
                <a:xfrm>
                  <a:off x="2101320" y="2276640"/>
                  <a:ext cx="28800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28" name="Rechte verbindingslijn 164"/>
                <p:cNvCxnSpPr/>
                <p:nvPr/>
              </p:nvCxnSpPr>
              <p:spPr>
                <a:xfrm>
                  <a:off x="2101320" y="2502720"/>
                  <a:ext cx="28800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29" name="Rechte verbindingslijn 165"/>
                <p:cNvCxnSpPr/>
                <p:nvPr/>
              </p:nvCxnSpPr>
              <p:spPr>
                <a:xfrm>
                  <a:off x="2255040" y="2446200"/>
                  <a:ext cx="12996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30" name="Rechte verbindingslijn 166"/>
                <p:cNvCxnSpPr/>
                <p:nvPr/>
              </p:nvCxnSpPr>
              <p:spPr>
                <a:xfrm>
                  <a:off x="2255040" y="2389680"/>
                  <a:ext cx="12996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31" name="Rechte verbindingslijn 167"/>
                <p:cNvCxnSpPr/>
                <p:nvPr/>
              </p:nvCxnSpPr>
              <p:spPr>
                <a:xfrm>
                  <a:off x="2255040" y="2333160"/>
                  <a:ext cx="12996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</p:grpSp>
          <p:grpSp>
            <p:nvGrpSpPr>
              <p:cNvPr id="1332" name="Groep 160"/>
              <p:cNvGrpSpPr/>
              <p:nvPr/>
            </p:nvGrpSpPr>
            <p:grpSpPr>
              <a:xfrm>
                <a:off x="2101680" y="2331720"/>
                <a:ext cx="139680" cy="113760"/>
                <a:chOff x="2101680" y="2331720"/>
                <a:chExt cx="139680" cy="113760"/>
              </a:xfrm>
            </p:grpSpPr>
            <p:sp>
              <p:nvSpPr>
                <p:cNvPr id="1333" name="Rechthoek 161"/>
                <p:cNvSpPr/>
                <p:nvPr/>
              </p:nvSpPr>
              <p:spPr>
                <a:xfrm flipH="1">
                  <a:off x="2101680" y="2368440"/>
                  <a:ext cx="104400" cy="40320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lIns="0" rIns="0" tIns="0" bIns="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1" lang="nl-NL" sz="1000" spc="-1" strike="noStrike">
                    <a:solidFill>
                      <a:schemeClr val="dk1"/>
                    </a:solidFill>
                    <a:latin typeface="Calibri"/>
                  </a:endParaRPr>
                </a:p>
              </p:txBody>
            </p:sp>
            <p:sp>
              <p:nvSpPr>
                <p:cNvPr id="1334" name="Pijl: punthaak 162"/>
                <p:cNvSpPr/>
                <p:nvPr/>
              </p:nvSpPr>
              <p:spPr>
                <a:xfrm>
                  <a:off x="2127240" y="2331720"/>
                  <a:ext cx="114120" cy="113760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lIns="0" rIns="0" tIns="0" bIns="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1" lang="nl-NL" sz="1000" spc="-1" strike="noStrike">
                    <a:solidFill>
                      <a:schemeClr val="dk1"/>
                    </a:solidFill>
                    <a:latin typeface="Calibri"/>
                  </a:endParaRPr>
                </a:p>
              </p:txBody>
            </p:sp>
          </p:grpSp>
        </p:grpSp>
        <p:grpSp>
          <p:nvGrpSpPr>
            <p:cNvPr id="1335" name="Groep 73"/>
            <p:cNvGrpSpPr/>
            <p:nvPr/>
          </p:nvGrpSpPr>
          <p:grpSpPr>
            <a:xfrm>
              <a:off x="1630440" y="2276640"/>
              <a:ext cx="287640" cy="226080"/>
              <a:chOff x="1630440" y="2276640"/>
              <a:chExt cx="287640" cy="226080"/>
            </a:xfrm>
          </p:grpSpPr>
          <p:grpSp>
            <p:nvGrpSpPr>
              <p:cNvPr id="1336" name="Groep 150"/>
              <p:cNvGrpSpPr/>
              <p:nvPr/>
            </p:nvGrpSpPr>
            <p:grpSpPr>
              <a:xfrm>
                <a:off x="1630440" y="2276640"/>
                <a:ext cx="287640" cy="226080"/>
                <a:chOff x="1630440" y="2276640"/>
                <a:chExt cx="287640" cy="226080"/>
              </a:xfrm>
            </p:grpSpPr>
            <p:cxnSp>
              <p:nvCxnSpPr>
                <p:cNvPr id="1337" name="Rechte verbindingslijn 154"/>
                <p:cNvCxnSpPr/>
                <p:nvPr/>
              </p:nvCxnSpPr>
              <p:spPr>
                <a:xfrm>
                  <a:off x="1630440" y="2276640"/>
                  <a:ext cx="28800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38" name="Rechte verbindingslijn 155"/>
                <p:cNvCxnSpPr/>
                <p:nvPr/>
              </p:nvCxnSpPr>
              <p:spPr>
                <a:xfrm>
                  <a:off x="1630440" y="2502720"/>
                  <a:ext cx="28800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39" name="Rechte verbindingslijn 156"/>
                <p:cNvCxnSpPr/>
                <p:nvPr/>
              </p:nvCxnSpPr>
              <p:spPr>
                <a:xfrm>
                  <a:off x="1784160" y="2446200"/>
                  <a:ext cx="12996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40" name="Rechte verbindingslijn 157"/>
                <p:cNvCxnSpPr/>
                <p:nvPr/>
              </p:nvCxnSpPr>
              <p:spPr>
                <a:xfrm>
                  <a:off x="1784160" y="2389680"/>
                  <a:ext cx="12996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  <p:cxnSp>
              <p:nvCxnSpPr>
                <p:cNvPr id="1341" name="Rechte verbindingslijn 158"/>
                <p:cNvCxnSpPr/>
                <p:nvPr/>
              </p:nvCxnSpPr>
              <p:spPr>
                <a:xfrm>
                  <a:off x="1784160" y="2333160"/>
                  <a:ext cx="129960" cy="360"/>
                </a:xfrm>
                <a:prstGeom prst="straightConnector1">
                  <a:avLst/>
                </a:prstGeom>
                <a:ln w="19050">
                  <a:solidFill>
                    <a:srgbClr val="767171"/>
                  </a:solidFill>
                  <a:round/>
                </a:ln>
              </p:spPr>
            </p:cxnSp>
          </p:grpSp>
          <p:grpSp>
            <p:nvGrpSpPr>
              <p:cNvPr id="1342" name="Groep 151"/>
              <p:cNvGrpSpPr/>
              <p:nvPr/>
            </p:nvGrpSpPr>
            <p:grpSpPr>
              <a:xfrm>
                <a:off x="1630440" y="2331720"/>
                <a:ext cx="139680" cy="113760"/>
                <a:chOff x="1630440" y="2331720"/>
                <a:chExt cx="139680" cy="113760"/>
              </a:xfrm>
            </p:grpSpPr>
            <p:sp>
              <p:nvSpPr>
                <p:cNvPr id="1343" name="Rechthoek 152"/>
                <p:cNvSpPr/>
                <p:nvPr/>
              </p:nvSpPr>
              <p:spPr>
                <a:xfrm>
                  <a:off x="1665720" y="2368440"/>
                  <a:ext cx="104400" cy="40320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lIns="0" rIns="0" tIns="0" bIns="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1" lang="nl-NL" sz="1000" spc="-1" strike="noStrike">
                    <a:solidFill>
                      <a:schemeClr val="dk1"/>
                    </a:solidFill>
                    <a:latin typeface="Calibri"/>
                  </a:endParaRPr>
                </a:p>
              </p:txBody>
            </p:sp>
            <p:sp>
              <p:nvSpPr>
                <p:cNvPr id="1344" name="Pijl: punthaak 153"/>
                <p:cNvSpPr/>
                <p:nvPr/>
              </p:nvSpPr>
              <p:spPr>
                <a:xfrm flipH="1">
                  <a:off x="1630080" y="2331720"/>
                  <a:ext cx="114120" cy="113760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lIns="0" rIns="0" tIns="0" bIns="0" anchor="ctr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1" lang="nl-NL" sz="1000" spc="-1" strike="noStrike">
                    <a:solidFill>
                      <a:schemeClr val="dk1"/>
                    </a:solidFill>
                    <a:latin typeface="Calibri"/>
                  </a:endParaRPr>
                </a:p>
              </p:txBody>
            </p:sp>
          </p:grpSp>
        </p:grpSp>
      </p:grpSp>
      <p:grpSp>
        <p:nvGrpSpPr>
          <p:cNvPr id="1345" name="Groep 178"/>
          <p:cNvGrpSpPr/>
          <p:nvPr/>
        </p:nvGrpSpPr>
        <p:grpSpPr>
          <a:xfrm>
            <a:off x="4573800" y="2179440"/>
            <a:ext cx="369000" cy="432720"/>
            <a:chOff x="4573800" y="2179440"/>
            <a:chExt cx="369000" cy="432720"/>
          </a:xfrm>
        </p:grpSpPr>
        <p:sp>
          <p:nvSpPr>
            <p:cNvPr id="1346" name="Rechthoek 199"/>
            <p:cNvSpPr/>
            <p:nvPr/>
          </p:nvSpPr>
          <p:spPr>
            <a:xfrm>
              <a:off x="4573800" y="2179440"/>
              <a:ext cx="327240" cy="32184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108000" rIns="0" tIns="0" bIns="0" anchor="ctr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</a:pPr>
              <a:endParaRPr b="0" lang="nl-NL" sz="800" spc="-1" strike="noStrike">
                <a:solidFill>
                  <a:schemeClr val="dk1"/>
                </a:solidFill>
                <a:latin typeface="Arial"/>
              </a:endParaRPr>
            </a:p>
          </p:txBody>
        </p:sp>
        <p:sp>
          <p:nvSpPr>
            <p:cNvPr id="1347" name="Ovaal 200"/>
            <p:cNvSpPr/>
            <p:nvPr/>
          </p:nvSpPr>
          <p:spPr>
            <a:xfrm>
              <a:off x="4773600" y="2220120"/>
              <a:ext cx="90000" cy="90000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48" name="Vrije vorm: vorm 201"/>
            <p:cNvSpPr/>
            <p:nvPr/>
          </p:nvSpPr>
          <p:spPr>
            <a:xfrm rot="2700000">
              <a:off x="4615200" y="2377080"/>
              <a:ext cx="213480" cy="186840"/>
            </a:xfrm>
            <a:custGeom>
              <a:avLst/>
              <a:gdLst>
                <a:gd name="textAreaLeft" fmla="*/ 0 w 213480"/>
                <a:gd name="textAreaRight" fmla="*/ 213840 w 213480"/>
                <a:gd name="textAreaTop" fmla="*/ 0 h 186840"/>
                <a:gd name="textAreaBottom" fmla="*/ 187200 h 186840"/>
              </a:gdLst>
              <a:ahLst/>
              <a:rect l="textAreaLeft" t="textAreaTop" r="textAreaRight" b="textAreaBottom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49" name="Rechthoek: afgeronde hoeken 202"/>
            <p:cNvSpPr/>
            <p:nvPr/>
          </p:nvSpPr>
          <p:spPr>
            <a:xfrm>
              <a:off x="4745160" y="2361600"/>
              <a:ext cx="197640" cy="147600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108000" rIns="0" tIns="0" bIns="0" anchor="ctr">
              <a:noAutofit/>
            </a:bodyPr>
            <a:p>
              <a:pPr defTabSz="914400">
                <a:lnSpc>
                  <a:spcPct val="90000"/>
                </a:lnSpc>
                <a:spcBef>
                  <a:spcPts val="601"/>
                </a:spcBef>
                <a:spcAft>
                  <a:spcPts val="601"/>
                </a:spcAft>
              </a:pPr>
              <a:endParaRPr b="0" lang="nl-NL" sz="800" spc="-1" strike="noStrike">
                <a:solidFill>
                  <a:schemeClr val="dk1"/>
                </a:solidFill>
                <a:latin typeface="Arial"/>
              </a:endParaRPr>
            </a:p>
          </p:txBody>
        </p:sp>
        <p:cxnSp>
          <p:nvCxnSpPr>
            <p:cNvPr id="1350" name="Rechte verbindingslijn 203"/>
            <p:cNvCxnSpPr/>
            <p:nvPr/>
          </p:nvCxnSpPr>
          <p:spPr>
            <a:xfrm>
              <a:off x="4790880" y="2568600"/>
              <a:ext cx="106200" cy="360"/>
            </a:xfrm>
            <a:prstGeom prst="straightConnector1">
              <a:avLst/>
            </a:prstGeom>
            <a:ln w="19050">
              <a:solidFill>
                <a:srgbClr val="8aadd0"/>
              </a:solidFill>
            </a:ln>
          </p:spPr>
        </p:cxnSp>
        <p:cxnSp>
          <p:nvCxnSpPr>
            <p:cNvPr id="1351" name="Rechte verbindingslijn 204"/>
            <p:cNvCxnSpPr>
              <a:stCxn id="1349" idx="2"/>
            </p:cNvCxnSpPr>
            <p:nvPr/>
          </p:nvCxnSpPr>
          <p:spPr>
            <a:xfrm flipH="1">
              <a:off x="4843440" y="2509560"/>
              <a:ext cx="720" cy="55800"/>
            </a:xfrm>
            <a:prstGeom prst="straightConnector1">
              <a:avLst/>
            </a:prstGeom>
            <a:ln w="19050">
              <a:solidFill>
                <a:srgbClr val="8aadd0"/>
              </a:solidFill>
            </a:ln>
          </p:spPr>
        </p:cxnSp>
      </p:grpSp>
      <p:grpSp>
        <p:nvGrpSpPr>
          <p:cNvPr id="1352" name="HYPERLINKS"/>
          <p:cNvGrpSpPr/>
          <p:nvPr/>
        </p:nvGrpSpPr>
        <p:grpSpPr>
          <a:xfrm>
            <a:off x="675000" y="1599120"/>
            <a:ext cx="8081280" cy="4559400"/>
            <a:chOff x="675000" y="1599120"/>
            <a:chExt cx="8081280" cy="4559400"/>
          </a:xfrm>
        </p:grpSpPr>
        <p:sp>
          <p:nvSpPr>
            <p:cNvPr id="1353" name="HYPERLINK">
              <a:hlinkClick r:id="rId2"/>
            </p:cNvPr>
            <p:cNvSpPr/>
            <p:nvPr/>
          </p:nvSpPr>
          <p:spPr>
            <a:xfrm>
              <a:off x="675000" y="1599120"/>
              <a:ext cx="2680920" cy="2226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54" name="HYPERLINK">
              <a:hlinkClick r:id="rId3"/>
            </p:cNvPr>
            <p:cNvSpPr/>
            <p:nvPr/>
          </p:nvSpPr>
          <p:spPr>
            <a:xfrm>
              <a:off x="3471480" y="1599120"/>
              <a:ext cx="2579040" cy="2226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55" name="HYPERLINK">
              <a:hlinkClick r:id="rId4"/>
            </p:cNvPr>
            <p:cNvSpPr/>
            <p:nvPr/>
          </p:nvSpPr>
          <p:spPr>
            <a:xfrm>
              <a:off x="6159600" y="1599120"/>
              <a:ext cx="2579040" cy="2226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56" name="HYPERLINK">
              <a:hlinkClick r:id="rId5"/>
            </p:cNvPr>
            <p:cNvSpPr/>
            <p:nvPr/>
          </p:nvSpPr>
          <p:spPr>
            <a:xfrm>
              <a:off x="675000" y="3931920"/>
              <a:ext cx="2680920" cy="2226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57" name="HYPERLINK">
              <a:hlinkClick r:id="rId6"/>
            </p:cNvPr>
            <p:cNvSpPr/>
            <p:nvPr/>
          </p:nvSpPr>
          <p:spPr>
            <a:xfrm>
              <a:off x="3460680" y="3931920"/>
              <a:ext cx="2595240" cy="2226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1358" name="HYPERLINK">
              <a:hlinkClick r:id="rId7"/>
            </p:cNvPr>
            <p:cNvSpPr/>
            <p:nvPr/>
          </p:nvSpPr>
          <p:spPr>
            <a:xfrm>
              <a:off x="6161040" y="3931920"/>
              <a:ext cx="2595240" cy="2226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horzOverflow="overflow" lIns="0" rIns="0" tIns="0" bIns="0" anchor="ctr">
              <a:noAutofit/>
            </a:bodyPr>
            <a:p>
              <a:pPr defTabSz="914400">
                <a:lnSpc>
                  <a:spcPct val="100000"/>
                </a:lnSpc>
              </a:pPr>
              <a:endParaRPr b="1" lang="nl-NL" sz="10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sp>
        <p:nvSpPr>
          <p:cNvPr id="1359" name="Rechthoek 102">
            <a:hlinkClick r:id="rId8"/>
          </p:cNvPr>
          <p:cNvSpPr/>
          <p:nvPr/>
        </p:nvSpPr>
        <p:spPr>
          <a:xfrm>
            <a:off x="10208520" y="0"/>
            <a:ext cx="1983240" cy="1996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9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Rechthoek 5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endParaRPr b="1" lang="nl-NL" sz="1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61" name="Tekstvak 7"/>
          <p:cNvSpPr/>
          <p:nvPr/>
        </p:nvSpPr>
        <p:spPr>
          <a:xfrm>
            <a:off x="8548920" y="-399600"/>
            <a:ext cx="364284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</a:pPr>
            <a:r>
              <a:rPr b="0" lang="nl-NL" sz="1400" spc="-1" strike="noStrike">
                <a:solidFill>
                  <a:srgbClr val="738ea1"/>
                </a:solidFill>
                <a:latin typeface="Calibri"/>
              </a:rPr>
              <a:t>Instructie dia: Dia plakken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kstvak 6"/>
          <p:cNvSpPr/>
          <p:nvPr/>
        </p:nvSpPr>
        <p:spPr>
          <a:xfrm>
            <a:off x="694080" y="692640"/>
            <a:ext cx="994644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</a:pPr>
            <a:r>
              <a:rPr b="0" lang="nl-NL" sz="2400" spc="-1" strike="noStrike" cap="all">
                <a:solidFill>
                  <a:srgbClr val="0096a5"/>
                </a:solidFill>
                <a:latin typeface="Calibri Light"/>
              </a:rPr>
              <a:t>Voordat je begint…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63" name="Groep 22"/>
          <p:cNvGrpSpPr/>
          <p:nvPr/>
        </p:nvGrpSpPr>
        <p:grpSpPr>
          <a:xfrm>
            <a:off x="692280" y="1979280"/>
            <a:ext cx="10807200" cy="3437280"/>
            <a:chOff x="692280" y="1979280"/>
            <a:chExt cx="10807200" cy="3437280"/>
          </a:xfrm>
        </p:grpSpPr>
        <p:pic>
          <p:nvPicPr>
            <p:cNvPr id="1364" name="Afbeelding 9" descr=""/>
            <p:cNvPicPr/>
            <p:nvPr/>
          </p:nvPicPr>
          <p:blipFill>
            <a:blip r:embed="rId2"/>
            <a:stretch/>
          </p:blipFill>
          <p:spPr>
            <a:xfrm>
              <a:off x="8397360" y="2928240"/>
              <a:ext cx="2761920" cy="1442880"/>
            </a:xfrm>
            <a:prstGeom prst="rect">
              <a:avLst/>
            </a:prstGeom>
            <a:ln w="0">
              <a:solidFill>
                <a:srgbClr val="8c8f92"/>
              </a:solidFill>
            </a:ln>
          </p:spPr>
        </p:pic>
        <p:pic>
          <p:nvPicPr>
            <p:cNvPr id="1365" name="Afbeelding 4" descr=""/>
            <p:cNvPicPr/>
            <p:nvPr/>
          </p:nvPicPr>
          <p:blipFill>
            <a:blip r:embed="rId3"/>
            <a:stretch/>
          </p:blipFill>
          <p:spPr>
            <a:xfrm>
              <a:off x="4537080" y="2922120"/>
              <a:ext cx="2765160" cy="1443240"/>
            </a:xfrm>
            <a:prstGeom prst="rect">
              <a:avLst/>
            </a:prstGeom>
            <a:ln w="0">
              <a:solidFill>
                <a:srgbClr val="8c8f92"/>
              </a:solidFill>
            </a:ln>
          </p:spPr>
        </p:pic>
        <p:pic>
          <p:nvPicPr>
            <p:cNvPr id="1366" name="Afbeelding 3" descr=""/>
            <p:cNvPicPr/>
            <p:nvPr/>
          </p:nvPicPr>
          <p:blipFill>
            <a:blip r:embed="rId4"/>
            <a:stretch/>
          </p:blipFill>
          <p:spPr>
            <a:xfrm>
              <a:off x="692280" y="2942640"/>
              <a:ext cx="2739960" cy="1429200"/>
            </a:xfrm>
            <a:prstGeom prst="rect">
              <a:avLst/>
            </a:prstGeom>
            <a:ln w="0">
              <a:solidFill>
                <a:srgbClr val="8c8f92"/>
              </a:solidFill>
            </a:ln>
          </p:spPr>
        </p:pic>
        <p:grpSp>
          <p:nvGrpSpPr>
            <p:cNvPr id="1367" name="Groep 34"/>
            <p:cNvGrpSpPr/>
            <p:nvPr/>
          </p:nvGrpSpPr>
          <p:grpSpPr>
            <a:xfrm>
              <a:off x="692640" y="1979280"/>
              <a:ext cx="10806840" cy="3437280"/>
              <a:chOff x="692640" y="1979280"/>
              <a:chExt cx="10806840" cy="3437280"/>
            </a:xfrm>
          </p:grpSpPr>
          <p:grpSp>
            <p:nvGrpSpPr>
              <p:cNvPr id="1368" name="Groep 41"/>
              <p:cNvGrpSpPr/>
              <p:nvPr/>
            </p:nvGrpSpPr>
            <p:grpSpPr>
              <a:xfrm>
                <a:off x="947160" y="2131560"/>
                <a:ext cx="1822320" cy="1488600"/>
                <a:chOff x="947160" y="2131560"/>
                <a:chExt cx="1822320" cy="1488600"/>
              </a:xfrm>
            </p:grpSpPr>
            <p:sp>
              <p:nvSpPr>
                <p:cNvPr id="1369" name="Ovaal 69"/>
                <p:cNvSpPr/>
                <p:nvPr/>
              </p:nvSpPr>
              <p:spPr>
                <a:xfrm>
                  <a:off x="947160" y="2922120"/>
                  <a:ext cx="195120" cy="194760"/>
                </a:xfrm>
                <a:prstGeom prst="ellipse">
                  <a:avLst/>
                </a:prstGeom>
                <a:noFill/>
                <a:ln w="19050">
                  <a:solidFill>
                    <a:srgbClr val="0096a5"/>
                  </a:solidFill>
                </a:ln>
                <a:effectLst>
                  <a:outerShdw algn="tr" dir="0" rotWithShape="0" sx="105000" sy="10500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18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cxnSp>
              <p:nvCxnSpPr>
                <p:cNvPr id="1370" name="Rechte verbindingslijn 71"/>
                <p:cNvCxnSpPr/>
                <p:nvPr/>
              </p:nvCxnSpPr>
              <p:spPr>
                <a:xfrm flipH="1">
                  <a:off x="1044720" y="2131560"/>
                  <a:ext cx="1469160" cy="797040"/>
                </a:xfrm>
                <a:prstGeom prst="straightConnector1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</p:cxnSp>
            <p:cxnSp>
              <p:nvCxnSpPr>
                <p:cNvPr id="1371" name="Rechte verbindingslijn 72"/>
                <p:cNvCxnSpPr/>
                <p:nvPr/>
              </p:nvCxnSpPr>
              <p:spPr>
                <a:xfrm flipH="1" flipV="1">
                  <a:off x="1032480" y="3106800"/>
                  <a:ext cx="1737360" cy="513720"/>
                </a:xfrm>
                <a:prstGeom prst="straightConnector1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</p:cxnSp>
          </p:grpSp>
          <p:grpSp>
            <p:nvGrpSpPr>
              <p:cNvPr id="1372" name="Groep 42"/>
              <p:cNvGrpSpPr/>
              <p:nvPr/>
            </p:nvGrpSpPr>
            <p:grpSpPr>
              <a:xfrm>
                <a:off x="4789440" y="3345480"/>
                <a:ext cx="135720" cy="135360"/>
                <a:chOff x="4789440" y="3345480"/>
                <a:chExt cx="135720" cy="135360"/>
              </a:xfrm>
            </p:grpSpPr>
            <p:sp>
              <p:nvSpPr>
                <p:cNvPr id="1373" name="Ovaal 58"/>
                <p:cNvSpPr/>
                <p:nvPr/>
              </p:nvSpPr>
              <p:spPr>
                <a:xfrm>
                  <a:off x="4789440" y="3345480"/>
                  <a:ext cx="135720" cy="13536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4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374" name="Vermenigvuldigen 49"/>
                <p:cNvSpPr/>
                <p:nvPr/>
              </p:nvSpPr>
              <p:spPr>
                <a:xfrm>
                  <a:off x="4792680" y="3351600"/>
                  <a:ext cx="127440" cy="127080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tIns="35280" bIns="3528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4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sp>
            <p:nvSpPr>
              <p:cNvPr id="1375" name="Ovaal 43"/>
              <p:cNvSpPr/>
              <p:nvPr/>
            </p:nvSpPr>
            <p:spPr>
              <a:xfrm>
                <a:off x="4763160" y="3325320"/>
                <a:ext cx="195120" cy="194760"/>
              </a:xfrm>
              <a:prstGeom prst="ellipse">
                <a:avLst/>
              </a:prstGeom>
              <a:noFill/>
              <a:ln w="19050">
                <a:solidFill>
                  <a:srgbClr val="0096a5"/>
                </a:solidFill>
              </a:ln>
              <a:effectLst>
                <a:outerShdw algn="tr" dir="0" rotWithShape="0" sx="105000" sy="10500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cxnSp>
            <p:nvCxnSpPr>
              <p:cNvPr id="1376" name="Rechte verbindingslijn 44"/>
              <p:cNvCxnSpPr/>
              <p:nvPr/>
            </p:nvCxnSpPr>
            <p:spPr>
              <a:xfrm flipH="1">
                <a:off x="4856760" y="2225520"/>
                <a:ext cx="1397880" cy="997920"/>
              </a:xfrm>
              <a:prstGeom prst="straightConnector1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</p:cxnSp>
          <p:cxnSp>
            <p:nvCxnSpPr>
              <p:cNvPr id="1377" name="Rechte verbindingslijn 46"/>
              <p:cNvCxnSpPr/>
              <p:nvPr/>
            </p:nvCxnSpPr>
            <p:spPr>
              <a:xfrm flipH="1" flipV="1">
                <a:off x="4875840" y="3528360"/>
                <a:ext cx="1966320" cy="133920"/>
              </a:xfrm>
              <a:prstGeom prst="straightConnector1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</p:cxnSp>
          <p:sp>
            <p:nvSpPr>
              <p:cNvPr id="1378" name="Ovaal 47"/>
              <p:cNvSpPr/>
              <p:nvPr/>
            </p:nvSpPr>
            <p:spPr>
              <a:xfrm>
                <a:off x="692640" y="4557960"/>
                <a:ext cx="313560" cy="31284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0" rIns="0" tIns="0" bIns="0" anchor="ctr">
                <a:noAutofit/>
              </a:bodyPr>
              <a:p>
                <a:pPr algn="ctr" defTabSz="914400">
                  <a:lnSpc>
                    <a:spcPct val="8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1" lang="nl-NL" sz="1000" spc="-1" strike="noStrike" cap="all">
                    <a:solidFill>
                      <a:schemeClr val="lt1"/>
                    </a:solidFill>
                    <a:latin typeface="Calibri"/>
                  </a:rPr>
                  <a:t>A</a:t>
                </a:r>
                <a:endParaRPr b="0" lang="en-US" sz="10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1379" name="Ovaal 48"/>
              <p:cNvSpPr/>
              <p:nvPr/>
            </p:nvSpPr>
            <p:spPr>
              <a:xfrm>
                <a:off x="4538160" y="4557960"/>
                <a:ext cx="313560" cy="31284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0" rIns="0" tIns="0" bIns="0" anchor="ctr">
                <a:noAutofit/>
              </a:bodyPr>
              <a:p>
                <a:pPr algn="ctr" defTabSz="914400">
                  <a:lnSpc>
                    <a:spcPct val="8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1" lang="nl-NL" sz="1000" spc="-1" strike="noStrike" cap="all">
                    <a:solidFill>
                      <a:schemeClr val="lt1"/>
                    </a:solidFill>
                    <a:latin typeface="Calibri"/>
                  </a:rPr>
                  <a:t>B</a:t>
                </a:r>
                <a:endParaRPr b="0" lang="en-US" sz="10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380" name="Groep 49"/>
              <p:cNvGrpSpPr/>
              <p:nvPr/>
            </p:nvGrpSpPr>
            <p:grpSpPr>
              <a:xfrm>
                <a:off x="6878880" y="2570760"/>
                <a:ext cx="433800" cy="433080"/>
                <a:chOff x="6878880" y="2570760"/>
                <a:chExt cx="433800" cy="433080"/>
              </a:xfrm>
            </p:grpSpPr>
            <p:sp>
              <p:nvSpPr>
                <p:cNvPr id="1381" name="Ovaal 56"/>
                <p:cNvSpPr/>
                <p:nvPr/>
              </p:nvSpPr>
              <p:spPr>
                <a:xfrm>
                  <a:off x="6878880" y="2570760"/>
                  <a:ext cx="433800" cy="43308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4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  <p:sp>
              <p:nvSpPr>
                <p:cNvPr id="1382" name="Vermenigvuldigen 40"/>
                <p:cNvSpPr/>
                <p:nvPr/>
              </p:nvSpPr>
              <p:spPr>
                <a:xfrm>
                  <a:off x="6892200" y="2590200"/>
                  <a:ext cx="407160" cy="406440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numCol="1" spcCol="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nl-NL" sz="2400" spc="-1" strike="noStrike">
                    <a:solidFill>
                      <a:schemeClr val="lt1"/>
                    </a:solidFill>
                    <a:latin typeface="Calibri"/>
                  </a:endParaRPr>
                </a:p>
              </p:txBody>
            </p:sp>
          </p:grpSp>
          <p:sp>
            <p:nvSpPr>
              <p:cNvPr id="1383" name="Tekstvak 50"/>
              <p:cNvSpPr/>
              <p:nvPr/>
            </p:nvSpPr>
            <p:spPr>
              <a:xfrm>
                <a:off x="8789040" y="4668840"/>
                <a:ext cx="2701800" cy="747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Autofit/>
              </a:bodyPr>
              <a:p>
                <a:pPr defTabSz="914400">
                  <a:lnSpc>
                    <a:spcPct val="90000"/>
                  </a:lnSpc>
                </a:pPr>
                <a:r>
                  <a:rPr b="0" lang="nl-NL" sz="1000" spc="-1" strike="noStrike">
                    <a:solidFill>
                      <a:srgbClr val="44546a"/>
                    </a:solidFill>
                    <a:latin typeface="Calibri"/>
                  </a:rPr>
                  <a:t>Klik met je rechter muisknop op de miniatuur weergave van de dia, aan de linker kant van het scherm. Kies </a:t>
                </a:r>
                <a:r>
                  <a:rPr b="1" lang="nl-NL" sz="1000" spc="-1" strike="noStrike">
                    <a:solidFill>
                      <a:srgbClr val="44546a"/>
                    </a:solidFill>
                    <a:latin typeface="Calibri"/>
                  </a:rPr>
                  <a:t>‘Dia herstellen’</a:t>
                </a:r>
                <a:r>
                  <a:rPr b="0" lang="nl-NL" sz="1000" spc="-1" strike="noStrike">
                    <a:solidFill>
                      <a:srgbClr val="44546a"/>
                    </a:solidFill>
                    <a:latin typeface="Calibri"/>
                  </a:rPr>
                  <a:t> om de opmaak van de dia weer te herstellen, volgens template instellingen.</a:t>
                </a:r>
                <a:endParaRPr b="0" lang="en-US" sz="10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84" name="Ovaal 51"/>
              <p:cNvSpPr/>
              <p:nvPr/>
            </p:nvSpPr>
            <p:spPr>
              <a:xfrm>
                <a:off x="8737560" y="3793320"/>
                <a:ext cx="195120" cy="194760"/>
              </a:xfrm>
              <a:prstGeom prst="ellipse">
                <a:avLst/>
              </a:prstGeom>
              <a:noFill/>
              <a:ln w="19050">
                <a:solidFill>
                  <a:srgbClr val="0096a5"/>
                </a:solidFill>
              </a:ln>
              <a:effectLst>
                <a:outerShdw algn="tr" dir="0" rotWithShape="0" sx="105000" sy="10500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numCol="1" spcCol="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nl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cxnSp>
            <p:nvCxnSpPr>
              <p:cNvPr id="1385" name="Rechte verbindingslijn 52"/>
              <p:cNvCxnSpPr/>
              <p:nvPr/>
            </p:nvCxnSpPr>
            <p:spPr>
              <a:xfrm flipH="1">
                <a:off x="8769240" y="2206080"/>
                <a:ext cx="1318320" cy="1608480"/>
              </a:xfrm>
              <a:prstGeom prst="straightConnector1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</p:cxnSp>
          <p:cxnSp>
            <p:nvCxnSpPr>
              <p:cNvPr id="1386" name="Rechte verbindingslijn 53"/>
              <p:cNvCxnSpPr/>
              <p:nvPr/>
            </p:nvCxnSpPr>
            <p:spPr>
              <a:xfrm flipH="1">
                <a:off x="8904600" y="3633480"/>
                <a:ext cx="1992960" cy="326880"/>
              </a:xfrm>
              <a:prstGeom prst="straightConnector1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</p:cxnSp>
          <p:sp>
            <p:nvSpPr>
              <p:cNvPr id="1387" name="Ovaal 55"/>
              <p:cNvSpPr/>
              <p:nvPr/>
            </p:nvSpPr>
            <p:spPr>
              <a:xfrm>
                <a:off x="8389440" y="4557960"/>
                <a:ext cx="313560" cy="31284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0" rIns="0" tIns="0" bIns="0" anchor="ctr">
                <a:noAutofit/>
              </a:bodyPr>
              <a:p>
                <a:pPr algn="ctr" defTabSz="914400">
                  <a:lnSpc>
                    <a:spcPct val="80000"/>
                  </a:lnSpc>
                  <a:spcBef>
                    <a:spcPts val="601"/>
                  </a:spcBef>
                  <a:spcAft>
                    <a:spcPts val="601"/>
                  </a:spcAft>
                </a:pPr>
                <a:r>
                  <a:rPr b="1" lang="nl-NL" sz="1000" spc="-1" strike="noStrike" cap="all">
                    <a:solidFill>
                      <a:schemeClr val="lt1"/>
                    </a:solidFill>
                    <a:latin typeface="Calibri"/>
                  </a:rPr>
                  <a:t>C</a:t>
                </a:r>
                <a:endParaRPr b="0" lang="en-US" sz="10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1388" name="Afbeelding 39"/>
              <p:cNvSpPr/>
              <p:nvPr/>
            </p:nvSpPr>
            <p:spPr>
              <a:xfrm>
                <a:off x="6008400" y="1980000"/>
                <a:ext cx="1678680" cy="1677240"/>
              </a:xfrm>
              <a:prstGeom prst="ellipse">
                <a:avLst/>
              </a:prstGeom>
              <a:blipFill rotWithShape="0">
                <a:blip r:embed="rId5"/>
                <a:srcRect/>
                <a:stretch/>
              </a:blipFill>
              <a:ln w="3175">
                <a:solidFill>
                  <a:srgbClr val="0096a5"/>
                </a:solidFill>
                <a:round/>
              </a:ln>
              <a:effectLst>
                <a:outerShdw algn="tr" dir="0" rotWithShape="0" sx="102000" sy="102000">
                  <a:srgbClr val="000000">
                    <a:alpha val="4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89" name="Afbeelding 54"/>
              <p:cNvSpPr/>
              <p:nvPr/>
            </p:nvSpPr>
            <p:spPr>
              <a:xfrm>
                <a:off x="9819000" y="1979280"/>
                <a:ext cx="1680480" cy="1675800"/>
              </a:xfrm>
              <a:prstGeom prst="ellipse">
                <a:avLst/>
              </a:prstGeom>
              <a:blipFill rotWithShape="0">
                <a:blip r:embed="rId6"/>
                <a:srcRect/>
                <a:stretch/>
              </a:blipFill>
              <a:ln w="3175">
                <a:solidFill>
                  <a:srgbClr val="0096a5"/>
                </a:solidFill>
                <a:round/>
              </a:ln>
              <a:effectLst>
                <a:outerShdw algn="tr" dir="0" rotWithShape="0" sx="102000" sy="102000">
                  <a:srgbClr val="000000">
                    <a:alpha val="4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90" name="Afbeelding 37"/>
              <p:cNvSpPr/>
              <p:nvPr/>
            </p:nvSpPr>
            <p:spPr>
              <a:xfrm>
                <a:off x="2162880" y="1979280"/>
                <a:ext cx="1678680" cy="1677240"/>
              </a:xfrm>
              <a:prstGeom prst="ellipse">
                <a:avLst/>
              </a:prstGeom>
              <a:blipFill rotWithShape="0">
                <a:blip r:embed="rId7"/>
                <a:srcRect/>
                <a:stretch/>
              </a:blipFill>
              <a:ln w="3175">
                <a:solidFill>
                  <a:srgbClr val="0096a5"/>
                </a:solidFill>
                <a:round/>
              </a:ln>
              <a:effectLst>
                <a:outerShdw algn="tr" dir="0" rotWithShape="0" sx="102000" sy="102000">
                  <a:srgbClr val="000000">
                    <a:alpha val="40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grpSp>
        <p:nvGrpSpPr>
          <p:cNvPr id="1391" name="GRID"/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>
          <p:nvSpPr>
            <p:cNvPr id="1392" name="Rechthoek 63"/>
            <p:cNvSpPr/>
            <p:nvPr/>
          </p:nvSpPr>
          <p:spPr>
            <a:xfrm>
              <a:off x="0" y="6057360"/>
              <a:ext cx="12191760" cy="69228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3" name="Rechthoek 64"/>
            <p:cNvSpPr/>
            <p:nvPr/>
          </p:nvSpPr>
          <p:spPr>
            <a:xfrm>
              <a:off x="0" y="0"/>
              <a:ext cx="12191760" cy="69228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4" name="Rechthoek 65"/>
            <p:cNvSpPr/>
            <p:nvPr/>
          </p:nvSpPr>
          <p:spPr>
            <a:xfrm rot="5400000">
              <a:off x="-3081600" y="3081960"/>
              <a:ext cx="6857640" cy="6937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5" name="Rechthoek 66"/>
            <p:cNvSpPr/>
            <p:nvPr/>
          </p:nvSpPr>
          <p:spPr>
            <a:xfrm rot="5400000">
              <a:off x="8412840" y="3081960"/>
              <a:ext cx="6857640" cy="6937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6" name="Rechthoek 67"/>
            <p:cNvSpPr/>
            <p:nvPr/>
          </p:nvSpPr>
          <p:spPr>
            <a:xfrm>
              <a:off x="0" y="1124640"/>
              <a:ext cx="12191760" cy="57564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7" name="Rechthoek 68"/>
            <p:cNvSpPr/>
            <p:nvPr/>
          </p:nvSpPr>
          <p:spPr>
            <a:xfrm rot="5400000">
              <a:off x="767880" y="3081960"/>
              <a:ext cx="6857640" cy="6937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8" name="Rechthoek 70"/>
            <p:cNvSpPr/>
            <p:nvPr/>
          </p:nvSpPr>
          <p:spPr>
            <a:xfrm>
              <a:off x="0" y="4558320"/>
              <a:ext cx="12191760" cy="18000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399" name="Rechthoek 73"/>
            <p:cNvSpPr/>
            <p:nvPr/>
          </p:nvSpPr>
          <p:spPr>
            <a:xfrm rot="5400000">
              <a:off x="290520" y="5406120"/>
              <a:ext cx="1494720" cy="7020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tIns="35280" bIns="352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00" name="Rechthoek 74"/>
            <p:cNvSpPr/>
            <p:nvPr/>
          </p:nvSpPr>
          <p:spPr>
            <a:xfrm rot="5400000">
              <a:off x="4155840" y="5320080"/>
              <a:ext cx="1494720" cy="7020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tIns="35280" bIns="352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01" name="Rechthoek 75"/>
            <p:cNvSpPr/>
            <p:nvPr/>
          </p:nvSpPr>
          <p:spPr>
            <a:xfrm rot="5400000">
              <a:off x="4613400" y="3081960"/>
              <a:ext cx="6857640" cy="69372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1402" name="Rechthoek 79"/>
            <p:cNvSpPr/>
            <p:nvPr/>
          </p:nvSpPr>
          <p:spPr>
            <a:xfrm rot="5400000">
              <a:off x="8006400" y="5320080"/>
              <a:ext cx="1494720" cy="70200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numCol="1" spcCol="0" tIns="35280" bIns="3528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nl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1403" name="Tekstvak 77"/>
          <p:cNvSpPr/>
          <p:nvPr/>
        </p:nvSpPr>
        <p:spPr>
          <a:xfrm>
            <a:off x="1073160" y="4667760"/>
            <a:ext cx="2773080" cy="8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90000"/>
              </a:lnSpc>
            </a:pP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Klik op de knop </a:t>
            </a:r>
            <a:r>
              <a:rPr b="1" lang="nl-NL" sz="1000" spc="-1" strike="noStrike">
                <a:solidFill>
                  <a:srgbClr val="44546a"/>
                </a:solidFill>
                <a:latin typeface="Calibri"/>
              </a:rPr>
              <a:t>‘Nieuwe dia’</a:t>
            </a:r>
            <a:br>
              <a:rPr sz="1000"/>
            </a:b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om een </a:t>
            </a:r>
            <a:r>
              <a:rPr b="1" lang="nl-NL" sz="1000" spc="-1" strike="noStrike">
                <a:solidFill>
                  <a:srgbClr val="44546a"/>
                </a:solidFill>
                <a:latin typeface="Calibri"/>
              </a:rPr>
              <a:t>template</a:t>
            </a: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 indeling toe te voegen.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Tekstvak 78"/>
          <p:cNvSpPr/>
          <p:nvPr/>
        </p:nvSpPr>
        <p:spPr>
          <a:xfrm>
            <a:off x="4935960" y="4667760"/>
            <a:ext cx="2748600" cy="75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90000"/>
              </a:lnSpc>
            </a:pPr>
            <a:r>
              <a:rPr b="1" lang="nl-NL" sz="1000" spc="-1" strike="noStrike">
                <a:solidFill>
                  <a:srgbClr val="ff7800"/>
                </a:solidFill>
                <a:latin typeface="Calibri"/>
              </a:rPr>
              <a:t>Let op: </a:t>
            </a:r>
            <a:br>
              <a:rPr sz="1000"/>
            </a:b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Het is </a:t>
            </a:r>
            <a:r>
              <a:rPr b="1" lang="nl-NL" sz="1000" spc="-1" strike="noStrike" u="sng">
                <a:solidFill>
                  <a:srgbClr val="44546a"/>
                </a:solidFill>
                <a:uFillTx/>
                <a:latin typeface="Calibri"/>
              </a:rPr>
              <a:t>niet</a:t>
            </a: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 mogelijk een slide te kopiëren </a:t>
            </a:r>
            <a:br>
              <a:rPr sz="1000"/>
            </a:b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met een </a:t>
            </a:r>
            <a:r>
              <a:rPr b="1" lang="nl-NL" sz="1000" spc="-1" strike="noStrike">
                <a:solidFill>
                  <a:srgbClr val="44546a"/>
                </a:solidFill>
                <a:latin typeface="Calibri"/>
              </a:rPr>
              <a:t>andere</a:t>
            </a: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 opmaak. Teksten en andere objecten dienen </a:t>
            </a:r>
            <a:r>
              <a:rPr b="1" lang="nl-NL" sz="1000" spc="-1" strike="noStrike">
                <a:solidFill>
                  <a:srgbClr val="ff7800"/>
                </a:solidFill>
                <a:latin typeface="Calibri"/>
              </a:rPr>
              <a:t>één-voor-één</a:t>
            </a:r>
            <a:r>
              <a:rPr b="0" lang="nl-NL" sz="1000" spc="-1" strike="noStrike">
                <a:solidFill>
                  <a:srgbClr val="44546a"/>
                </a:solidFill>
                <a:latin typeface="Calibri"/>
              </a:rPr>
              <a:t> te worden over gekopieerd, van de originele dia naar de nieuwe.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Tijdelijke aanduiding voor tekst 58"/>
          <p:cNvSpPr/>
          <p:nvPr/>
        </p:nvSpPr>
        <p:spPr>
          <a:xfrm>
            <a:off x="0" y="6750000"/>
            <a:ext cx="12191760" cy="107640"/>
          </a:xfrm>
          <a:prstGeom prst="rect">
            <a:avLst/>
          </a:prstGeom>
          <a:solidFill>
            <a:srgbClr val="0096a5"/>
          </a:solidFill>
          <a:ln w="0">
            <a:noFill/>
          </a:ln>
          <a:effectLst>
            <a:innerShdw blurRad="114300" dir="16200000" dist="38100">
              <a:srgbClr val="000000">
                <a:alpha val="20000"/>
              </a:srgbClr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72000" rIns="72000" tIns="90000" bIns="18000" anchor="ctr">
            <a:noAutofit/>
          </a:bodyPr>
          <a:p>
            <a:pPr algn="ctr" defTabSz="914400">
              <a:lnSpc>
                <a:spcPct val="9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nl-NL" sz="2000" spc="-1" strike="noStrike" cap="all">
              <a:solidFill>
                <a:schemeClr val="lt1"/>
              </a:solidFill>
              <a:latin typeface="Calibri Light"/>
            </a:endParaRPr>
          </a:p>
        </p:txBody>
      </p:sp>
      <p:cxnSp>
        <p:nvCxnSpPr>
          <p:cNvPr id="1406" name="Rechte verbindingslijn 61"/>
          <p:cNvCxnSpPr/>
          <p:nvPr/>
        </p:nvCxnSpPr>
        <p:spPr>
          <a:xfrm>
            <a:off x="693720" y="1124640"/>
            <a:ext cx="9947160" cy="360"/>
          </a:xfrm>
          <a:prstGeom prst="straightConnector1">
            <a:avLst/>
          </a:prstGeom>
          <a:ln w="12700">
            <a:solidFill>
              <a:srgbClr val="e7e6e6"/>
            </a:solidFill>
          </a:ln>
        </p:spPr>
      </p:cxnSp>
      <p:sp>
        <p:nvSpPr>
          <p:cNvPr id="1407" name="Vrije vorm 308"/>
          <p:cNvSpPr/>
          <p:nvPr/>
        </p:nvSpPr>
        <p:spPr>
          <a:xfrm>
            <a:off x="11056320" y="692640"/>
            <a:ext cx="434520" cy="433800"/>
          </a:xfrm>
          <a:custGeom>
            <a:avLst/>
            <a:gdLst>
              <a:gd name="textAreaLeft" fmla="*/ 0 w 434520"/>
              <a:gd name="textAreaRight" fmla="*/ 434880 w 434520"/>
              <a:gd name="textAreaTop" fmla="*/ 0 h 433800"/>
              <a:gd name="textAreaBottom" fmla="*/ 434160 h 433800"/>
            </a:gdLst>
            <a:ahLst/>
            <a:rect l="textAreaLeft" t="textAreaTop" r="textAreaRight" b="textAreaBottom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</a:bodyPr>
          <a:p>
            <a:pPr defTabSz="914400">
              <a:lnSpc>
                <a:spcPct val="100000"/>
              </a:lnSpc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08" name="Rechthoek 80">
            <a:hlinkClick r:id="rId8"/>
          </p:cNvPr>
          <p:cNvSpPr/>
          <p:nvPr/>
        </p:nvSpPr>
        <p:spPr>
          <a:xfrm>
            <a:off x="10208520" y="0"/>
            <a:ext cx="1983240" cy="1996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7.jpe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1.png"/><Relationship Id="rId3" Type="http://schemas.openxmlformats.org/officeDocument/2006/relationships/image" Target="../media/image11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1.png"/><Relationship Id="rId8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11.png"/><Relationship Id="rId6" Type="http://schemas.openxmlformats.org/officeDocument/2006/relationships/image" Target="../media/image11.png"/><Relationship Id="rId7" Type="http://schemas.openxmlformats.org/officeDocument/2006/relationships/image" Target="../media/image29.png"/><Relationship Id="rId8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1.png"/><Relationship Id="rId3" Type="http://schemas.openxmlformats.org/officeDocument/2006/relationships/image" Target="../media/image11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hyperlink" Target="https://servicedesk.surf.nl/wiki/display/WIKI/Best+Practice+for+Data+Formats+in+Deep+Learning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sara-nl/Packed-Data-Formats" TargetMode="External"/><Relationship Id="rId5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icture Placeholder 21"/>
          <p:cNvSpPr/>
          <p:nvPr/>
        </p:nvSpPr>
        <p:spPr>
          <a:xfrm>
            <a:off x="259200" y="261360"/>
            <a:ext cx="11669760" cy="6343200"/>
          </a:xfrm>
          <a:prstGeom prst="roundRect">
            <a:avLst>
              <a:gd name="adj" fmla="val 2210"/>
            </a:avLst>
          </a:prstGeom>
          <a:blipFill rotWithShape="0">
            <a:blip r:embed="rId1">
              <a:alphaModFix amt="50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2">
              <a:alphaModFix amt="90000"/>
            </a:blip>
            <a:stretch>
              <a:fillRect l="1577" t="-6" r="1577" b="-6"/>
            </a:stretch>
          </a:blipFill>
          <a:ln w="0">
            <a:noFill/>
          </a:ln>
        </p:spPr>
        <p:txBody>
          <a:bodyPr lIns="900000" rIns="288000" tIns="720000" bIns="1800000" anchor="t">
            <a:noAutofit/>
          </a:bodyPr>
          <a:p>
            <a:pPr indent="0" defTabSz="914400">
              <a:lnSpc>
                <a:spcPct val="8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nl-NL" sz="3200" spc="-1" strike="noStrike" cap="all">
                <a:solidFill>
                  <a:schemeClr val="dk1"/>
                </a:solidFill>
                <a:latin typeface="Calibri"/>
              </a:rPr>
              <a:t>HPC filesystems &amp; packed data formats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7" name="PlaceHolder 2"/>
          <p:cNvSpPr>
            <a:spLocks noGrp="1"/>
          </p:cNvSpPr>
          <p:nvPr>
            <p:ph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rIns="25200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99"/>
              </a:spcBef>
              <a:spcAft>
                <a:spcPts val="99"/>
              </a:spcAft>
              <a:buNone/>
              <a:tabLst>
                <a:tab algn="l" pos="0"/>
              </a:tabLst>
            </a:pPr>
            <a:r>
              <a:rPr b="0" lang="nl-NL" sz="1800" spc="-1" strike="noStrike">
                <a:solidFill>
                  <a:schemeClr val="dk1"/>
                </a:solidFill>
                <a:latin typeface="Calibri"/>
              </a:rPr>
              <a:t>High-Performance Machine-Learning group</a:t>
            </a:r>
            <a:endParaRPr b="0" lang="nl-NL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99"/>
              </a:spcBef>
              <a:spcAft>
                <a:spcPts val="99"/>
              </a:spcAft>
              <a:buNone/>
              <a:tabLst>
                <a:tab algn="l" pos="0"/>
              </a:tabLst>
            </a:pPr>
            <a:r>
              <a:rPr b="0" lang="nl-NL" sz="1800" spc="-1" strike="noStrike">
                <a:solidFill>
                  <a:schemeClr val="dk1"/>
                </a:solidFill>
                <a:latin typeface="Calibri"/>
              </a:rPr>
              <a:t>SURF</a:t>
            </a:r>
            <a:endParaRPr b="0" lang="nl-NL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8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3"/>
            <a:stretch>
              <a:fillRect l="1579" t="-37" r="1579" b="-37"/>
            </a:stretch>
          </a:blip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HPC file systems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0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HPC systems typically use parallel shared file systems.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Parallel file system: one file can be distributed over many physical disks, to increase I/O bandwidth.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1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pic>
        <p:nvPicPr>
          <p:cNvPr id="1422" name="Picture 5" descr=""/>
          <p:cNvPicPr/>
          <p:nvPr/>
        </p:nvPicPr>
        <p:blipFill>
          <a:blip r:embed="rId2"/>
          <a:stretch/>
        </p:blipFill>
        <p:spPr>
          <a:xfrm>
            <a:off x="2242440" y="2887560"/>
            <a:ext cx="6137280" cy="2714040"/>
          </a:xfrm>
          <a:prstGeom prst="rect">
            <a:avLst/>
          </a:prstGeom>
          <a:ln w="0">
            <a:noFill/>
          </a:ln>
        </p:spPr>
      </p:pic>
      <p:sp>
        <p:nvSpPr>
          <p:cNvPr id="1423" name="TextBox 8"/>
          <p:cNvSpPr/>
          <p:nvPr/>
        </p:nvSpPr>
        <p:spPr>
          <a:xfrm>
            <a:off x="8584200" y="6330600"/>
            <a:ext cx="235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https://wiki.lustre.org/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48648B9-4E01-49D9-A85B-21AF9C130B24}" type="slidenum">
              <a:t>2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HPC file systems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5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Two main types of parallel filesystems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Lustre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2056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Metadata (filename, size, location, etc) stored on separate server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2056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Object Storage Target (OST) stores actual file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2056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4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Striping over multiple OSTs can be managed by user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GPFS (Snellius)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2056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Metadata and actual file stored on the same server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2056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7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Striping is managed automatically, by file system. User has no control.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A94B8A4-3EC7-4EA0-8FD4-982D236E048B}" type="slidenum">
              <a:t>3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HPC file systems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8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HPC file systems are optimized for </a:t>
            </a:r>
            <a:r>
              <a:rPr b="0" i="1" lang="en-US" sz="2000" spc="-1" strike="noStrike">
                <a:solidFill>
                  <a:schemeClr val="dk1"/>
                </a:solidFill>
                <a:latin typeface="Calibri"/>
              </a:rPr>
              <a:t>bandwidth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 not I/O operations per second (IOPS)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E.g. Snellius GPFS: up to 10 GB/s write, 20 GB/s read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Important when e.g. a 100 node job needs to start from the same 20 GB input file…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HPC file systems are typically </a:t>
            </a: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not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 good at AI / data science workloads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AI workloads are generally: reading lots of small files / parts of a file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E7FA072-6DDB-4E4E-A431-B8CA42746669}" type="slidenum">
              <a:t>4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Inodes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1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An inode stores all information about a linux file </a:t>
            </a:r>
            <a:r>
              <a:rPr b="0" i="1" lang="en-US" sz="2000" spc="-1" strike="noStrike">
                <a:solidFill>
                  <a:schemeClr val="dk1"/>
                </a:solidFill>
                <a:latin typeface="Calibri"/>
              </a:rPr>
              <a:t>except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 its name and data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File size, last change date, file permissions, etc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On most HPC systems, you’ll have an inode quota, in addition to a size quota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4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Like total size, each filesystem has a (fixed) maximum number of inodes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It is </a:t>
            </a:r>
            <a:r>
              <a:rPr b="0" i="1" lang="en-US" sz="2000" spc="-1" strike="noStrike">
                <a:solidFill>
                  <a:schemeClr val="dk1"/>
                </a:solidFill>
                <a:latin typeface="Calibri"/>
              </a:rPr>
              <a:t>also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 a way to discourage doing to many IOPS 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Seems we’ll run out of inodes before we run out of space on e.g. our home1 filesystem: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ourier New"/>
              </a:rPr>
              <a:t>$ df -ih /gpfs/home1/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ourier New"/>
              </a:rPr>
              <a:t>Filesystem     Inodes IUsed IFree IUse% Mounted on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ourier New"/>
              </a:rPr>
              <a:t>home1            287M  141M  146M   50% /gpfs/home1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ourier New"/>
              </a:rPr>
              <a:t>$ df -h /gpfs/home1/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ourier New"/>
              </a:rPr>
              <a:t>Filesystem      Size  Used Avail Use% Mounted on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ourier New"/>
              </a:rPr>
              <a:t>home1           121T   56T   66T  46% /gpfs/home1</a:t>
            </a: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6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A013521-2835-472A-BBD0-79EF96CA701C}" type="slidenum">
              <a:t>5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nl-NL" sz="3200" spc="-1" strike="noStrike">
                <a:solidFill>
                  <a:schemeClr val="dk1"/>
                </a:solidFill>
                <a:latin typeface="Calibri"/>
              </a:rPr>
              <a:t>Don’t read individual files in your AI pipelines!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4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640656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Suppose your dataset is 10k png files of 2k each…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Home1: 121TB, 287M inodes, so 421k per inode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If everyone does this, the filesystem will be full of inodes, with 99.5% / 120 TB (!) storage still available…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If you run 100 epochs, you’ll do 1M I/O operations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4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Your sysadmin won’t like you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Your fellow users won’t like you: everyone suffers slow I/O because of your job!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6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You shouldn’t like you: your I/O might be holding back your training performance…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pic>
        <p:nvPicPr>
          <p:cNvPr id="1436" name="Picture 5" descr=""/>
          <p:cNvPicPr/>
          <p:nvPr/>
        </p:nvPicPr>
        <p:blipFill>
          <a:blip r:embed="rId7"/>
          <a:srcRect l="0" t="0" r="60956" b="0"/>
          <a:stretch/>
        </p:blipFill>
        <p:spPr>
          <a:xfrm>
            <a:off x="6839640" y="1943280"/>
            <a:ext cx="2808000" cy="4045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BFC608F-3483-4487-B318-6718924C9515}" type="slidenum">
              <a:t>6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Packed data formats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8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What is a ‘packed data format’?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Group multiple individual files together in a single ‘packed’/archive file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39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pic>
        <p:nvPicPr>
          <p:cNvPr id="1440" name="Picture 5" descr=""/>
          <p:cNvPicPr/>
          <p:nvPr/>
        </p:nvPicPr>
        <p:blipFill>
          <a:blip r:embed="rId2"/>
          <a:stretch/>
        </p:blipFill>
        <p:spPr>
          <a:xfrm>
            <a:off x="1521000" y="2109240"/>
            <a:ext cx="7193160" cy="4045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282839D-9484-4BC2-AD51-D5F4AB9930CB}" type="slidenum">
              <a:t>7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Packed data formats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2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What is a ‘packed data format’?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Group multiple individual files together in a single ‘packed’/archive file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Examples of packed data formats → ZIP, TAR, LMDB, HDF5, PARQUET, etc.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Does not necessarily involve compression!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6988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4"/>
              </a:buBlip>
              <a:tabLst>
                <a:tab algn="l" pos="56988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Compression is possible, but often runs on single process, so slow to decompress 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6988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6988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6988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6988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3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A79D4FF-6539-4C1D-8F5B-854FCF5256D1}" type="slidenum">
              <a:t>8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Why packed data format?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5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HPC systems use a </a:t>
            </a: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shared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filesystem. Packed data formats…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Reduces inode consumption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Reduces number of I/O operations/s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Reduces slowdown for yourself 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and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other users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6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D28B4F9-6100-4F93-BDE5-5614BBA12EAD}" type="slidenum">
              <a:t>9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Some comments about local scratch disks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8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Some HPC systems have local disks 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in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the nodes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On Snellius, these can be requested by adding </a:t>
            </a:r>
            <a:br>
              <a:rPr sz="2000"/>
            </a:br>
            <a:r>
              <a:rPr b="0" lang="en-US" sz="2000" spc="-1" strike="noStrike">
                <a:solidFill>
                  <a:srgbClr val="000000"/>
                </a:solidFill>
                <a:latin typeface="Courier New"/>
              </a:rPr>
              <a:t>#SBATCH –constraint=scratch-node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to your batch script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Note: about half our GPU nodes have local scratch disk. You might be in the queue longer if you request </a:t>
            </a:r>
            <a:r>
              <a:rPr b="0" lang="en-US" sz="2000" spc="-1" strike="noStrike">
                <a:solidFill>
                  <a:srgbClr val="000000"/>
                </a:solidFill>
                <a:latin typeface="Courier New"/>
              </a:rPr>
              <a:t>scratch-node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, so only do it if you think you benefit from it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Local scratch disks can usually handle much more IOPs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4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Local scratch disks are shared between all users in a node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5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Users on the same node 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may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still experience some effects when you ‘hammer’ local scratch with I/O, 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but it’s way less bad than on a shared filesystem!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49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37541FF-6C31-4540-BCF9-99386AC7A035}" type="slidenum">
              <a:t>10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Some comments about local scratch disks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1" name="PlaceHolder 2"/>
          <p:cNvSpPr>
            <a:spLocks noGrp="1"/>
          </p:cNvSpPr>
          <p:nvPr>
            <p:ph/>
          </p:nvPr>
        </p:nvSpPr>
        <p:spPr>
          <a:xfrm>
            <a:off x="516240" y="1145160"/>
            <a:ext cx="98816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Some HPC systems have local disks 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in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the nodes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If you really need to use 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individual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 files instead of a packed file format, use local scratch disks in the following way: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2"/>
              </a:buBlip>
              <a:tabLst>
                <a:tab algn="l" pos="51264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Store zip/tar on shared parallel Filesystem. 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  <a:tabLst>
                <a:tab algn="l" pos="51264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At start of job: extract to local scratch dir (for every node, if you use multiple)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lvl="1" marL="51264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4"/>
              </a:buBlip>
              <a:tabLst>
                <a:tab algn="l" pos="51264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Do any further I/O from that local scratch dir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12640"/>
              </a:tabLst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1264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51264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2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CEFAEEC-8EA8-46BE-B3B1-7A55E08FED11}" type="slidenum">
              <a:t>11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chemeClr val="dk1"/>
                </a:solidFill>
                <a:latin typeface="Calibri"/>
              </a:rPr>
              <a:t>References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4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1"/>
              </a:buBlip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More info </a:t>
            </a:r>
            <a:r>
              <a:rPr b="0" lang="en-US" sz="2000" spc="-1" strike="noStrike" u="sng">
                <a:solidFill>
                  <a:schemeClr val="dk1"/>
                </a:solidFill>
                <a:uFillTx/>
                <a:latin typeface="Calibri"/>
                <a:hlinkClick r:id="rId2"/>
              </a:rPr>
              <a:t>https://servicedesk.surf.nl/wiki/display/WIKI/Best+Practice+for+Data+Formats+in+Deep+Learning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marL="270000" indent="-27000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SzPct val="100000"/>
              <a:buBlip>
                <a:blip r:embed="rId3"/>
              </a:buBlip>
            </a:pPr>
            <a:r>
              <a:rPr b="0" lang="en-US" sz="2000" spc="-1" strike="noStrike" u="sng">
                <a:solidFill>
                  <a:schemeClr val="dk1"/>
                </a:solidFill>
                <a:uFillTx/>
                <a:latin typeface="Calibri"/>
                <a:ea typeface="Calibri"/>
                <a:hlinkClick r:id="rId4"/>
              </a:rPr>
              <a:t>https://github.com/sara-nl/Packed-Data-Formats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</a:pP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5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F163914-32B0-4200-B172-451963F80485}" type="slidenum">
              <a:t>12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983520"/>
          </a:xfrm>
          <a:prstGeom prst="rect">
            <a:avLst/>
          </a:prstGeom>
          <a:noFill/>
          <a:ln w="0">
            <a:noFill/>
          </a:ln>
        </p:spPr>
        <p:txBody>
          <a:bodyPr lIns="0" rIns="0" tIns="7200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1" lang="en-US" sz="3200" spc="-1" strike="noStrike">
                <a:solidFill>
                  <a:srgbClr val="000000"/>
                </a:solidFill>
                <a:latin typeface="Calibri"/>
              </a:rPr>
              <a:t>Hands-on: using and benchmarking a packed file format dataloader</a:t>
            </a:r>
            <a:endParaRPr b="0" lang="nl-NL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7" name="PlaceHolder 2"/>
          <p:cNvSpPr>
            <a:spLocks noGrp="1"/>
          </p:cNvSpPr>
          <p:nvPr>
            <p:ph/>
          </p:nvPr>
        </p:nvSpPr>
        <p:spPr>
          <a:xfrm>
            <a:off x="516240" y="1528200"/>
            <a:ext cx="988164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See packed_data_formats.ipynb for instructions</a:t>
            </a:r>
            <a:endParaRPr b="0" lang="nl-NL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nl-NL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8" name="PlaceHolder 3"/>
          <p:cNvSpPr>
            <a:spLocks noGrp="1"/>
          </p:cNvSpPr>
          <p:nvPr>
            <p:ph/>
          </p:nvPr>
        </p:nvSpPr>
        <p:spPr>
          <a:xfrm>
            <a:off x="10706400" y="0"/>
            <a:ext cx="148032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nl-NL" sz="100" spc="-1" strike="noStrike">
              <a:solidFill>
                <a:schemeClr val="dk1">
                  <a:alpha val="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E1C0174-2134-4355-B674-AC886A3EAB37}" type="slidenum">
              <a:t>13</a:t>
            </a:fld>
          </a:p>
        </p:txBody>
      </p:sp>
    </p:spTree>
  </p:cSld>
  <mc:AlternateContent>
    <mc:Choice Requires="p14">
      <p:transition spd="med" p14:dur="8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URF">
  <a:themeElements>
    <a:clrScheme name="Aangepast 5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(INSTRUCTIES)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(INSTRUCTIES)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(INSTRUCTIES)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18664</TotalTime>
  <Application>LibreOffice/24.2.7.2$Linux_X86_64 LibreOffice_project/420$Build-2</Application>
  <AppVersion>15.0000</AppVersion>
  <Words>856</Words>
  <Paragraphs>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2018-10-01T11:25:03Z</dcterms:created>
  <dc:creator>Microsoft Office User</dc:creator>
  <dc:description>Sjabloonversie 2.0, 2 juli 2018</dc:description>
  <dc:language>en-US</dc:language>
  <cp:lastModifiedBy/>
  <cp:lastPrinted>2019-06-12T07:01:08Z</cp:lastPrinted>
  <dcterms:modified xsi:type="dcterms:W3CDTF">2025-02-04T20:41:33Z</dcterms:modified>
  <cp:revision>530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13</vt:i4>
  </property>
</Properties>
</file>