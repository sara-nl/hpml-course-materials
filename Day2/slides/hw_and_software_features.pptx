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8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9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0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11.xml" ContentType="application/vnd.openxmlformats-officedocument.theme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2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3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14.xml" ContentType="application/vnd.openxmlformats-officedocument.theme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theme/theme15.xml" ContentType="application/vnd.openxmlformats-officedocument.theme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theme/theme16.xml" ContentType="application/vnd.openxmlformats-officedocument.theme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theme/theme17.xml" ContentType="application/vnd.openxmlformats-officedocument.theme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theme/theme18.xml" ContentType="application/vnd.openxmlformats-officedocument.theme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theme/theme19.xml" ContentType="application/vnd.openxmlformats-officedocument.theme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0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920" r:id="rId8"/>
    <p:sldMasterId id="2147483752" r:id="rId9"/>
    <p:sldMasterId id="2147483765" r:id="rId10"/>
    <p:sldMasterId id="2147483778" r:id="rId11"/>
    <p:sldMasterId id="2147483791" r:id="rId12"/>
    <p:sldMasterId id="2147483804" r:id="rId13"/>
    <p:sldMasterId id="2147483817" r:id="rId14"/>
    <p:sldMasterId id="2147483830" r:id="rId15"/>
    <p:sldMasterId id="2147483843" r:id="rId16"/>
    <p:sldMasterId id="2147483856" r:id="rId17"/>
    <p:sldMasterId id="2147483869" r:id="rId18"/>
    <p:sldMasterId id="2147483882" r:id="rId19"/>
    <p:sldMasterId id="2147483895" r:id="rId20"/>
    <p:sldMasterId id="2147483688" r:id="rId21"/>
  </p:sldMasterIdLst>
  <p:notesMasterIdLst>
    <p:notesMasterId r:id="rId78"/>
  </p:notesMasterIdLst>
  <p:sldIdLst>
    <p:sldId id="256" r:id="rId22"/>
    <p:sldId id="278" r:id="rId23"/>
    <p:sldId id="289" r:id="rId24"/>
    <p:sldId id="298" r:id="rId25"/>
    <p:sldId id="314" r:id="rId26"/>
    <p:sldId id="313" r:id="rId27"/>
    <p:sldId id="312" r:id="rId28"/>
    <p:sldId id="311" r:id="rId29"/>
    <p:sldId id="310" r:id="rId30"/>
    <p:sldId id="525" r:id="rId31"/>
    <p:sldId id="309" r:id="rId32"/>
    <p:sldId id="308" r:id="rId33"/>
    <p:sldId id="322" r:id="rId34"/>
    <p:sldId id="323" r:id="rId35"/>
    <p:sldId id="324" r:id="rId36"/>
    <p:sldId id="325" r:id="rId37"/>
    <p:sldId id="326" r:id="rId38"/>
    <p:sldId id="532" r:id="rId39"/>
    <p:sldId id="303" r:id="rId40"/>
    <p:sldId id="302" r:id="rId41"/>
    <p:sldId id="301" r:id="rId42"/>
    <p:sldId id="300" r:id="rId43"/>
    <p:sldId id="299" r:id="rId44"/>
    <p:sldId id="321" r:id="rId45"/>
    <p:sldId id="531" r:id="rId46"/>
    <p:sldId id="536" r:id="rId47"/>
    <p:sldId id="538" r:id="rId48"/>
    <p:sldId id="537" r:id="rId49"/>
    <p:sldId id="279" r:id="rId50"/>
    <p:sldId id="288" r:id="rId51"/>
    <p:sldId id="287" r:id="rId52"/>
    <p:sldId id="286" r:id="rId53"/>
    <p:sldId id="285" r:id="rId54"/>
    <p:sldId id="317" r:id="rId55"/>
    <p:sldId id="284" r:id="rId56"/>
    <p:sldId id="2076136827" r:id="rId57"/>
    <p:sldId id="2076136828" r:id="rId58"/>
    <p:sldId id="2076136829" r:id="rId59"/>
    <p:sldId id="534" r:id="rId60"/>
    <p:sldId id="319" r:id="rId61"/>
    <p:sldId id="295" r:id="rId62"/>
    <p:sldId id="529" r:id="rId63"/>
    <p:sldId id="526" r:id="rId64"/>
    <p:sldId id="530" r:id="rId65"/>
    <p:sldId id="291" r:id="rId66"/>
    <p:sldId id="282" r:id="rId67"/>
    <p:sldId id="292" r:id="rId68"/>
    <p:sldId id="533" r:id="rId69"/>
    <p:sldId id="293" r:id="rId70"/>
    <p:sldId id="294" r:id="rId71"/>
    <p:sldId id="369" r:id="rId72"/>
    <p:sldId id="2076136818" r:id="rId73"/>
    <p:sldId id="2076136820" r:id="rId74"/>
    <p:sldId id="2076136815" r:id="rId75"/>
    <p:sldId id="2076136816" r:id="rId76"/>
    <p:sldId id="2076136817" r:id="rId7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spar" initials="C" lastIdx="51" clrIdx="0">
    <p:extLst>
      <p:ext uri="{19B8F6BF-5375-455C-9EA6-DF929625EA0E}">
        <p15:presenceInfo xmlns:p15="http://schemas.microsoft.com/office/powerpoint/2012/main" userId="Caspa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D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B55E42-4491-BD66-87CD-B380D74F6DDE}" v="49" dt="2023-05-15T20:41:02.550"/>
    <p1510:client id="{48AEC0D7-8CEB-0F61-829E-BB31383C3529}" v="78" dt="2023-05-16T13:21:30.677"/>
    <p1510:client id="{C6BF9E61-926A-0BE4-F7C6-BEA31624F5AA}" v="231" dt="2023-05-16T07:03:48.252"/>
    <p1510:client id="{ECBFDFDE-A571-9D29-D12F-5A52BC5CDA6D}" v="1507" dt="2023-05-16T10:22:12.277"/>
    <p1510:client id="{F1F4FE68-B7AF-1BFB-33FA-E506368FCEEF}" v="83" dt="2023-05-16T12:40:46.364"/>
    <p1510:client id="{FDB1ED27-A811-AE95-7824-5FD9DA5A6EC5}" v="324" dt="2023-05-16T12:34:49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3"/>
    <p:restoredTop sz="94475"/>
  </p:normalViewPr>
  <p:slideViewPr>
    <p:cSldViewPr snapToGrid="0">
      <p:cViewPr varScale="1">
        <p:scale>
          <a:sx n="114" d="100"/>
          <a:sy n="114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5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21.xml"/><Relationship Id="rId47" Type="http://schemas.openxmlformats.org/officeDocument/2006/relationships/slide" Target="slides/slide26.xml"/><Relationship Id="rId63" Type="http://schemas.openxmlformats.org/officeDocument/2006/relationships/slide" Target="slides/slide42.xml"/><Relationship Id="rId68" Type="http://schemas.openxmlformats.org/officeDocument/2006/relationships/slide" Target="slides/slide47.xml"/><Relationship Id="rId84" Type="http://schemas.microsoft.com/office/2015/10/relationships/revisionInfo" Target="revisionInfo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1.xml"/><Relationship Id="rId37" Type="http://schemas.openxmlformats.org/officeDocument/2006/relationships/slide" Target="slides/slide16.xml"/><Relationship Id="rId53" Type="http://schemas.openxmlformats.org/officeDocument/2006/relationships/slide" Target="slides/slide32.xml"/><Relationship Id="rId58" Type="http://schemas.openxmlformats.org/officeDocument/2006/relationships/slide" Target="slides/slide37.xml"/><Relationship Id="rId74" Type="http://schemas.openxmlformats.org/officeDocument/2006/relationships/slide" Target="slides/slide53.xml"/><Relationship Id="rId79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0.xml"/><Relationship Id="rId82" Type="http://schemas.openxmlformats.org/officeDocument/2006/relationships/theme" Target="theme/theme1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slide" Target="slides/slide14.xml"/><Relationship Id="rId43" Type="http://schemas.openxmlformats.org/officeDocument/2006/relationships/slide" Target="slides/slide22.xml"/><Relationship Id="rId48" Type="http://schemas.openxmlformats.org/officeDocument/2006/relationships/slide" Target="slides/slide27.xml"/><Relationship Id="rId56" Type="http://schemas.openxmlformats.org/officeDocument/2006/relationships/slide" Target="slides/slide35.xml"/><Relationship Id="rId64" Type="http://schemas.openxmlformats.org/officeDocument/2006/relationships/slide" Target="slides/slide43.xml"/><Relationship Id="rId69" Type="http://schemas.openxmlformats.org/officeDocument/2006/relationships/slide" Target="slides/slide48.xml"/><Relationship Id="rId77" Type="http://schemas.openxmlformats.org/officeDocument/2006/relationships/slide" Target="slides/slide56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0.xml"/><Relationship Id="rId72" Type="http://schemas.openxmlformats.org/officeDocument/2006/relationships/slide" Target="slides/slide51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4.xml"/><Relationship Id="rId33" Type="http://schemas.openxmlformats.org/officeDocument/2006/relationships/slide" Target="slides/slide12.xml"/><Relationship Id="rId38" Type="http://schemas.openxmlformats.org/officeDocument/2006/relationships/slide" Target="slides/slide17.xml"/><Relationship Id="rId46" Type="http://schemas.openxmlformats.org/officeDocument/2006/relationships/slide" Target="slides/slide25.xml"/><Relationship Id="rId59" Type="http://schemas.openxmlformats.org/officeDocument/2006/relationships/slide" Target="slides/slide38.xml"/><Relationship Id="rId67" Type="http://schemas.openxmlformats.org/officeDocument/2006/relationships/slide" Target="slides/slide46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20.xml"/><Relationship Id="rId54" Type="http://schemas.openxmlformats.org/officeDocument/2006/relationships/slide" Target="slides/slide33.xml"/><Relationship Id="rId62" Type="http://schemas.openxmlformats.org/officeDocument/2006/relationships/slide" Target="slides/slide41.xml"/><Relationship Id="rId70" Type="http://schemas.openxmlformats.org/officeDocument/2006/relationships/slide" Target="slides/slide49.xml"/><Relationship Id="rId75" Type="http://schemas.openxmlformats.org/officeDocument/2006/relationships/slide" Target="slides/slide5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slide" Target="slides/slide15.xml"/><Relationship Id="rId49" Type="http://schemas.openxmlformats.org/officeDocument/2006/relationships/slide" Target="slides/slide28.xml"/><Relationship Id="rId57" Type="http://schemas.openxmlformats.org/officeDocument/2006/relationships/slide" Target="slides/slide3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0.xml"/><Relationship Id="rId44" Type="http://schemas.openxmlformats.org/officeDocument/2006/relationships/slide" Target="slides/slide23.xml"/><Relationship Id="rId52" Type="http://schemas.openxmlformats.org/officeDocument/2006/relationships/slide" Target="slides/slide31.xml"/><Relationship Id="rId60" Type="http://schemas.openxmlformats.org/officeDocument/2006/relationships/slide" Target="slides/slide39.xml"/><Relationship Id="rId65" Type="http://schemas.openxmlformats.org/officeDocument/2006/relationships/slide" Target="slides/slide44.xml"/><Relationship Id="rId73" Type="http://schemas.openxmlformats.org/officeDocument/2006/relationships/slide" Target="slides/slide5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8.xml"/><Relationship Id="rId34" Type="http://schemas.openxmlformats.org/officeDocument/2006/relationships/slide" Target="slides/slide13.xml"/><Relationship Id="rId50" Type="http://schemas.openxmlformats.org/officeDocument/2006/relationships/slide" Target="slides/slide29.xml"/><Relationship Id="rId55" Type="http://schemas.openxmlformats.org/officeDocument/2006/relationships/slide" Target="slides/slide34.xml"/><Relationship Id="rId76" Type="http://schemas.openxmlformats.org/officeDocument/2006/relationships/slide" Target="slides/slide55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8.xml"/><Relationship Id="rId24" Type="http://schemas.openxmlformats.org/officeDocument/2006/relationships/slide" Target="slides/slide3.xml"/><Relationship Id="rId40" Type="http://schemas.openxmlformats.org/officeDocument/2006/relationships/slide" Target="slides/slide19.xml"/><Relationship Id="rId45" Type="http://schemas.openxmlformats.org/officeDocument/2006/relationships/slide" Target="slides/slide24.xml"/><Relationship Id="rId66" Type="http://schemas.openxmlformats.org/officeDocument/2006/relationships/slide" Target="slides/slide4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2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3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4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5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6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27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28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29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30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31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32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33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34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35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36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37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38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39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40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41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42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43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44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45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46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47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48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49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50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51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26" name="PlaceHolder 4"/>
          <p:cNvSpPr>
            <a:spLocks noGrp="1"/>
          </p:cNvSpPr>
          <p:nvPr>
            <p:ph type="dt" idx="4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27" name="PlaceHolder 5"/>
          <p:cNvSpPr>
            <a:spLocks noGrp="1"/>
          </p:cNvSpPr>
          <p:nvPr>
            <p:ph type="ftr" idx="4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28" name="PlaceHolder 6"/>
          <p:cNvSpPr>
            <a:spLocks noGrp="1"/>
          </p:cNvSpPr>
          <p:nvPr>
            <p:ph type="sldNum" idx="4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F1557BD3-D96D-4EB4-B8B3-9233EE3E81E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10BC492-4473-4B0E-93D5-D38953E1EC75}" type="slidenum">
              <a:rPr lang="en-GB" sz="1400" b="0" strike="noStrike" spc="-1">
                <a:latin typeface="Times New Roman"/>
              </a:rPr>
              <a:t>1</a:t>
            </a:fld>
            <a:endParaRPr lang="en-US" sz="1400" b="0" strike="noStrike" spc="-1" dirty="0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3055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7859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5303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2591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084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1908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8039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0151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Add new </a:t>
            </a:r>
            <a:r>
              <a:rPr lang="en-US" sz="2000" b="0" strike="noStrike" spc="-1" err="1">
                <a:latin typeface="Arial"/>
              </a:rPr>
              <a:t>cpus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5939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7129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0752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4074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8134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0202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4168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8525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82B7-ADD2-F2BA-CD97-EEE6E5E7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493340BA-FB7C-C69E-1A16-58D7B52C6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0280CF6B-E5B7-77AD-A602-FFDCE886CC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896FFF3-FF0A-4726-A7D5-62F08A2D8C15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7946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72280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E7CDD-9A3F-69B2-F6C0-36DC4C7B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D1331920-8ACE-813F-C074-75C2AD560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8DFC69C-E28B-5AC4-7159-32EA4B652C2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520E9EF3-13AD-1B08-75F6-A3E0011CE262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9366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3111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72280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C4845-059E-E129-F7C0-84ABAE7F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26ACA935-9802-B5DD-86DD-73BA3046C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8195796C-2455-ED59-A059-933CA57673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73189C1-A766-3C3C-195B-94DF57BD4B5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8807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3D06-A37B-C00E-7C6B-445803C0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4BED263-B719-4EFF-CFCF-E19CACD5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404ADE15-5A2D-F184-5D65-32F92A2977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3787B4DD-C181-EE66-F08C-D2F347A280B8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6043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6320-44D6-065A-2FC7-49DBA316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6296E1CE-9D22-1889-2BE6-0519AAA7E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1F13CDCA-7DEE-2F0B-AA77-7C5439BA8C8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E9ECD347-1225-4FE2-45BB-53D77AE81A83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83311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90918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30937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87007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2D71-BB6E-AED5-0BC6-7F6586B3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B3DFD432-E8AE-2800-05A5-EB29F2E08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A8188AAD-26E8-25E6-5863-EBA103DD6F6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5489ED2F-A0C2-5C57-0B40-4EDD3BF51D4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91902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5734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98763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263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D846-F3E5-5EFD-5985-26221750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B299901A-9EB0-031A-619F-78094BF03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D1C6A13-C4C1-5AE2-04C0-5C10469B832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CA213F67-371D-F0E9-9210-56EBE712F1BA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27045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5869-2E02-11FC-7004-B1A1C262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0DB4EDD-0320-8777-DF50-35900983A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3B929CC1-877B-C861-6F70-6F7BCDD08F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F2481B0-D760-CC76-A133-F497AC8B3EC7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84318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15DC-E38F-749C-41C8-46974424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795DCAE8-2833-F28C-258B-1776FBA23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E6F720CB-35A1-B0C0-2E32-A8781F9BE3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ED83516A-1345-A5C2-8274-67EADE7C039F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03161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1037-46EF-F647-F369-BCD10FA6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A068FDC-AC1D-9519-35AB-5A4B30F7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734C13F-9AC1-3F86-4233-C70BA0B7C6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85A7FCBD-03D0-F144-3EDB-85AEC28AFB27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8890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0740B-9408-00B3-61BB-A45EF6DD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0826FE58-8472-0162-DB0D-0735D7B2E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6B046DFC-31F3-3B89-166C-7680F4EBED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1CFCC31-CA06-0F52-C685-61AF2D8F568F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8292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1.xml"/><Relationship Id="rId4" Type="http://schemas.openxmlformats.org/officeDocument/2006/relationships/image" Target="../media/image17.png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1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1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1.xml"/><Relationship Id="rId4" Type="http://schemas.openxmlformats.org/officeDocument/2006/relationships/image" Target="../media/image9.svg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1.xml"/><Relationship Id="rId4" Type="http://schemas.openxmlformats.org/officeDocument/2006/relationships/image" Target="../media/image9.svg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1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1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1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1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1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1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1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Master" Target="../slideMasters/slideMaster21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1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2B64BA1-41C8-414A-90D1-48D0332839E8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7808AFB-43CF-44E6-8570-C1547C4C19CC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63A360-61BB-4C05-80AE-5ABBAB7A78FA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363FD9E-1DA0-4719-9458-D6E52663A396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FD2B60A-F37B-46D7-95ED-4E72BACDEEA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8E49B72-A543-4988-AEBB-7F6527A9696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1EBBC5B-1A9D-4E9F-86C5-A1644825665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5CB8EB-6CF8-4DEF-940B-AE848CC8057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3E7A73B-F588-4D58-A4C0-5084E636012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1B8A815-C18D-4062-A577-427C5A9644C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A3D84E-FA98-43A5-A086-882DA8127E82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D5302F7-2019-44F6-BAB1-C27CE055140A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226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Background ligh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0">
            <a:extLst>
              <a:ext uri="{FF2B5EF4-FFF2-40B4-BE49-F238E27FC236}">
                <a16:creationId xmlns:a16="http://schemas.microsoft.com/office/drawing/2014/main" id="{EC75E586-75E4-9F58-629C-42972F2C3D7A}"/>
              </a:ext>
            </a:extLst>
          </p:cNvPr>
          <p:cNvSpPr txBox="1">
            <a:spLocks/>
          </p:cNvSpPr>
          <p:nvPr userDrawn="1"/>
        </p:nvSpPr>
        <p:spPr>
          <a:xfrm>
            <a:off x="193040" y="225424"/>
            <a:ext cx="11805920" cy="6424295"/>
          </a:xfrm>
          <a:prstGeom prst="roundRect">
            <a:avLst>
              <a:gd name="adj" fmla="val 3563"/>
            </a:avLst>
          </a:prstGeom>
          <a:solidFill>
            <a:srgbClr val="FCE4D4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E7628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EE82F239-2B35-4039-9A61-4FB8C953EA19}"/>
              </a:ext>
            </a:extLst>
          </p:cNvPr>
          <p:cNvSpPr/>
          <p:nvPr userDrawn="1"/>
        </p:nvSpPr>
        <p:spPr>
          <a:xfrm>
            <a:off x="0" y="-367937"/>
            <a:ext cx="2906373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EE76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Title only Background light orange</a:t>
            </a:r>
          </a:p>
        </p:txBody>
      </p:sp>
      <p:sp>
        <p:nvSpPr>
          <p:cNvPr id="5" name="Tijdelijke aanduiding voor tekst 15">
            <a:extLst>
              <a:ext uri="{FF2B5EF4-FFF2-40B4-BE49-F238E27FC236}">
                <a16:creationId xmlns:a16="http://schemas.microsoft.com/office/drawing/2014/main" id="{1573DD9B-8FD8-C1EC-787F-42558CEE97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6060536"/>
            <a:ext cx="932400" cy="475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8" name="Tijdelijke aanduiding voor tekst 12">
            <a:extLst>
              <a:ext uri="{FF2B5EF4-FFF2-40B4-BE49-F238E27FC236}">
                <a16:creationId xmlns:a16="http://schemas.microsoft.com/office/drawing/2014/main" id="{FBA7C0EF-C85B-4505-8107-015B15633D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207" y="707795"/>
            <a:ext cx="36000" cy="396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66DDD4FA-5C0A-526B-A5D0-BD4D9C52D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163" y="722313"/>
            <a:ext cx="10606838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the title of the slide here</a:t>
            </a:r>
          </a:p>
        </p:txBody>
      </p:sp>
    </p:spTree>
    <p:extLst>
      <p:ext uri="{BB962C8B-B14F-4D97-AF65-F5344CB8AC3E}">
        <p14:creationId xmlns:p14="http://schemas.microsoft.com/office/powerpoint/2010/main" val="288177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4DBE1E9-0B38-451D-BE94-1E05A9F6EF1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3BC77F-C04E-4DEA-AD88-A83F7629130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F4CC96C-E37E-4FC8-AF5E-A4335D26F5B4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F03FBF2-EF99-4D23-BB46-D7C10403C33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97DEDB-876C-4E0A-A462-67E85D161084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B74991D-0DA2-45BC-94EF-B6E538A9BA0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883687F-CDC7-4B51-A57E-3C7E58D1BA7F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3959C39-DFF2-4152-98D1-14C49446E73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27D236B-2582-49B3-8F45-037CF49CBD8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223AF5-9F21-4A67-9E36-69FDBCE1230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7A3C149-5EB8-4C30-896E-48D21346C7BB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EAE744-5E31-4E92-B6E8-978C6EF6C83F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CA4A545-57B0-4801-9853-43973120889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07C69C6-76D9-4C49-84EC-1F399655FED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1CD7EC4-7232-4B5A-9073-252E17C5649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36B5EF2-D912-498D-8641-9AE959D3B66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F7D44D5-35CE-4C21-A6AB-C26A0E9145F0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B1582D2-506B-4D1C-9B70-18C3C0A1D31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362531F-8470-4EB8-B914-C605338C25F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8A2FD79-28F1-4173-9087-99035DAC8B2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9BA7C85-7666-421A-9C3C-2A487B5106D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61694B4-F4E9-49C2-8589-F377980E16A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03CF069-F2CB-4AA2-A942-CD98EF179835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EC3714E-915E-4C0E-ADA0-5B8A4589BB4E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E5F082-768F-4EE0-8F39-562948F152BD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C6B88B-3A11-4C81-B6D3-CFB7C6E1A91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4A7CA4-7B02-4A2B-AA38-6A4BA14E4EA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4E1DF7B-9F1F-49F7-AAC9-1B8EBB2616F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1471B2-F0AC-44B6-81EF-F567E75A75CF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FD4F77-1590-4AF6-9AC8-A02C9760067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FF96B0-2F77-4337-9C7D-F50D32B3525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52187FC-F597-42EE-87EA-3E302EA79B7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0BB56A7-BED2-43DB-8C82-04596B70D42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628996D-50EB-42C3-A215-BFFE0A24545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9DE502-C98E-437D-A1AD-C8E61EC4B1CB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0502A89-2ABE-4E38-890B-671760666D05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F526E1F-85D2-4B12-ACC9-7EC7807FAF3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329C6B04-6691-4C0A-A7D6-CB62AE51CBF3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DAC58C38-BA6C-4802-8106-0266A2986BE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3B806C2-5DE4-4272-8AFB-C663EBC041E4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6DC0F94B-2F67-4503-BF17-FFEB29E2C8BB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91EBC03-F520-407F-AE24-36E2547AD4A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D06DDD7C-19CE-4C9B-9E32-C9E9F7C5379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FCC7CB97-3BFF-4C73-B69D-E92790ED9DC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497155F5-EFF0-4AC4-A085-70E3B147149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CA44F592-8511-466B-A12A-B013A7E8DA09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8438A406-6A2F-4AEA-8242-3AC3A1DE79F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84AE8133-20DC-4975-8A0D-54E987567D6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237F646-E71A-4780-A2A4-B03C0B8CC9EA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29312D7D-09FE-4A44-AE2A-5FA0316F7AF1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6F9099C1-0A42-4905-B198-1BBC27C3412B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0993887-C30F-4E8B-9595-58CF0B743CF8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70AFAA5-044D-42B2-81BD-3FFEEBCFD7B4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E2CCC794-0BD0-49A1-9DD3-E7B124FC813F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D27ADDC-675E-4787-952D-E222017C0E0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D94F5FA-9660-4B93-AE75-DC8BD97CB6A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136B8E95-A362-4977-B5A0-B8BCE62A4CE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5F02341C-16AE-447E-BABD-2C6D1CDC36A7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3628D5C-F05B-49B6-8C1E-79FDF223D332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DF1E28B6-29F9-4EDE-A1AD-066F5D69ED7A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7A05CF71-C83D-4261-8E9D-670CA2D74601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99BB4CE-07D1-415F-88A6-72811005C0A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A9679C0-D2EC-4954-BDF1-A1CACD925FD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5E10EC19-5369-400D-80AC-D247318C9E0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6F80D2E0-0669-400A-B2B1-3259E892881C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06823E0-9B94-405B-A369-0B522DBA7AE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0ACC0AFA-CF37-4CC2-8443-E73A4994474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FD142B4A-1D2E-47D9-9BE7-43D9C3DFEDD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596E21D-5193-4844-A5B1-5CC42909F6C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047F95A4-1820-4966-9265-A3ACF98DED0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F17D209-CA65-4873-BACB-33235D9ABDE1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23A223E-85E4-44B3-8A0E-254829A655E2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DF161914-C3E2-413A-8401-C47E09C155A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5989080-B730-4558-AA30-63242BFEB3BE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105A1B2-CA3A-407A-AB13-64E5BBBCFCB5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5E58FCC8-3097-4700-B2A6-2AD22F27778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6C48CE72-E05B-4D50-91C8-D1F9BC116BF1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B930B6D-8DB4-458A-BFF8-A37EC0BA40D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0A1869A-A78A-4395-9CFA-8488AA36A53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49C50C9-BCF6-41D5-BB8A-458E3FA27EF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7BB0207-24AC-4493-A6B5-85E99DC8D19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525134B-0294-4652-B871-16541A13ACA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CF6D6CC-0652-4BEC-A5DD-DA14D025929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7D8B2974-6629-4C6C-B14F-F5142C602F27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5932E874-7187-4862-8732-6649B2A19B3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1D902E7A-8591-40FF-885F-7087F342C70A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6CDD341-4F4E-45EA-B542-7155863F405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50F07DA-730B-4A40-984C-7F7941D1BE0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83A026A-E805-4361-851A-2E6122AA0CB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F7D2413-A611-409C-ADF4-B086A38E40B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7C02522-C47D-49FD-A1A9-E59924400BA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0B1BB0C7-6CC2-4C4C-A85E-8E844FC8CB49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AF6E7D5-FEB1-459D-87A9-F7D4D4C569F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A802D0B2-B981-4153-8DA9-BF99D003DE3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411590F-D340-4D04-A02D-B9065156D4B5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668ACAF-5C7B-46BA-BBEF-27D5EE3B48E8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734391FB-0C42-490C-9FE3-A0AC689E73A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2AA7FF28-E546-42C3-9044-4E628677FAE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EA63D40-6905-494F-AB96-2EC0D0434BF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38959A83-582C-4CD6-8EEF-47894D26CD8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B0AA8E31-EC54-48FA-AC5E-E76FE4BAC3B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88A0FB7C-C03F-4ABC-BC91-A04F9264EC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6A83541F-B35D-4B9C-8D9C-950D423B4BE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3D6CDB9-B13A-4062-950A-1A48369D930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FF602BCD-32F4-4053-8C77-3CE1C5A8D06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0BE58750-AB66-48D2-807F-2AB375F11CD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8E5042A-A5B8-4A89-9A1E-EF0E23A0770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C291A5E3-792C-4FFF-94F8-8F0F7C384D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0E89F458-3622-47D8-B9FD-15C6B938706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95C1D19-8CE0-4408-BBED-F854B94D784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4DCCDF7-11F4-44B6-A39C-7838A257B69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DDDBEFB7-31F4-466A-933D-2840DE284C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A1386380-3F15-40E8-A5C5-0F1A25166A71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16ED5E2-6512-4A45-A07B-1AD16896A73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E8851729-6E1C-4856-A0F2-8E57EBC1AB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6A2494FD-D113-41E9-88B3-D201124633D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B79D7F6-141F-4207-9122-071146D3BB4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7CAB6D7-E536-4763-9B0E-9F897965335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8E06DF52-6663-4462-B2C9-E2B9A8BD697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AD43B441-D17B-4563-AB93-3819B0AF79A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DAABA031-731E-4DB3-8839-D88DB67E71A7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D054DE67-9630-44B3-BBB3-E019E875AF01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D349606-4585-4407-8B43-84768BDF294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8AD2E6D5-94CC-4EDE-8E53-71519C15B2E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08D51D9B-A0DF-4B78-B9FA-493CE248F25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746CC480-7077-4633-B737-CD8D8C6DED80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CD68B178-51CC-4418-9F6A-6D498169EE8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4BCBACB7-03B8-4E5B-BDE3-2F516BEC15A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B27CBCF7-2CED-47BE-B860-7A01DE2C2D7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A36D832C-DD45-476C-8D25-B2A8D5CDE3BD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2D6110A8-5576-4CC7-A7F9-29B0BD220F21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13A85BCE-962A-4077-B4A9-989BC379218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FFD4FDB4-D9EF-47E8-B5CA-CA97FB3C84EF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926627D8-683F-4981-BF16-EE08E7D7FA8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302495F8-365D-42B9-9C6A-5871E59EE59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33D45E7C-4CC0-40C6-A057-F7B417A8781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250E59AC-16B9-4400-B4C9-8780AA7AB48B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D22D7BB1-8893-46C9-855E-5B3921CBB81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20FA0CFA-35D0-4728-BF3D-27E0F8C4B2E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6706A93B-69BE-4E4B-89D9-0C0BD897BB8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A2CC26FC-DE91-4D7A-99E9-120D101CC95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7AA8D58A-3686-4870-805B-12B4FCC4E41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5236B316-BD67-40EF-87C4-A7416FF19FD5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5C25BC0D-4CA4-439B-BB7D-A50AFCBA541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AF070CDD-DD76-4084-9BF3-62BA0FF21DF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914B97E0-C0F9-4439-B1C0-E21BE15A481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610E677E-4130-4E4B-B145-C136E76D1DAB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267119F9-7AB3-49E7-854D-EBBD7C493FD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F82C9C84-D5C2-4E35-893A-150DB2A37DD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D5FCC628-3056-4708-9DF6-22D99998B1DD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88BEBBCF-FF8E-48EE-9D05-866F514734B5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9D867649-9F44-43CD-9684-9AA68E759C0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217841CF-4FE5-49AD-A693-2E71A173839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A55B075C-DBB1-4F80-A796-38D269EC884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C43F1A18-F216-4536-ADA3-0B1586B8BD5B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E564F226-3077-47C5-AB48-CC98EA17B99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CC8B43B0-6E9D-4FC1-96EF-77F594FCD8B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9DF69649-F474-4F7F-B8C5-CC3106068DE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265F83E5-3D1A-4B49-A4A8-788B51F2381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5AB75D4F-FB36-40DA-9245-B2053DA3EE78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0A163F75-2D61-435C-8719-124915180BA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7E43D8C4-5E5D-4AB8-A074-4DA2D5AA9E1E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1310559E-DB54-45B0-957B-C8B1805093D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CB38E76F-4F91-4A37-9B6E-B4B5C8628C6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6899ADF2-E6EC-40D4-9337-C6E9F26B28B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F5B25E82-DD19-4BBC-9216-41E7D1431392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3CC33846-3FFF-4334-A504-E342F5A8367E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4F5B98EE-58F0-46C4-B6C8-6A436EA728B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773C898F-ECA6-4F1C-8D43-5AA644FB9C8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1EDB267C-8E8A-4C0F-A543-953178F380F5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1A9EFEBE-AA0E-475E-8D57-EAFB19C7A61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BBA8362A-2710-47BF-A6EF-3E4A06C50FE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3E21267E-8341-4426-BE16-68920380947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DD34964C-46B9-4FAF-8516-7ED43BD362F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55AB083C-22D9-4875-B989-2AF6CE3E1149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81D6F55A-A446-4F23-86EC-07EA59CC8270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FB77BCCC-E0CE-4A24-8570-8269E88B732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4E15ABC0-D453-45DA-8604-6017635F3A26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05F71E73-43D6-4D9F-AB56-37781E33ED4F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031EF424-BA3F-45C0-92EB-47323283D3A9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26C34A52-1812-4061-9BA6-456A4D2DCB5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4A5EA69F-449F-43C9-BC26-A11BC2352CF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F7DAA14-1D97-4263-BAA0-EC2D5130993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3E3B5005-F614-4C3E-9493-BDA4C59A7AE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9661D59A-4801-4DE0-9AAA-950F2980E27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F889E8A1-0FB3-4238-86A8-6782E03E4E7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7CB9084E-F71A-4E78-887C-F579D751F9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48D02CFB-9293-4AD1-AEC1-4605FBBB5EF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8B9D1F3B-E474-46BF-A1CD-3F71F06CACF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1A4E8945-CCB4-471E-A6AD-2343433BB1C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0FB8D217-9C7C-4828-BF65-D8FF0FA568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A1BF5181-8586-4A09-8862-FA2AF7C29B2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C55DAC76-8476-43B7-B1E7-D056A94D8DD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E822555D-DB3D-4049-B7D4-47D30C986311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64693849-EB1E-47EB-958B-E7F4577DD18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B851F71B-B54D-4B73-87F3-C8143BB117D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B872E802-035B-4768-BEFF-7A99CC439B4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68CD74BA-A3DD-4036-8CF1-A71678BC563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80307249-674F-4F34-8EFB-682AEFDC114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65CE855-8333-47D9-9F52-9613E5D8B94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AEE8EA1-7934-43D8-9454-7787469F1E9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59BD2C75-894C-4498-9D11-99E9DC1AE6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26509EC0-DF35-4932-BE76-1C57BF8B65A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299580AC-5F07-40E0-9D30-73EE46354C4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11-03-2026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/>
              <a:t>Plaats hier de titel van de presentatie</a:t>
            </a:r>
            <a:endParaRPr lang="en-US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Plaats hier de naam van </a:t>
            </a:r>
            <a:br>
              <a:rPr lang="nl-NL"/>
            </a:br>
            <a:r>
              <a:rPr lang="nl-NL"/>
              <a:t>De spreker óf subtitel</a:t>
            </a:r>
            <a:endParaRPr lang="en-US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103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306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4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9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968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1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09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26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13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11-03-2026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2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11-03-2026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/>
              <a:t>‘’Plaats hier </a:t>
            </a:r>
            <a:br>
              <a:rPr lang="nl-NL"/>
            </a:br>
            <a:r>
              <a:rPr lang="nl-NL"/>
              <a:t>de citaat’’</a:t>
            </a:r>
          </a:p>
          <a:p>
            <a:pPr lvl="0"/>
            <a:r>
              <a:rPr lang="nl-NL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29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11-03-2026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‘’Plaats hier </a:t>
            </a:r>
            <a:br>
              <a:rPr lang="nl-NL"/>
            </a:br>
            <a:r>
              <a:rPr lang="nl-NL"/>
              <a:t>de citaat’’</a:t>
            </a:r>
          </a:p>
          <a:p>
            <a:pPr lvl="0"/>
            <a:r>
              <a:rPr lang="nl-NL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923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59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33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Naam + achternaam</a:t>
            </a:r>
          </a:p>
          <a:p>
            <a:pPr lvl="0"/>
            <a:endParaRPr lang="nl-NL" noProof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err="1"/>
              <a:t>Social</a:t>
            </a:r>
            <a:r>
              <a:rPr lang="nl-NL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261142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088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Relationship Id="rId1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image" Target="../media/image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Relationship Id="rId1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6.xml"/><Relationship Id="rId13" Type="http://schemas.openxmlformats.org/officeDocument/2006/relationships/theme" Target="../theme/theme14.xml"/><Relationship Id="rId3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9.xml"/><Relationship Id="rId5" Type="http://schemas.openxmlformats.org/officeDocument/2006/relationships/slideLayout" Target="../slideLayouts/slideLayout163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7.xml"/><Relationship Id="rId1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8.xml"/><Relationship Id="rId13" Type="http://schemas.openxmlformats.org/officeDocument/2006/relationships/theme" Target="../theme/theme15.xml"/><Relationship Id="rId3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82.xml"/><Relationship Id="rId2" Type="http://schemas.openxmlformats.org/officeDocument/2006/relationships/slideLayout" Target="../slideLayouts/slideLayout172.xml"/><Relationship Id="rId1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81.xml"/><Relationship Id="rId5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9.xml"/><Relationship Id="rId14" Type="http://schemas.openxmlformats.org/officeDocument/2006/relationships/image" Target="../media/image1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13" Type="http://schemas.openxmlformats.org/officeDocument/2006/relationships/theme" Target="../theme/theme16.xml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91.xml"/><Relationship Id="rId14" Type="http://schemas.openxmlformats.org/officeDocument/2006/relationships/image" Target="../media/image1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2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6.xml"/><Relationship Id="rId2" Type="http://schemas.openxmlformats.org/officeDocument/2006/relationships/slideLayout" Target="../slideLayouts/slideLayout196.xml"/><Relationship Id="rId1" Type="http://schemas.openxmlformats.org/officeDocument/2006/relationships/slideLayout" Target="../slideLayouts/slideLayout195.xml"/><Relationship Id="rId6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205.xml"/><Relationship Id="rId5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204.xml"/><Relationship Id="rId4" Type="http://schemas.openxmlformats.org/officeDocument/2006/relationships/slideLayout" Target="../slideLayouts/slideLayout198.xml"/><Relationship Id="rId9" Type="http://schemas.openxmlformats.org/officeDocument/2006/relationships/slideLayout" Target="../slideLayouts/slideLayout203.xml"/><Relationship Id="rId14" Type="http://schemas.openxmlformats.org/officeDocument/2006/relationships/image" Target="../media/image1.pn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4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213.xml"/><Relationship Id="rId12" Type="http://schemas.openxmlformats.org/officeDocument/2006/relationships/slideLayout" Target="../slideLayouts/slideLayout218.xml"/><Relationship Id="rId2" Type="http://schemas.openxmlformats.org/officeDocument/2006/relationships/slideLayout" Target="../slideLayouts/slideLayout20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12.xml"/><Relationship Id="rId11" Type="http://schemas.openxmlformats.org/officeDocument/2006/relationships/slideLayout" Target="../slideLayouts/slideLayout217.xml"/><Relationship Id="rId5" Type="http://schemas.openxmlformats.org/officeDocument/2006/relationships/slideLayout" Target="../slideLayouts/slideLayout211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216.xml"/><Relationship Id="rId4" Type="http://schemas.openxmlformats.org/officeDocument/2006/relationships/slideLayout" Target="../slideLayouts/slideLayout210.xml"/><Relationship Id="rId9" Type="http://schemas.openxmlformats.org/officeDocument/2006/relationships/slideLayout" Target="../slideLayouts/slideLayout215.xml"/><Relationship Id="rId14" Type="http://schemas.openxmlformats.org/officeDocument/2006/relationships/image" Target="../media/image1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6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21.xml"/><Relationship Id="rId7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30.xml"/><Relationship Id="rId2" Type="http://schemas.openxmlformats.org/officeDocument/2006/relationships/slideLayout" Target="../slideLayouts/slideLayout220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223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28.xml"/><Relationship Id="rId4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7.xml"/><Relationship Id="rId14" Type="http://schemas.openxmlformats.org/officeDocument/2006/relationships/image" Target="../media/image1.pn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8.xml"/><Relationship Id="rId13" Type="http://schemas.openxmlformats.org/officeDocument/2006/relationships/theme" Target="../theme/theme20.xml"/><Relationship Id="rId3" Type="http://schemas.openxmlformats.org/officeDocument/2006/relationships/slideLayout" Target="../slideLayouts/slideLayout233.xml"/><Relationship Id="rId7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242.xml"/><Relationship Id="rId2" Type="http://schemas.openxmlformats.org/officeDocument/2006/relationships/slideLayout" Target="../slideLayouts/slideLayout232.xml"/><Relationship Id="rId1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241.xml"/><Relationship Id="rId5" Type="http://schemas.openxmlformats.org/officeDocument/2006/relationships/slideLayout" Target="../slideLayouts/slideLayout23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40.xml"/><Relationship Id="rId4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9.xml"/><Relationship Id="rId14" Type="http://schemas.openxmlformats.org/officeDocument/2006/relationships/image" Target="../media/image1.png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5.xml"/><Relationship Id="rId18" Type="http://schemas.openxmlformats.org/officeDocument/2006/relationships/theme" Target="../theme/theme21.xml"/><Relationship Id="rId3" Type="http://schemas.openxmlformats.org/officeDocument/2006/relationships/slideLayout" Target="../slideLayouts/slideLayout245.xml"/><Relationship Id="rId21" Type="http://schemas.openxmlformats.org/officeDocument/2006/relationships/image" Target="../media/image10.png"/><Relationship Id="rId7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9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44.xml"/><Relationship Id="rId16" Type="http://schemas.openxmlformats.org/officeDocument/2006/relationships/slideLayout" Target="../slideLayouts/slideLayout258.xml"/><Relationship Id="rId20" Type="http://schemas.openxmlformats.org/officeDocument/2006/relationships/image" Target="../media/image9.svg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53.xml"/><Relationship Id="rId24" Type="http://schemas.openxmlformats.org/officeDocument/2006/relationships/image" Target="../media/image13.png"/><Relationship Id="rId5" Type="http://schemas.openxmlformats.org/officeDocument/2006/relationships/slideLayout" Target="../slideLayouts/slideLayout247.xml"/><Relationship Id="rId15" Type="http://schemas.openxmlformats.org/officeDocument/2006/relationships/slideLayout" Target="../slideLayouts/slideLayout257.xml"/><Relationship Id="rId23" Type="http://schemas.openxmlformats.org/officeDocument/2006/relationships/image" Target="../media/image12.png"/><Relationship Id="rId10" Type="http://schemas.openxmlformats.org/officeDocument/2006/relationships/slideLayout" Target="../slideLayouts/slideLayout252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6.xml"/><Relationship Id="rId22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7;p2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Google Shape;19;p2"/>
          <p:cNvSpPr/>
          <p:nvPr/>
        </p:nvSpPr>
        <p:spPr>
          <a:xfrm>
            <a:off x="5343840" y="-885600"/>
            <a:ext cx="150408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TITLE SLIDE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23360" y="524520"/>
            <a:ext cx="5556240" cy="2644920"/>
          </a:xfrm>
          <a:prstGeom prst="rect">
            <a:avLst/>
          </a:prstGeom>
          <a:blipFill rotWithShape="0">
            <a:blip r:embed="rId15">
              <a:alphaModFix amt="90000"/>
            </a:blip>
            <a:stretch/>
          </a:blipFill>
          <a:ln w="0">
            <a:noFill/>
          </a:ln>
        </p:spPr>
        <p:txBody>
          <a:bodyPr lIns="900000" tIns="720000" rIns="288000" bIns="1800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1013040" y="2183760"/>
            <a:ext cx="4875120" cy="973800"/>
          </a:xfrm>
          <a:prstGeom prst="rect">
            <a:avLst/>
          </a:prstGeom>
          <a:noFill/>
          <a:ln w="0">
            <a:noFill/>
          </a:ln>
        </p:spPr>
        <p:txBody>
          <a:bodyPr lIns="324000" tIns="0" rIns="25200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6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0;p1"/>
          <p:cNvPicPr/>
          <p:nvPr/>
        </p:nvPicPr>
        <p:blipFill>
          <a:blip r:embed="rId16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33;p4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" name="PlaceHolder 1"/>
          <p:cNvSpPr>
            <a:spLocks noGrp="1"/>
          </p:cNvSpPr>
          <p:nvPr>
            <p:ph type="dt" idx="1"/>
          </p:nvPr>
        </p:nvSpPr>
        <p:spPr>
          <a:xfrm>
            <a:off x="7645680" y="70455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ftr" idx="2"/>
          </p:nvPr>
        </p:nvSpPr>
        <p:spPr>
          <a:xfrm>
            <a:off x="927000" y="70455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Google Shape;38;p4"/>
          <p:cNvSpPr/>
          <p:nvPr/>
        </p:nvSpPr>
        <p:spPr>
          <a:xfrm>
            <a:off x="5098680" y="-885600"/>
            <a:ext cx="19947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SLIDE (100%)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sldNum" idx="3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90BE1501-AA75-40D8-B800-DC713241C429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926" r:id="rId13"/>
    <p:sldLayoutId id="214748392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91" name="Google Shape;42;p5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2" name="PlaceHolder 1"/>
          <p:cNvSpPr>
            <a:spLocks noGrp="1"/>
          </p:cNvSpPr>
          <p:nvPr>
            <p:ph type="dt" idx="4"/>
          </p:nvPr>
        </p:nvSpPr>
        <p:spPr>
          <a:xfrm>
            <a:off x="7645680" y="70455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ftr" idx="5"/>
          </p:nvPr>
        </p:nvSpPr>
        <p:spPr>
          <a:xfrm>
            <a:off x="927000" y="70455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23800" y="1400400"/>
            <a:ext cx="431964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6" name="Google Shape;47;p5"/>
          <p:cNvSpPr/>
          <p:nvPr/>
        </p:nvSpPr>
        <p:spPr>
          <a:xfrm>
            <a:off x="4982400" y="-885600"/>
            <a:ext cx="22269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SLIDE (100%) (2)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5156280" y="1386000"/>
            <a:ext cx="431964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9" name="PlaceHolder 7"/>
          <p:cNvSpPr>
            <a:spLocks noGrp="1"/>
          </p:cNvSpPr>
          <p:nvPr>
            <p:ph type="sldNum" idx="6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EAFDBFEF-6C38-438B-8078-08D395E1BC48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137" name="Google Shape;52;p6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8" name="PlaceHolder 1"/>
          <p:cNvSpPr>
            <a:spLocks noGrp="1"/>
          </p:cNvSpPr>
          <p:nvPr>
            <p:ph type="dt" idx="7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ftr" idx="8"/>
          </p:nvPr>
        </p:nvSpPr>
        <p:spPr>
          <a:xfrm>
            <a:off x="927000" y="699516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227280" y="259560"/>
            <a:ext cx="6077880" cy="65260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1" name="PlaceHolder 4"/>
          <p:cNvSpPr>
            <a:spLocks noGrp="1"/>
          </p:cNvSpPr>
          <p:nvPr>
            <p:ph type="title"/>
          </p:nvPr>
        </p:nvSpPr>
        <p:spPr>
          <a:xfrm>
            <a:off x="522000" y="272160"/>
            <a:ext cx="542448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23080" y="1396440"/>
            <a:ext cx="5424480" cy="446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3" name="Google Shape;58;p6"/>
          <p:cNvSpPr/>
          <p:nvPr/>
        </p:nvSpPr>
        <p:spPr>
          <a:xfrm>
            <a:off x="4624200" y="-885600"/>
            <a:ext cx="29437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AND PICTURE (50% 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44" name="PlaceHolder 6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5" name="PlaceHolder 7"/>
          <p:cNvSpPr>
            <a:spLocks noGrp="1"/>
          </p:cNvSpPr>
          <p:nvPr>
            <p:ph type="body"/>
          </p:nvPr>
        </p:nvSpPr>
        <p:spPr>
          <a:xfrm>
            <a:off x="10987560" y="6122160"/>
            <a:ext cx="953640" cy="48204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6" name="PlaceHolder 8"/>
          <p:cNvSpPr>
            <a:spLocks noGrp="1"/>
          </p:cNvSpPr>
          <p:nvPr>
            <p:ph type="sldNum" idx="9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30622D1F-FD22-4C1F-8C27-7B370E5EA6A6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184" name="Google Shape;63;p7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5" name="PlaceHolder 1"/>
          <p:cNvSpPr>
            <a:spLocks noGrp="1"/>
          </p:cNvSpPr>
          <p:nvPr>
            <p:ph type="dt" idx="10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86" name="PlaceHolder 2"/>
          <p:cNvSpPr>
            <a:spLocks noGrp="1"/>
          </p:cNvSpPr>
          <p:nvPr>
            <p:ph type="ftr" idx="11"/>
          </p:nvPr>
        </p:nvSpPr>
        <p:spPr>
          <a:xfrm>
            <a:off x="927000" y="699516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227280" y="259560"/>
            <a:ext cx="6077880" cy="65260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88" name="PlaceHolder 4"/>
          <p:cNvSpPr>
            <a:spLocks noGrp="1"/>
          </p:cNvSpPr>
          <p:nvPr>
            <p:ph type="title"/>
          </p:nvPr>
        </p:nvSpPr>
        <p:spPr>
          <a:xfrm>
            <a:off x="522000" y="272160"/>
            <a:ext cx="542448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523080" y="1396440"/>
            <a:ext cx="5424480" cy="446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0" name="Google Shape;69;p7"/>
          <p:cNvSpPr/>
          <p:nvPr/>
        </p:nvSpPr>
        <p:spPr>
          <a:xfrm>
            <a:off x="4213800" y="-885600"/>
            <a:ext cx="37641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AND PICTURE (white logo) (50% 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2" name="PlaceHolder 7"/>
          <p:cNvSpPr>
            <a:spLocks noGrp="1"/>
          </p:cNvSpPr>
          <p:nvPr>
            <p:ph type="body"/>
          </p:nvPr>
        </p:nvSpPr>
        <p:spPr>
          <a:xfrm>
            <a:off x="10987560" y="6122160"/>
            <a:ext cx="953640" cy="48204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3" name="PlaceHolder 8"/>
          <p:cNvSpPr>
            <a:spLocks noGrp="1"/>
          </p:cNvSpPr>
          <p:nvPr>
            <p:ph type="sldNum" idx="1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45031500-E6F6-421F-A6CF-6EC03B027EAA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231" name="PlaceHolder 1"/>
          <p:cNvSpPr>
            <a:spLocks noGrp="1"/>
          </p:cNvSpPr>
          <p:nvPr>
            <p:ph type="body"/>
          </p:nvPr>
        </p:nvSpPr>
        <p:spPr>
          <a:xfrm>
            <a:off x="-199440" y="276840"/>
            <a:ext cx="4766040" cy="65084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2" name="Google Shape;75;p8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3" name="PlaceHolder 2"/>
          <p:cNvSpPr>
            <a:spLocks noGrp="1"/>
          </p:cNvSpPr>
          <p:nvPr>
            <p:ph type="dt" idx="13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34" name="PlaceHolder 3"/>
          <p:cNvSpPr>
            <a:spLocks noGrp="1"/>
          </p:cNvSpPr>
          <p:nvPr>
            <p:ph type="ftr" idx="14"/>
          </p:nvPr>
        </p:nvSpPr>
        <p:spPr>
          <a:xfrm>
            <a:off x="927000" y="699768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35" name="PlaceHolder 4"/>
          <p:cNvSpPr>
            <a:spLocks noGrp="1"/>
          </p:cNvSpPr>
          <p:nvPr>
            <p:ph type="title"/>
          </p:nvPr>
        </p:nvSpPr>
        <p:spPr>
          <a:xfrm>
            <a:off x="4852080" y="272160"/>
            <a:ext cx="707580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4852080" y="1399320"/>
            <a:ext cx="6815520" cy="447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7" name="Google Shape;80;p8"/>
          <p:cNvSpPr/>
          <p:nvPr/>
        </p:nvSpPr>
        <p:spPr>
          <a:xfrm>
            <a:off x="4648320" y="-885600"/>
            <a:ext cx="28947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PICTURE AND TEXT (30% / 70%)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38" name="PlaceHolder 6"/>
          <p:cNvSpPr>
            <a:spLocks noGrp="1"/>
          </p:cNvSpPr>
          <p:nvPr>
            <p:ph type="body"/>
          </p:nvPr>
        </p:nvSpPr>
        <p:spPr>
          <a:xfrm>
            <a:off x="26568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9" name="PlaceHolder 7"/>
          <p:cNvSpPr>
            <a:spLocks noGrp="1"/>
          </p:cNvSpPr>
          <p:nvPr>
            <p:ph type="sldNum" idx="15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9D6357F9-3D44-482D-B45D-DBF3CE5EB80C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910" r:id="rId5"/>
    <p:sldLayoutId id="2147483719" r:id="rId6"/>
    <p:sldLayoutId id="2147483720" r:id="rId7"/>
    <p:sldLayoutId id="2147483922" r:id="rId8"/>
    <p:sldLayoutId id="2147483722" r:id="rId9"/>
    <p:sldLayoutId id="2147483912" r:id="rId10"/>
    <p:sldLayoutId id="2147483724" r:id="rId11"/>
    <p:sldLayoutId id="214748391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277" name="PlaceHolder 1"/>
          <p:cNvSpPr>
            <a:spLocks noGrp="1"/>
          </p:cNvSpPr>
          <p:nvPr>
            <p:ph type="dt" idx="16"/>
          </p:nvPr>
        </p:nvSpPr>
        <p:spPr>
          <a:xfrm>
            <a:off x="7645680" y="701460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78" name="PlaceHolder 2"/>
          <p:cNvSpPr>
            <a:spLocks noGrp="1"/>
          </p:cNvSpPr>
          <p:nvPr>
            <p:ph type="ftr" idx="17"/>
          </p:nvPr>
        </p:nvSpPr>
        <p:spPr>
          <a:xfrm>
            <a:off x="927000" y="701460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79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406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522000" y="1401480"/>
            <a:ext cx="5426280" cy="445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1" name="Google Shape;88;p9"/>
          <p:cNvSpPr/>
          <p:nvPr/>
        </p:nvSpPr>
        <p:spPr>
          <a:xfrm>
            <a:off x="4693320" y="-885600"/>
            <a:ext cx="28051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TEKST AND CHART (50%/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body"/>
          </p:nvPr>
        </p:nvSpPr>
        <p:spPr>
          <a:xfrm>
            <a:off x="6227280" y="1401480"/>
            <a:ext cx="5437800" cy="44222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0" tIns="162000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3" name="Google Shape;90;p9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4" name="PlaceHolder 6"/>
          <p:cNvSpPr>
            <a:spLocks noGrp="1"/>
          </p:cNvSpPr>
          <p:nvPr>
            <p:ph type="sldNum" idx="18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6F29CCBF-E029-4A67-B524-91DD3E086A37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914" r:id="rId4"/>
    <p:sldLayoutId id="2147483915" r:id="rId5"/>
    <p:sldLayoutId id="2147483916" r:id="rId6"/>
    <p:sldLayoutId id="2147483917" r:id="rId7"/>
    <p:sldLayoutId id="2147483734" r:id="rId8"/>
    <p:sldLayoutId id="2147483735" r:id="rId9"/>
    <p:sldLayoutId id="2147483911" r:id="rId10"/>
    <p:sldLayoutId id="2147483918" r:id="rId11"/>
    <p:sldLayoutId id="214748391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322" name="PlaceHolder 1"/>
          <p:cNvSpPr>
            <a:spLocks noGrp="1"/>
          </p:cNvSpPr>
          <p:nvPr>
            <p:ph type="dt" idx="19"/>
          </p:nvPr>
        </p:nvSpPr>
        <p:spPr>
          <a:xfrm>
            <a:off x="7645680" y="698724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23" name="PlaceHolder 2"/>
          <p:cNvSpPr>
            <a:spLocks noGrp="1"/>
          </p:cNvSpPr>
          <p:nvPr>
            <p:ph type="ftr" idx="20"/>
          </p:nvPr>
        </p:nvSpPr>
        <p:spPr>
          <a:xfrm>
            <a:off x="927000" y="698724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24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25" name="Google Shape;96;p10"/>
          <p:cNvSpPr/>
          <p:nvPr/>
        </p:nvSpPr>
        <p:spPr>
          <a:xfrm>
            <a:off x="5244480" y="-885600"/>
            <a:ext cx="17031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CHART (100%)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522000" y="1388880"/>
            <a:ext cx="11133000" cy="44690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0" tIns="162000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27" name="Google Shape;98;p10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8" name="PlaceHolder 5"/>
          <p:cNvSpPr>
            <a:spLocks noGrp="1"/>
          </p:cNvSpPr>
          <p:nvPr>
            <p:ph type="sldNum" idx="21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CBF7DD62-AD8B-49B6-8B3E-8E7C395D392A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3" r:id="rId2"/>
    <p:sldLayoutId id="2147483742" r:id="rId3"/>
    <p:sldLayoutId id="2147483925" r:id="rId4"/>
    <p:sldLayoutId id="2147483744" r:id="rId5"/>
    <p:sldLayoutId id="2147483924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366" name="PlaceHolder 1"/>
          <p:cNvSpPr>
            <a:spLocks noGrp="1"/>
          </p:cNvSpPr>
          <p:nvPr>
            <p:ph type="dt" idx="22"/>
          </p:nvPr>
        </p:nvSpPr>
        <p:spPr>
          <a:xfrm>
            <a:off x="7645680" y="702072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67" name="PlaceHolder 2"/>
          <p:cNvSpPr>
            <a:spLocks noGrp="1"/>
          </p:cNvSpPr>
          <p:nvPr>
            <p:ph type="ftr" idx="23"/>
          </p:nvPr>
        </p:nvSpPr>
        <p:spPr>
          <a:xfrm>
            <a:off x="927000" y="702072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68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9" name="Google Shape;104;p11"/>
          <p:cNvSpPr/>
          <p:nvPr/>
        </p:nvSpPr>
        <p:spPr>
          <a:xfrm>
            <a:off x="4755240" y="-885600"/>
            <a:ext cx="268164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AND TABLE (50%/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body"/>
          </p:nvPr>
        </p:nvSpPr>
        <p:spPr>
          <a:xfrm>
            <a:off x="522000" y="1401480"/>
            <a:ext cx="5426280" cy="445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71" name="Google Shape;106;p11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2" name="PlaceHolder 5"/>
          <p:cNvSpPr>
            <a:spLocks noGrp="1"/>
          </p:cNvSpPr>
          <p:nvPr>
            <p:ph type="sldNum" idx="24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1A9AE1FB-52D5-47E7-83D6-9AC48BC8AFF1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10" name="PlaceHolder 1"/>
          <p:cNvSpPr>
            <a:spLocks noGrp="1"/>
          </p:cNvSpPr>
          <p:nvPr>
            <p:ph type="dt" idx="25"/>
          </p:nvPr>
        </p:nvSpPr>
        <p:spPr>
          <a:xfrm>
            <a:off x="7645680" y="70077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11" name="PlaceHolder 2"/>
          <p:cNvSpPr>
            <a:spLocks noGrp="1"/>
          </p:cNvSpPr>
          <p:nvPr>
            <p:ph type="ftr" idx="26"/>
          </p:nvPr>
        </p:nvSpPr>
        <p:spPr>
          <a:xfrm>
            <a:off x="927000" y="70077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12" name="Google Shape;111;p12"/>
          <p:cNvSpPr/>
          <p:nvPr/>
        </p:nvSpPr>
        <p:spPr>
          <a:xfrm>
            <a:off x="5268960" y="-885600"/>
            <a:ext cx="165384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TABLE (100%)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14" name="Google Shape;113;p12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5" name="PlaceHolder 4"/>
          <p:cNvSpPr>
            <a:spLocks noGrp="1"/>
          </p:cNvSpPr>
          <p:nvPr>
            <p:ph type="sldNum" idx="27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6DB92303-CE25-4A45-A345-0DD3C0613A4E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1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54" name="Google Shape;116;p13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5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6" name="Google Shape;118;p13"/>
          <p:cNvSpPr/>
          <p:nvPr/>
        </p:nvSpPr>
        <p:spPr>
          <a:xfrm>
            <a:off x="5235840" y="-885600"/>
            <a:ext cx="17197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PICTURE 100%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8" name="PlaceHolder 3"/>
          <p:cNvSpPr>
            <a:spLocks noGrp="1"/>
          </p:cNvSpPr>
          <p:nvPr>
            <p:ph type="sldNum" idx="28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941A312B-0737-4157-9B93-46B7B76086D5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97" name="Google Shape;122;p14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8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99" name="Google Shape;124;p14"/>
          <p:cNvSpPr/>
          <p:nvPr/>
        </p:nvSpPr>
        <p:spPr>
          <a:xfrm>
            <a:off x="4801320" y="-885600"/>
            <a:ext cx="25891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PICTURE 100% (white logo)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01" name="PlaceHolder 3"/>
          <p:cNvSpPr>
            <a:spLocks noGrp="1"/>
          </p:cNvSpPr>
          <p:nvPr>
            <p:ph type="sldNum" idx="29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D24BBC0A-F2D5-4D96-808F-60A71EFF788F}" type="slidenum">
              <a:rPr lang="en-GB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540" name="Google Shape;128;p15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41" name="PlaceHolder 1"/>
          <p:cNvSpPr>
            <a:spLocks noGrp="1"/>
          </p:cNvSpPr>
          <p:nvPr>
            <p:ph type="dt" idx="30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42" name="PlaceHolder 2"/>
          <p:cNvSpPr>
            <a:spLocks noGrp="1"/>
          </p:cNvSpPr>
          <p:nvPr>
            <p:ph type="ftr" idx="31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43" name="PlaceHolder 3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4" name="Google Shape;132;p15"/>
          <p:cNvSpPr/>
          <p:nvPr/>
        </p:nvSpPr>
        <p:spPr>
          <a:xfrm>
            <a:off x="4636800" y="-885600"/>
            <a:ext cx="29181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QUOTE - BLACK (100% PICTURE)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45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6" name="PlaceHolder 5"/>
          <p:cNvSpPr>
            <a:spLocks noGrp="1"/>
          </p:cNvSpPr>
          <p:nvPr>
            <p:ph type="body"/>
          </p:nvPr>
        </p:nvSpPr>
        <p:spPr>
          <a:xfrm>
            <a:off x="820440" y="824760"/>
            <a:ext cx="4447800" cy="523368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180000" tIns="252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7" name="PlaceHolder 6"/>
          <p:cNvSpPr>
            <a:spLocks noGrp="1"/>
          </p:cNvSpPr>
          <p:nvPr>
            <p:ph type="sldNum" idx="3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ECC9B42A-EE15-4458-85CC-01E2523FAD67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48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586" name="Google Shape;137;p16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87" name="PlaceHolder 1"/>
          <p:cNvSpPr>
            <a:spLocks noGrp="1"/>
          </p:cNvSpPr>
          <p:nvPr>
            <p:ph type="dt" idx="33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88" name="PlaceHolder 2"/>
          <p:cNvSpPr>
            <a:spLocks noGrp="1"/>
          </p:cNvSpPr>
          <p:nvPr>
            <p:ph type="ftr" idx="34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89" name="PlaceHolder 3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90" name="Google Shape;141;p16"/>
          <p:cNvSpPr/>
          <p:nvPr/>
        </p:nvSpPr>
        <p:spPr>
          <a:xfrm>
            <a:off x="4624920" y="-885600"/>
            <a:ext cx="29419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QUOTE - WHITE (100% PICTURE)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91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92" name="PlaceHolder 5"/>
          <p:cNvSpPr>
            <a:spLocks noGrp="1"/>
          </p:cNvSpPr>
          <p:nvPr>
            <p:ph type="body"/>
          </p:nvPr>
        </p:nvSpPr>
        <p:spPr>
          <a:xfrm>
            <a:off x="820440" y="824760"/>
            <a:ext cx="4447800" cy="523368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180000" tIns="252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93" name="PlaceHolder 6"/>
          <p:cNvSpPr>
            <a:spLocks noGrp="1"/>
          </p:cNvSpPr>
          <p:nvPr>
            <p:ph type="sldNum" idx="35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EE694C3E-A503-4454-9672-52D0D7E11EA8}" type="slidenum">
              <a:rPr lang="en-GB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94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632" name="PlaceHolder 1"/>
          <p:cNvSpPr>
            <a:spLocks noGrp="1"/>
          </p:cNvSpPr>
          <p:nvPr>
            <p:ph type="dt" idx="36"/>
          </p:nvPr>
        </p:nvSpPr>
        <p:spPr>
          <a:xfrm>
            <a:off x="7645680" y="70077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33" name="PlaceHolder 2"/>
          <p:cNvSpPr>
            <a:spLocks noGrp="1"/>
          </p:cNvSpPr>
          <p:nvPr>
            <p:ph type="ftr" idx="37"/>
          </p:nvPr>
        </p:nvSpPr>
        <p:spPr>
          <a:xfrm>
            <a:off x="927000" y="70077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34" name="PlaceHolder 3"/>
          <p:cNvSpPr>
            <a:spLocks noGrp="1"/>
          </p:cNvSpPr>
          <p:nvPr>
            <p:ph type="sldNum" idx="38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4A524659-8DAA-4C40-8A36-BC90704BAB40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35" name="Google Shape;149;p17"/>
          <p:cNvSpPr/>
          <p:nvPr/>
        </p:nvSpPr>
        <p:spPr>
          <a:xfrm>
            <a:off x="5353920" y="-885600"/>
            <a:ext cx="14835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TITLE ONLY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636" name="PlaceHolder 4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37" name="Google Shape;151;p17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676" name="PlaceHolder 1"/>
          <p:cNvSpPr>
            <a:spLocks noGrp="1"/>
          </p:cNvSpPr>
          <p:nvPr>
            <p:ph type="dt" idx="39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77" name="PlaceHolder 2"/>
          <p:cNvSpPr>
            <a:spLocks noGrp="1"/>
          </p:cNvSpPr>
          <p:nvPr>
            <p:ph type="ftr" idx="40"/>
          </p:nvPr>
        </p:nvSpPr>
        <p:spPr>
          <a:xfrm>
            <a:off x="927000" y="699516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78" name="Google Shape;155;p18"/>
          <p:cNvSpPr/>
          <p:nvPr/>
        </p:nvSpPr>
        <p:spPr>
          <a:xfrm>
            <a:off x="5199120" y="-885600"/>
            <a:ext cx="17935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INTRODUCTION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body"/>
          </p:nvPr>
        </p:nvSpPr>
        <p:spPr>
          <a:xfrm>
            <a:off x="53424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0" name="PlaceHolder 4"/>
          <p:cNvSpPr>
            <a:spLocks noGrp="1"/>
          </p:cNvSpPr>
          <p:nvPr>
            <p:ph type="body"/>
          </p:nvPr>
        </p:nvSpPr>
        <p:spPr>
          <a:xfrm>
            <a:off x="337788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1" name="PlaceHolder 5"/>
          <p:cNvSpPr>
            <a:spLocks noGrp="1"/>
          </p:cNvSpPr>
          <p:nvPr>
            <p:ph type="body"/>
          </p:nvPr>
        </p:nvSpPr>
        <p:spPr>
          <a:xfrm>
            <a:off x="622620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2" name="PlaceHolder 6"/>
          <p:cNvSpPr>
            <a:spLocks noGrp="1"/>
          </p:cNvSpPr>
          <p:nvPr>
            <p:ph type="body"/>
          </p:nvPr>
        </p:nvSpPr>
        <p:spPr>
          <a:xfrm>
            <a:off x="907416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3" name="PlaceHolder 7"/>
          <p:cNvSpPr>
            <a:spLocks noGrp="1"/>
          </p:cNvSpPr>
          <p:nvPr>
            <p:ph type="body"/>
          </p:nvPr>
        </p:nvSpPr>
        <p:spPr>
          <a:xfrm>
            <a:off x="52524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4" name="PlaceHolder 8"/>
          <p:cNvSpPr>
            <a:spLocks noGrp="1"/>
          </p:cNvSpPr>
          <p:nvPr>
            <p:ph type="body"/>
          </p:nvPr>
        </p:nvSpPr>
        <p:spPr>
          <a:xfrm>
            <a:off x="336888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5" name="PlaceHolder 9"/>
          <p:cNvSpPr>
            <a:spLocks noGrp="1"/>
          </p:cNvSpPr>
          <p:nvPr>
            <p:ph type="body"/>
          </p:nvPr>
        </p:nvSpPr>
        <p:spPr>
          <a:xfrm>
            <a:off x="621720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6" name="PlaceHolder 10"/>
          <p:cNvSpPr>
            <a:spLocks noGrp="1"/>
          </p:cNvSpPr>
          <p:nvPr>
            <p:ph type="body"/>
          </p:nvPr>
        </p:nvSpPr>
        <p:spPr>
          <a:xfrm>
            <a:off x="906984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7" name="PlaceHolder 11"/>
          <p:cNvSpPr>
            <a:spLocks noGrp="1"/>
          </p:cNvSpPr>
          <p:nvPr>
            <p:ph type="title"/>
          </p:nvPr>
        </p:nvSpPr>
        <p:spPr>
          <a:xfrm>
            <a:off x="510480" y="272160"/>
            <a:ext cx="1116612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88" name="Google Shape;165;p18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89" name="PlaceHolder 12"/>
          <p:cNvSpPr>
            <a:spLocks noGrp="1"/>
          </p:cNvSpPr>
          <p:nvPr>
            <p:ph type="sldNum" idx="41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5C7B2E5B-907D-47E3-BC82-E54033972B63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727" name="Google Shape;168;p19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28" name="PlaceHolder 1"/>
          <p:cNvSpPr>
            <a:spLocks noGrp="1"/>
          </p:cNvSpPr>
          <p:nvPr>
            <p:ph type="dt" idx="42"/>
          </p:nvPr>
        </p:nvSpPr>
        <p:spPr>
          <a:xfrm>
            <a:off x="7645680" y="70455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729" name="PlaceHolder 2"/>
          <p:cNvSpPr>
            <a:spLocks noGrp="1"/>
          </p:cNvSpPr>
          <p:nvPr>
            <p:ph type="ftr" idx="43"/>
          </p:nvPr>
        </p:nvSpPr>
        <p:spPr>
          <a:xfrm>
            <a:off x="927000" y="70455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30" name="PlaceHolder 3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31" name="PlaceHolder 4"/>
          <p:cNvSpPr>
            <a:spLocks noGrp="1"/>
          </p:cNvSpPr>
          <p:nvPr>
            <p:ph type="body"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32" name="Google Shape;173;p19"/>
          <p:cNvSpPr/>
          <p:nvPr/>
        </p:nvSpPr>
        <p:spPr>
          <a:xfrm>
            <a:off x="5534280" y="-885600"/>
            <a:ext cx="112320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CC-BY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33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734" name="Google Shape;175;p19"/>
          <p:cNvGrpSpPr/>
          <p:nvPr/>
        </p:nvGrpSpPr>
        <p:grpSpPr>
          <a:xfrm>
            <a:off x="10692000" y="5463000"/>
            <a:ext cx="899280" cy="393840"/>
            <a:chOff x="10692000" y="5463000"/>
            <a:chExt cx="899280" cy="393840"/>
          </a:xfrm>
        </p:grpSpPr>
        <p:sp>
          <p:nvSpPr>
            <p:cNvPr id="735" name="Google Shape;176;p19"/>
            <p:cNvSpPr/>
            <p:nvPr/>
          </p:nvSpPr>
          <p:spPr>
            <a:xfrm>
              <a:off x="11178360" y="5463000"/>
              <a:ext cx="412920" cy="393840"/>
            </a:xfrm>
            <a:custGeom>
              <a:avLst/>
              <a:gdLst/>
              <a:ahLst/>
              <a:cxnLst/>
              <a:rect l="l" t="t" r="r" b="b"/>
              <a:pathLst>
                <a:path w="55127" h="120000">
                  <a:moveTo>
                    <a:pt x="27564" y="120000"/>
                  </a:moveTo>
                  <a:lnTo>
                    <a:pt x="27564" y="120000"/>
                  </a:lnTo>
                  <a:lnTo>
                    <a:pt x="26126" y="120000"/>
                  </a:lnTo>
                  <a:lnTo>
                    <a:pt x="24688" y="119826"/>
                  </a:lnTo>
                  <a:lnTo>
                    <a:pt x="23329" y="119478"/>
                  </a:lnTo>
                  <a:lnTo>
                    <a:pt x="21971" y="118957"/>
                  </a:lnTo>
                  <a:lnTo>
                    <a:pt x="20613" y="118261"/>
                  </a:lnTo>
                  <a:lnTo>
                    <a:pt x="19335" y="117391"/>
                  </a:lnTo>
                  <a:lnTo>
                    <a:pt x="17977" y="116348"/>
                  </a:lnTo>
                  <a:lnTo>
                    <a:pt x="16778" y="115304"/>
                  </a:lnTo>
                  <a:lnTo>
                    <a:pt x="15500" y="113913"/>
                  </a:lnTo>
                  <a:lnTo>
                    <a:pt x="14301" y="112522"/>
                  </a:lnTo>
                  <a:lnTo>
                    <a:pt x="13183" y="111130"/>
                  </a:lnTo>
                  <a:lnTo>
                    <a:pt x="12064" y="109391"/>
                  </a:lnTo>
                  <a:lnTo>
                    <a:pt x="10946" y="107652"/>
                  </a:lnTo>
                  <a:lnTo>
                    <a:pt x="9907" y="105739"/>
                  </a:lnTo>
                  <a:lnTo>
                    <a:pt x="8869" y="103826"/>
                  </a:lnTo>
                  <a:lnTo>
                    <a:pt x="7910" y="101739"/>
                  </a:lnTo>
                  <a:lnTo>
                    <a:pt x="7031" y="99652"/>
                  </a:lnTo>
                  <a:lnTo>
                    <a:pt x="6152" y="97391"/>
                  </a:lnTo>
                  <a:lnTo>
                    <a:pt x="5273" y="94957"/>
                  </a:lnTo>
                  <a:lnTo>
                    <a:pt x="4554" y="92522"/>
                  </a:lnTo>
                  <a:lnTo>
                    <a:pt x="3835" y="90087"/>
                  </a:lnTo>
                  <a:lnTo>
                    <a:pt x="3196" y="87478"/>
                  </a:lnTo>
                  <a:lnTo>
                    <a:pt x="2557" y="84870"/>
                  </a:lnTo>
                  <a:lnTo>
                    <a:pt x="1998" y="82261"/>
                  </a:lnTo>
                  <a:lnTo>
                    <a:pt x="1518" y="79478"/>
                  </a:lnTo>
                  <a:lnTo>
                    <a:pt x="1119" y="76696"/>
                  </a:lnTo>
                  <a:lnTo>
                    <a:pt x="799" y="73913"/>
                  </a:lnTo>
                  <a:lnTo>
                    <a:pt x="480" y="70957"/>
                  </a:lnTo>
                  <a:lnTo>
                    <a:pt x="240" y="68174"/>
                  </a:lnTo>
                  <a:lnTo>
                    <a:pt x="80" y="65217"/>
                  </a:lnTo>
                  <a:lnTo>
                    <a:pt x="1" y="62261"/>
                  </a:lnTo>
                  <a:lnTo>
                    <a:pt x="1" y="59304"/>
                  </a:lnTo>
                  <a:lnTo>
                    <a:pt x="1" y="59304"/>
                  </a:lnTo>
                  <a:lnTo>
                    <a:pt x="80" y="56348"/>
                  </a:lnTo>
                  <a:lnTo>
                    <a:pt x="240" y="53217"/>
                  </a:lnTo>
                  <a:lnTo>
                    <a:pt x="480" y="50261"/>
                  </a:lnTo>
                  <a:lnTo>
                    <a:pt x="720" y="47304"/>
                  </a:lnTo>
                  <a:lnTo>
                    <a:pt x="1039" y="44348"/>
                  </a:lnTo>
                  <a:lnTo>
                    <a:pt x="1439" y="41565"/>
                  </a:lnTo>
                  <a:lnTo>
                    <a:pt x="1838" y="38783"/>
                  </a:lnTo>
                  <a:lnTo>
                    <a:pt x="2397" y="36000"/>
                  </a:lnTo>
                  <a:lnTo>
                    <a:pt x="2957" y="33391"/>
                  </a:lnTo>
                  <a:lnTo>
                    <a:pt x="3516" y="30783"/>
                  </a:lnTo>
                  <a:lnTo>
                    <a:pt x="4155" y="28348"/>
                  </a:lnTo>
                  <a:lnTo>
                    <a:pt x="4874" y="25913"/>
                  </a:lnTo>
                  <a:lnTo>
                    <a:pt x="5673" y="23652"/>
                  </a:lnTo>
                  <a:lnTo>
                    <a:pt x="6472" y="21391"/>
                  </a:lnTo>
                  <a:lnTo>
                    <a:pt x="7351" y="19304"/>
                  </a:lnTo>
                  <a:lnTo>
                    <a:pt x="8230" y="17217"/>
                  </a:lnTo>
                  <a:lnTo>
                    <a:pt x="9188" y="15304"/>
                  </a:lnTo>
                  <a:lnTo>
                    <a:pt x="10227" y="13391"/>
                  </a:lnTo>
                  <a:lnTo>
                    <a:pt x="11265" y="11652"/>
                  </a:lnTo>
                  <a:lnTo>
                    <a:pt x="12304" y="10087"/>
                  </a:lnTo>
                  <a:lnTo>
                    <a:pt x="13423" y="8522"/>
                  </a:lnTo>
                  <a:lnTo>
                    <a:pt x="14621" y="7130"/>
                  </a:lnTo>
                  <a:lnTo>
                    <a:pt x="15740" y="5913"/>
                  </a:lnTo>
                  <a:lnTo>
                    <a:pt x="17018" y="4696"/>
                  </a:lnTo>
                  <a:lnTo>
                    <a:pt x="18296" y="3652"/>
                  </a:lnTo>
                  <a:lnTo>
                    <a:pt x="19574" y="2609"/>
                  </a:lnTo>
                  <a:lnTo>
                    <a:pt x="20853" y="1913"/>
                  </a:lnTo>
                  <a:lnTo>
                    <a:pt x="22211" y="1217"/>
                  </a:lnTo>
                  <a:lnTo>
                    <a:pt x="23569" y="696"/>
                  </a:lnTo>
                  <a:lnTo>
                    <a:pt x="25007" y="348"/>
                  </a:lnTo>
                  <a:lnTo>
                    <a:pt x="26445" y="174"/>
                  </a:lnTo>
                  <a:lnTo>
                    <a:pt x="27883" y="0"/>
                  </a:lnTo>
                  <a:lnTo>
                    <a:pt x="27883" y="0"/>
                  </a:lnTo>
                  <a:lnTo>
                    <a:pt x="29242" y="174"/>
                  </a:lnTo>
                  <a:lnTo>
                    <a:pt x="30680" y="348"/>
                  </a:lnTo>
                  <a:lnTo>
                    <a:pt x="32038" y="696"/>
                  </a:lnTo>
                  <a:lnTo>
                    <a:pt x="33316" y="1217"/>
                  </a:lnTo>
                  <a:lnTo>
                    <a:pt x="34674" y="1913"/>
                  </a:lnTo>
                  <a:lnTo>
                    <a:pt x="35953" y="2783"/>
                  </a:lnTo>
                  <a:lnTo>
                    <a:pt x="37231" y="3652"/>
                  </a:lnTo>
                  <a:lnTo>
                    <a:pt x="38429" y="4696"/>
                  </a:lnTo>
                  <a:lnTo>
                    <a:pt x="39628" y="5913"/>
                  </a:lnTo>
                  <a:lnTo>
                    <a:pt x="40826" y="7304"/>
                  </a:lnTo>
                  <a:lnTo>
                    <a:pt x="42024" y="8696"/>
                  </a:lnTo>
                  <a:lnTo>
                    <a:pt x="43143" y="10261"/>
                  </a:lnTo>
                  <a:lnTo>
                    <a:pt x="44182" y="12000"/>
                  </a:lnTo>
                  <a:lnTo>
                    <a:pt x="45220" y="13739"/>
                  </a:lnTo>
                  <a:lnTo>
                    <a:pt x="46179" y="15652"/>
                  </a:lnTo>
                  <a:lnTo>
                    <a:pt x="47138" y="17739"/>
                  </a:lnTo>
                  <a:lnTo>
                    <a:pt x="48096" y="19826"/>
                  </a:lnTo>
                  <a:lnTo>
                    <a:pt x="48975" y="22087"/>
                  </a:lnTo>
                  <a:lnTo>
                    <a:pt x="49774" y="24348"/>
                  </a:lnTo>
                  <a:lnTo>
                    <a:pt x="50493" y="26783"/>
                  </a:lnTo>
                  <a:lnTo>
                    <a:pt x="51212" y="29217"/>
                  </a:lnTo>
                  <a:lnTo>
                    <a:pt x="51931" y="31652"/>
                  </a:lnTo>
                  <a:lnTo>
                    <a:pt x="52491" y="34435"/>
                  </a:lnTo>
                  <a:lnTo>
                    <a:pt x="53050" y="37043"/>
                  </a:lnTo>
                  <a:lnTo>
                    <a:pt x="53529" y="39826"/>
                  </a:lnTo>
                  <a:lnTo>
                    <a:pt x="53929" y="42609"/>
                  </a:lnTo>
                  <a:lnTo>
                    <a:pt x="54328" y="45565"/>
                  </a:lnTo>
                  <a:lnTo>
                    <a:pt x="54648" y="48522"/>
                  </a:lnTo>
                  <a:lnTo>
                    <a:pt x="54807" y="51478"/>
                  </a:lnTo>
                  <a:lnTo>
                    <a:pt x="54967" y="54435"/>
                  </a:lnTo>
                  <a:lnTo>
                    <a:pt x="55047" y="57565"/>
                  </a:lnTo>
                  <a:lnTo>
                    <a:pt x="55127" y="60696"/>
                  </a:lnTo>
                  <a:lnTo>
                    <a:pt x="55127" y="60696"/>
                  </a:lnTo>
                  <a:lnTo>
                    <a:pt x="55047" y="63826"/>
                  </a:lnTo>
                  <a:lnTo>
                    <a:pt x="54887" y="66783"/>
                  </a:lnTo>
                  <a:lnTo>
                    <a:pt x="54728" y="69913"/>
                  </a:lnTo>
                  <a:lnTo>
                    <a:pt x="54488" y="72870"/>
                  </a:lnTo>
                  <a:lnTo>
                    <a:pt x="54168" y="75652"/>
                  </a:lnTo>
                  <a:lnTo>
                    <a:pt x="53769" y="78435"/>
                  </a:lnTo>
                  <a:lnTo>
                    <a:pt x="53289" y="81217"/>
                  </a:lnTo>
                  <a:lnTo>
                    <a:pt x="52810" y="84000"/>
                  </a:lnTo>
                  <a:lnTo>
                    <a:pt x="52251" y="86609"/>
                  </a:lnTo>
                  <a:lnTo>
                    <a:pt x="51692" y="89217"/>
                  </a:lnTo>
                  <a:lnTo>
                    <a:pt x="50973" y="91652"/>
                  </a:lnTo>
                  <a:lnTo>
                    <a:pt x="50254" y="94087"/>
                  </a:lnTo>
                  <a:lnTo>
                    <a:pt x="49534" y="96348"/>
                  </a:lnTo>
                  <a:lnTo>
                    <a:pt x="48736" y="98609"/>
                  </a:lnTo>
                  <a:lnTo>
                    <a:pt x="47857" y="100696"/>
                  </a:lnTo>
                  <a:lnTo>
                    <a:pt x="46978" y="102783"/>
                  </a:lnTo>
                  <a:lnTo>
                    <a:pt x="46019" y="104696"/>
                  </a:lnTo>
                  <a:lnTo>
                    <a:pt x="44981" y="106609"/>
                  </a:lnTo>
                  <a:lnTo>
                    <a:pt x="43942" y="108348"/>
                  </a:lnTo>
                  <a:lnTo>
                    <a:pt x="42903" y="110087"/>
                  </a:lnTo>
                  <a:lnTo>
                    <a:pt x="41785" y="111478"/>
                  </a:lnTo>
                  <a:lnTo>
                    <a:pt x="40666" y="112870"/>
                  </a:lnTo>
                  <a:lnTo>
                    <a:pt x="39468" y="114261"/>
                  </a:lnTo>
                  <a:lnTo>
                    <a:pt x="38269" y="115478"/>
                  </a:lnTo>
                  <a:lnTo>
                    <a:pt x="36991" y="116522"/>
                  </a:lnTo>
                  <a:lnTo>
                    <a:pt x="35713" y="117391"/>
                  </a:lnTo>
                  <a:lnTo>
                    <a:pt x="34435" y="118261"/>
                  </a:lnTo>
                  <a:lnTo>
                    <a:pt x="33076" y="118783"/>
                  </a:lnTo>
                  <a:lnTo>
                    <a:pt x="31718" y="119304"/>
                  </a:lnTo>
                  <a:lnTo>
                    <a:pt x="30360" y="119652"/>
                  </a:lnTo>
                  <a:lnTo>
                    <a:pt x="28922" y="120000"/>
                  </a:lnTo>
                  <a:lnTo>
                    <a:pt x="27564" y="120000"/>
                  </a:lnTo>
                  <a:lnTo>
                    <a:pt x="27564" y="120000"/>
                  </a:lnTo>
                  <a:close/>
                  <a:moveTo>
                    <a:pt x="50014" y="60000"/>
                  </a:moveTo>
                  <a:lnTo>
                    <a:pt x="50014" y="60000"/>
                  </a:lnTo>
                  <a:lnTo>
                    <a:pt x="50014" y="57391"/>
                  </a:lnTo>
                  <a:lnTo>
                    <a:pt x="49934" y="54957"/>
                  </a:lnTo>
                  <a:lnTo>
                    <a:pt x="49774" y="52522"/>
                  </a:lnTo>
                  <a:lnTo>
                    <a:pt x="49614" y="50087"/>
                  </a:lnTo>
                  <a:lnTo>
                    <a:pt x="49375" y="47652"/>
                  </a:lnTo>
                  <a:lnTo>
                    <a:pt x="49055" y="45391"/>
                  </a:lnTo>
                  <a:lnTo>
                    <a:pt x="48736" y="43130"/>
                  </a:lnTo>
                  <a:lnTo>
                    <a:pt x="48336" y="40870"/>
                  </a:lnTo>
                  <a:lnTo>
                    <a:pt x="47857" y="38609"/>
                  </a:lnTo>
                  <a:lnTo>
                    <a:pt x="47377" y="36522"/>
                  </a:lnTo>
                  <a:lnTo>
                    <a:pt x="46818" y="34609"/>
                  </a:lnTo>
                  <a:lnTo>
                    <a:pt x="46259" y="32522"/>
                  </a:lnTo>
                  <a:lnTo>
                    <a:pt x="45620" y="30609"/>
                  </a:lnTo>
                  <a:lnTo>
                    <a:pt x="44981" y="28870"/>
                  </a:lnTo>
                  <a:lnTo>
                    <a:pt x="44261" y="27130"/>
                  </a:lnTo>
                  <a:lnTo>
                    <a:pt x="43542" y="25391"/>
                  </a:lnTo>
                  <a:lnTo>
                    <a:pt x="42744" y="23826"/>
                  </a:lnTo>
                  <a:lnTo>
                    <a:pt x="41945" y="22261"/>
                  </a:lnTo>
                  <a:lnTo>
                    <a:pt x="41146" y="20870"/>
                  </a:lnTo>
                  <a:lnTo>
                    <a:pt x="40267" y="19478"/>
                  </a:lnTo>
                  <a:lnTo>
                    <a:pt x="39308" y="18087"/>
                  </a:lnTo>
                  <a:lnTo>
                    <a:pt x="38429" y="17043"/>
                  </a:lnTo>
                  <a:lnTo>
                    <a:pt x="37471" y="16000"/>
                  </a:lnTo>
                  <a:lnTo>
                    <a:pt x="36432" y="14957"/>
                  </a:lnTo>
                  <a:lnTo>
                    <a:pt x="35473" y="14087"/>
                  </a:lnTo>
                  <a:lnTo>
                    <a:pt x="34435" y="13217"/>
                  </a:lnTo>
                  <a:lnTo>
                    <a:pt x="33316" y="12522"/>
                  </a:lnTo>
                  <a:lnTo>
                    <a:pt x="32277" y="12000"/>
                  </a:lnTo>
                  <a:lnTo>
                    <a:pt x="31159" y="11652"/>
                  </a:lnTo>
                  <a:lnTo>
                    <a:pt x="30040" y="11304"/>
                  </a:lnTo>
                  <a:lnTo>
                    <a:pt x="28842" y="10957"/>
                  </a:lnTo>
                  <a:lnTo>
                    <a:pt x="27724" y="10957"/>
                  </a:lnTo>
                  <a:lnTo>
                    <a:pt x="27724" y="10957"/>
                  </a:lnTo>
                  <a:lnTo>
                    <a:pt x="26525" y="10957"/>
                  </a:lnTo>
                  <a:lnTo>
                    <a:pt x="25407" y="11130"/>
                  </a:lnTo>
                  <a:lnTo>
                    <a:pt x="24288" y="11478"/>
                  </a:lnTo>
                  <a:lnTo>
                    <a:pt x="23170" y="11826"/>
                  </a:lnTo>
                  <a:lnTo>
                    <a:pt x="22051" y="12348"/>
                  </a:lnTo>
                  <a:lnTo>
                    <a:pt x="20933" y="13043"/>
                  </a:lnTo>
                  <a:lnTo>
                    <a:pt x="19894" y="13913"/>
                  </a:lnTo>
                  <a:lnTo>
                    <a:pt x="18855" y="14783"/>
                  </a:lnTo>
                  <a:lnTo>
                    <a:pt x="17897" y="15826"/>
                  </a:lnTo>
                  <a:lnTo>
                    <a:pt x="16858" y="16870"/>
                  </a:lnTo>
                  <a:lnTo>
                    <a:pt x="15899" y="18087"/>
                  </a:lnTo>
                  <a:lnTo>
                    <a:pt x="15020" y="19478"/>
                  </a:lnTo>
                  <a:lnTo>
                    <a:pt x="14142" y="20870"/>
                  </a:lnTo>
                  <a:lnTo>
                    <a:pt x="13263" y="22435"/>
                  </a:lnTo>
                  <a:lnTo>
                    <a:pt x="12464" y="24000"/>
                  </a:lnTo>
                  <a:lnTo>
                    <a:pt x="11665" y="25565"/>
                  </a:lnTo>
                  <a:lnTo>
                    <a:pt x="10866" y="27478"/>
                  </a:lnTo>
                  <a:lnTo>
                    <a:pt x="10147" y="29217"/>
                  </a:lnTo>
                  <a:lnTo>
                    <a:pt x="9508" y="31130"/>
                  </a:lnTo>
                  <a:lnTo>
                    <a:pt x="8869" y="33043"/>
                  </a:lnTo>
                  <a:lnTo>
                    <a:pt x="8230" y="35130"/>
                  </a:lnTo>
                  <a:lnTo>
                    <a:pt x="7750" y="37217"/>
                  </a:lnTo>
                  <a:lnTo>
                    <a:pt x="7191" y="39304"/>
                  </a:lnTo>
                  <a:lnTo>
                    <a:pt x="6791" y="41391"/>
                  </a:lnTo>
                  <a:lnTo>
                    <a:pt x="6392" y="43652"/>
                  </a:lnTo>
                  <a:lnTo>
                    <a:pt x="5993" y="45913"/>
                  </a:lnTo>
                  <a:lnTo>
                    <a:pt x="5673" y="48174"/>
                  </a:lnTo>
                  <a:lnTo>
                    <a:pt x="5433" y="50609"/>
                  </a:lnTo>
                  <a:lnTo>
                    <a:pt x="5273" y="52870"/>
                  </a:lnTo>
                  <a:lnTo>
                    <a:pt x="5114" y="55304"/>
                  </a:lnTo>
                  <a:lnTo>
                    <a:pt x="5034" y="57739"/>
                  </a:lnTo>
                  <a:lnTo>
                    <a:pt x="5034" y="60174"/>
                  </a:lnTo>
                  <a:lnTo>
                    <a:pt x="5034" y="60174"/>
                  </a:lnTo>
                  <a:lnTo>
                    <a:pt x="5034" y="62609"/>
                  </a:lnTo>
                  <a:lnTo>
                    <a:pt x="5114" y="65217"/>
                  </a:lnTo>
                  <a:lnTo>
                    <a:pt x="5273" y="67478"/>
                  </a:lnTo>
                  <a:lnTo>
                    <a:pt x="5513" y="69913"/>
                  </a:lnTo>
                  <a:lnTo>
                    <a:pt x="5753" y="72348"/>
                  </a:lnTo>
                  <a:lnTo>
                    <a:pt x="6072" y="74609"/>
                  </a:lnTo>
                  <a:lnTo>
                    <a:pt x="6392" y="76870"/>
                  </a:lnTo>
                  <a:lnTo>
                    <a:pt x="6871" y="79130"/>
                  </a:lnTo>
                  <a:lnTo>
                    <a:pt x="7271" y="81217"/>
                  </a:lnTo>
                  <a:lnTo>
                    <a:pt x="7830" y="83304"/>
                  </a:lnTo>
                  <a:lnTo>
                    <a:pt x="8389" y="85391"/>
                  </a:lnTo>
                  <a:lnTo>
                    <a:pt x="8949" y="87478"/>
                  </a:lnTo>
                  <a:lnTo>
                    <a:pt x="9588" y="89391"/>
                  </a:lnTo>
                  <a:lnTo>
                    <a:pt x="10307" y="91130"/>
                  </a:lnTo>
                  <a:lnTo>
                    <a:pt x="11026" y="93043"/>
                  </a:lnTo>
                  <a:lnTo>
                    <a:pt x="11745" y="94609"/>
                  </a:lnTo>
                  <a:lnTo>
                    <a:pt x="12544" y="96348"/>
                  </a:lnTo>
                  <a:lnTo>
                    <a:pt x="13343" y="97913"/>
                  </a:lnTo>
                  <a:lnTo>
                    <a:pt x="14222" y="99304"/>
                  </a:lnTo>
                  <a:lnTo>
                    <a:pt x="15100" y="100696"/>
                  </a:lnTo>
                  <a:lnTo>
                    <a:pt x="16059" y="101913"/>
                  </a:lnTo>
                  <a:lnTo>
                    <a:pt x="17018" y="103130"/>
                  </a:lnTo>
                  <a:lnTo>
                    <a:pt x="17977" y="104174"/>
                  </a:lnTo>
                  <a:lnTo>
                    <a:pt x="19015" y="105217"/>
                  </a:lnTo>
                  <a:lnTo>
                    <a:pt x="19974" y="106087"/>
                  </a:lnTo>
                  <a:lnTo>
                    <a:pt x="21092" y="106957"/>
                  </a:lnTo>
                  <a:lnTo>
                    <a:pt x="22131" y="107652"/>
                  </a:lnTo>
                  <a:lnTo>
                    <a:pt x="23250" y="108174"/>
                  </a:lnTo>
                  <a:lnTo>
                    <a:pt x="24288" y="108522"/>
                  </a:lnTo>
                  <a:lnTo>
                    <a:pt x="25407" y="108870"/>
                  </a:lnTo>
                  <a:lnTo>
                    <a:pt x="26605" y="109043"/>
                  </a:lnTo>
                  <a:lnTo>
                    <a:pt x="27724" y="109217"/>
                  </a:lnTo>
                  <a:lnTo>
                    <a:pt x="27724" y="109217"/>
                  </a:lnTo>
                  <a:lnTo>
                    <a:pt x="28762" y="109043"/>
                  </a:lnTo>
                  <a:lnTo>
                    <a:pt x="29881" y="108870"/>
                  </a:lnTo>
                  <a:lnTo>
                    <a:pt x="30919" y="108522"/>
                  </a:lnTo>
                  <a:lnTo>
                    <a:pt x="31958" y="108174"/>
                  </a:lnTo>
                  <a:lnTo>
                    <a:pt x="32997" y="107652"/>
                  </a:lnTo>
                  <a:lnTo>
                    <a:pt x="34035" y="106957"/>
                  </a:lnTo>
                  <a:lnTo>
                    <a:pt x="35074" y="106261"/>
                  </a:lnTo>
                  <a:lnTo>
                    <a:pt x="36112" y="105391"/>
                  </a:lnTo>
                  <a:lnTo>
                    <a:pt x="37071" y="104348"/>
                  </a:lnTo>
                  <a:lnTo>
                    <a:pt x="38030" y="103304"/>
                  </a:lnTo>
                  <a:lnTo>
                    <a:pt x="38989" y="102261"/>
                  </a:lnTo>
                  <a:lnTo>
                    <a:pt x="39947" y="100870"/>
                  </a:lnTo>
                  <a:lnTo>
                    <a:pt x="40826" y="99652"/>
                  </a:lnTo>
                  <a:lnTo>
                    <a:pt x="41705" y="98087"/>
                  </a:lnTo>
                  <a:lnTo>
                    <a:pt x="42504" y="96696"/>
                  </a:lnTo>
                  <a:lnTo>
                    <a:pt x="43303" y="94957"/>
                  </a:lnTo>
                  <a:lnTo>
                    <a:pt x="44102" y="93391"/>
                  </a:lnTo>
                  <a:lnTo>
                    <a:pt x="44821" y="91652"/>
                  </a:lnTo>
                  <a:lnTo>
                    <a:pt x="45540" y="89739"/>
                  </a:lnTo>
                  <a:lnTo>
                    <a:pt x="46179" y="87826"/>
                  </a:lnTo>
                  <a:lnTo>
                    <a:pt x="46818" y="85739"/>
                  </a:lnTo>
                  <a:lnTo>
                    <a:pt x="47377" y="83826"/>
                  </a:lnTo>
                  <a:lnTo>
                    <a:pt x="47857" y="81565"/>
                  </a:lnTo>
                  <a:lnTo>
                    <a:pt x="48336" y="79478"/>
                  </a:lnTo>
                  <a:lnTo>
                    <a:pt x="48736" y="77217"/>
                  </a:lnTo>
                  <a:lnTo>
                    <a:pt x="49135" y="74957"/>
                  </a:lnTo>
                  <a:lnTo>
                    <a:pt x="49455" y="72522"/>
                  </a:lnTo>
                  <a:lnTo>
                    <a:pt x="49694" y="70087"/>
                  </a:lnTo>
                  <a:lnTo>
                    <a:pt x="49854" y="67652"/>
                  </a:lnTo>
                  <a:lnTo>
                    <a:pt x="50014" y="65043"/>
                  </a:lnTo>
                  <a:lnTo>
                    <a:pt x="50014" y="62609"/>
                  </a:lnTo>
                  <a:lnTo>
                    <a:pt x="50014" y="60000"/>
                  </a:lnTo>
                  <a:lnTo>
                    <a:pt x="50014" y="600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6" name="Google Shape;177;p19"/>
            <p:cNvSpPr/>
            <p:nvPr/>
          </p:nvSpPr>
          <p:spPr>
            <a:xfrm>
              <a:off x="10692000" y="5463000"/>
              <a:ext cx="412200" cy="393840"/>
            </a:xfrm>
            <a:custGeom>
              <a:avLst/>
              <a:gdLst/>
              <a:ahLst/>
              <a:cxnLst/>
              <a:rect l="l" t="t" r="r" b="b"/>
              <a:pathLst>
                <a:path w="55047" h="120000">
                  <a:moveTo>
                    <a:pt x="27403" y="120000"/>
                  </a:moveTo>
                  <a:lnTo>
                    <a:pt x="27403" y="120000"/>
                  </a:lnTo>
                  <a:lnTo>
                    <a:pt x="25965" y="120000"/>
                  </a:lnTo>
                  <a:lnTo>
                    <a:pt x="24607" y="119652"/>
                  </a:lnTo>
                  <a:lnTo>
                    <a:pt x="23169" y="119304"/>
                  </a:lnTo>
                  <a:lnTo>
                    <a:pt x="21811" y="118783"/>
                  </a:lnTo>
                  <a:lnTo>
                    <a:pt x="20453" y="118087"/>
                  </a:lnTo>
                  <a:lnTo>
                    <a:pt x="19174" y="117217"/>
                  </a:lnTo>
                  <a:lnTo>
                    <a:pt x="17896" y="116174"/>
                  </a:lnTo>
                  <a:lnTo>
                    <a:pt x="16618" y="115130"/>
                  </a:lnTo>
                  <a:lnTo>
                    <a:pt x="15419" y="113739"/>
                  </a:lnTo>
                  <a:lnTo>
                    <a:pt x="14221" y="112348"/>
                  </a:lnTo>
                  <a:lnTo>
                    <a:pt x="13023" y="110783"/>
                  </a:lnTo>
                  <a:lnTo>
                    <a:pt x="11904" y="109217"/>
                  </a:lnTo>
                  <a:lnTo>
                    <a:pt x="10786" y="107478"/>
                  </a:lnTo>
                  <a:lnTo>
                    <a:pt x="9747" y="105565"/>
                  </a:lnTo>
                  <a:lnTo>
                    <a:pt x="8788" y="103478"/>
                  </a:lnTo>
                  <a:lnTo>
                    <a:pt x="7830" y="101391"/>
                  </a:lnTo>
                  <a:lnTo>
                    <a:pt x="6871" y="99304"/>
                  </a:lnTo>
                  <a:lnTo>
                    <a:pt x="5992" y="97043"/>
                  </a:lnTo>
                  <a:lnTo>
                    <a:pt x="5193" y="94609"/>
                  </a:lnTo>
                  <a:lnTo>
                    <a:pt x="4474" y="92174"/>
                  </a:lnTo>
                  <a:lnTo>
                    <a:pt x="3755" y="89565"/>
                  </a:lnTo>
                  <a:lnTo>
                    <a:pt x="3036" y="86957"/>
                  </a:lnTo>
                  <a:lnTo>
                    <a:pt x="2477" y="84348"/>
                  </a:lnTo>
                  <a:lnTo>
                    <a:pt x="1917" y="81565"/>
                  </a:lnTo>
                  <a:lnTo>
                    <a:pt x="1438" y="78783"/>
                  </a:lnTo>
                  <a:lnTo>
                    <a:pt x="1039" y="76000"/>
                  </a:lnTo>
                  <a:lnTo>
                    <a:pt x="719" y="73043"/>
                  </a:lnTo>
                  <a:lnTo>
                    <a:pt x="399" y="70087"/>
                  </a:lnTo>
                  <a:lnTo>
                    <a:pt x="240" y="67130"/>
                  </a:lnTo>
                  <a:lnTo>
                    <a:pt x="80" y="64174"/>
                  </a:lnTo>
                  <a:lnTo>
                    <a:pt x="0" y="61043"/>
                  </a:lnTo>
                  <a:lnTo>
                    <a:pt x="0" y="58087"/>
                  </a:lnTo>
                  <a:lnTo>
                    <a:pt x="0" y="58087"/>
                  </a:lnTo>
                  <a:lnTo>
                    <a:pt x="80" y="55478"/>
                  </a:lnTo>
                  <a:lnTo>
                    <a:pt x="240" y="52870"/>
                  </a:lnTo>
                  <a:lnTo>
                    <a:pt x="399" y="50261"/>
                  </a:lnTo>
                  <a:lnTo>
                    <a:pt x="639" y="47826"/>
                  </a:lnTo>
                  <a:lnTo>
                    <a:pt x="959" y="45217"/>
                  </a:lnTo>
                  <a:lnTo>
                    <a:pt x="1278" y="42609"/>
                  </a:lnTo>
                  <a:lnTo>
                    <a:pt x="1678" y="40000"/>
                  </a:lnTo>
                  <a:lnTo>
                    <a:pt x="2157" y="37565"/>
                  </a:lnTo>
                  <a:lnTo>
                    <a:pt x="2716" y="34957"/>
                  </a:lnTo>
                  <a:lnTo>
                    <a:pt x="3276" y="32522"/>
                  </a:lnTo>
                  <a:lnTo>
                    <a:pt x="3915" y="30087"/>
                  </a:lnTo>
                  <a:lnTo>
                    <a:pt x="4634" y="27652"/>
                  </a:lnTo>
                  <a:lnTo>
                    <a:pt x="5353" y="25217"/>
                  </a:lnTo>
                  <a:lnTo>
                    <a:pt x="6152" y="22957"/>
                  </a:lnTo>
                  <a:lnTo>
                    <a:pt x="6951" y="20696"/>
                  </a:lnTo>
                  <a:lnTo>
                    <a:pt x="7830" y="18609"/>
                  </a:lnTo>
                  <a:lnTo>
                    <a:pt x="8788" y="16522"/>
                  </a:lnTo>
                  <a:lnTo>
                    <a:pt x="9747" y="14435"/>
                  </a:lnTo>
                  <a:lnTo>
                    <a:pt x="10786" y="12696"/>
                  </a:lnTo>
                  <a:lnTo>
                    <a:pt x="11904" y="10783"/>
                  </a:lnTo>
                  <a:lnTo>
                    <a:pt x="13023" y="9217"/>
                  </a:lnTo>
                  <a:lnTo>
                    <a:pt x="14221" y="7652"/>
                  </a:lnTo>
                  <a:lnTo>
                    <a:pt x="15419" y="6087"/>
                  </a:lnTo>
                  <a:lnTo>
                    <a:pt x="16698" y="4870"/>
                  </a:lnTo>
                  <a:lnTo>
                    <a:pt x="17976" y="3652"/>
                  </a:lnTo>
                  <a:lnTo>
                    <a:pt x="19334" y="2609"/>
                  </a:lnTo>
                  <a:lnTo>
                    <a:pt x="20692" y="1739"/>
                  </a:lnTo>
                  <a:lnTo>
                    <a:pt x="22130" y="1043"/>
                  </a:lnTo>
                  <a:lnTo>
                    <a:pt x="23569" y="522"/>
                  </a:lnTo>
                  <a:lnTo>
                    <a:pt x="25087" y="174"/>
                  </a:lnTo>
                  <a:lnTo>
                    <a:pt x="26684" y="0"/>
                  </a:lnTo>
                  <a:lnTo>
                    <a:pt x="28282" y="0"/>
                  </a:lnTo>
                  <a:lnTo>
                    <a:pt x="28282" y="0"/>
                  </a:lnTo>
                  <a:lnTo>
                    <a:pt x="29561" y="174"/>
                  </a:lnTo>
                  <a:lnTo>
                    <a:pt x="30919" y="348"/>
                  </a:lnTo>
                  <a:lnTo>
                    <a:pt x="32197" y="870"/>
                  </a:lnTo>
                  <a:lnTo>
                    <a:pt x="33475" y="1391"/>
                  </a:lnTo>
                  <a:lnTo>
                    <a:pt x="34754" y="2087"/>
                  </a:lnTo>
                  <a:lnTo>
                    <a:pt x="36032" y="2957"/>
                  </a:lnTo>
                  <a:lnTo>
                    <a:pt x="37310" y="3826"/>
                  </a:lnTo>
                  <a:lnTo>
                    <a:pt x="38509" y="4870"/>
                  </a:lnTo>
                  <a:lnTo>
                    <a:pt x="39707" y="6087"/>
                  </a:lnTo>
                  <a:lnTo>
                    <a:pt x="40826" y="7478"/>
                  </a:lnTo>
                  <a:lnTo>
                    <a:pt x="41944" y="8870"/>
                  </a:lnTo>
                  <a:lnTo>
                    <a:pt x="43063" y="10435"/>
                  </a:lnTo>
                  <a:lnTo>
                    <a:pt x="44101" y="12000"/>
                  </a:lnTo>
                  <a:lnTo>
                    <a:pt x="45140" y="13739"/>
                  </a:lnTo>
                  <a:lnTo>
                    <a:pt x="46178" y="15652"/>
                  </a:lnTo>
                  <a:lnTo>
                    <a:pt x="47137" y="17739"/>
                  </a:lnTo>
                  <a:lnTo>
                    <a:pt x="48016" y="19826"/>
                  </a:lnTo>
                  <a:lnTo>
                    <a:pt x="48895" y="21913"/>
                  </a:lnTo>
                  <a:lnTo>
                    <a:pt x="49694" y="24174"/>
                  </a:lnTo>
                  <a:lnTo>
                    <a:pt x="50493" y="26609"/>
                  </a:lnTo>
                  <a:lnTo>
                    <a:pt x="51212" y="29043"/>
                  </a:lnTo>
                  <a:lnTo>
                    <a:pt x="51851" y="31652"/>
                  </a:lnTo>
                  <a:lnTo>
                    <a:pt x="52410" y="34261"/>
                  </a:lnTo>
                  <a:lnTo>
                    <a:pt x="52969" y="36870"/>
                  </a:lnTo>
                  <a:lnTo>
                    <a:pt x="53449" y="39652"/>
                  </a:lnTo>
                  <a:lnTo>
                    <a:pt x="53928" y="42609"/>
                  </a:lnTo>
                  <a:lnTo>
                    <a:pt x="54248" y="45565"/>
                  </a:lnTo>
                  <a:lnTo>
                    <a:pt x="54567" y="48522"/>
                  </a:lnTo>
                  <a:lnTo>
                    <a:pt x="54807" y="51652"/>
                  </a:lnTo>
                  <a:lnTo>
                    <a:pt x="54967" y="54783"/>
                  </a:lnTo>
                  <a:lnTo>
                    <a:pt x="55047" y="57913"/>
                  </a:lnTo>
                  <a:lnTo>
                    <a:pt x="55047" y="61217"/>
                  </a:lnTo>
                  <a:lnTo>
                    <a:pt x="55047" y="61217"/>
                  </a:lnTo>
                  <a:lnTo>
                    <a:pt x="55047" y="64348"/>
                  </a:lnTo>
                  <a:lnTo>
                    <a:pt x="54887" y="67304"/>
                  </a:lnTo>
                  <a:lnTo>
                    <a:pt x="54727" y="70261"/>
                  </a:lnTo>
                  <a:lnTo>
                    <a:pt x="54407" y="73217"/>
                  </a:lnTo>
                  <a:lnTo>
                    <a:pt x="54088" y="76000"/>
                  </a:lnTo>
                  <a:lnTo>
                    <a:pt x="53688" y="78783"/>
                  </a:lnTo>
                  <a:lnTo>
                    <a:pt x="53289" y="81565"/>
                  </a:lnTo>
                  <a:lnTo>
                    <a:pt x="52730" y="84174"/>
                  </a:lnTo>
                  <a:lnTo>
                    <a:pt x="52170" y="86783"/>
                  </a:lnTo>
                  <a:lnTo>
                    <a:pt x="51611" y="89391"/>
                  </a:lnTo>
                  <a:lnTo>
                    <a:pt x="50892" y="91826"/>
                  </a:lnTo>
                  <a:lnTo>
                    <a:pt x="50173" y="94261"/>
                  </a:lnTo>
                  <a:lnTo>
                    <a:pt x="49454" y="96522"/>
                  </a:lnTo>
                  <a:lnTo>
                    <a:pt x="48575" y="98783"/>
                  </a:lnTo>
                  <a:lnTo>
                    <a:pt x="47776" y="100870"/>
                  </a:lnTo>
                  <a:lnTo>
                    <a:pt x="46818" y="102957"/>
                  </a:lnTo>
                  <a:lnTo>
                    <a:pt x="45859" y="104870"/>
                  </a:lnTo>
                  <a:lnTo>
                    <a:pt x="44900" y="106783"/>
                  </a:lnTo>
                  <a:lnTo>
                    <a:pt x="43862" y="108522"/>
                  </a:lnTo>
                  <a:lnTo>
                    <a:pt x="42743" y="110087"/>
                  </a:lnTo>
                  <a:lnTo>
                    <a:pt x="41625" y="111652"/>
                  </a:lnTo>
                  <a:lnTo>
                    <a:pt x="40506" y="113043"/>
                  </a:lnTo>
                  <a:lnTo>
                    <a:pt x="39308" y="114261"/>
                  </a:lnTo>
                  <a:lnTo>
                    <a:pt x="38109" y="115478"/>
                  </a:lnTo>
                  <a:lnTo>
                    <a:pt x="36831" y="116522"/>
                  </a:lnTo>
                  <a:lnTo>
                    <a:pt x="35553" y="117391"/>
                  </a:lnTo>
                  <a:lnTo>
                    <a:pt x="34274" y="118261"/>
                  </a:lnTo>
                  <a:lnTo>
                    <a:pt x="32916" y="118957"/>
                  </a:lnTo>
                  <a:lnTo>
                    <a:pt x="31558" y="119304"/>
                  </a:lnTo>
                  <a:lnTo>
                    <a:pt x="30200" y="119826"/>
                  </a:lnTo>
                  <a:lnTo>
                    <a:pt x="28842" y="120000"/>
                  </a:lnTo>
                  <a:lnTo>
                    <a:pt x="27403" y="120000"/>
                  </a:lnTo>
                  <a:lnTo>
                    <a:pt x="27403" y="120000"/>
                  </a:lnTo>
                  <a:close/>
                  <a:moveTo>
                    <a:pt x="50013" y="60348"/>
                  </a:moveTo>
                  <a:lnTo>
                    <a:pt x="50013" y="60348"/>
                  </a:lnTo>
                  <a:lnTo>
                    <a:pt x="50013" y="57739"/>
                  </a:lnTo>
                  <a:lnTo>
                    <a:pt x="49933" y="55130"/>
                  </a:lnTo>
                  <a:lnTo>
                    <a:pt x="49774" y="52696"/>
                  </a:lnTo>
                  <a:lnTo>
                    <a:pt x="49614" y="50261"/>
                  </a:lnTo>
                  <a:lnTo>
                    <a:pt x="49374" y="47826"/>
                  </a:lnTo>
                  <a:lnTo>
                    <a:pt x="49055" y="45565"/>
                  </a:lnTo>
                  <a:lnTo>
                    <a:pt x="48735" y="43304"/>
                  </a:lnTo>
                  <a:lnTo>
                    <a:pt x="48336" y="41043"/>
                  </a:lnTo>
                  <a:lnTo>
                    <a:pt x="47856" y="38783"/>
                  </a:lnTo>
                  <a:lnTo>
                    <a:pt x="47377" y="36696"/>
                  </a:lnTo>
                  <a:lnTo>
                    <a:pt x="46818" y="34609"/>
                  </a:lnTo>
                  <a:lnTo>
                    <a:pt x="46258" y="32696"/>
                  </a:lnTo>
                  <a:lnTo>
                    <a:pt x="45699" y="30783"/>
                  </a:lnTo>
                  <a:lnTo>
                    <a:pt x="44980" y="28870"/>
                  </a:lnTo>
                  <a:lnTo>
                    <a:pt x="44341" y="27130"/>
                  </a:lnTo>
                  <a:lnTo>
                    <a:pt x="43542" y="25391"/>
                  </a:lnTo>
                  <a:lnTo>
                    <a:pt x="42823" y="23826"/>
                  </a:lnTo>
                  <a:lnTo>
                    <a:pt x="42024" y="22261"/>
                  </a:lnTo>
                  <a:lnTo>
                    <a:pt x="41145" y="20870"/>
                  </a:lnTo>
                  <a:lnTo>
                    <a:pt x="40266" y="19478"/>
                  </a:lnTo>
                  <a:lnTo>
                    <a:pt x="39387" y="18261"/>
                  </a:lnTo>
                  <a:lnTo>
                    <a:pt x="38429" y="17043"/>
                  </a:lnTo>
                  <a:lnTo>
                    <a:pt x="37470" y="16000"/>
                  </a:lnTo>
                  <a:lnTo>
                    <a:pt x="36511" y="14957"/>
                  </a:lnTo>
                  <a:lnTo>
                    <a:pt x="35473" y="14087"/>
                  </a:lnTo>
                  <a:lnTo>
                    <a:pt x="34434" y="13217"/>
                  </a:lnTo>
                  <a:lnTo>
                    <a:pt x="33316" y="12696"/>
                  </a:lnTo>
                  <a:lnTo>
                    <a:pt x="32277" y="12000"/>
                  </a:lnTo>
                  <a:lnTo>
                    <a:pt x="31158" y="11652"/>
                  </a:lnTo>
                  <a:lnTo>
                    <a:pt x="30040" y="11304"/>
                  </a:lnTo>
                  <a:lnTo>
                    <a:pt x="28842" y="10957"/>
                  </a:lnTo>
                  <a:lnTo>
                    <a:pt x="27723" y="10957"/>
                  </a:lnTo>
                  <a:lnTo>
                    <a:pt x="27723" y="10957"/>
                  </a:lnTo>
                  <a:lnTo>
                    <a:pt x="26525" y="10957"/>
                  </a:lnTo>
                  <a:lnTo>
                    <a:pt x="25326" y="11130"/>
                  </a:lnTo>
                  <a:lnTo>
                    <a:pt x="24128" y="11478"/>
                  </a:lnTo>
                  <a:lnTo>
                    <a:pt x="23009" y="11826"/>
                  </a:lnTo>
                  <a:lnTo>
                    <a:pt x="21891" y="12522"/>
                  </a:lnTo>
                  <a:lnTo>
                    <a:pt x="20852" y="13043"/>
                  </a:lnTo>
                  <a:lnTo>
                    <a:pt x="19734" y="13913"/>
                  </a:lnTo>
                  <a:lnTo>
                    <a:pt x="18695" y="14783"/>
                  </a:lnTo>
                  <a:lnTo>
                    <a:pt x="17736" y="15826"/>
                  </a:lnTo>
                  <a:lnTo>
                    <a:pt x="16698" y="17043"/>
                  </a:lnTo>
                  <a:lnTo>
                    <a:pt x="15819" y="18261"/>
                  </a:lnTo>
                  <a:lnTo>
                    <a:pt x="14860" y="19652"/>
                  </a:lnTo>
                  <a:lnTo>
                    <a:pt x="13981" y="21043"/>
                  </a:lnTo>
                  <a:lnTo>
                    <a:pt x="13103" y="22609"/>
                  </a:lnTo>
                  <a:lnTo>
                    <a:pt x="12304" y="24174"/>
                  </a:lnTo>
                  <a:lnTo>
                    <a:pt x="11505" y="25739"/>
                  </a:lnTo>
                  <a:lnTo>
                    <a:pt x="10786" y="27478"/>
                  </a:lnTo>
                  <a:lnTo>
                    <a:pt x="10067" y="29391"/>
                  </a:lnTo>
                  <a:lnTo>
                    <a:pt x="9427" y="31304"/>
                  </a:lnTo>
                  <a:lnTo>
                    <a:pt x="8788" y="33217"/>
                  </a:lnTo>
                  <a:lnTo>
                    <a:pt x="8229" y="35304"/>
                  </a:lnTo>
                  <a:lnTo>
                    <a:pt x="7670" y="37217"/>
                  </a:lnTo>
                  <a:lnTo>
                    <a:pt x="7190" y="39478"/>
                  </a:lnTo>
                  <a:lnTo>
                    <a:pt x="6791" y="41565"/>
                  </a:lnTo>
                  <a:lnTo>
                    <a:pt x="6391" y="43826"/>
                  </a:lnTo>
                  <a:lnTo>
                    <a:pt x="5992" y="45913"/>
                  </a:lnTo>
                  <a:lnTo>
                    <a:pt x="5672" y="48174"/>
                  </a:lnTo>
                  <a:lnTo>
                    <a:pt x="5433" y="50609"/>
                  </a:lnTo>
                  <a:lnTo>
                    <a:pt x="5273" y="52870"/>
                  </a:lnTo>
                  <a:lnTo>
                    <a:pt x="5113" y="55130"/>
                  </a:lnTo>
                  <a:lnTo>
                    <a:pt x="5033" y="57565"/>
                  </a:lnTo>
                  <a:lnTo>
                    <a:pt x="5033" y="59826"/>
                  </a:lnTo>
                  <a:lnTo>
                    <a:pt x="5033" y="59826"/>
                  </a:lnTo>
                  <a:lnTo>
                    <a:pt x="5033" y="62435"/>
                  </a:lnTo>
                  <a:lnTo>
                    <a:pt x="5113" y="64870"/>
                  </a:lnTo>
                  <a:lnTo>
                    <a:pt x="5273" y="67304"/>
                  </a:lnTo>
                  <a:lnTo>
                    <a:pt x="5433" y="69565"/>
                  </a:lnTo>
                  <a:lnTo>
                    <a:pt x="5672" y="72000"/>
                  </a:lnTo>
                  <a:lnTo>
                    <a:pt x="5992" y="74261"/>
                  </a:lnTo>
                  <a:lnTo>
                    <a:pt x="6391" y="76522"/>
                  </a:lnTo>
                  <a:lnTo>
                    <a:pt x="6791" y="78783"/>
                  </a:lnTo>
                  <a:lnTo>
                    <a:pt x="7270" y="80870"/>
                  </a:lnTo>
                  <a:lnTo>
                    <a:pt x="7750" y="82957"/>
                  </a:lnTo>
                  <a:lnTo>
                    <a:pt x="8309" y="85043"/>
                  </a:lnTo>
                  <a:lnTo>
                    <a:pt x="8868" y="87130"/>
                  </a:lnTo>
                  <a:lnTo>
                    <a:pt x="9507" y="89043"/>
                  </a:lnTo>
                  <a:lnTo>
                    <a:pt x="10226" y="90783"/>
                  </a:lnTo>
                  <a:lnTo>
                    <a:pt x="10866" y="92696"/>
                  </a:lnTo>
                  <a:lnTo>
                    <a:pt x="11664" y="94261"/>
                  </a:lnTo>
                  <a:lnTo>
                    <a:pt x="12463" y="96000"/>
                  </a:lnTo>
                  <a:lnTo>
                    <a:pt x="13262" y="97565"/>
                  </a:lnTo>
                  <a:lnTo>
                    <a:pt x="14141" y="98957"/>
                  </a:lnTo>
                  <a:lnTo>
                    <a:pt x="15020" y="100348"/>
                  </a:lnTo>
                  <a:lnTo>
                    <a:pt x="15899" y="101739"/>
                  </a:lnTo>
                  <a:lnTo>
                    <a:pt x="16858" y="102957"/>
                  </a:lnTo>
                  <a:lnTo>
                    <a:pt x="17816" y="104000"/>
                  </a:lnTo>
                  <a:lnTo>
                    <a:pt x="18855" y="105043"/>
                  </a:lnTo>
                  <a:lnTo>
                    <a:pt x="19893" y="105913"/>
                  </a:lnTo>
                  <a:lnTo>
                    <a:pt x="20932" y="106609"/>
                  </a:lnTo>
                  <a:lnTo>
                    <a:pt x="21971" y="107304"/>
                  </a:lnTo>
                  <a:lnTo>
                    <a:pt x="23009" y="108000"/>
                  </a:lnTo>
                  <a:lnTo>
                    <a:pt x="24128" y="108348"/>
                  </a:lnTo>
                  <a:lnTo>
                    <a:pt x="25246" y="108696"/>
                  </a:lnTo>
                  <a:lnTo>
                    <a:pt x="26365" y="108870"/>
                  </a:lnTo>
                  <a:lnTo>
                    <a:pt x="27563" y="109043"/>
                  </a:lnTo>
                  <a:lnTo>
                    <a:pt x="27563" y="109043"/>
                  </a:lnTo>
                  <a:lnTo>
                    <a:pt x="28602" y="108870"/>
                  </a:lnTo>
                  <a:lnTo>
                    <a:pt x="29640" y="108696"/>
                  </a:lnTo>
                  <a:lnTo>
                    <a:pt x="30679" y="108522"/>
                  </a:lnTo>
                  <a:lnTo>
                    <a:pt x="31718" y="108174"/>
                  </a:lnTo>
                  <a:lnTo>
                    <a:pt x="32756" y="107652"/>
                  </a:lnTo>
                  <a:lnTo>
                    <a:pt x="33795" y="106957"/>
                  </a:lnTo>
                  <a:lnTo>
                    <a:pt x="34834" y="106261"/>
                  </a:lnTo>
                  <a:lnTo>
                    <a:pt x="35792" y="105565"/>
                  </a:lnTo>
                  <a:lnTo>
                    <a:pt x="36831" y="104522"/>
                  </a:lnTo>
                  <a:lnTo>
                    <a:pt x="37790" y="103652"/>
                  </a:lnTo>
                  <a:lnTo>
                    <a:pt x="38748" y="102435"/>
                  </a:lnTo>
                  <a:lnTo>
                    <a:pt x="39627" y="101217"/>
                  </a:lnTo>
                  <a:lnTo>
                    <a:pt x="40506" y="100000"/>
                  </a:lnTo>
                  <a:lnTo>
                    <a:pt x="41385" y="98609"/>
                  </a:lnTo>
                  <a:lnTo>
                    <a:pt x="42264" y="97217"/>
                  </a:lnTo>
                  <a:lnTo>
                    <a:pt x="43063" y="95652"/>
                  </a:lnTo>
                  <a:lnTo>
                    <a:pt x="43862" y="93913"/>
                  </a:lnTo>
                  <a:lnTo>
                    <a:pt x="44581" y="92174"/>
                  </a:lnTo>
                  <a:lnTo>
                    <a:pt x="45300" y="90435"/>
                  </a:lnTo>
                  <a:lnTo>
                    <a:pt x="46019" y="88522"/>
                  </a:lnTo>
                  <a:lnTo>
                    <a:pt x="46578" y="86609"/>
                  </a:lnTo>
                  <a:lnTo>
                    <a:pt x="47217" y="84522"/>
                  </a:lnTo>
                  <a:lnTo>
                    <a:pt x="47696" y="82435"/>
                  </a:lnTo>
                  <a:lnTo>
                    <a:pt x="48176" y="80174"/>
                  </a:lnTo>
                  <a:lnTo>
                    <a:pt x="48655" y="77913"/>
                  </a:lnTo>
                  <a:lnTo>
                    <a:pt x="49055" y="75652"/>
                  </a:lnTo>
                  <a:lnTo>
                    <a:pt x="49374" y="73217"/>
                  </a:lnTo>
                  <a:lnTo>
                    <a:pt x="49614" y="70783"/>
                  </a:lnTo>
                  <a:lnTo>
                    <a:pt x="49774" y="68174"/>
                  </a:lnTo>
                  <a:lnTo>
                    <a:pt x="49933" y="65739"/>
                  </a:lnTo>
                  <a:lnTo>
                    <a:pt x="50013" y="62957"/>
                  </a:lnTo>
                  <a:lnTo>
                    <a:pt x="50013" y="60348"/>
                  </a:lnTo>
                  <a:lnTo>
                    <a:pt x="50013" y="603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7" name="Google Shape;178;p19"/>
            <p:cNvSpPr/>
            <p:nvPr/>
          </p:nvSpPr>
          <p:spPr>
            <a:xfrm>
              <a:off x="11329200" y="5598720"/>
              <a:ext cx="111240" cy="188280"/>
            </a:xfrm>
            <a:custGeom>
              <a:avLst/>
              <a:gdLst/>
              <a:ahLst/>
              <a:cxnLst/>
              <a:rect l="l" t="t" r="r" b="b"/>
              <a:pathLst>
                <a:path w="14861" h="57392">
                  <a:moveTo>
                    <a:pt x="14861" y="28348"/>
                  </a:moveTo>
                  <a:lnTo>
                    <a:pt x="14861" y="28348"/>
                  </a:lnTo>
                  <a:lnTo>
                    <a:pt x="11745" y="28348"/>
                  </a:lnTo>
                  <a:lnTo>
                    <a:pt x="11745" y="28348"/>
                  </a:lnTo>
                  <a:lnTo>
                    <a:pt x="11745" y="57392"/>
                  </a:lnTo>
                  <a:lnTo>
                    <a:pt x="11745" y="57392"/>
                  </a:lnTo>
                  <a:lnTo>
                    <a:pt x="3117" y="57392"/>
                  </a:lnTo>
                  <a:lnTo>
                    <a:pt x="3117" y="57392"/>
                  </a:lnTo>
                  <a:lnTo>
                    <a:pt x="3117" y="28696"/>
                  </a:lnTo>
                  <a:lnTo>
                    <a:pt x="3117" y="28696"/>
                  </a:lnTo>
                  <a:lnTo>
                    <a:pt x="1" y="28696"/>
                  </a:lnTo>
                  <a:lnTo>
                    <a:pt x="1" y="28696"/>
                  </a:lnTo>
                  <a:lnTo>
                    <a:pt x="1" y="9218"/>
                  </a:lnTo>
                  <a:lnTo>
                    <a:pt x="1" y="9218"/>
                  </a:lnTo>
                  <a:lnTo>
                    <a:pt x="1" y="6261"/>
                  </a:lnTo>
                  <a:lnTo>
                    <a:pt x="81" y="3826"/>
                  </a:lnTo>
                  <a:lnTo>
                    <a:pt x="240" y="2261"/>
                  </a:lnTo>
                  <a:lnTo>
                    <a:pt x="320" y="1566"/>
                  </a:lnTo>
                  <a:lnTo>
                    <a:pt x="560" y="1218"/>
                  </a:lnTo>
                  <a:lnTo>
                    <a:pt x="720" y="696"/>
                  </a:lnTo>
                  <a:lnTo>
                    <a:pt x="1039" y="522"/>
                  </a:lnTo>
                  <a:lnTo>
                    <a:pt x="1758" y="174"/>
                  </a:lnTo>
                  <a:lnTo>
                    <a:pt x="2797" y="0"/>
                  </a:lnTo>
                  <a:lnTo>
                    <a:pt x="4235" y="0"/>
                  </a:lnTo>
                  <a:lnTo>
                    <a:pt x="4235" y="0"/>
                  </a:lnTo>
                  <a:lnTo>
                    <a:pt x="12544" y="0"/>
                  </a:lnTo>
                  <a:lnTo>
                    <a:pt x="12544" y="0"/>
                  </a:lnTo>
                  <a:lnTo>
                    <a:pt x="13023" y="0"/>
                  </a:lnTo>
                  <a:lnTo>
                    <a:pt x="13503" y="174"/>
                  </a:lnTo>
                  <a:lnTo>
                    <a:pt x="13822" y="522"/>
                  </a:lnTo>
                  <a:lnTo>
                    <a:pt x="14222" y="870"/>
                  </a:lnTo>
                  <a:lnTo>
                    <a:pt x="14461" y="1566"/>
                  </a:lnTo>
                  <a:lnTo>
                    <a:pt x="14701" y="2261"/>
                  </a:lnTo>
                  <a:lnTo>
                    <a:pt x="14781" y="3305"/>
                  </a:lnTo>
                  <a:lnTo>
                    <a:pt x="14861" y="4348"/>
                  </a:lnTo>
                  <a:lnTo>
                    <a:pt x="14861" y="4348"/>
                  </a:lnTo>
                  <a:lnTo>
                    <a:pt x="14861" y="28348"/>
                  </a:lnTo>
                  <a:lnTo>
                    <a:pt x="14861" y="283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8" name="Google Shape;179;p19"/>
            <p:cNvSpPr/>
            <p:nvPr/>
          </p:nvSpPr>
          <p:spPr>
            <a:xfrm>
              <a:off x="11356200" y="5532840"/>
              <a:ext cx="57240" cy="55800"/>
            </a:xfrm>
            <a:custGeom>
              <a:avLst/>
              <a:gdLst/>
              <a:ahLst/>
              <a:cxnLst/>
              <a:rect l="l" t="t" r="r" b="b"/>
              <a:pathLst>
                <a:path w="7671" h="17044">
                  <a:moveTo>
                    <a:pt x="1" y="8522"/>
                  </a:moveTo>
                  <a:lnTo>
                    <a:pt x="1" y="8522"/>
                  </a:lnTo>
                  <a:lnTo>
                    <a:pt x="81" y="6435"/>
                  </a:lnTo>
                  <a:lnTo>
                    <a:pt x="241" y="4870"/>
                  </a:lnTo>
                  <a:lnTo>
                    <a:pt x="560" y="3305"/>
                  </a:lnTo>
                  <a:lnTo>
                    <a:pt x="960" y="2261"/>
                  </a:lnTo>
                  <a:lnTo>
                    <a:pt x="1439" y="1218"/>
                  </a:lnTo>
                  <a:lnTo>
                    <a:pt x="2078" y="696"/>
                  </a:lnTo>
                  <a:lnTo>
                    <a:pt x="2877" y="174"/>
                  </a:lnTo>
                  <a:lnTo>
                    <a:pt x="3756" y="0"/>
                  </a:lnTo>
                  <a:lnTo>
                    <a:pt x="3756" y="0"/>
                  </a:lnTo>
                  <a:lnTo>
                    <a:pt x="4715" y="174"/>
                  </a:lnTo>
                  <a:lnTo>
                    <a:pt x="5514" y="522"/>
                  </a:lnTo>
                  <a:lnTo>
                    <a:pt x="6153" y="1218"/>
                  </a:lnTo>
                  <a:lnTo>
                    <a:pt x="6712" y="2261"/>
                  </a:lnTo>
                  <a:lnTo>
                    <a:pt x="7191" y="3479"/>
                  </a:lnTo>
                  <a:lnTo>
                    <a:pt x="7431" y="4870"/>
                  </a:lnTo>
                  <a:lnTo>
                    <a:pt x="7671" y="6609"/>
                  </a:lnTo>
                  <a:lnTo>
                    <a:pt x="7671" y="8696"/>
                  </a:lnTo>
                  <a:lnTo>
                    <a:pt x="7671" y="8696"/>
                  </a:lnTo>
                  <a:lnTo>
                    <a:pt x="7591" y="10609"/>
                  </a:lnTo>
                  <a:lnTo>
                    <a:pt x="7431" y="12348"/>
                  </a:lnTo>
                  <a:lnTo>
                    <a:pt x="7111" y="13740"/>
                  </a:lnTo>
                  <a:lnTo>
                    <a:pt x="6712" y="14783"/>
                  </a:lnTo>
                  <a:lnTo>
                    <a:pt x="6153" y="15826"/>
                  </a:lnTo>
                  <a:lnTo>
                    <a:pt x="5434" y="16522"/>
                  </a:lnTo>
                  <a:lnTo>
                    <a:pt x="4715" y="16870"/>
                  </a:lnTo>
                  <a:lnTo>
                    <a:pt x="3756" y="17044"/>
                  </a:lnTo>
                  <a:lnTo>
                    <a:pt x="3756" y="17044"/>
                  </a:lnTo>
                  <a:lnTo>
                    <a:pt x="2877" y="16870"/>
                  </a:lnTo>
                  <a:lnTo>
                    <a:pt x="2158" y="16348"/>
                  </a:lnTo>
                  <a:lnTo>
                    <a:pt x="1519" y="15826"/>
                  </a:lnTo>
                  <a:lnTo>
                    <a:pt x="960" y="14783"/>
                  </a:lnTo>
                  <a:lnTo>
                    <a:pt x="560" y="13566"/>
                  </a:lnTo>
                  <a:lnTo>
                    <a:pt x="241" y="12174"/>
                  </a:lnTo>
                  <a:lnTo>
                    <a:pt x="81" y="10435"/>
                  </a:lnTo>
                  <a:lnTo>
                    <a:pt x="1" y="8522"/>
                  </a:lnTo>
                  <a:lnTo>
                    <a:pt x="1" y="85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9" name="Google Shape;180;p19"/>
            <p:cNvSpPr/>
            <p:nvPr/>
          </p:nvSpPr>
          <p:spPr>
            <a:xfrm>
              <a:off x="10781280" y="5598720"/>
              <a:ext cx="114480" cy="123120"/>
            </a:xfrm>
            <a:custGeom>
              <a:avLst/>
              <a:gdLst/>
              <a:ahLst/>
              <a:cxnLst/>
              <a:rect l="l" t="t" r="r" b="b"/>
              <a:pathLst>
                <a:path w="15340" h="37566">
                  <a:moveTo>
                    <a:pt x="15340" y="8870"/>
                  </a:moveTo>
                  <a:lnTo>
                    <a:pt x="15340" y="8870"/>
                  </a:lnTo>
                  <a:lnTo>
                    <a:pt x="11824" y="13044"/>
                  </a:lnTo>
                  <a:lnTo>
                    <a:pt x="11824" y="13044"/>
                  </a:lnTo>
                  <a:lnTo>
                    <a:pt x="11265" y="11479"/>
                  </a:lnTo>
                  <a:lnTo>
                    <a:pt x="10706" y="10261"/>
                  </a:lnTo>
                  <a:lnTo>
                    <a:pt x="10706" y="10261"/>
                  </a:lnTo>
                  <a:lnTo>
                    <a:pt x="10386" y="9740"/>
                  </a:lnTo>
                  <a:lnTo>
                    <a:pt x="10067" y="9218"/>
                  </a:lnTo>
                  <a:lnTo>
                    <a:pt x="9667" y="8696"/>
                  </a:lnTo>
                  <a:lnTo>
                    <a:pt x="9268" y="8522"/>
                  </a:lnTo>
                  <a:lnTo>
                    <a:pt x="8868" y="8348"/>
                  </a:lnTo>
                  <a:lnTo>
                    <a:pt x="8469" y="8174"/>
                  </a:lnTo>
                  <a:lnTo>
                    <a:pt x="8069" y="8348"/>
                  </a:lnTo>
                  <a:lnTo>
                    <a:pt x="7670" y="8348"/>
                  </a:lnTo>
                  <a:lnTo>
                    <a:pt x="7270" y="8696"/>
                  </a:lnTo>
                  <a:lnTo>
                    <a:pt x="6951" y="9044"/>
                  </a:lnTo>
                  <a:lnTo>
                    <a:pt x="6631" y="9392"/>
                  </a:lnTo>
                  <a:lnTo>
                    <a:pt x="6312" y="9913"/>
                  </a:lnTo>
                  <a:lnTo>
                    <a:pt x="5992" y="10609"/>
                  </a:lnTo>
                  <a:lnTo>
                    <a:pt x="5752" y="11305"/>
                  </a:lnTo>
                  <a:lnTo>
                    <a:pt x="5593" y="12174"/>
                  </a:lnTo>
                  <a:lnTo>
                    <a:pt x="5433" y="13044"/>
                  </a:lnTo>
                  <a:lnTo>
                    <a:pt x="5433" y="13044"/>
                  </a:lnTo>
                  <a:lnTo>
                    <a:pt x="5193" y="15479"/>
                  </a:lnTo>
                  <a:lnTo>
                    <a:pt x="5113" y="18087"/>
                  </a:lnTo>
                  <a:lnTo>
                    <a:pt x="5193" y="20696"/>
                  </a:lnTo>
                  <a:lnTo>
                    <a:pt x="5273" y="23305"/>
                  </a:lnTo>
                  <a:lnTo>
                    <a:pt x="5273" y="23305"/>
                  </a:lnTo>
                  <a:lnTo>
                    <a:pt x="5353" y="24348"/>
                  </a:lnTo>
                  <a:lnTo>
                    <a:pt x="5513" y="25392"/>
                  </a:lnTo>
                  <a:lnTo>
                    <a:pt x="5752" y="26261"/>
                  </a:lnTo>
                  <a:lnTo>
                    <a:pt x="6072" y="27131"/>
                  </a:lnTo>
                  <a:lnTo>
                    <a:pt x="6392" y="27826"/>
                  </a:lnTo>
                  <a:lnTo>
                    <a:pt x="6791" y="28348"/>
                  </a:lnTo>
                  <a:lnTo>
                    <a:pt x="7270" y="28870"/>
                  </a:lnTo>
                  <a:lnTo>
                    <a:pt x="7830" y="29218"/>
                  </a:lnTo>
                  <a:lnTo>
                    <a:pt x="7830" y="29218"/>
                  </a:lnTo>
                  <a:lnTo>
                    <a:pt x="8389" y="29392"/>
                  </a:lnTo>
                  <a:lnTo>
                    <a:pt x="8948" y="29392"/>
                  </a:lnTo>
                  <a:lnTo>
                    <a:pt x="9428" y="29218"/>
                  </a:lnTo>
                  <a:lnTo>
                    <a:pt x="9987" y="28870"/>
                  </a:lnTo>
                  <a:lnTo>
                    <a:pt x="10386" y="28348"/>
                  </a:lnTo>
                  <a:lnTo>
                    <a:pt x="10866" y="27826"/>
                  </a:lnTo>
                  <a:lnTo>
                    <a:pt x="11265" y="26957"/>
                  </a:lnTo>
                  <a:lnTo>
                    <a:pt x="11585" y="25913"/>
                  </a:lnTo>
                  <a:lnTo>
                    <a:pt x="11585" y="25913"/>
                  </a:lnTo>
                  <a:lnTo>
                    <a:pt x="12064" y="24348"/>
                  </a:lnTo>
                  <a:lnTo>
                    <a:pt x="12064" y="24348"/>
                  </a:lnTo>
                  <a:lnTo>
                    <a:pt x="15260" y="27826"/>
                  </a:lnTo>
                  <a:lnTo>
                    <a:pt x="15260" y="27826"/>
                  </a:lnTo>
                  <a:lnTo>
                    <a:pt x="15020" y="29044"/>
                  </a:lnTo>
                  <a:lnTo>
                    <a:pt x="14701" y="30261"/>
                  </a:lnTo>
                  <a:lnTo>
                    <a:pt x="14381" y="31305"/>
                  </a:lnTo>
                  <a:lnTo>
                    <a:pt x="13981" y="32348"/>
                  </a:lnTo>
                  <a:lnTo>
                    <a:pt x="13582" y="33218"/>
                  </a:lnTo>
                  <a:lnTo>
                    <a:pt x="13103" y="34087"/>
                  </a:lnTo>
                  <a:lnTo>
                    <a:pt x="12543" y="34783"/>
                  </a:lnTo>
                  <a:lnTo>
                    <a:pt x="11984" y="35479"/>
                  </a:lnTo>
                  <a:lnTo>
                    <a:pt x="11425" y="36000"/>
                  </a:lnTo>
                  <a:lnTo>
                    <a:pt x="10786" y="36522"/>
                  </a:lnTo>
                  <a:lnTo>
                    <a:pt x="10147" y="36870"/>
                  </a:lnTo>
                  <a:lnTo>
                    <a:pt x="9507" y="37218"/>
                  </a:lnTo>
                  <a:lnTo>
                    <a:pt x="8868" y="37392"/>
                  </a:lnTo>
                  <a:lnTo>
                    <a:pt x="8149" y="37566"/>
                  </a:lnTo>
                  <a:lnTo>
                    <a:pt x="7430" y="37392"/>
                  </a:lnTo>
                  <a:lnTo>
                    <a:pt x="6711" y="37392"/>
                  </a:lnTo>
                  <a:lnTo>
                    <a:pt x="6711" y="37392"/>
                  </a:lnTo>
                  <a:lnTo>
                    <a:pt x="5992" y="37044"/>
                  </a:lnTo>
                  <a:lnTo>
                    <a:pt x="5353" y="36696"/>
                  </a:lnTo>
                  <a:lnTo>
                    <a:pt x="4714" y="36174"/>
                  </a:lnTo>
                  <a:lnTo>
                    <a:pt x="4155" y="35653"/>
                  </a:lnTo>
                  <a:lnTo>
                    <a:pt x="3595" y="34957"/>
                  </a:lnTo>
                  <a:lnTo>
                    <a:pt x="3036" y="34087"/>
                  </a:lnTo>
                  <a:lnTo>
                    <a:pt x="2557" y="33218"/>
                  </a:lnTo>
                  <a:lnTo>
                    <a:pt x="2077" y="32348"/>
                  </a:lnTo>
                  <a:lnTo>
                    <a:pt x="1678" y="31305"/>
                  </a:lnTo>
                  <a:lnTo>
                    <a:pt x="1358" y="30087"/>
                  </a:lnTo>
                  <a:lnTo>
                    <a:pt x="959" y="29044"/>
                  </a:lnTo>
                  <a:lnTo>
                    <a:pt x="719" y="27653"/>
                  </a:lnTo>
                  <a:lnTo>
                    <a:pt x="479" y="26261"/>
                  </a:lnTo>
                  <a:lnTo>
                    <a:pt x="240" y="24870"/>
                  </a:lnTo>
                  <a:lnTo>
                    <a:pt x="160" y="23479"/>
                  </a:lnTo>
                  <a:lnTo>
                    <a:pt x="80" y="21913"/>
                  </a:lnTo>
                  <a:lnTo>
                    <a:pt x="80" y="21913"/>
                  </a:lnTo>
                  <a:lnTo>
                    <a:pt x="0" y="20000"/>
                  </a:lnTo>
                  <a:lnTo>
                    <a:pt x="0" y="18087"/>
                  </a:lnTo>
                  <a:lnTo>
                    <a:pt x="80" y="16348"/>
                  </a:lnTo>
                  <a:lnTo>
                    <a:pt x="160" y="14609"/>
                  </a:lnTo>
                  <a:lnTo>
                    <a:pt x="320" y="12870"/>
                  </a:lnTo>
                  <a:lnTo>
                    <a:pt x="559" y="11305"/>
                  </a:lnTo>
                  <a:lnTo>
                    <a:pt x="799" y="9913"/>
                  </a:lnTo>
                  <a:lnTo>
                    <a:pt x="1119" y="8522"/>
                  </a:lnTo>
                  <a:lnTo>
                    <a:pt x="1438" y="7131"/>
                  </a:lnTo>
                  <a:lnTo>
                    <a:pt x="1918" y="5913"/>
                  </a:lnTo>
                  <a:lnTo>
                    <a:pt x="2317" y="4870"/>
                  </a:lnTo>
                  <a:lnTo>
                    <a:pt x="2876" y="4000"/>
                  </a:lnTo>
                  <a:lnTo>
                    <a:pt x="3436" y="2957"/>
                  </a:lnTo>
                  <a:lnTo>
                    <a:pt x="3995" y="2261"/>
                  </a:lnTo>
                  <a:lnTo>
                    <a:pt x="4634" y="1566"/>
                  </a:lnTo>
                  <a:lnTo>
                    <a:pt x="5353" y="1044"/>
                  </a:lnTo>
                  <a:lnTo>
                    <a:pt x="5353" y="1044"/>
                  </a:lnTo>
                  <a:lnTo>
                    <a:pt x="6072" y="522"/>
                  </a:lnTo>
                  <a:lnTo>
                    <a:pt x="6871" y="348"/>
                  </a:lnTo>
                  <a:lnTo>
                    <a:pt x="7590" y="174"/>
                  </a:lnTo>
                  <a:lnTo>
                    <a:pt x="8309" y="0"/>
                  </a:lnTo>
                  <a:lnTo>
                    <a:pt x="9028" y="174"/>
                  </a:lnTo>
                  <a:lnTo>
                    <a:pt x="9747" y="348"/>
                  </a:lnTo>
                  <a:lnTo>
                    <a:pt x="10386" y="696"/>
                  </a:lnTo>
                  <a:lnTo>
                    <a:pt x="11025" y="1218"/>
                  </a:lnTo>
                  <a:lnTo>
                    <a:pt x="11665" y="1740"/>
                  </a:lnTo>
                  <a:lnTo>
                    <a:pt x="12304" y="2435"/>
                  </a:lnTo>
                  <a:lnTo>
                    <a:pt x="12943" y="3305"/>
                  </a:lnTo>
                  <a:lnTo>
                    <a:pt x="13502" y="4174"/>
                  </a:lnTo>
                  <a:lnTo>
                    <a:pt x="13981" y="5218"/>
                  </a:lnTo>
                  <a:lnTo>
                    <a:pt x="14461" y="6261"/>
                  </a:lnTo>
                  <a:lnTo>
                    <a:pt x="14940" y="7653"/>
                  </a:lnTo>
                  <a:lnTo>
                    <a:pt x="15340" y="8870"/>
                  </a:lnTo>
                  <a:lnTo>
                    <a:pt x="15340" y="887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40" name="Google Shape;181;p19"/>
            <p:cNvSpPr/>
            <p:nvPr/>
          </p:nvSpPr>
          <p:spPr>
            <a:xfrm>
              <a:off x="10900440" y="5598720"/>
              <a:ext cx="114120" cy="123120"/>
            </a:xfrm>
            <a:custGeom>
              <a:avLst/>
              <a:gdLst/>
              <a:ahLst/>
              <a:cxnLst/>
              <a:rect l="l" t="t" r="r" b="b"/>
              <a:pathLst>
                <a:path w="15261" h="37566">
                  <a:moveTo>
                    <a:pt x="15261" y="8870"/>
                  </a:moveTo>
                  <a:lnTo>
                    <a:pt x="15261" y="8870"/>
                  </a:lnTo>
                  <a:lnTo>
                    <a:pt x="11825" y="13044"/>
                  </a:lnTo>
                  <a:lnTo>
                    <a:pt x="11825" y="13044"/>
                  </a:lnTo>
                  <a:lnTo>
                    <a:pt x="11346" y="11653"/>
                  </a:lnTo>
                  <a:lnTo>
                    <a:pt x="10866" y="10609"/>
                  </a:lnTo>
                  <a:lnTo>
                    <a:pt x="10866" y="10609"/>
                  </a:lnTo>
                  <a:lnTo>
                    <a:pt x="10547" y="9913"/>
                  </a:lnTo>
                  <a:lnTo>
                    <a:pt x="10147" y="9392"/>
                  </a:lnTo>
                  <a:lnTo>
                    <a:pt x="9748" y="8870"/>
                  </a:lnTo>
                  <a:lnTo>
                    <a:pt x="9348" y="8522"/>
                  </a:lnTo>
                  <a:lnTo>
                    <a:pt x="8949" y="8348"/>
                  </a:lnTo>
                  <a:lnTo>
                    <a:pt x="8550" y="8174"/>
                  </a:lnTo>
                  <a:lnTo>
                    <a:pt x="8150" y="8174"/>
                  </a:lnTo>
                  <a:lnTo>
                    <a:pt x="7751" y="8348"/>
                  </a:lnTo>
                  <a:lnTo>
                    <a:pt x="7351" y="8522"/>
                  </a:lnTo>
                  <a:lnTo>
                    <a:pt x="7032" y="8870"/>
                  </a:lnTo>
                  <a:lnTo>
                    <a:pt x="6632" y="9392"/>
                  </a:lnTo>
                  <a:lnTo>
                    <a:pt x="6313" y="9913"/>
                  </a:lnTo>
                  <a:lnTo>
                    <a:pt x="6073" y="10435"/>
                  </a:lnTo>
                  <a:lnTo>
                    <a:pt x="5753" y="11131"/>
                  </a:lnTo>
                  <a:lnTo>
                    <a:pt x="5593" y="12000"/>
                  </a:lnTo>
                  <a:lnTo>
                    <a:pt x="5434" y="12870"/>
                  </a:lnTo>
                  <a:lnTo>
                    <a:pt x="5434" y="12870"/>
                  </a:lnTo>
                  <a:lnTo>
                    <a:pt x="5194" y="15479"/>
                  </a:lnTo>
                  <a:lnTo>
                    <a:pt x="5114" y="17913"/>
                  </a:lnTo>
                  <a:lnTo>
                    <a:pt x="5114" y="20522"/>
                  </a:lnTo>
                  <a:lnTo>
                    <a:pt x="5194" y="23131"/>
                  </a:lnTo>
                  <a:lnTo>
                    <a:pt x="5194" y="23131"/>
                  </a:lnTo>
                  <a:lnTo>
                    <a:pt x="5354" y="24348"/>
                  </a:lnTo>
                  <a:lnTo>
                    <a:pt x="5514" y="25392"/>
                  </a:lnTo>
                  <a:lnTo>
                    <a:pt x="5753" y="26261"/>
                  </a:lnTo>
                  <a:lnTo>
                    <a:pt x="5993" y="27131"/>
                  </a:lnTo>
                  <a:lnTo>
                    <a:pt x="6392" y="27826"/>
                  </a:lnTo>
                  <a:lnTo>
                    <a:pt x="6872" y="28522"/>
                  </a:lnTo>
                  <a:lnTo>
                    <a:pt x="7351" y="28870"/>
                  </a:lnTo>
                  <a:lnTo>
                    <a:pt x="7910" y="29218"/>
                  </a:lnTo>
                  <a:lnTo>
                    <a:pt x="7910" y="29218"/>
                  </a:lnTo>
                  <a:lnTo>
                    <a:pt x="8470" y="29392"/>
                  </a:lnTo>
                  <a:lnTo>
                    <a:pt x="9029" y="29392"/>
                  </a:lnTo>
                  <a:lnTo>
                    <a:pt x="9508" y="29218"/>
                  </a:lnTo>
                  <a:lnTo>
                    <a:pt x="9988" y="28870"/>
                  </a:lnTo>
                  <a:lnTo>
                    <a:pt x="10467" y="28348"/>
                  </a:lnTo>
                  <a:lnTo>
                    <a:pt x="10866" y="27653"/>
                  </a:lnTo>
                  <a:lnTo>
                    <a:pt x="11266" y="26783"/>
                  </a:lnTo>
                  <a:lnTo>
                    <a:pt x="11585" y="25740"/>
                  </a:lnTo>
                  <a:lnTo>
                    <a:pt x="11585" y="25740"/>
                  </a:lnTo>
                  <a:lnTo>
                    <a:pt x="12065" y="24348"/>
                  </a:lnTo>
                  <a:lnTo>
                    <a:pt x="12065" y="24348"/>
                  </a:lnTo>
                  <a:lnTo>
                    <a:pt x="15261" y="27826"/>
                  </a:lnTo>
                  <a:lnTo>
                    <a:pt x="15261" y="27826"/>
                  </a:lnTo>
                  <a:lnTo>
                    <a:pt x="15021" y="29218"/>
                  </a:lnTo>
                  <a:lnTo>
                    <a:pt x="14621" y="30435"/>
                  </a:lnTo>
                  <a:lnTo>
                    <a:pt x="14222" y="31479"/>
                  </a:lnTo>
                  <a:lnTo>
                    <a:pt x="13823" y="32522"/>
                  </a:lnTo>
                  <a:lnTo>
                    <a:pt x="13343" y="33566"/>
                  </a:lnTo>
                  <a:lnTo>
                    <a:pt x="12784" y="34435"/>
                  </a:lnTo>
                  <a:lnTo>
                    <a:pt x="12305" y="35131"/>
                  </a:lnTo>
                  <a:lnTo>
                    <a:pt x="11665" y="35826"/>
                  </a:lnTo>
                  <a:lnTo>
                    <a:pt x="11106" y="36348"/>
                  </a:lnTo>
                  <a:lnTo>
                    <a:pt x="10467" y="36870"/>
                  </a:lnTo>
                  <a:lnTo>
                    <a:pt x="9748" y="37218"/>
                  </a:lnTo>
                  <a:lnTo>
                    <a:pt x="9109" y="37392"/>
                  </a:lnTo>
                  <a:lnTo>
                    <a:pt x="8390" y="37566"/>
                  </a:lnTo>
                  <a:lnTo>
                    <a:pt x="7751" y="37566"/>
                  </a:lnTo>
                  <a:lnTo>
                    <a:pt x="7032" y="37392"/>
                  </a:lnTo>
                  <a:lnTo>
                    <a:pt x="6313" y="37218"/>
                  </a:lnTo>
                  <a:lnTo>
                    <a:pt x="6313" y="37218"/>
                  </a:lnTo>
                  <a:lnTo>
                    <a:pt x="5593" y="36870"/>
                  </a:lnTo>
                  <a:lnTo>
                    <a:pt x="4954" y="36348"/>
                  </a:lnTo>
                  <a:lnTo>
                    <a:pt x="4315" y="35826"/>
                  </a:lnTo>
                  <a:lnTo>
                    <a:pt x="3756" y="35131"/>
                  </a:lnTo>
                  <a:lnTo>
                    <a:pt x="3197" y="34435"/>
                  </a:lnTo>
                  <a:lnTo>
                    <a:pt x="2717" y="33566"/>
                  </a:lnTo>
                  <a:lnTo>
                    <a:pt x="2238" y="32696"/>
                  </a:lnTo>
                  <a:lnTo>
                    <a:pt x="1838" y="31653"/>
                  </a:lnTo>
                  <a:lnTo>
                    <a:pt x="1439" y="30435"/>
                  </a:lnTo>
                  <a:lnTo>
                    <a:pt x="1119" y="29218"/>
                  </a:lnTo>
                  <a:lnTo>
                    <a:pt x="800" y="28000"/>
                  </a:lnTo>
                  <a:lnTo>
                    <a:pt x="560" y="26609"/>
                  </a:lnTo>
                  <a:lnTo>
                    <a:pt x="321" y="25218"/>
                  </a:lnTo>
                  <a:lnTo>
                    <a:pt x="161" y="23653"/>
                  </a:lnTo>
                  <a:lnTo>
                    <a:pt x="81" y="22087"/>
                  </a:lnTo>
                  <a:lnTo>
                    <a:pt x="1" y="20348"/>
                  </a:lnTo>
                  <a:lnTo>
                    <a:pt x="1" y="20348"/>
                  </a:lnTo>
                  <a:lnTo>
                    <a:pt x="1" y="18609"/>
                  </a:lnTo>
                  <a:lnTo>
                    <a:pt x="1" y="16870"/>
                  </a:lnTo>
                  <a:lnTo>
                    <a:pt x="81" y="15131"/>
                  </a:lnTo>
                  <a:lnTo>
                    <a:pt x="241" y="13566"/>
                  </a:lnTo>
                  <a:lnTo>
                    <a:pt x="400" y="12000"/>
                  </a:lnTo>
                  <a:lnTo>
                    <a:pt x="640" y="10609"/>
                  </a:lnTo>
                  <a:lnTo>
                    <a:pt x="960" y="9218"/>
                  </a:lnTo>
                  <a:lnTo>
                    <a:pt x="1279" y="8000"/>
                  </a:lnTo>
                  <a:lnTo>
                    <a:pt x="1679" y="6783"/>
                  </a:lnTo>
                  <a:lnTo>
                    <a:pt x="2078" y="5566"/>
                  </a:lnTo>
                  <a:lnTo>
                    <a:pt x="2558" y="4522"/>
                  </a:lnTo>
                  <a:lnTo>
                    <a:pt x="3037" y="3653"/>
                  </a:lnTo>
                  <a:lnTo>
                    <a:pt x="3596" y="2783"/>
                  </a:lnTo>
                  <a:lnTo>
                    <a:pt x="4155" y="2087"/>
                  </a:lnTo>
                  <a:lnTo>
                    <a:pt x="4795" y="1566"/>
                  </a:lnTo>
                  <a:lnTo>
                    <a:pt x="5434" y="1044"/>
                  </a:lnTo>
                  <a:lnTo>
                    <a:pt x="5434" y="1044"/>
                  </a:lnTo>
                  <a:lnTo>
                    <a:pt x="6233" y="522"/>
                  </a:lnTo>
                  <a:lnTo>
                    <a:pt x="6952" y="348"/>
                  </a:lnTo>
                  <a:lnTo>
                    <a:pt x="7671" y="174"/>
                  </a:lnTo>
                  <a:lnTo>
                    <a:pt x="8390" y="0"/>
                  </a:lnTo>
                  <a:lnTo>
                    <a:pt x="9109" y="174"/>
                  </a:lnTo>
                  <a:lnTo>
                    <a:pt x="9748" y="348"/>
                  </a:lnTo>
                  <a:lnTo>
                    <a:pt x="10467" y="696"/>
                  </a:lnTo>
                  <a:lnTo>
                    <a:pt x="11106" y="1218"/>
                  </a:lnTo>
                  <a:lnTo>
                    <a:pt x="11745" y="1740"/>
                  </a:lnTo>
                  <a:lnTo>
                    <a:pt x="12305" y="2435"/>
                  </a:lnTo>
                  <a:lnTo>
                    <a:pt x="12944" y="3305"/>
                  </a:lnTo>
                  <a:lnTo>
                    <a:pt x="13423" y="4174"/>
                  </a:lnTo>
                  <a:lnTo>
                    <a:pt x="13982" y="5218"/>
                  </a:lnTo>
                  <a:lnTo>
                    <a:pt x="14462" y="6261"/>
                  </a:lnTo>
                  <a:lnTo>
                    <a:pt x="14861" y="7653"/>
                  </a:lnTo>
                  <a:lnTo>
                    <a:pt x="15261" y="8870"/>
                  </a:lnTo>
                  <a:lnTo>
                    <a:pt x="15261" y="887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741" name="PlaceHolder 6"/>
          <p:cNvSpPr>
            <a:spLocks noGrp="1"/>
          </p:cNvSpPr>
          <p:nvPr>
            <p:ph type="sldNum" idx="44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36824D12-0B6C-452C-A980-9656EB3784EE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779" name="Google Shape;184;p20"/>
          <p:cNvSpPr/>
          <p:nvPr/>
        </p:nvSpPr>
        <p:spPr>
          <a:xfrm>
            <a:off x="10464840" y="5725080"/>
            <a:ext cx="1726920" cy="10605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80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1" name="Google Shape;186;p20"/>
          <p:cNvSpPr/>
          <p:nvPr/>
        </p:nvSpPr>
        <p:spPr>
          <a:xfrm>
            <a:off x="4990680" y="-885600"/>
            <a:ext cx="221040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CLOSURE (Picture) (1)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870840" y="3264120"/>
            <a:ext cx="4347000" cy="2134800"/>
          </a:xfrm>
          <a:prstGeom prst="rect">
            <a:avLst/>
          </a:prstGeom>
          <a:solidFill>
            <a:srgbClr val="EA7600"/>
          </a:solidFill>
          <a:ln w="12600">
            <a:solidFill>
              <a:srgbClr val="EA7600"/>
            </a:solidFill>
            <a:round/>
          </a:ln>
        </p:spPr>
        <p:txBody>
          <a:bodyPr lIns="612000" tIns="180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3" name="PlaceHolder 3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4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5" name="PlaceHolder 5"/>
          <p:cNvSpPr>
            <a:spLocks noGrp="1"/>
          </p:cNvSpPr>
          <p:nvPr>
            <p:ph type="body"/>
          </p:nvPr>
        </p:nvSpPr>
        <p:spPr>
          <a:xfrm>
            <a:off x="423360" y="524520"/>
            <a:ext cx="4875120" cy="2320560"/>
          </a:xfrm>
          <a:prstGeom prst="rect">
            <a:avLst/>
          </a:prstGeom>
          <a:blipFill rotWithShape="0">
            <a:blip r:embed="rId16">
              <a:alphaModFix amt="90000"/>
            </a:blip>
            <a:stretch/>
          </a:blipFill>
          <a:ln w="0">
            <a:noFill/>
          </a:ln>
        </p:spPr>
        <p:txBody>
          <a:bodyPr lIns="900000" tIns="620280" rIns="288000" bIns="170028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6" name="PlaceHolder 6"/>
          <p:cNvSpPr>
            <a:spLocks noGrp="1"/>
          </p:cNvSpPr>
          <p:nvPr>
            <p:ph type="sldNum" idx="45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F8056860-B5E6-42F8-8454-CDC18869D322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787" name="PlaceHolder 7"/>
          <p:cNvSpPr>
            <a:spLocks noGrp="1"/>
          </p:cNvSpPr>
          <p:nvPr>
            <p:ph type="body"/>
          </p:nvPr>
        </p:nvSpPr>
        <p:spPr>
          <a:xfrm>
            <a:off x="1571040" y="34434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8" name="PlaceHolder 8"/>
          <p:cNvSpPr>
            <a:spLocks noGrp="1"/>
          </p:cNvSpPr>
          <p:nvPr>
            <p:ph type="body"/>
          </p:nvPr>
        </p:nvSpPr>
        <p:spPr>
          <a:xfrm>
            <a:off x="1571040" y="39492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9" name="PlaceHolder 9"/>
          <p:cNvSpPr>
            <a:spLocks noGrp="1"/>
          </p:cNvSpPr>
          <p:nvPr>
            <p:ph type="body"/>
          </p:nvPr>
        </p:nvSpPr>
        <p:spPr>
          <a:xfrm>
            <a:off x="1571040" y="44546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0" name="PlaceHolder 10"/>
          <p:cNvSpPr>
            <a:spLocks noGrp="1"/>
          </p:cNvSpPr>
          <p:nvPr>
            <p:ph type="body"/>
          </p:nvPr>
        </p:nvSpPr>
        <p:spPr>
          <a:xfrm>
            <a:off x="1571040" y="49604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1" name="PlaceHolder 11"/>
          <p:cNvSpPr>
            <a:spLocks noGrp="1"/>
          </p:cNvSpPr>
          <p:nvPr>
            <p:ph type="body"/>
          </p:nvPr>
        </p:nvSpPr>
        <p:spPr>
          <a:xfrm>
            <a:off x="883440" y="5681520"/>
            <a:ext cx="843876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2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830" name="Google Shape;198;p21"/>
          <p:cNvSpPr/>
          <p:nvPr/>
        </p:nvSpPr>
        <p:spPr>
          <a:xfrm>
            <a:off x="10464840" y="5725080"/>
            <a:ext cx="1726920" cy="10605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31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2" name="Google Shape;200;p21"/>
          <p:cNvSpPr/>
          <p:nvPr/>
        </p:nvSpPr>
        <p:spPr>
          <a:xfrm>
            <a:off x="4711680" y="-885600"/>
            <a:ext cx="276804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CLOSURE (Picture) (White) (1)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870840" y="3264120"/>
            <a:ext cx="4347000" cy="2134800"/>
          </a:xfrm>
          <a:prstGeom prst="rect">
            <a:avLst/>
          </a:prstGeom>
          <a:solidFill>
            <a:srgbClr val="EA7600"/>
          </a:solidFill>
          <a:ln w="12600">
            <a:solidFill>
              <a:srgbClr val="EA7600"/>
            </a:solidFill>
            <a:round/>
          </a:ln>
        </p:spPr>
        <p:txBody>
          <a:bodyPr lIns="612000" tIns="180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4" name="PlaceHolder 3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5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6" name="PlaceHolder 5"/>
          <p:cNvSpPr>
            <a:spLocks noGrp="1"/>
          </p:cNvSpPr>
          <p:nvPr>
            <p:ph type="body"/>
          </p:nvPr>
        </p:nvSpPr>
        <p:spPr>
          <a:xfrm>
            <a:off x="423360" y="524520"/>
            <a:ext cx="4875120" cy="2320560"/>
          </a:xfrm>
          <a:prstGeom prst="rect">
            <a:avLst/>
          </a:prstGeom>
          <a:blipFill rotWithShape="0">
            <a:blip r:embed="rId16">
              <a:alphaModFix amt="90000"/>
            </a:blip>
            <a:stretch/>
          </a:blipFill>
          <a:ln w="0">
            <a:noFill/>
          </a:ln>
        </p:spPr>
        <p:txBody>
          <a:bodyPr lIns="900000" tIns="620280" rIns="288000" bIns="170028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7" name="PlaceHolder 6"/>
          <p:cNvSpPr>
            <a:spLocks noGrp="1"/>
          </p:cNvSpPr>
          <p:nvPr>
            <p:ph type="sldNum" idx="46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7ABC9DA4-FC6A-4C0D-8568-B43AA592AB27}" type="slidenum">
              <a:rPr lang="en-GB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838" name="PlaceHolder 7"/>
          <p:cNvSpPr>
            <a:spLocks noGrp="1"/>
          </p:cNvSpPr>
          <p:nvPr>
            <p:ph type="body"/>
          </p:nvPr>
        </p:nvSpPr>
        <p:spPr>
          <a:xfrm>
            <a:off x="1571040" y="34434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9" name="PlaceHolder 8"/>
          <p:cNvSpPr>
            <a:spLocks noGrp="1"/>
          </p:cNvSpPr>
          <p:nvPr>
            <p:ph type="body"/>
          </p:nvPr>
        </p:nvSpPr>
        <p:spPr>
          <a:xfrm>
            <a:off x="1571040" y="39492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0" name="PlaceHolder 9"/>
          <p:cNvSpPr>
            <a:spLocks noGrp="1"/>
          </p:cNvSpPr>
          <p:nvPr>
            <p:ph type="body"/>
          </p:nvPr>
        </p:nvSpPr>
        <p:spPr>
          <a:xfrm>
            <a:off x="1571040" y="44546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1" name="PlaceHolder 10"/>
          <p:cNvSpPr>
            <a:spLocks noGrp="1"/>
          </p:cNvSpPr>
          <p:nvPr>
            <p:ph type="body"/>
          </p:nvPr>
        </p:nvSpPr>
        <p:spPr>
          <a:xfrm>
            <a:off x="1571040" y="49604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2" name="PlaceHolder 11"/>
          <p:cNvSpPr>
            <a:spLocks noGrp="1"/>
          </p:cNvSpPr>
          <p:nvPr>
            <p:ph type="body"/>
          </p:nvPr>
        </p:nvSpPr>
        <p:spPr>
          <a:xfrm>
            <a:off x="883440" y="5681520"/>
            <a:ext cx="843876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3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881" name="Google Shape;212;p2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82" name="Google Shape;213;p22"/>
          <p:cNvSpPr/>
          <p:nvPr/>
        </p:nvSpPr>
        <p:spPr>
          <a:xfrm>
            <a:off x="5307120" y="-885600"/>
            <a:ext cx="15775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CLOSURE (2)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83" name="PlaceHolder 1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883440" y="5681520"/>
            <a:ext cx="843876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5" name="PlaceHolder 3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/>
              <a:t>JU-LEVEL1=</a:t>
            </a:r>
            <a:r>
              <a:rPr lang="nl-NL" noProof="0" err="1"/>
              <a:t>Bullet</a:t>
            </a:r>
            <a:r>
              <a:rPr lang="nl-NL" noProof="0"/>
              <a:t> oranje</a:t>
            </a:r>
          </a:p>
          <a:p>
            <a:pPr lvl="1"/>
            <a:r>
              <a:rPr lang="nl-NL" noProof="0"/>
              <a:t>JU-LEVEL2=</a:t>
            </a:r>
            <a:r>
              <a:rPr lang="nl-NL" noProof="0" err="1"/>
              <a:t>Bullet</a:t>
            </a:r>
            <a:r>
              <a:rPr lang="nl-NL" noProof="0"/>
              <a:t> rood</a:t>
            </a:r>
          </a:p>
          <a:p>
            <a:pPr lvl="2"/>
            <a:r>
              <a:rPr lang="nl-NL" noProof="0"/>
              <a:t>JU-LEVEL3=</a:t>
            </a:r>
            <a:r>
              <a:rPr lang="nl-NL" noProof="0" err="1"/>
              <a:t>Bullet</a:t>
            </a:r>
            <a:r>
              <a:rPr lang="nl-NL" noProof="0"/>
              <a:t> blauw</a:t>
            </a:r>
          </a:p>
          <a:p>
            <a:pPr lvl="3"/>
            <a:r>
              <a:rPr lang="nl-NL" noProof="0"/>
              <a:t>JU-LEVEL4=</a:t>
            </a:r>
            <a:r>
              <a:rPr lang="nl-NL" noProof="0" err="1"/>
              <a:t>Bullet</a:t>
            </a:r>
            <a:r>
              <a:rPr lang="nl-NL" noProof="0"/>
              <a:t> groen</a:t>
            </a:r>
          </a:p>
          <a:p>
            <a:pPr lvl="4"/>
            <a:r>
              <a:rPr lang="nl-NL" noProof="0"/>
              <a:t>JU-LEVEL5=Leestekst</a:t>
            </a:r>
          </a:p>
          <a:p>
            <a:pPr lvl="5"/>
            <a:r>
              <a:rPr lang="nl-NL" noProof="0"/>
              <a:t>JU-LEVEL6=Subtitel</a:t>
            </a:r>
          </a:p>
          <a:p>
            <a:pPr lvl="6"/>
            <a:r>
              <a:rPr lang="nl-NL" noProof="0"/>
              <a:t>JU-LEVEL7=Sub-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JU-LEVEL8=Nummers</a:t>
            </a:r>
          </a:p>
          <a:p>
            <a:pPr lvl="8"/>
            <a:r>
              <a:rPr lang="nl-NL" noProof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11-03-2026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8" r:id="rId2"/>
    <p:sldLayoutId id="2147483736" r:id="rId3"/>
    <p:sldLayoutId id="2147483723" r:id="rId4"/>
    <p:sldLayoutId id="2147483725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8" r:id="rId11"/>
    <p:sldLayoutId id="2147483739" r:id="rId12"/>
    <p:sldLayoutId id="2147483740" r:id="rId13"/>
    <p:sldLayoutId id="2147483721" r:id="rId14"/>
    <p:sldLayoutId id="2147483741" r:id="rId15"/>
    <p:sldLayoutId id="2147483745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5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Snellius+hardware+and+file+system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4.xml"/><Relationship Id="rId5" Type="http://schemas.openxmlformats.org/officeDocument/2006/relationships/comments" Target="../comments/comment2.xml"/><Relationship Id="rId4" Type="http://schemas.openxmlformats.org/officeDocument/2006/relationships/hyperlink" Target="https://en.wikipedia.org/wiki/Ampere_(microarchitecture)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servicedesk.surf.nl/wiki/display/WIKI/Deep+Learning+on+A100+GPUs" TargetMode="External"/><Relationship Id="rId1" Type="http://schemas.openxmlformats.org/officeDocument/2006/relationships/slideLayout" Target="../slideLayouts/slideLayout244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4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4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4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l/intel-extension-for-pytorch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lumi-supercomputer.eu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spaces/WIKI/pages/30660245/Environment+Modul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ezyang.com/2020/09/lets-talk-about-the-pytorch-dispatcher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Deep+Learning+on+A100+GPU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notes/cuda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hyperlink" Target="https://docs.nvidia.com/deeplearning/performance/index.html" TargetMode="External"/><Relationship Id="rId4" Type="http://schemas.openxmlformats.org/officeDocument/2006/relationships/hyperlink" Target="https://docs.nvidia.com/deeplearning/performance/dl-performance-memory-limited/index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2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4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/>
          </p:nvPr>
        </p:nvSpPr>
        <p:spPr>
          <a:xfrm>
            <a:off x="423360" y="524520"/>
            <a:ext cx="7405677" cy="2636983"/>
          </a:xfrm>
          <a:prstGeom prst="rect">
            <a:avLst/>
          </a:prstGeom>
          <a:blipFill rotWithShape="0">
            <a:blip r:embed="rId3">
              <a:alphaModFix amt="90000"/>
            </a:blip>
            <a:stretch/>
          </a:blipFill>
          <a:ln w="0">
            <a:noFill/>
          </a:ln>
        </p:spPr>
        <p:txBody>
          <a:bodyPr lIns="900000" tIns="720000" rIns="288000" bIns="1800000" anchor="t">
            <a:noAutofit/>
          </a:bodyPr>
          <a:lstStyle/>
          <a:p>
            <a:pPr>
              <a:lnSpc>
                <a:spcPct val="114999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Hardware and software features to accelerate deep learning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GB" sz="1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Google Shape;226;p23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4" name="Google Shape;227;p23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5" name="Google Shape;228;p23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6" name="Google Shape;229;p23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7" name="Google Shape;230;p23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The three S'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Know your System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What kind of hardware do I have?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What features does my hardware support?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Know your Software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Does my software do what I want to do efficiently?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Does my software support my hardware features?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Know your Stack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What version of software am I running?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Is my stack compiled for my hardware?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3186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System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872640"/>
            <a:ext cx="8973720" cy="5907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Which CPUs?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Architectures: X86_64, ARM64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What kind of storage?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SSD,  HDD, Tape?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SATA, NVMe or full PCI-E, Network?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What kind of Networking?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Ethernet? InfiniBand (IB)?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IOPs vs Throughput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What kind of RAM?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High Bandwidth Memory (HBM) or Double Data Rate (DDR)?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How much? Enough for a </a:t>
            </a:r>
            <a:r>
              <a:rPr lang="en-GB" sz="1600" spc="-1" dirty="0" err="1">
                <a:cs typeface="Arial"/>
              </a:rPr>
              <a:t>RAMdisk</a:t>
            </a:r>
            <a:r>
              <a:rPr lang="en-GB" sz="1600" spc="-1" dirty="0">
                <a:cs typeface="Arial"/>
              </a:rPr>
              <a:t>? (/dev/</a:t>
            </a:r>
            <a:r>
              <a:rPr lang="en-GB" sz="1600" spc="-1" dirty="0" err="1">
                <a:cs typeface="Arial"/>
              </a:rPr>
              <a:t>shm</a:t>
            </a:r>
            <a:r>
              <a:rPr lang="en-GB" sz="1600" spc="-1" dirty="0">
                <a:cs typeface="Arial"/>
              </a:rPr>
              <a:t>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You (AI person) are always memory limited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Which GPUs?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AMD? Good raw performance, </a:t>
            </a:r>
            <a:r>
              <a:rPr lang="en-GB" sz="1600" spc="-1" dirty="0" err="1">
                <a:cs typeface="Arial"/>
              </a:rPr>
              <a:t>PyTorch</a:t>
            </a:r>
            <a:r>
              <a:rPr lang="en-GB" sz="1600" spc="-1" dirty="0">
                <a:cs typeface="Arial"/>
              </a:rPr>
              <a:t> support is improving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NVIDIA? Optimized for AI with good </a:t>
            </a:r>
            <a:r>
              <a:rPr lang="en-GB" sz="1600" spc="-1" dirty="0" err="1">
                <a:cs typeface="Arial"/>
              </a:rPr>
              <a:t>PyTorch</a:t>
            </a:r>
            <a:r>
              <a:rPr lang="en-GB" sz="1600" spc="-1" dirty="0">
                <a:cs typeface="Arial"/>
              </a:rPr>
              <a:t> support.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Intel? Technically supported in </a:t>
            </a:r>
            <a:r>
              <a:rPr lang="en-GB" sz="1600" spc="-1" dirty="0" err="1">
                <a:cs typeface="Arial"/>
              </a:rPr>
              <a:t>PyTorch</a:t>
            </a:r>
            <a:r>
              <a:rPr lang="en-GB" sz="1600" spc="-1" dirty="0">
                <a:cs typeface="Arial"/>
              </a:rPr>
              <a:t>.</a:t>
            </a: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600" spc="-1" dirty="0">
              <a:cs typeface="Arial"/>
            </a:endParaRP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4B8C8-0F66-2ED2-1A48-2790AB937D1F}"/>
              </a:ext>
            </a:extLst>
          </p:cNvPr>
          <p:cNvSpPr txBox="1"/>
          <p:nvPr/>
        </p:nvSpPr>
        <p:spPr>
          <a:xfrm>
            <a:off x="890100" y="6299654"/>
            <a:ext cx="8972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800" spc="-1" dirty="0">
                <a:ea typeface="+mn-lt"/>
                <a:cs typeface="+mn-lt"/>
                <a:hlinkClick r:id="rId3"/>
              </a:rPr>
              <a:t>https://servicedesk.surf.nl/wiki/display/WIKI/Snellius+hardware+and+file+systems</a:t>
            </a:r>
            <a:endParaRPr lang="nl-NL" sz="1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588467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System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Goals:</a:t>
            </a:r>
          </a:p>
          <a:p>
            <a:r>
              <a:rPr lang="nl-NL" dirty="0"/>
              <a:t>Understand </a:t>
            </a:r>
            <a:r>
              <a:rPr lang="nl-NL" dirty="0" err="1"/>
              <a:t>what</a:t>
            </a:r>
            <a:r>
              <a:rPr lang="nl-NL" dirty="0"/>
              <a:t> hardware bottlenecks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endParaRPr lang="nl-NL" dirty="0"/>
          </a:p>
          <a:p>
            <a:r>
              <a:rPr lang="nl-NL" dirty="0"/>
              <a:t>Understand pro’s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con’s</a:t>
            </a:r>
            <a:r>
              <a:rPr lang="nl-NL" dirty="0"/>
              <a:t> of </a:t>
            </a:r>
            <a:r>
              <a:rPr lang="nl-NL" dirty="0" err="1"/>
              <a:t>various</a:t>
            </a:r>
            <a:r>
              <a:rPr lang="nl-NL" dirty="0"/>
              <a:t> hardware</a:t>
            </a:r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appropriate</a:t>
            </a:r>
            <a:r>
              <a:rPr lang="nl-NL" dirty="0"/>
              <a:t> hardware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DL </a:t>
            </a:r>
            <a:r>
              <a:rPr lang="nl-NL" dirty="0" err="1"/>
              <a:t>task</a:t>
            </a:r>
            <a:endParaRPr lang="nl-NL" dirty="0"/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mitigate</a:t>
            </a:r>
            <a:r>
              <a:rPr lang="nl-NL" dirty="0"/>
              <a:t> bottlenecks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137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7237683" y="1018098"/>
            <a:ext cx="3468787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/>
              <a:t>E.g. training a </a:t>
            </a:r>
            <a:r>
              <a:rPr lang="nl-NL" err="1"/>
              <a:t>compute</a:t>
            </a:r>
            <a:r>
              <a:rPr lang="nl-NL"/>
              <a:t> intensive </a:t>
            </a:r>
            <a:r>
              <a:rPr lang="nl-NL" err="1"/>
              <a:t>network</a:t>
            </a:r>
            <a:r>
              <a:rPr lang="nl-NL"/>
              <a:t> on a single node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642100" y="12700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fbeelding 6" descr="Afbeelding met tekst, buitenshuis, person, vlot&#10;&#10;Automatisch gegenereerde beschrijving">
            <a:extLst>
              <a:ext uri="{FF2B5EF4-FFF2-40B4-BE49-F238E27FC236}">
                <a16:creationId xmlns:a16="http://schemas.microsoft.com/office/drawing/2014/main" id="{DE13FA06-9AB1-C1E8-AC51-E2F1DEC19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252" y="2946008"/>
            <a:ext cx="4249758" cy="32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4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51498"/>
            <a:ext cx="4547917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/>
              <a:t>Data </a:t>
            </a:r>
            <a:r>
              <a:rPr lang="nl-NL" err="1"/>
              <a:t>needs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get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processor in time in order </a:t>
            </a:r>
            <a:r>
              <a:rPr lang="nl-NL" err="1"/>
              <a:t>to</a:t>
            </a:r>
            <a:r>
              <a:rPr lang="nl-NL"/>
              <a:t> do </a:t>
            </a:r>
            <a:r>
              <a:rPr lang="nl-NL" err="1"/>
              <a:t>compute</a:t>
            </a:r>
            <a:r>
              <a:rPr lang="nl-NL"/>
              <a:t>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err="1"/>
              <a:t>Many</a:t>
            </a:r>
            <a:r>
              <a:rPr lang="nl-NL"/>
              <a:t> codes are </a:t>
            </a:r>
            <a:r>
              <a:rPr lang="nl-NL" err="1"/>
              <a:t>limited</a:t>
            </a:r>
            <a:r>
              <a:rPr lang="nl-NL"/>
              <a:t> </a:t>
            </a:r>
            <a:r>
              <a:rPr lang="nl-NL" err="1"/>
              <a:t>by</a:t>
            </a:r>
            <a:r>
              <a:rPr lang="nl-NL"/>
              <a:t> memory </a:t>
            </a:r>
            <a:r>
              <a:rPr lang="nl-NL" err="1"/>
              <a:t>bandwidth</a:t>
            </a:r>
            <a:endParaRPr lang="nl-NL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36900" y="18034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0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88869"/>
            <a:ext cx="5337256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(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) </a:t>
            </a:r>
            <a:r>
              <a:rPr lang="nl-NL" dirty="0" err="1"/>
              <a:t>limited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memory: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 err="1"/>
              <a:t>Deep</a:t>
            </a:r>
            <a:r>
              <a:rPr lang="nl-NL" dirty="0"/>
              <a:t>/</a:t>
            </a:r>
            <a:r>
              <a:rPr lang="nl-NL" dirty="0" err="1"/>
              <a:t>wide</a:t>
            </a:r>
            <a:r>
              <a:rPr lang="nl-NL" dirty="0"/>
              <a:t> </a:t>
            </a:r>
            <a:r>
              <a:rPr lang="nl-NL" dirty="0" err="1"/>
              <a:t>networks</a:t>
            </a:r>
            <a:endParaRPr lang="nl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Networks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large input/output </a:t>
            </a:r>
            <a:r>
              <a:rPr lang="nl-NL" dirty="0" err="1"/>
              <a:t>layers</a:t>
            </a:r>
            <a:r>
              <a:rPr lang="nl-NL" dirty="0"/>
              <a:t> (e.g. high </a:t>
            </a:r>
            <a:r>
              <a:rPr lang="nl-NL" dirty="0" err="1"/>
              <a:t>res</a:t>
            </a:r>
            <a:r>
              <a:rPr lang="nl-NL" dirty="0"/>
              <a:t> images)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Not</a:t>
            </a:r>
            <a:r>
              <a:rPr lang="nl-NL" dirty="0"/>
              <a:t> a performance bottleneck, but a no-go!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But: </a:t>
            </a:r>
            <a:r>
              <a:rPr lang="nl-NL" dirty="0" err="1"/>
              <a:t>unified</a:t>
            </a:r>
            <a:r>
              <a:rPr lang="nl-NL" dirty="0"/>
              <a:t> memory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73683" y="22352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07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8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3" y="1932970"/>
            <a:ext cx="5337256" cy="24006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HPC systems </a:t>
            </a:r>
            <a:r>
              <a:rPr lang="nl-NL" dirty="0" err="1"/>
              <a:t>typically</a:t>
            </a:r>
            <a:r>
              <a:rPr lang="nl-NL" dirty="0"/>
              <a:t> have shared file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bandwitdh</a:t>
            </a:r>
            <a:endParaRPr lang="nl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(</a:t>
            </a:r>
            <a:r>
              <a:rPr lang="nl-NL" dirty="0" err="1"/>
              <a:t>relatively</a:t>
            </a:r>
            <a:r>
              <a:rPr lang="nl-NL" dirty="0"/>
              <a:t>) low I/O operations per second (IOPS)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Common bottleneck in </a:t>
            </a:r>
            <a:r>
              <a:rPr lang="nl-NL" dirty="0" err="1"/>
              <a:t>distributed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!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reading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filesystem.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Other</a:t>
            </a:r>
            <a:r>
              <a:rPr lang="nl-NL" dirty="0"/>
              <a:t> users (&amp; </a:t>
            </a:r>
            <a:r>
              <a:rPr lang="nl-NL" dirty="0" err="1"/>
              <a:t>sysadmins</a:t>
            </a:r>
            <a:r>
              <a:rPr lang="nl-NL" dirty="0"/>
              <a:t>)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dislike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do I/O in a </a:t>
            </a:r>
            <a:r>
              <a:rPr lang="nl-NL" dirty="0" err="1"/>
              <a:t>naive</a:t>
            </a:r>
            <a:r>
              <a:rPr lang="nl-NL" dirty="0"/>
              <a:t> way!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27178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21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9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2" y="2295800"/>
            <a:ext cx="6033817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 anchor="t">
            <a:spAutoFit/>
          </a:bodyPr>
          <a:lstStyle/>
          <a:p>
            <a:r>
              <a:rPr lang="nl-NL" dirty="0"/>
              <a:t>Communication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r>
              <a:rPr lang="nl-NL" dirty="0"/>
              <a:t> in </a:t>
            </a:r>
            <a:r>
              <a:rPr lang="nl-NL" dirty="0" err="1"/>
              <a:t>several</a:t>
            </a:r>
            <a:r>
              <a:rPr lang="nl-NL" dirty="0"/>
              <a:t> </a:t>
            </a:r>
            <a:r>
              <a:rPr lang="nl-NL" dirty="0" err="1"/>
              <a:t>ways</a:t>
            </a:r>
            <a:r>
              <a:rPr lang="nl-N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Latency</a:t>
            </a:r>
            <a:r>
              <a:rPr lang="nl-NL" dirty="0"/>
              <a:t> (</a:t>
            </a:r>
            <a:r>
              <a:rPr lang="nl-NL" dirty="0" err="1"/>
              <a:t>many</a:t>
            </a:r>
            <a:r>
              <a:rPr lang="nl-NL" dirty="0"/>
              <a:t>, small </a:t>
            </a:r>
            <a:r>
              <a:rPr lang="nl-NL" dirty="0" err="1"/>
              <a:t>message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Bandwidth</a:t>
            </a:r>
            <a:r>
              <a:rPr lang="nl-NL" dirty="0"/>
              <a:t> (few, large </a:t>
            </a:r>
            <a:r>
              <a:rPr lang="nl-NL" dirty="0" err="1"/>
              <a:t>messages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Load </a:t>
            </a:r>
            <a:r>
              <a:rPr lang="nl-NL" dirty="0" err="1"/>
              <a:t>imbalance</a:t>
            </a:r>
            <a:r>
              <a:rPr lang="nl-NL" dirty="0"/>
              <a:t> (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workers</a:t>
            </a:r>
            <a:r>
              <a:rPr lang="nl-NL" dirty="0"/>
              <a:t> in </a:t>
            </a:r>
            <a:r>
              <a:rPr lang="nl-NL" dirty="0" err="1"/>
              <a:t>distributed</a:t>
            </a:r>
            <a:r>
              <a:rPr lang="nl-NL" dirty="0"/>
              <a:t> job are slower / have more </a:t>
            </a:r>
            <a:r>
              <a:rPr lang="nl-NL" dirty="0" err="1"/>
              <a:t>work</a:t>
            </a:r>
            <a:r>
              <a:rPr lang="nl-NL" dirty="0"/>
              <a:t>; </a:t>
            </a:r>
            <a:r>
              <a:rPr lang="nl-NL" dirty="0" err="1"/>
              <a:t>others</a:t>
            </a:r>
            <a:r>
              <a:rPr lang="nl-NL" dirty="0"/>
              <a:t> have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wait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synchronization</a:t>
            </a:r>
            <a:r>
              <a:rPr lang="nl-NL" dirty="0"/>
              <a:t> is </a:t>
            </a:r>
            <a:r>
              <a:rPr lang="nl-NL" dirty="0" err="1"/>
              <a:t>needed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CPU &lt;-&gt;</a:t>
            </a:r>
            <a:r>
              <a:rPr lang="nl-NL" dirty="0">
                <a:sym typeface="Wingdings" panose="05000000000000000000" pitchFamily="2" charset="2"/>
              </a:rPr>
              <a:t> GPU sync</a:t>
            </a:r>
            <a:endParaRPr lang="nl-NL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316953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2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06" y="151652"/>
            <a:ext cx="11149188" cy="600744"/>
          </a:xfrm>
        </p:spPr>
        <p:txBody>
          <a:bodyPr/>
          <a:lstStyle/>
          <a:p>
            <a:r>
              <a:rPr kumimoji="0" lang="nl-NL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Some</a:t>
            </a: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context</a:t>
            </a:r>
            <a:endParaRPr lang="nl-NL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10</a:t>
            </a:fld>
            <a:endParaRPr lang="nl-NL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D057561-C84D-F8F1-7628-7604D5A58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693925"/>
              </p:ext>
            </p:extLst>
          </p:nvPr>
        </p:nvGraphicFramePr>
        <p:xfrm>
          <a:off x="3235319" y="78889"/>
          <a:ext cx="7858683" cy="664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147">
                  <a:extLst>
                    <a:ext uri="{9D8B030D-6E8A-4147-A177-3AD203B41FA5}">
                      <a16:colId xmlns:a16="http://schemas.microsoft.com/office/drawing/2014/main" val="3122299815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82471653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1628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Equivalent to N CPU 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7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 ns (@4GHz)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04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ns (@1 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55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L1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48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L2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78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main CPU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014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=&gt; GPU latency (PCI)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68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 GPU latency (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NVLink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57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Infiniband</a:t>
                      </a:r>
                      <a:r>
                        <a:rPr lang="en-US" dirty="0"/>
                        <a:t> network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917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Ethernet network latency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10-1000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40k-4M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7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Seek time (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59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(Sata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4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(hard disk)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2-5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8-20M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8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File System (NFS) response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10-40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40-120M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43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Robot Fetch time (Tape)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+- 60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73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46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System Hardware Distribution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nl-NL" dirty="0"/>
              <a:t>A look at </a:t>
            </a:r>
            <a:r>
              <a:rPr lang="nl-NL" dirty="0" err="1"/>
              <a:t>the</a:t>
            </a:r>
            <a:r>
              <a:rPr lang="nl-NL" dirty="0"/>
              <a:t> hardware, </a:t>
            </a:r>
            <a:r>
              <a:rPr lang="nl-NL" dirty="0" err="1"/>
              <a:t>from</a:t>
            </a:r>
            <a:r>
              <a:rPr lang="nl-NL" dirty="0"/>
              <a:t> a DL </a:t>
            </a:r>
            <a:r>
              <a:rPr lang="nl-NL" dirty="0" err="1"/>
              <a:t>perspective</a:t>
            </a:r>
            <a:r>
              <a:rPr lang="nl-NL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Nvidia is dominant, Volta was a game </a:t>
            </a:r>
            <a:r>
              <a:rPr lang="nl-NL" dirty="0" err="1"/>
              <a:t>changer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AMD is </a:t>
            </a:r>
            <a:r>
              <a:rPr lang="nl-NL" dirty="0" err="1"/>
              <a:t>catching</a:t>
            </a:r>
            <a:r>
              <a:rPr lang="nl-NL" dirty="0"/>
              <a:t> up</a:t>
            </a: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Same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CPUs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11</a:t>
            </a:fld>
            <a:endParaRPr lang="nl-NL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7025" t="34769" r="52725" b="29933"/>
          <a:stretch/>
        </p:blipFill>
        <p:spPr>
          <a:xfrm>
            <a:off x="5572471" y="176383"/>
            <a:ext cx="6529084" cy="41266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62501" y="4355823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Source: Demystifying Parallel and Distributed Deep Learning: An In-Depth Concurrency Analysis, Ben-Nun &amp; </a:t>
            </a:r>
            <a:r>
              <a:rPr lang="en-US" sz="1400" dirty="0" err="1"/>
              <a:t>Hoefler</a:t>
            </a:r>
            <a:r>
              <a:rPr lang="en-US" sz="1400" dirty="0"/>
              <a:t> 2018</a:t>
            </a:r>
            <a:endParaRPr lang="nl-NL" sz="1400" dirty="0"/>
          </a:p>
        </p:txBody>
      </p:sp>
      <p:pic>
        <p:nvPicPr>
          <p:cNvPr id="1026" name="Picture 2" descr="Nvidia v. Intel v. AMD - Who's winning the AI battle?">
            <a:extLst>
              <a:ext uri="{FF2B5EF4-FFF2-40B4-BE49-F238E27FC236}">
                <a16:creationId xmlns:a16="http://schemas.microsoft.com/office/drawing/2014/main" id="{BCB4754B-F365-783F-29A3-C9635012B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61" y="3463047"/>
            <a:ext cx="5321240" cy="299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AB3CDF2-5132-600B-3E32-7EFBEFC240B4}"/>
              </a:ext>
            </a:extLst>
          </p:cNvPr>
          <p:cNvSpPr/>
          <p:nvPr/>
        </p:nvSpPr>
        <p:spPr>
          <a:xfrm>
            <a:off x="5572471" y="5852841"/>
            <a:ext cx="2601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 err="1"/>
              <a:t>AITechInvesting</a:t>
            </a:r>
            <a:r>
              <a:rPr lang="en-US" sz="1400" dirty="0"/>
              <a:t> X account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338849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65873"/>
              </p:ext>
            </p:extLst>
          </p:nvPr>
        </p:nvGraphicFramePr>
        <p:xfrm>
          <a:off x="0" y="625352"/>
          <a:ext cx="11675639" cy="54727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74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0417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6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4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3998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192498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3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72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531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B05C18-5C87-CCB6-065D-8F2E5D7C4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768342"/>
              </p:ext>
            </p:extLst>
          </p:nvPr>
        </p:nvGraphicFramePr>
        <p:xfrm>
          <a:off x="0" y="625352"/>
          <a:ext cx="11675639" cy="54727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74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0417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6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4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3998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192498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3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72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13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>
                <a:hlinkClick r:id="rId3"/>
              </a:rPr>
              <a:t>Prace best practice guide – deep learning </a:t>
            </a:r>
            <a:endParaRPr lang="en-US" sz="1400"/>
          </a:p>
          <a:p>
            <a:pPr algn="ctr"/>
            <a:r>
              <a:rPr lang="nl-NL" sz="1400">
                <a:hlinkClick r:id="rId4"/>
              </a:rPr>
              <a:t>https://en.wikipedia.org/wiki/Ampere_(microarchitecture)</a:t>
            </a:r>
            <a:r>
              <a:rPr lang="en-US" sz="1400"/>
              <a:t> </a:t>
            </a:r>
            <a:endParaRPr lang="nl-NL" sz="1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7DB686-0C81-F3D5-44A9-20E886913C4E}"/>
              </a:ext>
            </a:extLst>
          </p:cNvPr>
          <p:cNvCxnSpPr/>
          <p:nvPr/>
        </p:nvCxnSpPr>
        <p:spPr>
          <a:xfrm flipH="1">
            <a:off x="3865951" y="521253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30EC93-7FF2-9F22-58D1-FC670331CD90}"/>
              </a:ext>
            </a:extLst>
          </p:cNvPr>
          <p:cNvSpPr txBox="1"/>
          <p:nvPr/>
        </p:nvSpPr>
        <p:spPr>
          <a:xfrm>
            <a:off x="4148656" y="-122171"/>
            <a:ext cx="3468787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 err="1"/>
              <a:t>GPUs</a:t>
            </a:r>
            <a:r>
              <a:rPr lang="nl-NL" dirty="0"/>
              <a:t> support </a:t>
            </a:r>
            <a:r>
              <a:rPr lang="nl-NL" dirty="0" err="1"/>
              <a:t>reduced</a:t>
            </a:r>
            <a:r>
              <a:rPr lang="nl-NL" dirty="0"/>
              <a:t> </a:t>
            </a:r>
            <a:r>
              <a:rPr lang="nl-NL" dirty="0" err="1"/>
              <a:t>precision</a:t>
            </a:r>
            <a:r>
              <a:rPr lang="nl-NL" dirty="0"/>
              <a:t>, has </a:t>
            </a:r>
            <a:r>
              <a:rPr lang="nl-NL" dirty="0" err="1"/>
              <a:t>higher</a:t>
            </a:r>
            <a:r>
              <a:rPr lang="nl-NL" dirty="0"/>
              <a:t> performance</a:t>
            </a:r>
          </a:p>
        </p:txBody>
      </p:sp>
    </p:spTree>
    <p:extLst>
      <p:ext uri="{BB962C8B-B14F-4D97-AF65-F5344CB8AC3E}">
        <p14:creationId xmlns:p14="http://schemas.microsoft.com/office/powerpoint/2010/main" val="403381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9AC230-7353-BC71-CFD7-D8B89B5AE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77642"/>
              </p:ext>
            </p:extLst>
          </p:nvPr>
        </p:nvGraphicFramePr>
        <p:xfrm>
          <a:off x="0" y="625352"/>
          <a:ext cx="11675639" cy="54727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74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0417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6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4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3998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192498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3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72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14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BC485-EAAB-A98C-2DE9-8C6789F5D377}"/>
              </a:ext>
            </a:extLst>
          </p:cNvPr>
          <p:cNvSpPr txBox="1"/>
          <p:nvPr/>
        </p:nvSpPr>
        <p:spPr>
          <a:xfrm>
            <a:off x="5942388" y="4318"/>
            <a:ext cx="2711383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182880" tIns="91440" rIns="182880" bIns="91440" rtlCol="0">
            <a:spAutoFit/>
          </a:bodyPr>
          <a:lstStyle/>
          <a:p>
            <a:pPr algn="l"/>
            <a:r>
              <a:rPr lang="nl-NL" err="1"/>
              <a:t>GPUs</a:t>
            </a:r>
            <a:r>
              <a:rPr lang="nl-NL"/>
              <a:t> have a lot of FLOPS</a:t>
            </a:r>
          </a:p>
          <a:p>
            <a:pPr algn="l"/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CPUs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729CC2-8B68-0717-ED83-B5A8E623E08C}"/>
              </a:ext>
            </a:extLst>
          </p:cNvPr>
          <p:cNvCxnSpPr/>
          <p:nvPr/>
        </p:nvCxnSpPr>
        <p:spPr>
          <a:xfrm flipH="1">
            <a:off x="5659683" y="466743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4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244BD5-5AB5-8790-8C28-1E7EC56F7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632720"/>
              </p:ext>
            </p:extLst>
          </p:nvPr>
        </p:nvGraphicFramePr>
        <p:xfrm>
          <a:off x="0" y="625352"/>
          <a:ext cx="11675639" cy="54727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74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0417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6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4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3998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192498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3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72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15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D39A9-9E50-6DA9-2926-D6F2CB983487}"/>
              </a:ext>
            </a:extLst>
          </p:cNvPr>
          <p:cNvSpPr txBox="1"/>
          <p:nvPr/>
        </p:nvSpPr>
        <p:spPr>
          <a:xfrm>
            <a:off x="7236649" y="46071"/>
            <a:ext cx="471097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182880" tIns="91440" rIns="182880" bIns="91440" rtlCol="0">
            <a:spAutoFit/>
          </a:bodyPr>
          <a:lstStyle/>
          <a:p>
            <a:pPr algn="l"/>
            <a:r>
              <a:rPr lang="nl-NL" err="1"/>
              <a:t>CPUs</a:t>
            </a:r>
            <a:r>
              <a:rPr lang="nl-NL"/>
              <a:t> have a lot of memory </a:t>
            </a:r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GPUs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153666-E48C-5B95-0E8E-2D2A727EA3CD}"/>
              </a:ext>
            </a:extLst>
          </p:cNvPr>
          <p:cNvCxnSpPr/>
          <p:nvPr/>
        </p:nvCxnSpPr>
        <p:spPr>
          <a:xfrm flipH="1">
            <a:off x="7396614" y="507736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45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5AABFE-BC70-0EB1-1F1C-DC82DF198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288914"/>
              </p:ext>
            </p:extLst>
          </p:nvPr>
        </p:nvGraphicFramePr>
        <p:xfrm>
          <a:off x="0" y="625352"/>
          <a:ext cx="11675639" cy="54727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74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0417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6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4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3998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192498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3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72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16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8630785" y="0"/>
            <a:ext cx="353516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/>
              <a:t>Memory </a:t>
            </a:r>
            <a:r>
              <a:rPr lang="nl-NL" err="1"/>
              <a:t>bandwidth</a:t>
            </a:r>
            <a:r>
              <a:rPr lang="nl-NL"/>
              <a:t> </a:t>
            </a:r>
            <a:r>
              <a:rPr lang="nl-NL" err="1"/>
              <a:t>relative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FLOPS is </a:t>
            </a:r>
            <a:r>
              <a:rPr lang="nl-NL" err="1"/>
              <a:t>approximately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same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/>
          <p:nvPr/>
        </p:nvCxnSpPr>
        <p:spPr>
          <a:xfrm flipH="1">
            <a:off x="8348080" y="524063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1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FC070D-B54B-C90B-20A3-03A1DC7B9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746814"/>
              </p:ext>
            </p:extLst>
          </p:nvPr>
        </p:nvGraphicFramePr>
        <p:xfrm>
          <a:off x="0" y="625352"/>
          <a:ext cx="11675639" cy="54727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74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0417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6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4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3998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192498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3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8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711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800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72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17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6863201" y="0"/>
            <a:ext cx="353516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GPU </a:t>
            </a:r>
            <a:r>
              <a:rPr lang="nl-NL" dirty="0" err="1"/>
              <a:t>price</a:t>
            </a:r>
            <a:r>
              <a:rPr lang="nl-NL" dirty="0"/>
              <a:t> is </a:t>
            </a:r>
            <a:r>
              <a:rPr lang="nl-NL" dirty="0" err="1"/>
              <a:t>often</a:t>
            </a:r>
            <a:r>
              <a:rPr lang="nl-NL" dirty="0"/>
              <a:t> irrelevant, but </a:t>
            </a:r>
            <a:r>
              <a:rPr lang="nl-NL" dirty="0" err="1"/>
              <a:t>the</a:t>
            </a:r>
            <a:r>
              <a:rPr lang="nl-NL" dirty="0"/>
              <a:t> performance per Watt is.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0398369" y="369332"/>
            <a:ext cx="443802" cy="697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89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B324-1AEE-D9E1-E4C0-114FD804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in practice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65B87-0A40-BDA1-1A4B-C41FB84F6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958173"/>
            <a:ext cx="8974163" cy="4456846"/>
          </a:xfrm>
        </p:spPr>
        <p:txBody>
          <a:bodyPr/>
          <a:lstStyle/>
          <a:p>
            <a:r>
              <a:rPr lang="en-US" dirty="0"/>
              <a:t>In practice, the performance can be different (depending on software)</a:t>
            </a:r>
          </a:p>
          <a:p>
            <a:r>
              <a:rPr lang="en-US" dirty="0"/>
              <a:t>GPUs: observed FLOPS is ~2/3 of theoretical FLOPS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EC745-8DEA-01B4-0F5A-AF622F0719E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D2D0E-D091-A820-D223-4BE8D193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18</a:t>
            </a:fld>
            <a:endParaRPr lang="nl-NL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46153D-AA2E-9A40-9E19-EAC2DC03B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4259" y="1833963"/>
            <a:ext cx="6588145" cy="454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216B5EE-3EB9-1630-C5E5-2ACF73060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149" y="1833963"/>
            <a:ext cx="6866423" cy="455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30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Tensor cores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58" y="872921"/>
            <a:ext cx="9882007" cy="445684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Lower 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Increasingly specialized</a:t>
            </a:r>
          </a:p>
          <a:p>
            <a:r>
              <a:rPr lang="nl-NL" dirty="0"/>
              <a:t>Pack as many instructions in one go to avoid instruction overhead, &amp; avoid data movement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cs typeface="Calibri"/>
              </a:rPr>
              <a:t>H=Half, I=Integer, FMA=Fused Multiply Add, DP=Dot Product, MMA = Matrix Multiplication Add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cs typeface="Calibri"/>
              </a:rPr>
              <a:t>Previously:                                                        Now:</a:t>
            </a:r>
          </a:p>
          <a:p>
            <a:pPr marL="0" indent="0">
              <a:buNone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19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372" y="0"/>
            <a:ext cx="7172473" cy="1916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768C3F-355C-436D-0CC6-17C41B6C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784" y="3676039"/>
            <a:ext cx="3900061" cy="2316724"/>
          </a:xfrm>
          <a:prstGeom prst="rect">
            <a:avLst/>
          </a:prstGeom>
        </p:spPr>
      </p:pic>
      <p:pic>
        <p:nvPicPr>
          <p:cNvPr id="7" name="Picture 6" descr="Diagram of a diagram of a machine&#10;&#10;AI-generated content may be incorrect.">
            <a:extLst>
              <a:ext uri="{FF2B5EF4-FFF2-40B4-BE49-F238E27FC236}">
                <a16:creationId xmlns:a16="http://schemas.microsoft.com/office/drawing/2014/main" id="{754E57AA-F5DC-9E44-2151-99B824CEED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0" y="3704412"/>
            <a:ext cx="3094250" cy="2912946"/>
          </a:xfrm>
          <a:prstGeom prst="rect">
            <a:avLst/>
          </a:prstGeom>
        </p:spPr>
      </p:pic>
      <p:pic>
        <p:nvPicPr>
          <p:cNvPr id="13" name="Picture 12" descr="A diagram of a machine&#10;&#10;AI-generated content may be incorrect.">
            <a:extLst>
              <a:ext uri="{FF2B5EF4-FFF2-40B4-BE49-F238E27FC236}">
                <a16:creationId xmlns:a16="http://schemas.microsoft.com/office/drawing/2014/main" id="{60E08D4E-3D05-9BF5-B896-6CC561E270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725" y="3694726"/>
            <a:ext cx="3556113" cy="278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7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1681" y="1330870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20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1104882" y="4511467"/>
            <a:ext cx="5003905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Mixed </a:t>
            </a:r>
            <a:r>
              <a:rPr lang="nl-NL" dirty="0" err="1"/>
              <a:t>precision</a:t>
            </a:r>
            <a:r>
              <a:rPr lang="nl-NL" dirty="0"/>
              <a:t> </a:t>
            </a:r>
            <a:r>
              <a:rPr lang="nl-NL" dirty="0" err="1"/>
              <a:t>uses</a:t>
            </a:r>
            <a:r>
              <a:rPr lang="nl-NL" dirty="0"/>
              <a:t> FP16. </a:t>
            </a:r>
            <a:r>
              <a:rPr lang="nl-NL" dirty="0" err="1"/>
              <a:t>Reduced</a:t>
            </a:r>
            <a:r>
              <a:rPr lang="nl-NL" dirty="0"/>
              <a:t> range </a:t>
            </a:r>
            <a:r>
              <a:rPr lang="nl-NL" dirty="0" err="1"/>
              <a:t>causes</a:t>
            </a:r>
            <a:r>
              <a:rPr lang="nl-NL" dirty="0"/>
              <a:t> (</a:t>
            </a:r>
            <a:r>
              <a:rPr lang="nl-NL" dirty="0" err="1"/>
              <a:t>potential</a:t>
            </a:r>
            <a:r>
              <a:rPr lang="nl-NL" dirty="0"/>
              <a:t>)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scaling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</a:t>
            </a:r>
            <a:r>
              <a:rPr lang="nl-NL" dirty="0" err="1"/>
              <a:t>underflows</a:t>
            </a:r>
            <a:endParaRPr lang="nl-N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>
            <a:off x="6223518" y="4823927"/>
            <a:ext cx="597160" cy="14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5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21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581732"/>
            <a:ext cx="5358857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TF32 tries to combine best of both worlds: range of an FP32 (no gradient scaling needed), but with reduced precision (for speedup &amp; less memory)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99EAED24-A7F3-9F4D-C968-31D09C65F466}"/>
              </a:ext>
            </a:extLst>
          </p:cNvPr>
          <p:cNvSpPr txBox="1">
            <a:spLocks/>
          </p:cNvSpPr>
          <p:nvPr/>
        </p:nvSpPr>
        <p:spPr>
          <a:xfrm>
            <a:off x="668762" y="1297498"/>
            <a:ext cx="9882007" cy="44568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Font typeface="Arial" panose="020B0604020202020204" pitchFamily="34" charset="0"/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lvl="1" indent="0">
              <a:buFont typeface="Arial" panose="020B0604020202020204" pitchFamily="34" charset="0"/>
              <a:buNone/>
            </a:pPr>
            <a:endParaRPr lang="nl-NL" sz="1400" dirty="0"/>
          </a:p>
          <a:p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116240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1681" y="1285102"/>
            <a:ext cx="9882007" cy="4456846"/>
          </a:xfrm>
        </p:spPr>
        <p:txBody>
          <a:bodyPr/>
          <a:lstStyle/>
          <a:p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22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487932"/>
            <a:ext cx="5003905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i="1" dirty="0" err="1"/>
              <a:t>unless</a:t>
            </a:r>
            <a:r>
              <a:rPr lang="nl-NL" dirty="0"/>
              <a:t> </a:t>
            </a:r>
          </a:p>
          <a:p>
            <a:pPr marL="285750" indent="-285750">
              <a:buFontTx/>
              <a:buChar char="-"/>
            </a:pPr>
            <a:r>
              <a:rPr lang="nl-NL" dirty="0"/>
              <a:t>Environment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en-US" i="1" dirty="0"/>
              <a:t>NVIDIA_TF32_OVERRIDE=0</a:t>
            </a:r>
            <a:r>
              <a:rPr lang="nl-NL" dirty="0"/>
              <a:t> is set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torch.backends.cuda.matmul.allow_tf32 = False </a:t>
            </a:r>
            <a:r>
              <a:rPr lang="en-US" dirty="0"/>
              <a:t>and torch.</a:t>
            </a:r>
            <a:r>
              <a:rPr lang="en-US" i="1" dirty="0"/>
              <a:t>backends.cudnn.allow_tf32 = False</a:t>
            </a:r>
            <a:r>
              <a:rPr lang="en-US" dirty="0"/>
              <a:t> are set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09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768" y="6368914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23</a:t>
            </a:fld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CE7A0-9C5B-A7C2-EFF8-4745C13BAB70}"/>
              </a:ext>
            </a:extLst>
          </p:cNvPr>
          <p:cNvSpPr txBox="1"/>
          <p:nvPr/>
        </p:nvSpPr>
        <p:spPr>
          <a:xfrm>
            <a:off x="1371600" y="6368914"/>
            <a:ext cx="80200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/>
              <a:t>Source: </a:t>
            </a:r>
            <a:r>
              <a:rPr lang="en-US">
                <a:hlinkClick r:id="rId2"/>
              </a:rPr>
              <a:t>https://servicedesk.surf.nl/wiki/display/WIKI/Deep+Learning+on+A100+GPUs</a:t>
            </a:r>
            <a:r>
              <a:rPr lang="en-US"/>
              <a:t>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B271578-81FA-1580-AD07-DA262105E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74" y="1289480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685F74-E954-CA78-BB4B-0BA884045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989" y="2631410"/>
            <a:ext cx="3095887" cy="285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7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7f899dffe16b4de2bfe03da0c1f57bc6">
            <a:extLst>
              <a:ext uri="{FF2B5EF4-FFF2-40B4-BE49-F238E27FC236}">
                <a16:creationId xmlns:a16="http://schemas.microsoft.com/office/drawing/2014/main" id="{68B73E62-F9AB-F1F0-1B1A-8B81E1BE8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54" y="969228"/>
            <a:ext cx="6555698" cy="36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Nvidia Hopper (e.g. H100)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r>
              <a:rPr lang="nl-NL" sz="1400" dirty="0"/>
              <a:t>FP8 support</a:t>
            </a:r>
          </a:p>
          <a:p>
            <a:pPr marL="233363" indent="-233363"/>
            <a:r>
              <a:rPr lang="nl-NL" sz="1400" dirty="0" err="1"/>
              <a:t>Transformer</a:t>
            </a:r>
            <a:r>
              <a:rPr lang="nl-NL" sz="1400" dirty="0"/>
              <a:t> Engine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transformer</a:t>
            </a:r>
            <a:r>
              <a:rPr lang="nl-NL" sz="1400" dirty="0"/>
              <a:t> </a:t>
            </a:r>
            <a:r>
              <a:rPr lang="nl-NL" sz="1400" dirty="0" err="1"/>
              <a:t>specific</a:t>
            </a:r>
            <a:r>
              <a:rPr lang="nl-NL" sz="1400" dirty="0"/>
              <a:t> </a:t>
            </a:r>
            <a:r>
              <a:rPr lang="nl-NL" sz="1400" dirty="0" err="1"/>
              <a:t>improvements</a:t>
            </a:r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522288" lvl="1" indent="-222250"/>
            <a:endParaRPr lang="nl-NL" sz="1400" dirty="0"/>
          </a:p>
          <a:p>
            <a:pPr lvl="2"/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24</a:t>
            </a:fld>
            <a:endParaRPr lang="nl-N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EE0F52-89EB-1B17-E035-C29676E1A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250" y="2651869"/>
            <a:ext cx="4006462" cy="26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8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4FB7B-DCB7-DBCB-9C22-B10707F6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8506-4B39-A044-EDD0-17F56C95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Nvidia Blackwell GPUs (e.g. B300)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67F02-19B4-19EC-D5CC-2E5E8F4BB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FP4 support</a:t>
            </a:r>
          </a:p>
          <a:p>
            <a:r>
              <a:rPr lang="nl-NL" sz="1400" dirty="0"/>
              <a:t>Second-generation Transformer Engine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ADBA8-4969-EE44-B074-3E34820D6E1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14BF9-0200-CAAB-C8D1-58069B34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25</a:t>
            </a:fld>
            <a:endParaRPr lang="nl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DF32CD-3423-0F1E-E9CC-28A6D975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75" y="955569"/>
            <a:ext cx="5013390" cy="39700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92F697C-1714-75B9-EFA5-27819F34B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298" y="2666393"/>
            <a:ext cx="6047553" cy="264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3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C7D1BB84-7AA5-8050-79ED-E9B5B897B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10" y="1198328"/>
            <a:ext cx="10042728" cy="565967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14977-E55E-C17B-292D-41BEEA82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11-03-2026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34580-5602-47E3-76D0-3C090966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A76517-F04C-CDD4-E97F-487837B2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195DA1-C643-5637-E646-E4DCCA2A651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1757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AD22-DC10-728A-F6D2-1034DC1F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5C811-9622-E3CE-20BB-EDB3BB17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11-03-2026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D3C88-F216-811A-0AF0-A043380D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DC7BE9-5A06-DFA6-9EC1-E58E76B7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FB6D69-A654-1447-A8DA-560374A2542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572CF-3E50-CF01-84B4-54CA1247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00"/>
            <a:ext cx="12198624" cy="5630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4D2FBB-F40A-707A-DBA2-794F27B22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82" y="2747104"/>
            <a:ext cx="2904737" cy="19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6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CE9E-7DA0-E597-E554-23AFE7F8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E765D0-1BBC-46A9-B3CA-0BCD1D68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11-03-2026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D9B05-3084-C582-E712-38D79734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07BAE3-ADA8-F503-7E51-651BC7CF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DD8720-1FF7-DE97-B8A6-D1EAEB7D9C7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33AA2-047B-66A6-790B-BB508904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34601"/>
            <a:ext cx="12192001" cy="5517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965C05-A68E-A6BD-F72E-F6AB2D4C4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82" y="2747104"/>
            <a:ext cx="2904737" cy="19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4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48880" y="63329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And on CPU:</a:t>
            </a:r>
            <a:br>
              <a:rPr lang="en-GB" sz="3200" b="1" spc="-1" dirty="0">
                <a:solidFill>
                  <a:srgbClr val="000000"/>
                </a:solidFill>
                <a:latin typeface="Calibri"/>
              </a:rPr>
            </a:b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F9D51D-2BDD-5857-0D6C-A33B0182D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604" y="1009172"/>
            <a:ext cx="6348612" cy="58488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ECA429-4150-E167-BFB9-BA2B620D6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907" y="1008812"/>
            <a:ext cx="6067356" cy="5848828"/>
          </a:xfrm>
          <a:prstGeom prst="rect">
            <a:avLst/>
          </a:prstGeo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0C60B82A-4B70-52BE-FAF1-157A7A78EB23}"/>
              </a:ext>
            </a:extLst>
          </p:cNvPr>
          <p:cNvSpPr txBox="1">
            <a:spLocks/>
          </p:cNvSpPr>
          <p:nvPr/>
        </p:nvSpPr>
        <p:spPr>
          <a:xfrm>
            <a:off x="2831051" y="424527"/>
            <a:ext cx="1071403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Rome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282B0A60-756F-99D0-F651-928EF12C14DC}"/>
              </a:ext>
            </a:extLst>
          </p:cNvPr>
          <p:cNvSpPr txBox="1">
            <a:spLocks/>
          </p:cNvSpPr>
          <p:nvPr/>
        </p:nvSpPr>
        <p:spPr>
          <a:xfrm>
            <a:off x="8458306" y="424527"/>
            <a:ext cx="1177633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Genoa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2619739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Second S: Software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/TensorFlow vs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Numpy</a:t>
            </a:r>
            <a:endParaRPr lang="en-GB" sz="2000" spc="-1" dirty="0">
              <a:solidFill>
                <a:srgbClr val="000000"/>
              </a:solidFill>
              <a:latin typeface="Calibri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and TensorFlow have GPU support,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Numpy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does not</a:t>
            </a: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Support for CUDA (Nvidia),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 (AMD),  &lt;insert exotic hardware here&gt;?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E.g.: Intel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SapphireRapids</a:t>
            </a:r>
            <a:endParaRPr lang="en-GB" sz="1600" spc="-1" dirty="0">
              <a:solidFill>
                <a:srgbClr val="000000"/>
              </a:solidFill>
              <a:latin typeface="Calibri"/>
              <a:cs typeface="Arial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IPEX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: </a:t>
            </a:r>
            <a:r>
              <a:rPr lang="en-GB" sz="2000" spc="-1" dirty="0">
                <a:ea typeface="+mn-lt"/>
                <a:cs typeface="+mn-lt"/>
                <a:hlinkClick r:id="rId3"/>
              </a:rPr>
              <a:t>https://github.com/intel/intel-extension-for-pytorch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LUMI </a:t>
            </a:r>
            <a:r>
              <a:rPr lang="en-GB" sz="2000" spc="-1" dirty="0">
                <a:ea typeface="+mn-lt"/>
                <a:cs typeface="+mn-lt"/>
                <a:hlinkClick r:id="rId4"/>
              </a:rPr>
              <a:t>https://www.lumi-supercomputer.eu/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Support for lower precision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</a:rPr>
              <a:t>BFloat16, Float16? FP8?</a:t>
            </a:r>
            <a:endParaRPr lang="en-GB" sz="1600" dirty="0">
              <a:latin typeface="Calibri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55075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Third S: Stack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Is my software compiled for my hardware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Pip install … 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Module load </a:t>
            </a:r>
            <a:r>
              <a:rPr lang="en-GB" sz="1600" spc="-1" dirty="0" err="1">
                <a:ea typeface="+mn-lt"/>
                <a:cs typeface="+mn-lt"/>
              </a:rPr>
              <a:t>PyTorch</a:t>
            </a:r>
            <a:r>
              <a:rPr lang="en-GB" sz="1600" spc="-1" dirty="0">
                <a:ea typeface="+mn-lt"/>
                <a:cs typeface="+mn-lt"/>
              </a:rPr>
              <a:t>/1.12.0-foss-2022a-CUDA-11.7.0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  <a:hlinkClick r:id="rId3"/>
              </a:rPr>
              <a:t>https://servicedesk.surf.nl/wiki/spaces/WIKI/pages/30660245/Environment+Modules</a:t>
            </a:r>
            <a:r>
              <a:rPr lang="en-GB" sz="1600" spc="-1" dirty="0">
                <a:latin typeface="Calibri"/>
                <a:ea typeface="+mn-lt"/>
                <a:cs typeface="+mn-lt"/>
              </a:rPr>
              <a:t> </a:t>
            </a: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Again: Consider the hardware/platform that you’re using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GPU: Nvidia/CUDA? AMD/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? 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CPUs: AVX512?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12297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Wait ... so what happens?</a:t>
            </a:r>
            <a:endParaRPr lang="en-GB" sz="32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You call torch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200" spc="-1" dirty="0">
                <a:solidFill>
                  <a:srgbClr val="000000"/>
                </a:solidFill>
                <a:latin typeface="Calibri"/>
              </a:rPr>
              <a:t>E.g. </a:t>
            </a:r>
            <a:r>
              <a:rPr lang="en-GB" sz="1200" spc="-1" dirty="0" err="1">
                <a:solidFill>
                  <a:srgbClr val="000000"/>
                </a:solidFill>
                <a:latin typeface="Calibri"/>
              </a:rPr>
              <a:t>scatter_add</a:t>
            </a:r>
            <a:r>
              <a:rPr lang="en-GB" sz="1200" spc="-1" dirty="0">
                <a:solidFill>
                  <a:srgbClr val="000000"/>
                </a:solidFill>
                <a:latin typeface="Calibri"/>
              </a:rPr>
              <a:t>_ -&gt; Message passing in Graph-NNs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(Manual) Dispatching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(python) determines the most appropriate function to call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1600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(C++/CU) calls the CPU/GPU kernel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400" spc="-1" dirty="0">
                <a:solidFill>
                  <a:srgbClr val="000000"/>
                </a:solidFill>
                <a:latin typeface="Calibri"/>
              </a:rPr>
              <a:t>Low-level C++/CU library performs actual calculation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ea typeface="+mn-lt"/>
                <a:cs typeface="+mn-lt"/>
              </a:rPr>
              <a:t>PyTorch</a:t>
            </a:r>
            <a:r>
              <a:rPr lang="en-GB" sz="2000" spc="-1" dirty="0">
                <a:ea typeface="+mn-lt"/>
                <a:cs typeface="+mn-lt"/>
              </a:rPr>
              <a:t> Dispatcher: </a:t>
            </a:r>
          </a:p>
          <a:p>
            <a:pPr marL="41275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2000" spc="-1" dirty="0">
                <a:ea typeface="+mn-lt"/>
                <a:cs typeface="+mn-lt"/>
                <a:hlinkClick r:id="rId3"/>
              </a:rPr>
              <a:t>http://blog.ezyang.com/2020/09/lets-talk-about-the-pytorch-dispatcher/</a:t>
            </a:r>
            <a:endParaRPr lang="en-GB" sz="2000" spc="-1" dirty="0">
              <a:ea typeface="+mn-lt"/>
              <a:cs typeface="+mn-lt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82245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In practice: </a:t>
            </a: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3200" b="1" spc="-1">
                <a:solidFill>
                  <a:srgbClr val="000000"/>
                </a:solidFill>
                <a:latin typeface="Calibri"/>
              </a:rPr>
              <a:t> + </a:t>
            </a: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Snellius</a:t>
            </a:r>
            <a:endParaRPr lang="en-US" sz="3200" b="0" strike="noStrike" spc="-1" err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We only have NVIDIA GPUs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72x4=288 NVIDIA A100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88x4=352 NVIDIA H100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Makes optimization a bit easier for you</a:t>
            </a:r>
            <a:endParaRPr lang="en-GB" sz="20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You only need to spend a year sifting through documentation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https://servicedesk.surf.nl/wiki/display/WIKI/Deep+Learning+on+A100+GPUs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Or ask us... :)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Every EINF/NWO small grants has a default of 4 consultancy hours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94034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How fast do you want to go?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What is your goal?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Largest model possible?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Best validation performance?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Submit a paper to ISC ‘25?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CF36BB38-B2F5-E81C-4088-8D17B0824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25" y="3186347"/>
            <a:ext cx="7997825" cy="25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53909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Some useful resources: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https://pytorch.org/docs/stable/notes/cuda.html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cs typeface="Arial"/>
                <a:hlinkClick r:id="rId4"/>
              </a:rPr>
              <a:t>https</a:t>
            </a:r>
            <a:r>
              <a:rPr lang="en-GB" sz="1600" spc="-1" dirty="0">
                <a:solidFill>
                  <a:srgbClr val="0077C8"/>
                </a:solidFill>
                <a:cs typeface="Arial"/>
                <a:hlinkClick r:id="rId4"/>
              </a:rPr>
              <a:t>://docs.nvidia.com/deeplearning/performance/dl-performance-memory-limited/index.html</a:t>
            </a:r>
            <a:endParaRPr lang="en-GB" sz="1600" spc="-1" dirty="0">
              <a:solidFill>
                <a:srgbClr val="0077C8"/>
              </a:solidFill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solidFill>
                  <a:srgbClr val="0077C8"/>
                </a:solidFill>
                <a:cs typeface="Arial"/>
                <a:hlinkClick r:id="rId5"/>
              </a:rPr>
              <a:t>https://docs.nvidia.com/deeplearning/performance/index.html</a:t>
            </a:r>
            <a:endParaRPr lang="en-US" sz="1600" spc="-1" dirty="0"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Duncan: </a:t>
            </a:r>
            <a:r>
              <a:rPr lang="en-GB" sz="2000" i="1" spc="-1" dirty="0">
                <a:solidFill>
                  <a:srgbClr val="000000"/>
                </a:solidFill>
                <a:latin typeface="Arial"/>
                <a:cs typeface="Arial"/>
              </a:rPr>
              <a:t>"You can take any piece of code, spend 6 months optimizing it, and then write a paper about it”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88460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torch.autocast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4508" y="573352"/>
            <a:ext cx="9507316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If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mixed precision isn’t working, probably you are doing something wrong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Gives you a free 2x+ speed boost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BF16 is industry standard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FP8 is coming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475C9-CED3-5189-4B99-5512539D3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769" y="3638386"/>
            <a:ext cx="6047553" cy="2646262"/>
          </a:xfrm>
          <a:prstGeom prst="rect">
            <a:avLst/>
          </a:prstGeom>
        </p:spPr>
      </p:pic>
      <p:pic>
        <p:nvPicPr>
          <p:cNvPr id="4" name="Picture 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EDEDB78E-6E84-8BFB-4D35-646C303CC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0930"/>
            <a:ext cx="5935098" cy="334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22117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E8EC-A57F-8314-2F92-67E5DA38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4D14ED34-F5F5-F0DD-3B35-FB6D25C8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torch.compile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973ABB89-AE67-F418-9537-3E4AD139CA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4508" y="573352"/>
            <a:ext cx="8983012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1 CPU core is pinned to 1 GPU (used to be worse)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CPU cannot keep up with the giant that is the GPU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Still (somewhat) need to know the magic incantation: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2DABA9B-CCB1-D431-DD42-9D6B6224B82F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6632C83-094C-5C04-69E5-08FE6859F0C4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F5339C71-9DCB-B6A3-A5C6-15EA7C748C99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BA35D25-606C-9ACF-E671-9CCFA6967C8E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1DFEF66-4086-C994-2471-78C722A169D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9A4CB3A-3545-AA2A-0CBE-2D2EF42CA45D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Afbeelding 1" descr="Shadow of the Colossus review – a game of majesty and melancholy steps back  into the light | Games | The Guardian">
            <a:extLst>
              <a:ext uri="{FF2B5EF4-FFF2-40B4-BE49-F238E27FC236}">
                <a16:creationId xmlns:a16="http://schemas.microsoft.com/office/drawing/2014/main" id="{36BE5178-ADF3-6E3D-53CF-6D11E0C7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951" y="88977"/>
            <a:ext cx="4083901" cy="3046606"/>
          </a:xfrm>
          <a:prstGeom prst="rect">
            <a:avLst/>
          </a:prstGeom>
        </p:spPr>
      </p:pic>
      <p:pic>
        <p:nvPicPr>
          <p:cNvPr id="6" name="Afbeelding 5" descr="factory">
            <a:extLst>
              <a:ext uri="{FF2B5EF4-FFF2-40B4-BE49-F238E27FC236}">
                <a16:creationId xmlns:a16="http://schemas.microsoft.com/office/drawing/2014/main" id="{BC1395AE-170C-7310-D60A-ED2FE1F3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449" y="3130431"/>
            <a:ext cx="4081345" cy="3626550"/>
          </a:xfrm>
          <a:prstGeom prst="rect">
            <a:avLst/>
          </a:prstGeom>
        </p:spPr>
      </p:pic>
      <p:pic>
        <p:nvPicPr>
          <p:cNvPr id="8" name="Afbeelding 7" descr="factory">
            <a:extLst>
              <a:ext uri="{FF2B5EF4-FFF2-40B4-BE49-F238E27FC236}">
                <a16:creationId xmlns:a16="http://schemas.microsoft.com/office/drawing/2014/main" id="{65D54FB2-1E98-C888-60EF-F4D97C9F7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229" y="3127237"/>
            <a:ext cx="4016297" cy="3651525"/>
          </a:xfrm>
          <a:prstGeom prst="rect">
            <a:avLst/>
          </a:prstGeom>
        </p:spPr>
      </p:pic>
      <p:pic>
        <p:nvPicPr>
          <p:cNvPr id="9" name="Afbeelding 8" descr="chart">
            <a:extLst>
              <a:ext uri="{FF2B5EF4-FFF2-40B4-BE49-F238E27FC236}">
                <a16:creationId xmlns:a16="http://schemas.microsoft.com/office/drawing/2014/main" id="{886599FB-9B3F-B5AE-E63C-60C4CDC3D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" y="2981848"/>
            <a:ext cx="4248613" cy="3793620"/>
          </a:xfrm>
          <a:prstGeom prst="rect">
            <a:avLst/>
          </a:prstGeom>
        </p:spPr>
      </p:pic>
      <p:pic>
        <p:nvPicPr>
          <p:cNvPr id="10" name="Afbeelding 9" descr="Afbeelding met tekst, Lettertype, schermopname, lijn&#10;&#10;Automatisch gegenereerde beschrijving">
            <a:extLst>
              <a:ext uri="{FF2B5EF4-FFF2-40B4-BE49-F238E27FC236}">
                <a16:creationId xmlns:a16="http://schemas.microsoft.com/office/drawing/2014/main" id="{E264643D-5720-A308-98A1-FB5AF5BF09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93" y="2349075"/>
            <a:ext cx="84391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03034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6ED36146-42C7-C63F-037E-DE94E5DC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6" y="2340428"/>
            <a:ext cx="12093574" cy="4550664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51F16950-2F07-C126-F203-E7E430A52827}"/>
              </a:ext>
            </a:extLst>
          </p:cNvPr>
          <p:cNvSpPr txBox="1">
            <a:spLocks/>
          </p:cNvSpPr>
          <p:nvPr/>
        </p:nvSpPr>
        <p:spPr>
          <a:xfrm>
            <a:off x="676200" y="15528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 sure every single layer/input/operation is done on multiples of 2, and probably preferable multiples of 8</a:t>
            </a:r>
          </a:p>
        </p:txBody>
      </p:sp>
    </p:spTree>
    <p:extLst>
      <p:ext uri="{BB962C8B-B14F-4D97-AF65-F5344CB8AC3E}">
        <p14:creationId xmlns:p14="http://schemas.microsoft.com/office/powerpoint/2010/main" val="3320656651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5CFE-EC98-50F3-AD05-C81CAB9E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39349BF3-83D5-FB0E-327A-FA573765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F45D0ECE-8521-D428-7DF2-73AA4009679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33F34B05-DDFE-F6EE-129A-A11EF115FA43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3AFEA02-7AF7-67B4-5B3B-DC6A092F12EA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9DCD77B1-410A-8866-50A7-F6FD57C3722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6082525-B2F0-F179-BAE3-7F043041EB5B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9593888D-30B7-961D-4035-DD69B16FF9AE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AF103791-F395-859F-757D-4746D65B63B0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061BFF25-EE3C-B424-FFF3-FADCAF5E6478}"/>
              </a:ext>
            </a:extLst>
          </p:cNvPr>
          <p:cNvSpPr txBox="1">
            <a:spLocks/>
          </p:cNvSpPr>
          <p:nvPr/>
        </p:nvSpPr>
        <p:spPr>
          <a:xfrm>
            <a:off x="676200" y="15528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 sure every single layer/input/operation is done on multiples of 2, and probably preferable multiples of 8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32323A4-127B-39D4-98FE-E3EFCECA5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336478"/>
            <a:ext cx="12270090" cy="37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6466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Types of DNN operations</a:t>
            </a:r>
            <a:endParaRPr lang="nl-NL" dirty="0"/>
          </a:p>
        </p:txBody>
      </p:sp>
      <p:pic>
        <p:nvPicPr>
          <p:cNvPr id="4" name="Afbeelding 4" descr="Afbeelding met tekst&#10;&#10;Automatisch gegenereerde beschrijving">
            <a:extLst>
              <a:ext uri="{FF2B5EF4-FFF2-40B4-BE49-F238E27FC236}">
                <a16:creationId xmlns:a16="http://schemas.microsoft.com/office/drawing/2014/main" id="{B982AA48-9519-0D71-8A33-75E4AEC3E031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20465" y="866010"/>
            <a:ext cx="7604832" cy="581220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79766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6ED36146-42C7-C63F-037E-DE94E5DC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8" y="1173512"/>
            <a:ext cx="12093574" cy="455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84858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E404-6D2C-1D60-1408-92A39E01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E0031383-D852-7545-9692-C1C508F2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A739DF4-58B9-57C9-E708-FEBEEF8574D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Avoid CPU-GPU sync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Create tensors directly on the device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C1092067-89A1-0876-000E-FB1FE369E9F9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F1FD4F1-E1A5-4243-62DB-A1FC6F3516D5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EE1D38C-0D75-83A5-6958-2BBB9D34509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E813371-2B12-85FC-F76C-5653839D61E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8C90004-E7EE-46FA-88D6-1C9D47EA943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44487F0D-80CA-B4B7-69F1-0CC43A416D55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>
            <a:extLst>
              <a:ext uri="{FF2B5EF4-FFF2-40B4-BE49-F238E27FC236}">
                <a16:creationId xmlns:a16="http://schemas.microsoft.com/office/drawing/2014/main" id="{2C016500-D03F-0FAD-317F-933A968A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66"/>
          <a:stretch/>
        </p:blipFill>
        <p:spPr>
          <a:xfrm>
            <a:off x="330426" y="5278945"/>
            <a:ext cx="8236941" cy="145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38F1A5-AF4A-D438-5FBA-24858DAAA101}"/>
              </a:ext>
            </a:extLst>
          </p:cNvPr>
          <p:cNvSpPr txBox="1"/>
          <p:nvPr/>
        </p:nvSpPr>
        <p:spPr>
          <a:xfrm>
            <a:off x="6534670" y="2782474"/>
            <a:ext cx="824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✅ </a:t>
            </a:r>
          </a:p>
        </p:txBody>
      </p:sp>
      <p:pic>
        <p:nvPicPr>
          <p:cNvPr id="3" name="Picture 2" descr="Bad idea / Good idea Meme Generator - Imgflip">
            <a:extLst>
              <a:ext uri="{FF2B5EF4-FFF2-40B4-BE49-F238E27FC236}">
                <a16:creationId xmlns:a16="http://schemas.microsoft.com/office/drawing/2014/main" id="{AD1D36D8-1DC4-D760-DD69-505BBE258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9" b="2017"/>
          <a:stretch/>
        </p:blipFill>
        <p:spPr bwMode="auto">
          <a:xfrm>
            <a:off x="4721995" y="952034"/>
            <a:ext cx="6396726" cy="492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 up of a word&#10;&#10;AI-generated content may be incorrect.">
            <a:extLst>
              <a:ext uri="{FF2B5EF4-FFF2-40B4-BE49-F238E27FC236}">
                <a16:creationId xmlns:a16="http://schemas.microsoft.com/office/drawing/2014/main" id="{7E1DC08D-C0CC-BBAD-6E81-6092D839C2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288" y="1977701"/>
            <a:ext cx="2838632" cy="785902"/>
          </a:xfrm>
          <a:prstGeom prst="rect">
            <a:avLst/>
          </a:prstGeom>
        </p:spPr>
      </p:pic>
      <p:pic>
        <p:nvPicPr>
          <p:cNvPr id="9" name="Picture 8" descr="A computer code with text&#10;&#10;AI-generated content may be incorrect.">
            <a:extLst>
              <a:ext uri="{FF2B5EF4-FFF2-40B4-BE49-F238E27FC236}">
                <a16:creationId xmlns:a16="http://schemas.microsoft.com/office/drawing/2014/main" id="{EAABF550-4A33-BDFC-4D38-6DC677962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399" y="4189176"/>
            <a:ext cx="3667947" cy="13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47468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7BF4-AC7E-D76A-B2C3-A3497E5B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8440FBE-9F59-47A0-96AA-FFCBE708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001AD3E8-A9ED-AE26-A525-E901E9397EF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2556" y="1143604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Avoid doing these inside a training loop if possible:</a:t>
            </a:r>
            <a:br>
              <a:rPr lang="en-GB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F0F06E18-B143-B140-2DE2-21C69E7D7FD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FF2A9145-947B-A5A1-6587-31A8A43C109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C4F3A042-9B02-4E5C-CFB1-A62828A289B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9BB8F131-225A-3CE8-5C6D-BF9CCB92F54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31FABE60-D209-2885-1B01-1FF31248256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F536526-60EF-2247-F21F-8954EA4EA66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3665F321-F656-9ACA-A354-CC4F1982B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40" y="2349875"/>
            <a:ext cx="9957647" cy="3629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42DC7-D802-CBF9-F94F-55A7E22DDA79}"/>
              </a:ext>
            </a:extLst>
          </p:cNvPr>
          <p:cNvSpPr txBox="1"/>
          <p:nvPr/>
        </p:nvSpPr>
        <p:spPr>
          <a:xfrm>
            <a:off x="5959040" y="5958023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This forces </a:t>
            </a:r>
            <a:r>
              <a:rPr lang="en-GB" sz="1400" dirty="0" err="1"/>
              <a:t>PyTorch</a:t>
            </a:r>
            <a:r>
              <a:rPr lang="en-GB" sz="1400" dirty="0"/>
              <a:t> to copy data from GPU to CPU, slowing performance.</a:t>
            </a:r>
            <a:endParaRPr lang="en-NL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2C645D-FE97-9FB5-EE2D-BF1CED8780DD}"/>
              </a:ext>
            </a:extLst>
          </p:cNvPr>
          <p:cNvCxnSpPr>
            <a:cxnSpLocks/>
          </p:cNvCxnSpPr>
          <p:nvPr/>
        </p:nvCxnSpPr>
        <p:spPr>
          <a:xfrm flipH="1" flipV="1">
            <a:off x="5582667" y="5681618"/>
            <a:ext cx="376373" cy="38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1786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EB0F-4762-D3D4-E6FA-B45118A6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CEB8A7D4-4C82-9CAD-FACC-631318CA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F22EC75F-C9B9-CBD9-BC69-92B031D6790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6240" y="1077715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Don't aggregate tensors which still require grad, e.g.: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losses.append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(loss) (:o)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instead, detach (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loss.detach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())</a:t>
            </a: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9E64FFD8-7A8F-4AAC-8AE5-0206F164F11B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0B41BAD-F64C-92FF-309A-39821E7538A3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1E57614D-54A8-6512-7DF2-75151651F4EA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3C844159-507E-42F0-ED94-E93DFBC15A72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B0DF2F7-D8C3-EE37-D0FA-460AC922C50F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D879B570-FCC3-7A5D-7EDD-E482F9F651A9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4F66AB-924C-886D-F532-91B3737CF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2" y="2961885"/>
            <a:ext cx="10396448" cy="2818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5FECB6-E925-759A-CD2E-2ACF173BA65B}"/>
              </a:ext>
            </a:extLst>
          </p:cNvPr>
          <p:cNvSpPr txBox="1"/>
          <p:nvPr/>
        </p:nvSpPr>
        <p:spPr>
          <a:xfrm>
            <a:off x="5841040" y="2357201"/>
            <a:ext cx="5905582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Each loss in </a:t>
            </a:r>
            <a:r>
              <a:rPr lang="en-GB" sz="1400" dirty="0" err="1"/>
              <a:t>losses.append</a:t>
            </a:r>
            <a:r>
              <a:rPr lang="en-GB" sz="1400" dirty="0"/>
              <a:t>(loss) stores the entire computation graph. </a:t>
            </a:r>
            <a:r>
              <a:rPr lang="en-GB" sz="1400" dirty="0" err="1"/>
              <a:t>PyTorch</a:t>
            </a:r>
            <a:r>
              <a:rPr lang="en-GB" sz="1400" dirty="0"/>
              <a:t> stores extra gradients unnecessarily!</a:t>
            </a:r>
            <a:endParaRPr lang="en-NL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40444A-307D-D510-BC5D-E4480127966D}"/>
              </a:ext>
            </a:extLst>
          </p:cNvPr>
          <p:cNvCxnSpPr>
            <a:cxnSpLocks/>
          </p:cNvCxnSpPr>
          <p:nvPr/>
        </p:nvCxnSpPr>
        <p:spPr>
          <a:xfrm flipH="1">
            <a:off x="3736623" y="2779732"/>
            <a:ext cx="2104417" cy="1871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70640C-1920-2812-A703-B4573D3103AE}"/>
              </a:ext>
            </a:extLst>
          </p:cNvPr>
          <p:cNvSpPr txBox="1"/>
          <p:nvPr/>
        </p:nvSpPr>
        <p:spPr>
          <a:xfrm>
            <a:off x="5226504" y="5962438"/>
            <a:ext cx="5003796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detach() creates a new tensor with the same values but removes the gradient tracking.</a:t>
            </a:r>
            <a:endParaRPr lang="en-NL" sz="1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105AB7-1210-5AB6-9B19-31E24F9DBB49}"/>
              </a:ext>
            </a:extLst>
          </p:cNvPr>
          <p:cNvCxnSpPr>
            <a:cxnSpLocks/>
          </p:cNvCxnSpPr>
          <p:nvPr/>
        </p:nvCxnSpPr>
        <p:spPr>
          <a:xfrm flipH="1" flipV="1">
            <a:off x="4357512" y="5557064"/>
            <a:ext cx="868992" cy="56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3734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968581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torch.backends.cuda.matmul.allow_tf32 = True</a:t>
            </a:r>
            <a:endParaRPr lang="nl-NL" dirty="0"/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The default in 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(silently)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torch.set_float32_matmul_precision('high')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torch.backends.cudnn.benchmark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= True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Empirically benchmarks to find fastest algorithm for some methods, default in 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Align bytes: multiples of 2, 8, 1024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DNN libraries want nicely aligned memory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torch.channels_last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Helps with memory alignment and reduces cache misses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Compile: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2.0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Big speedup, but sensitive to implementation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BF109-1D74-7BC9-A96F-E3A56F33C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70" y="5174106"/>
            <a:ext cx="4597400" cy="106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497DAF-6847-9965-9E0A-FB7D7E05C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40" y="5174106"/>
            <a:ext cx="4775200" cy="1079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4EAEBA-6F9A-2C80-E4BE-5F8FA06FD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760" y="6270886"/>
            <a:ext cx="7772400" cy="5120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07CE38-F6FC-BACE-E58B-D86C540F3B67}"/>
              </a:ext>
            </a:extLst>
          </p:cNvPr>
          <p:cNvSpPr txBox="1"/>
          <p:nvPr/>
        </p:nvSpPr>
        <p:spPr>
          <a:xfrm>
            <a:off x="7138700" y="872640"/>
            <a:ext cx="4471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little reason </a:t>
            </a:r>
            <a:r>
              <a:rPr lang="en-GB" sz="1400" i="1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use TensorFloat32 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</a:t>
            </a:r>
            <a:endParaRPr lang="en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1D5802-F904-12C9-3B5B-E7FD8958958B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096000" y="1072695"/>
            <a:ext cx="1042700" cy="5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C3AC53-F74A-B814-27FE-C87489A7D069}"/>
              </a:ext>
            </a:extLst>
          </p:cNvPr>
          <p:cNvSpPr txBox="1"/>
          <p:nvPr/>
        </p:nvSpPr>
        <p:spPr>
          <a:xfrm>
            <a:off x="6722650" y="1576942"/>
            <a:ext cx="495311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Helps maintain accuracy in cases where TF32 might introduce minor errors</a:t>
            </a:r>
            <a:endParaRPr lang="en-NL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AC30D4-29D1-FC65-B112-423CAD7272E7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679949" y="1831910"/>
            <a:ext cx="1042701" cy="52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6C147F-3C92-1672-0D5C-8A774CD567A1}"/>
              </a:ext>
            </a:extLst>
          </p:cNvPr>
          <p:cNvSpPr txBox="1"/>
          <p:nvPr/>
        </p:nvSpPr>
        <p:spPr>
          <a:xfrm>
            <a:off x="7488595" y="3460538"/>
            <a:ext cx="457369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Stores images in NHWC format instead of NCHW (optimizes GPU cache usage)</a:t>
            </a:r>
            <a:endParaRPr lang="en-NL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28055A-EAFC-E574-AA7B-E6305B9128C3}"/>
              </a:ext>
            </a:extLst>
          </p:cNvPr>
          <p:cNvCxnSpPr>
            <a:cxnSpLocks/>
          </p:cNvCxnSpPr>
          <p:nvPr/>
        </p:nvCxnSpPr>
        <p:spPr>
          <a:xfrm flipH="1">
            <a:off x="3285067" y="3772407"/>
            <a:ext cx="4218358" cy="3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334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Level 2: Danger zone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torch.backends.cuda.matmul.allow_fp16_reduced_precision_reduction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Lol: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torch.backends.cuda.matmul.allow_bf16_reduced_precision_reduction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Torch.set_float32_matmul_precision('medium')</a:t>
            </a:r>
            <a:endParaRPr lang="en-US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Cast model and data to (B)Float16 before the forward pass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We're not supposed to...but: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&#10;&#10;Automatisch gegenereerde beschrijving">
            <a:extLst>
              <a:ext uri="{FF2B5EF4-FFF2-40B4-BE49-F238E27FC236}">
                <a16:creationId xmlns:a16="http://schemas.microsoft.com/office/drawing/2014/main" id="{763B3421-2C79-FBA0-BDB3-57F0833F0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53" y="1753948"/>
            <a:ext cx="7996159" cy="572938"/>
          </a:xfrm>
          <a:prstGeom prst="rect">
            <a:avLst/>
          </a:prstGeom>
        </p:spPr>
      </p:pic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455" y="4419158"/>
            <a:ext cx="1478492" cy="1965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DCE398-D0F1-470F-102E-9ECF169A517A}"/>
              </a:ext>
            </a:extLst>
          </p:cNvPr>
          <p:cNvSpPr txBox="1"/>
          <p:nvPr/>
        </p:nvSpPr>
        <p:spPr>
          <a:xfrm>
            <a:off x="5959039" y="219409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Lower precision (FP16 or BF16) for matrix reductions instead of higher precision (FP32, advised). Can cause numerical instability!</a:t>
            </a:r>
            <a:endParaRPr lang="en-NL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E6B202-43CB-8B21-B8D5-2F886CF5CDE2}"/>
              </a:ext>
            </a:extLst>
          </p:cNvPr>
          <p:cNvCxnSpPr>
            <a:cxnSpLocks/>
          </p:cNvCxnSpPr>
          <p:nvPr/>
        </p:nvCxnSpPr>
        <p:spPr>
          <a:xfrm flipH="1">
            <a:off x="9561689" y="827153"/>
            <a:ext cx="876708" cy="586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3E4A6E-5B33-B6FA-0FA9-F0F4C826281A}"/>
              </a:ext>
            </a:extLst>
          </p:cNvPr>
          <p:cNvCxnSpPr>
            <a:cxnSpLocks/>
          </p:cNvCxnSpPr>
          <p:nvPr/>
        </p:nvCxnSpPr>
        <p:spPr>
          <a:xfrm flipH="1">
            <a:off x="9537209" y="852519"/>
            <a:ext cx="901188" cy="1329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D84707-DAE4-7FED-FC14-80907AAC9923}"/>
              </a:ext>
            </a:extLst>
          </p:cNvPr>
          <p:cNvSpPr txBox="1"/>
          <p:nvPr/>
        </p:nvSpPr>
        <p:spPr>
          <a:xfrm>
            <a:off x="6046652" y="2741726"/>
            <a:ext cx="610878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trades some accuracy for faster compute. Can affect model convergence</a:t>
            </a:r>
            <a:endParaRPr lang="en-NL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39EF1B-0CB4-8359-003F-754C9DB9BC53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678311" y="2941781"/>
            <a:ext cx="368341" cy="20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648EA7E-5615-BF4A-2835-B66B24EC57FE}"/>
              </a:ext>
            </a:extLst>
          </p:cNvPr>
          <p:cNvSpPr txBox="1"/>
          <p:nvPr/>
        </p:nvSpPr>
        <p:spPr>
          <a:xfrm>
            <a:off x="6522374" y="4999996"/>
            <a:ext cx="5510849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Forces all computations to use lower precision, instead of letting </a:t>
            </a:r>
            <a:r>
              <a:rPr lang="en-GB" sz="1400" dirty="0" err="1"/>
              <a:t>autocast</a:t>
            </a:r>
            <a:r>
              <a:rPr lang="en-GB" sz="1400" dirty="0"/>
              <a:t>() to choose </a:t>
            </a:r>
            <a:endParaRPr lang="en-NL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41E917-D780-01AB-E3ED-30437B114D6C}"/>
              </a:ext>
            </a:extLst>
          </p:cNvPr>
          <p:cNvCxnSpPr>
            <a:cxnSpLocks/>
          </p:cNvCxnSpPr>
          <p:nvPr/>
        </p:nvCxnSpPr>
        <p:spPr>
          <a:xfrm flipH="1" flipV="1">
            <a:off x="5678311" y="3910829"/>
            <a:ext cx="1207911" cy="108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4204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2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Change your model</a:t>
            </a: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Worst case scenario: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60664DDD-B0AA-0BAC-77E4-652D5830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" y="2022455"/>
            <a:ext cx="12165013" cy="1701838"/>
          </a:xfrm>
          <a:prstGeom prst="rect">
            <a:avLst/>
          </a:prstGeom>
        </p:spPr>
      </p:pic>
      <p:pic>
        <p:nvPicPr>
          <p:cNvPr id="4" name="Afbeelding 4">
            <a:extLst>
              <a:ext uri="{FF2B5EF4-FFF2-40B4-BE49-F238E27FC236}">
                <a16:creationId xmlns:a16="http://schemas.microsoft.com/office/drawing/2014/main" id="{21FFE97D-BE6E-9AAC-991D-03EC04688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088" y="3161692"/>
            <a:ext cx="8902699" cy="34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68654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716F-DE4D-7677-D20C-465CA7AB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81F951FC-A7FF-FB15-2895-9180D45D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Change your model</a:t>
            </a: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4C2000A-EF03-1431-79EF-07ECDD3575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Change model architecture to improve performance characteristics, e.g.: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Use 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LoRA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for fine-tuning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Use pre-trained model aka zero shot 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  <a:t>E.g. DINOv2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Incorporate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dataloading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operations into the model instead of CPU pipeline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ViT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vs CNN vs GNN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Change non-linearities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Multiples of 2,8,1024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Channels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Hidden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Vocab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Batch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Input resolution/sequence length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Everything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For transformers: 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Patching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Masked attention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8E859C55-D5DC-31E1-DF64-276D364B3E9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B5DA00F-6A37-690A-60FA-98FC580117EE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8FCA34F8-8417-FCC7-0F15-DA2B967A25B3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E0D72F69-ABA9-3D35-A13A-379C4FB8ACD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439A953F-FDBC-C3EC-92B3-EEA96823A1B5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E48D71EA-AE8D-C84A-860C-746B4584BC57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45BD415B-0503-1652-91B9-0C2285BE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5" name="Picture 4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5194710C-8C79-4873-01DD-EDDF106D6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371" y="3137040"/>
            <a:ext cx="7056389" cy="369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14548"/>
      </p:ext>
    </p:ext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Always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Have a baseline</a:t>
            </a:r>
            <a:endParaRPr lang="nl-NL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Check convergence statistics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2" name="Afbeelding 2" descr="Afbeelding met grafiek&#10;&#10;Automatisch gegenereerde beschrijving">
            <a:extLst>
              <a:ext uri="{FF2B5EF4-FFF2-40B4-BE49-F238E27FC236}">
                <a16:creationId xmlns:a16="http://schemas.microsoft.com/office/drawing/2014/main" id="{9313A08F-5E86-B1D2-6626-505D0D8B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5" y="2495662"/>
            <a:ext cx="5783263" cy="35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74145"/>
      </p:ext>
    </p:extLst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Monitoring</a:t>
            </a:r>
            <a:r>
              <a:rPr lang="en-GB" sz="3200" b="1" spc="-1">
                <a:latin typeface="Calibri"/>
              </a:rPr>
              <a:t>/Profiling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Get a grip on your model’s performance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Arial"/>
                <a:cs typeface="Arial"/>
              </a:rPr>
              <a:t>At least monitor your performance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Arial"/>
                <a:cs typeface="Arial"/>
              </a:rPr>
              <a:t>Preferably, do some form of profiling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12013"/>
      </p:ext>
    </p:extLst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ekst 10">
            <a:extLst>
              <a:ext uri="{FF2B5EF4-FFF2-40B4-BE49-F238E27FC236}">
                <a16:creationId xmlns:a16="http://schemas.microsoft.com/office/drawing/2014/main" id="{EEE66043-85EF-D548-6EA3-FC5096CA14BD}"/>
              </a:ext>
            </a:extLst>
          </p:cNvPr>
          <p:cNvSpPr txBox="1">
            <a:spLocks/>
          </p:cNvSpPr>
          <p:nvPr/>
        </p:nvSpPr>
        <p:spPr>
          <a:xfrm>
            <a:off x="193040" y="225424"/>
            <a:ext cx="11805920" cy="6424295"/>
          </a:xfrm>
          <a:prstGeom prst="roundRect">
            <a:avLst>
              <a:gd name="adj" fmla="val 3563"/>
            </a:avLst>
          </a:prstGeom>
          <a:solidFill>
            <a:srgbClr val="FCE4D4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E7628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25" name="Vorm 6">
            <a:extLst>
              <a:ext uri="{FF2B5EF4-FFF2-40B4-BE49-F238E27FC236}">
                <a16:creationId xmlns:a16="http://schemas.microsoft.com/office/drawing/2014/main" id="{997B0FE5-06F0-A9B5-FF11-8428FEFC98AC}"/>
              </a:ext>
            </a:extLst>
          </p:cNvPr>
          <p:cNvSpPr txBox="1"/>
          <p:nvPr/>
        </p:nvSpPr>
        <p:spPr>
          <a:xfrm>
            <a:off x="4753972" y="4786172"/>
            <a:ext cx="5359746" cy="1026000"/>
          </a:xfrm>
          <a:prstGeom prst="rect">
            <a:avLst/>
          </a:prstGeom>
          <a:solidFill>
            <a:srgbClr val="D5ECD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Vorm 6">
            <a:extLst>
              <a:ext uri="{FF2B5EF4-FFF2-40B4-BE49-F238E27FC236}">
                <a16:creationId xmlns:a16="http://schemas.microsoft.com/office/drawing/2014/main" id="{71CB7B59-BFCD-A4F5-E149-E9A046A81117}"/>
              </a:ext>
            </a:extLst>
          </p:cNvPr>
          <p:cNvSpPr txBox="1"/>
          <p:nvPr/>
        </p:nvSpPr>
        <p:spPr>
          <a:xfrm>
            <a:off x="4753972" y="3725517"/>
            <a:ext cx="5359746" cy="1026000"/>
          </a:xfrm>
          <a:prstGeom prst="rect">
            <a:avLst/>
          </a:prstGeom>
          <a:solidFill>
            <a:srgbClr val="D1E4F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Vorm 6">
            <a:extLst>
              <a:ext uri="{FF2B5EF4-FFF2-40B4-BE49-F238E27FC236}">
                <a16:creationId xmlns:a16="http://schemas.microsoft.com/office/drawing/2014/main" id="{A462DA75-4D75-A95A-27DA-6E74FA9166DA}"/>
              </a:ext>
            </a:extLst>
          </p:cNvPr>
          <p:cNvSpPr txBox="1"/>
          <p:nvPr/>
        </p:nvSpPr>
        <p:spPr>
          <a:xfrm>
            <a:off x="4753972" y="2670575"/>
            <a:ext cx="5359746" cy="1026000"/>
          </a:xfrm>
          <a:prstGeom prst="rect">
            <a:avLst/>
          </a:prstGeom>
          <a:solidFill>
            <a:srgbClr val="FDF8DA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Vorm 4">
            <a:extLst>
              <a:ext uri="{FF2B5EF4-FFF2-40B4-BE49-F238E27FC236}">
                <a16:creationId xmlns:a16="http://schemas.microsoft.com/office/drawing/2014/main" id="{0618E69C-0048-0238-23A2-CD45C57A7A70}"/>
              </a:ext>
            </a:extLst>
          </p:cNvPr>
          <p:cNvSpPr txBox="1"/>
          <p:nvPr/>
        </p:nvSpPr>
        <p:spPr>
          <a:xfrm>
            <a:off x="4753973" y="1578320"/>
            <a:ext cx="5359746" cy="1060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2DA2214-1EA4-E3F1-C026-15DCB2448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F0A341-5EC5-5383-B842-A265DDD526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8A3DDFD-9D1A-59E0-9C60-B0504FFF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Monitoring pyramid</a:t>
            </a:r>
          </a:p>
        </p:txBody>
      </p:sp>
      <p:sp>
        <p:nvSpPr>
          <p:cNvPr id="5" name="Trapezium 4">
            <a:extLst>
              <a:ext uri="{FF2B5EF4-FFF2-40B4-BE49-F238E27FC236}">
                <a16:creationId xmlns:a16="http://schemas.microsoft.com/office/drawing/2014/main" id="{BB547A6C-21E0-B4F6-70FA-6B2EB89F64F1}"/>
              </a:ext>
            </a:extLst>
          </p:cNvPr>
          <p:cNvSpPr txBox="1"/>
          <p:nvPr/>
        </p:nvSpPr>
        <p:spPr>
          <a:xfrm>
            <a:off x="2332401" y="1441115"/>
            <a:ext cx="1957324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Kernel-level profiling</a:t>
            </a:r>
          </a:p>
        </p:txBody>
      </p:sp>
      <p:sp>
        <p:nvSpPr>
          <p:cNvPr id="6" name="Trapezium 6">
            <a:extLst>
              <a:ext uri="{FF2B5EF4-FFF2-40B4-BE49-F238E27FC236}">
                <a16:creationId xmlns:a16="http://schemas.microsoft.com/office/drawing/2014/main" id="{F5E941E2-AAD4-A55C-92B5-6B04961281EA}"/>
              </a:ext>
            </a:extLst>
          </p:cNvPr>
          <p:cNvSpPr txBox="1"/>
          <p:nvPr/>
        </p:nvSpPr>
        <p:spPr>
          <a:xfrm>
            <a:off x="601744" y="2507491"/>
            <a:ext cx="3042206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Job-level </a:t>
            </a:r>
            <a:r>
              <a:rPr kumimoji="0" lang="en-GB" sz="1499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Profiling</a:t>
            </a:r>
          </a:p>
        </p:txBody>
      </p:sp>
      <p:sp>
        <p:nvSpPr>
          <p:cNvPr id="7" name="Trapezium 8">
            <a:extLst>
              <a:ext uri="{FF2B5EF4-FFF2-40B4-BE49-F238E27FC236}">
                <a16:creationId xmlns:a16="http://schemas.microsoft.com/office/drawing/2014/main" id="{DEBCCE6C-AD2E-BE5C-EFF4-D5FE6D9C8485}"/>
              </a:ext>
            </a:extLst>
          </p:cNvPr>
          <p:cNvSpPr txBox="1"/>
          <p:nvPr/>
        </p:nvSpPr>
        <p:spPr>
          <a:xfrm>
            <a:off x="137498" y="3573866"/>
            <a:ext cx="2833970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Performance metric collection</a:t>
            </a:r>
            <a:endParaRPr kumimoji="0" lang="en-GB" sz="1499" b="1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A70BCFE-909E-1A83-C281-959146F35F25}"/>
              </a:ext>
            </a:extLst>
          </p:cNvPr>
          <p:cNvSpPr/>
          <p:nvPr/>
        </p:nvSpPr>
        <p:spPr>
          <a:xfrm rot="5400000" flipH="1" flipV="1">
            <a:off x="9057310" y="3402635"/>
            <a:ext cx="4213225" cy="592482"/>
          </a:xfrm>
          <a:custGeom>
            <a:avLst/>
            <a:gdLst>
              <a:gd name="connsiteX0" fmla="*/ 4213225 w 4213225"/>
              <a:gd name="connsiteY0" fmla="*/ 296242 h 592482"/>
              <a:gd name="connsiteX1" fmla="*/ 4198659 w 4213225"/>
              <a:gd name="connsiteY1" fmla="*/ 322816 h 592482"/>
              <a:gd name="connsiteX2" fmla="*/ 3885242 w 4213225"/>
              <a:gd name="connsiteY2" fmla="*/ 575446 h 592482"/>
              <a:gd name="connsiteX3" fmla="*/ 3829491 w 4213225"/>
              <a:gd name="connsiteY3" fmla="*/ 592482 h 592482"/>
              <a:gd name="connsiteX4" fmla="*/ 2702737 w 4213225"/>
              <a:gd name="connsiteY4" fmla="*/ 592482 h 592482"/>
              <a:gd name="connsiteX5" fmla="*/ 2702741 w 4213225"/>
              <a:gd name="connsiteY5" fmla="*/ 592479 h 592482"/>
              <a:gd name="connsiteX6" fmla="*/ 0 w 4213225"/>
              <a:gd name="connsiteY6" fmla="*/ 592479 h 592482"/>
              <a:gd name="connsiteX7" fmla="*/ 0 w 4213225"/>
              <a:gd name="connsiteY7" fmla="*/ 0 h 592482"/>
              <a:gd name="connsiteX8" fmla="*/ 3779781 w 4213225"/>
              <a:gd name="connsiteY8" fmla="*/ 0 h 592482"/>
              <a:gd name="connsiteX9" fmla="*/ 3779783 w 4213225"/>
              <a:gd name="connsiteY9" fmla="*/ 2 h 592482"/>
              <a:gd name="connsiteX10" fmla="*/ 3829491 w 4213225"/>
              <a:gd name="connsiteY10" fmla="*/ 2 h 592482"/>
              <a:gd name="connsiteX11" fmla="*/ 3885242 w 4213225"/>
              <a:gd name="connsiteY11" fmla="*/ 17039 h 592482"/>
              <a:gd name="connsiteX12" fmla="*/ 4198659 w 4213225"/>
              <a:gd name="connsiteY12" fmla="*/ 269668 h 592482"/>
              <a:gd name="connsiteX13" fmla="*/ 4213225 w 4213225"/>
              <a:gd name="connsiteY13" fmla="*/ 296242 h 59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13225" h="592482">
                <a:moveTo>
                  <a:pt x="4213225" y="296242"/>
                </a:moveTo>
                <a:cubicBezTo>
                  <a:pt x="4213225" y="305612"/>
                  <a:pt x="4208369" y="314983"/>
                  <a:pt x="4198659" y="322816"/>
                </a:cubicBezTo>
                <a:lnTo>
                  <a:pt x="3885242" y="575446"/>
                </a:lnTo>
                <a:cubicBezTo>
                  <a:pt x="3871917" y="586186"/>
                  <a:pt x="3851301" y="592482"/>
                  <a:pt x="3829491" y="592482"/>
                </a:cubicBezTo>
                <a:lnTo>
                  <a:pt x="2702737" y="592482"/>
                </a:lnTo>
                <a:lnTo>
                  <a:pt x="2702741" y="592479"/>
                </a:lnTo>
                <a:lnTo>
                  <a:pt x="0" y="592479"/>
                </a:lnTo>
                <a:lnTo>
                  <a:pt x="0" y="0"/>
                </a:lnTo>
                <a:lnTo>
                  <a:pt x="3779781" y="0"/>
                </a:lnTo>
                <a:lnTo>
                  <a:pt x="3779783" y="2"/>
                </a:lnTo>
                <a:lnTo>
                  <a:pt x="3829491" y="2"/>
                </a:lnTo>
                <a:cubicBezTo>
                  <a:pt x="3851301" y="2"/>
                  <a:pt x="3871917" y="6298"/>
                  <a:pt x="3885242" y="17039"/>
                </a:cubicBezTo>
                <a:lnTo>
                  <a:pt x="4198659" y="269668"/>
                </a:lnTo>
                <a:cubicBezTo>
                  <a:pt x="4208369" y="277502"/>
                  <a:pt x="4213225" y="286872"/>
                  <a:pt x="4213225" y="2962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tIns="71972" bIns="71972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Time investment</a:t>
            </a:r>
          </a:p>
        </p:txBody>
      </p:sp>
      <p:sp>
        <p:nvSpPr>
          <p:cNvPr id="9" name="Vorm 4">
            <a:extLst>
              <a:ext uri="{FF2B5EF4-FFF2-40B4-BE49-F238E27FC236}">
                <a16:creationId xmlns:a16="http://schemas.microsoft.com/office/drawing/2014/main" id="{6FD8C71D-9E10-30A4-D2E5-9F09B9CD630A}"/>
              </a:ext>
            </a:extLst>
          </p:cNvPr>
          <p:cNvSpPr txBox="1"/>
          <p:nvPr/>
        </p:nvSpPr>
        <p:spPr>
          <a:xfrm>
            <a:off x="5588539" y="1578320"/>
            <a:ext cx="4525180" cy="1060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lvl="0" algn="r" defTabSz="88864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GB" sz="1400" b="1" dirty="0">
                <a:solidFill>
                  <a:srgbClr val="070809"/>
                </a:solidFill>
              </a:rPr>
              <a:t>Nsight compute</a:t>
            </a:r>
          </a:p>
        </p:txBody>
      </p:sp>
      <p:sp>
        <p:nvSpPr>
          <p:cNvPr id="10" name="Vorm 6">
            <a:extLst>
              <a:ext uri="{FF2B5EF4-FFF2-40B4-BE49-F238E27FC236}">
                <a16:creationId xmlns:a16="http://schemas.microsoft.com/office/drawing/2014/main" id="{36A3F4B0-D3EF-0D96-679E-BDAACF46E802}"/>
              </a:ext>
            </a:extLst>
          </p:cNvPr>
          <p:cNvSpPr txBox="1"/>
          <p:nvPr/>
        </p:nvSpPr>
        <p:spPr>
          <a:xfrm>
            <a:off x="6257478" y="2670575"/>
            <a:ext cx="3856240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lvl="1" algn="r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defRPr/>
            </a:pPr>
            <a:r>
              <a:rPr lang="en-GB" sz="1400" b="1" dirty="0" err="1">
                <a:solidFill>
                  <a:srgbClr val="070809"/>
                </a:solidFill>
              </a:rPr>
              <a:t>PyTorch</a:t>
            </a:r>
            <a:r>
              <a:rPr lang="en-GB" sz="1400" b="1" dirty="0">
                <a:solidFill>
                  <a:srgbClr val="070809"/>
                </a:solidFill>
              </a:rPr>
              <a:t> profiler, </a:t>
            </a:r>
            <a:r>
              <a:rPr lang="en-GB" sz="1400" b="1" dirty="0" err="1">
                <a:solidFill>
                  <a:srgbClr val="070809"/>
                </a:solidFill>
              </a:rPr>
              <a:t>nsight</a:t>
            </a:r>
            <a:r>
              <a:rPr lang="en-GB" sz="1400" b="1" dirty="0">
                <a:solidFill>
                  <a:srgbClr val="070809"/>
                </a:solidFill>
              </a:rPr>
              <a:t> systems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Vorm 8">
            <a:extLst>
              <a:ext uri="{FF2B5EF4-FFF2-40B4-BE49-F238E27FC236}">
                <a16:creationId xmlns:a16="http://schemas.microsoft.com/office/drawing/2014/main" id="{995C4980-E012-A8C9-0B65-D30F2667B7F4}"/>
              </a:ext>
            </a:extLst>
          </p:cNvPr>
          <p:cNvSpPr txBox="1"/>
          <p:nvPr/>
        </p:nvSpPr>
        <p:spPr>
          <a:xfrm>
            <a:off x="6386255" y="3725517"/>
            <a:ext cx="3727464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Wandb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Tensorboard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perf metric logging</a:t>
            </a:r>
            <a:b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(e.g. iterations per second, %watts over time)</a:t>
            </a:r>
          </a:p>
        </p:txBody>
      </p:sp>
      <p:sp>
        <p:nvSpPr>
          <p:cNvPr id="12" name="Vorm 10">
            <a:extLst>
              <a:ext uri="{FF2B5EF4-FFF2-40B4-BE49-F238E27FC236}">
                <a16:creationId xmlns:a16="http://schemas.microsoft.com/office/drawing/2014/main" id="{A2330634-E15A-976C-4092-EFE5F05D2990}"/>
              </a:ext>
            </a:extLst>
          </p:cNvPr>
          <p:cNvSpPr txBox="1"/>
          <p:nvPr/>
        </p:nvSpPr>
        <p:spPr>
          <a:xfrm>
            <a:off x="7210097" y="4786172"/>
            <a:ext cx="2903621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lvl="0" algn="r" defTabSz="88864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GB" sz="1499" b="1" dirty="0" err="1">
                <a:solidFill>
                  <a:srgbClr val="070809"/>
                </a:solidFill>
              </a:rPr>
              <a:t>Htop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nvtop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nvidia-smi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dcgmi</a:t>
            </a:r>
            <a:endParaRPr lang="en-GB" sz="1499" b="1" dirty="0">
              <a:solidFill>
                <a:srgbClr val="070809"/>
              </a:solidFill>
            </a:endParaRPr>
          </a:p>
        </p:txBody>
      </p:sp>
      <p:sp>
        <p:nvSpPr>
          <p:cNvPr id="13" name="Trapezium 12">
            <a:extLst>
              <a:ext uri="{FF2B5EF4-FFF2-40B4-BE49-F238E27FC236}">
                <a16:creationId xmlns:a16="http://schemas.microsoft.com/office/drawing/2014/main" id="{B5A13D25-8D17-86B0-6DE8-405DEC198C2B}"/>
              </a:ext>
            </a:extLst>
          </p:cNvPr>
          <p:cNvSpPr/>
          <p:nvPr/>
        </p:nvSpPr>
        <p:spPr>
          <a:xfrm>
            <a:off x="4108197" y="1573011"/>
            <a:ext cx="1337879" cy="1060232"/>
          </a:xfrm>
          <a:prstGeom prst="trapezoid">
            <a:avLst>
              <a:gd name="adj" fmla="val 630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Trapezium 13">
            <a:extLst>
              <a:ext uri="{FF2B5EF4-FFF2-40B4-BE49-F238E27FC236}">
                <a16:creationId xmlns:a16="http://schemas.microsoft.com/office/drawing/2014/main" id="{E103301D-12A0-A977-671D-B1F23C6EA6D9}"/>
              </a:ext>
            </a:extLst>
          </p:cNvPr>
          <p:cNvSpPr/>
          <p:nvPr/>
        </p:nvSpPr>
        <p:spPr>
          <a:xfrm>
            <a:off x="3439257" y="2631475"/>
            <a:ext cx="2675759" cy="1060232"/>
          </a:xfrm>
          <a:prstGeom prst="trapezoid">
            <a:avLst>
              <a:gd name="adj" fmla="val 6309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13333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13333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rapezium 14">
            <a:extLst>
              <a:ext uri="{FF2B5EF4-FFF2-40B4-BE49-F238E27FC236}">
                <a16:creationId xmlns:a16="http://schemas.microsoft.com/office/drawing/2014/main" id="{47EECC8C-70A6-BB27-5A8E-6091427B2DD8}"/>
              </a:ext>
            </a:extLst>
          </p:cNvPr>
          <p:cNvSpPr/>
          <p:nvPr/>
        </p:nvSpPr>
        <p:spPr>
          <a:xfrm>
            <a:off x="2770317" y="3691708"/>
            <a:ext cx="4013637" cy="1060232"/>
          </a:xfrm>
          <a:prstGeom prst="trapezoid">
            <a:avLst>
              <a:gd name="adj" fmla="val 630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26667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26667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Trapezium 15">
            <a:extLst>
              <a:ext uri="{FF2B5EF4-FFF2-40B4-BE49-F238E27FC236}">
                <a16:creationId xmlns:a16="http://schemas.microsoft.com/office/drawing/2014/main" id="{94113037-6234-A9B8-B644-31C3A10A3589}"/>
              </a:ext>
            </a:extLst>
          </p:cNvPr>
          <p:cNvSpPr/>
          <p:nvPr/>
        </p:nvSpPr>
        <p:spPr>
          <a:xfrm>
            <a:off x="2101378" y="4751940"/>
            <a:ext cx="5351517" cy="1060232"/>
          </a:xfrm>
          <a:prstGeom prst="trapezoid">
            <a:avLst>
              <a:gd name="adj" fmla="val 6309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40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Trapezium 8">
            <a:extLst>
              <a:ext uri="{FF2B5EF4-FFF2-40B4-BE49-F238E27FC236}">
                <a16:creationId xmlns:a16="http://schemas.microsoft.com/office/drawing/2014/main" id="{B5CB78C1-6172-2EF2-1A09-5D14016D0152}"/>
              </a:ext>
            </a:extLst>
          </p:cNvPr>
          <p:cNvSpPr txBox="1"/>
          <p:nvPr/>
        </p:nvSpPr>
        <p:spPr>
          <a:xfrm>
            <a:off x="427101" y="4721636"/>
            <a:ext cx="1800686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99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112412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43DB-7BCB-E88B-D7ED-379EB208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A1C017F-9208-9005-6A7B-01970FC1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spc="-1" dirty="0" err="1">
                <a:solidFill>
                  <a:srgbClr val="000000"/>
                </a:solidFill>
                <a:latin typeface="Calibri"/>
              </a:rPr>
              <a:t>n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vidia-smi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4031700A-B425-9911-E38A-EA587B5D70C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853E81A7-5314-8F9C-3F53-588C2E103393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DF920C5-3EE2-A61D-AD7E-A828FCEE7CDC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88480D28-DEAF-3336-7BB6-3BE958FDD939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6D219D25-30F8-8E6A-29D8-DBDA7747D97D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EDCC7B7C-77DD-D862-7291-527DC386FC93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E6E0370A-CA54-D5AB-0CD7-2809ADE13868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49FBF-44B5-4429-FCC2-5C7653CC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480" y="0"/>
            <a:ext cx="8638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17719"/>
      </p:ext>
    </p:extLst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7A531-0A43-A2A2-49D3-6A8B711D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07BD4C69-4B38-E827-B718-F3E6ED38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spc="-1" dirty="0" err="1">
                <a:solidFill>
                  <a:srgbClr val="000000"/>
                </a:solidFill>
                <a:latin typeface="Calibri"/>
              </a:rPr>
              <a:t>n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vidia-smi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B5039949-63BF-FB9E-5C94-048CBE3386F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9C2772D0-1823-94A8-C579-25DE122969AD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C8A65508-BF7F-8169-FD22-6CA9C7996CA8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11A2AF73-A736-8670-EB4C-3E7C22BE447B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6BA5A5C-9956-C70D-5969-63CD0120BC1D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72528AE8-4F0B-431C-06E2-C73103DE8B67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0CF34769-1CFC-3521-51BE-0A7D8AAAC387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60364-6E6E-1111-B9F5-6CD3B2996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3344"/>
            <a:ext cx="12192000" cy="605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10719"/>
      </p:ext>
    </p:extLst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92F0-84AA-0861-79C3-A3412477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A20E9EE4-A092-6AC3-1837-8825D1C5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0" y="-7794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nvtop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DA880F9D-C954-E0AB-2DBB-2F2FDBF7D88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3CBA9BB0-C061-D1B3-056E-473616E38B1C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A754A3D7-A141-4CF6-2776-9202680D4288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464261CA-2CEE-1085-5E12-070953873628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1F345902-D5E1-E375-4DF3-3509C16A28C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132BA60-FCB6-E544-8C97-73F69A067535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762EC892-BF42-13AE-3AB1-BBCD8BF46902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4CA060-689B-C55E-5383-E0D6516BDFCF}"/>
              </a:ext>
            </a:extLst>
          </p:cNvPr>
          <p:cNvSpPr/>
          <p:nvPr/>
        </p:nvSpPr>
        <p:spPr>
          <a:xfrm>
            <a:off x="386862" y="5700027"/>
            <a:ext cx="520698" cy="445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577B85-913B-BB40-78C1-05810F6ADEE5}"/>
              </a:ext>
            </a:extLst>
          </p:cNvPr>
          <p:cNvSpPr/>
          <p:nvPr/>
        </p:nvSpPr>
        <p:spPr>
          <a:xfrm>
            <a:off x="3982452" y="5700028"/>
            <a:ext cx="8209187" cy="3868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5CF323-5F48-293C-F3E7-6A8BDEA1B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116"/>
            <a:ext cx="12192000" cy="654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63533"/>
      </p:ext>
    </p:extLst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17DA-82C3-C609-AFA9-58579D087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69357F11-D76D-EAB3-A185-40F71F58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8" y="-27537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htop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93EFACA7-50FF-81BF-45E4-B5B3FD773E0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FB601BB-BC4E-095A-76FE-50AE399B3747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7FAB625-E116-E547-3DEB-A231ED3760A1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9BC245BA-DC0B-EB1A-A5D2-754AC3893BE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34873925-9CBF-2ED0-36A2-BEA827E0A244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02B0B7A9-C458-BF49-C16F-7E04FFB906ED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65C63A39-9322-3E4E-3175-72936FB4A15C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2FFDD-AF67-9D76-D872-05E112141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22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51536"/>
      </p:ext>
    </p:extLst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EE46-E0B7-EF67-042C-081D3B84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9457188E-65C3-6B0F-5BAF-56C7D074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92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dcgmi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D0F0F8C7-387C-54D7-BBFE-EECA1BB2D60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9931A83-017C-89CE-1E2F-FC6FE0B1D89D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3AEE1F76-38E8-3EEA-2157-A5B14586117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1F26BA5-7740-54F5-1929-7088ABD8A3A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54999432-FF5F-B958-C34B-25C38293D3D6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801CB3D0-4F9B-1201-A27C-FF121D780C2A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8A9B29DC-4437-D523-9EBA-275AEE31B32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A76D8-D3B3-90FC-9E46-0C23825E4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5560"/>
            <a:ext cx="12192000" cy="629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03627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15814</TotalTime>
  <Words>3566</Words>
  <Application>Microsoft Macintosh PowerPoint</Application>
  <PresentationFormat>Widescreen</PresentationFormat>
  <Paragraphs>1187</Paragraphs>
  <Slides>56</Slides>
  <Notes>37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21</vt:i4>
      </vt:variant>
      <vt:variant>
        <vt:lpstr>Slide Titles</vt:lpstr>
      </vt:variant>
      <vt:variant>
        <vt:i4>56</vt:i4>
      </vt:variant>
    </vt:vector>
  </HeadingPairs>
  <TitlesOfParts>
    <vt:vector size="84" baseType="lpstr">
      <vt:lpstr>Aptos</vt:lpstr>
      <vt:lpstr>Arial</vt:lpstr>
      <vt:lpstr>Calibri</vt:lpstr>
      <vt:lpstr>Calibri,Sans-Serif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SURF</vt:lpstr>
      <vt:lpstr>PowerPoint Presentation</vt:lpstr>
      <vt:lpstr>The three S'</vt:lpstr>
      <vt:lpstr>System</vt:lpstr>
      <vt:lpstr>System</vt:lpstr>
      <vt:lpstr>Important System Details</vt:lpstr>
      <vt:lpstr>Important System Details</vt:lpstr>
      <vt:lpstr>Important System Details</vt:lpstr>
      <vt:lpstr>Important System Details</vt:lpstr>
      <vt:lpstr>Important System Details</vt:lpstr>
      <vt:lpstr>Some context</vt:lpstr>
      <vt:lpstr>System Hardware Distribution</vt:lpstr>
      <vt:lpstr>Hardware overview</vt:lpstr>
      <vt:lpstr>Hardware overview</vt:lpstr>
      <vt:lpstr>Hardware overview</vt:lpstr>
      <vt:lpstr>Hardware overview</vt:lpstr>
      <vt:lpstr>Hardware overview</vt:lpstr>
      <vt:lpstr>Hardware overview</vt:lpstr>
      <vt:lpstr>Performance in practice</vt:lpstr>
      <vt:lpstr>Tensor cores</vt:lpstr>
      <vt:lpstr>Lower precision for DL</vt:lpstr>
      <vt:lpstr>Lower precision for DL</vt:lpstr>
      <vt:lpstr>Lower precision for DL</vt:lpstr>
      <vt:lpstr>Lower precision for DL</vt:lpstr>
      <vt:lpstr>Nvidia Hopper (e.g. H100)</vt:lpstr>
      <vt:lpstr>Nvidia Blackwell GPUs (e.g. B300)</vt:lpstr>
      <vt:lpstr>Thinking about the distribution of your data &amp; model becomes even more important</vt:lpstr>
      <vt:lpstr>Thinking about the distribution of your data &amp; model becomes even more important</vt:lpstr>
      <vt:lpstr>Thinking about the distribution of your data &amp; model becomes even more important</vt:lpstr>
      <vt:lpstr>And on CPU: </vt:lpstr>
      <vt:lpstr>Second S: Software</vt:lpstr>
      <vt:lpstr>Third S: Stack</vt:lpstr>
      <vt:lpstr>Wait ... so what happens?</vt:lpstr>
      <vt:lpstr>In practice: PyTorch + Snellius</vt:lpstr>
      <vt:lpstr>Rapidfire: implementation details</vt:lpstr>
      <vt:lpstr>Rapidfire: implementation details</vt:lpstr>
      <vt:lpstr>Level 0: "oh my god": torch.autocast</vt:lpstr>
      <vt:lpstr>Level 0: "oh my god": torch.compile</vt:lpstr>
      <vt:lpstr>Level 1: Shouldn't impact model convergence:</vt:lpstr>
      <vt:lpstr>Level 1: Shouldn't impact model convergence:</vt:lpstr>
      <vt:lpstr>Types of DNN operations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2: Danger zone</vt:lpstr>
      <vt:lpstr>Change your model</vt:lpstr>
      <vt:lpstr>Change your model</vt:lpstr>
      <vt:lpstr>Always</vt:lpstr>
      <vt:lpstr>Monitoring/Profiling</vt:lpstr>
      <vt:lpstr>Monitoring pyramid</vt:lpstr>
      <vt:lpstr>nvidia-smi</vt:lpstr>
      <vt:lpstr>nvidia-smi</vt:lpstr>
      <vt:lpstr>nvtop</vt:lpstr>
      <vt:lpstr>htop</vt:lpstr>
      <vt:lpstr>dcgmi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/>
  <dc:description/>
  <cp:lastModifiedBy>Lars Veefkind</cp:lastModifiedBy>
  <cp:revision>218</cp:revision>
  <dcterms:modified xsi:type="dcterms:W3CDTF">2026-03-11T15:39:02Z</dcterms:modified>
  <dc:language>en-US</dc:language>
</cp:coreProperties>
</file>