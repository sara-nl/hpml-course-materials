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wmf" ContentType="image/x-wmf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Masters/slideMaster5.xml" ContentType="application/vnd.openxmlformats-officedocument.presentationml.slideMaster+xml"/>
  <Override PartName="/ppt/slideMasters/slideMaster6.xml" ContentType="application/vnd.openxmlformats-officedocument.presentationml.slideMaster+xml"/>
  <Override PartName="/ppt/slideMasters/slideMaster7.xml" ContentType="application/vnd.openxmlformats-officedocument.presentationml.slideMaster+xml"/>
  <Override PartName="/ppt/slideMasters/slideMaster8.xml" ContentType="application/vnd.openxmlformats-officedocument.presentationml.slideMaster+xml"/>
  <Override PartName="/ppt/slideMasters/slideMaster9.xml" ContentType="application/vnd.openxmlformats-officedocument.presentationml.slideMaster+xml"/>
  <Override PartName="/ppt/slideMasters/slideMaster10.xml" ContentType="application/vnd.openxmlformats-officedocument.presentationml.slideMaster+xml"/>
  <Override PartName="/ppt/slideMasters/slideMaster11.xml" ContentType="application/vnd.openxmlformats-officedocument.presentationml.slideMaster+xml"/>
  <Override PartName="/ppt/slideMasters/slideMaster12.xml" ContentType="application/vnd.openxmlformats-officedocument.presentationml.slideMaster+xml"/>
  <Override PartName="/ppt/slideMasters/slideMaster13.xml" ContentType="application/vnd.openxmlformats-officedocument.presentationml.slideMaster+xml"/>
  <Override PartName="/ppt/slideMasters/slideMaster14.xml" ContentType="application/vnd.openxmlformats-officedocument.presentationml.slideMaster+xml"/>
  <Override PartName="/ppt/slideMasters/slideMaster15.xml" ContentType="application/vnd.openxmlformats-officedocument.presentationml.slideMaster+xml"/>
  <Override PartName="/ppt/slideMasters/slideMaster16.xml" ContentType="application/vnd.openxmlformats-officedocument.presentationml.slideMaster+xml"/>
  <Override PartName="/ppt/slideMasters/slideMaster17.xml" ContentType="application/vnd.openxmlformats-officedocument.presentationml.slideMaster+xml"/>
  <Override PartName="/ppt/slideMasters/slideMaster18.xml" ContentType="application/vnd.openxmlformats-officedocument.presentationml.slideMaster+xml"/>
  <Override PartName="/ppt/slideMasters/slideMaster19.xml" ContentType="application/vnd.openxmlformats-officedocument.presentationml.slideMaster+xml"/>
  <Override PartName="/ppt/slideMasters/slideMaster20.xml" ContentType="application/vnd.openxmlformats-officedocument.presentationml.slideMaster+xml"/>
  <Override PartName="/ppt/slideMasters/slideMaster2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notesMasters/notesMaster1.xml" ContentType="application/vnd.openxmlformats-officedocument.presentationml.notes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theme/theme2.xml" ContentType="application/vnd.openxmlformats-officedocument.theme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theme/theme3.xml" ContentType="application/vnd.openxmlformats-officedocument.theme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theme/theme4.xml" ContentType="application/vnd.openxmlformats-officedocument.theme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52.xml" ContentType="application/vnd.openxmlformats-officedocument.presentationml.slideLayout+xml"/>
  <Override PartName="/ppt/slideLayouts/slideLayout53.xml" ContentType="application/vnd.openxmlformats-officedocument.presentationml.slideLayout+xml"/>
  <Override PartName="/ppt/slideLayouts/slideLayout54.xml" ContentType="application/vnd.openxmlformats-officedocument.presentationml.slideLayout+xml"/>
  <Override PartName="/ppt/slideLayouts/slideLayout55.xml" ContentType="application/vnd.openxmlformats-officedocument.presentationml.slideLayout+xml"/>
  <Override PartName="/ppt/slideLayouts/slideLayout56.xml" ContentType="application/vnd.openxmlformats-officedocument.presentationml.slideLayout+xml"/>
  <Override PartName="/ppt/slideLayouts/slideLayout57.xml" ContentType="application/vnd.openxmlformats-officedocument.presentationml.slideLayout+xml"/>
  <Override PartName="/ppt/slideLayouts/slideLayout58.xml" ContentType="application/vnd.openxmlformats-officedocument.presentationml.slideLayout+xml"/>
  <Override PartName="/ppt/slideLayouts/slideLayout59.xml" ContentType="application/vnd.openxmlformats-officedocument.presentationml.slideLayout+xml"/>
  <Override PartName="/ppt/slideLayouts/slideLayout60.xml" ContentType="application/vnd.openxmlformats-officedocument.presentationml.slideLayout+xml"/>
  <Override PartName="/ppt/slideLayouts/slideLayout61.xml" ContentType="application/vnd.openxmlformats-officedocument.presentationml.slideLayout+xml"/>
  <Override PartName="/ppt/theme/theme5.xml" ContentType="application/vnd.openxmlformats-officedocument.theme+xml"/>
  <Override PartName="/ppt/slideLayouts/slideLayout62.xml" ContentType="application/vnd.openxmlformats-officedocument.presentationml.slideLayout+xml"/>
  <Override PartName="/ppt/slideLayouts/slideLayout63.xml" ContentType="application/vnd.openxmlformats-officedocument.presentationml.slideLayout+xml"/>
  <Override PartName="/ppt/slideLayouts/slideLayout64.xml" ContentType="application/vnd.openxmlformats-officedocument.presentationml.slideLayout+xml"/>
  <Override PartName="/ppt/slideLayouts/slideLayout65.xml" ContentType="application/vnd.openxmlformats-officedocument.presentationml.slideLayout+xml"/>
  <Override PartName="/ppt/slideLayouts/slideLayout66.xml" ContentType="application/vnd.openxmlformats-officedocument.presentationml.slideLayout+xml"/>
  <Override PartName="/ppt/slideLayouts/slideLayout67.xml" ContentType="application/vnd.openxmlformats-officedocument.presentationml.slideLayout+xml"/>
  <Override PartName="/ppt/slideLayouts/slideLayout68.xml" ContentType="application/vnd.openxmlformats-officedocument.presentationml.slideLayout+xml"/>
  <Override PartName="/ppt/slideLayouts/slideLayout69.xml" ContentType="application/vnd.openxmlformats-officedocument.presentationml.slideLayout+xml"/>
  <Override PartName="/ppt/slideLayouts/slideLayout70.xml" ContentType="application/vnd.openxmlformats-officedocument.presentationml.slideLayout+xml"/>
  <Override PartName="/ppt/slideLayouts/slideLayout71.xml" ContentType="application/vnd.openxmlformats-officedocument.presentationml.slideLayout+xml"/>
  <Override PartName="/ppt/slideLayouts/slideLayout72.xml" ContentType="application/vnd.openxmlformats-officedocument.presentationml.slideLayout+xml"/>
  <Override PartName="/ppt/slideLayouts/slideLayout73.xml" ContentType="application/vnd.openxmlformats-officedocument.presentationml.slideLayout+xml"/>
  <Override PartName="/ppt/theme/theme6.xml" ContentType="application/vnd.openxmlformats-officedocument.theme+xml"/>
  <Override PartName="/ppt/slideLayouts/slideLayout74.xml" ContentType="application/vnd.openxmlformats-officedocument.presentationml.slideLayout+xml"/>
  <Override PartName="/ppt/slideLayouts/slideLayout75.xml" ContentType="application/vnd.openxmlformats-officedocument.presentationml.slideLayout+xml"/>
  <Override PartName="/ppt/slideLayouts/slideLayout76.xml" ContentType="application/vnd.openxmlformats-officedocument.presentationml.slideLayout+xml"/>
  <Override PartName="/ppt/slideLayouts/slideLayout77.xml" ContentType="application/vnd.openxmlformats-officedocument.presentationml.slideLayout+xml"/>
  <Override PartName="/ppt/slideLayouts/slideLayout78.xml" ContentType="application/vnd.openxmlformats-officedocument.presentationml.slideLayout+xml"/>
  <Override PartName="/ppt/slideLayouts/slideLayout79.xml" ContentType="application/vnd.openxmlformats-officedocument.presentationml.slideLayout+xml"/>
  <Override PartName="/ppt/slideLayouts/slideLayout80.xml" ContentType="application/vnd.openxmlformats-officedocument.presentationml.slideLayout+xml"/>
  <Override PartName="/ppt/slideLayouts/slideLayout81.xml" ContentType="application/vnd.openxmlformats-officedocument.presentationml.slideLayout+xml"/>
  <Override PartName="/ppt/slideLayouts/slideLayout82.xml" ContentType="application/vnd.openxmlformats-officedocument.presentationml.slideLayout+xml"/>
  <Override PartName="/ppt/slideLayouts/slideLayout83.xml" ContentType="application/vnd.openxmlformats-officedocument.presentationml.slideLayout+xml"/>
  <Override PartName="/ppt/slideLayouts/slideLayout84.xml" ContentType="application/vnd.openxmlformats-officedocument.presentationml.slideLayout+xml"/>
  <Override PartName="/ppt/slideLayouts/slideLayout85.xml" ContentType="application/vnd.openxmlformats-officedocument.presentationml.slideLayout+xml"/>
  <Override PartName="/ppt/theme/theme7.xml" ContentType="application/vnd.openxmlformats-officedocument.theme+xml"/>
  <Override PartName="/ppt/slideLayouts/slideLayout86.xml" ContentType="application/vnd.openxmlformats-officedocument.presentationml.slideLayout+xml"/>
  <Override PartName="/ppt/slideLayouts/slideLayout87.xml" ContentType="application/vnd.openxmlformats-officedocument.presentationml.slideLayout+xml"/>
  <Override PartName="/ppt/slideLayouts/slideLayout88.xml" ContentType="application/vnd.openxmlformats-officedocument.presentationml.slideLayout+xml"/>
  <Override PartName="/ppt/slideLayouts/slideLayout89.xml" ContentType="application/vnd.openxmlformats-officedocument.presentationml.slideLayout+xml"/>
  <Override PartName="/ppt/slideLayouts/slideLayout90.xml" ContentType="application/vnd.openxmlformats-officedocument.presentationml.slideLayout+xml"/>
  <Override PartName="/ppt/slideLayouts/slideLayout91.xml" ContentType="application/vnd.openxmlformats-officedocument.presentationml.slideLayout+xml"/>
  <Override PartName="/ppt/slideLayouts/slideLayout92.xml" ContentType="application/vnd.openxmlformats-officedocument.presentationml.slideLayout+xml"/>
  <Override PartName="/ppt/slideLayouts/slideLayout93.xml" ContentType="application/vnd.openxmlformats-officedocument.presentationml.slideLayout+xml"/>
  <Override PartName="/ppt/slideLayouts/slideLayout94.xml" ContentType="application/vnd.openxmlformats-officedocument.presentationml.slideLayout+xml"/>
  <Override PartName="/ppt/slideLayouts/slideLayout95.xml" ContentType="application/vnd.openxmlformats-officedocument.presentationml.slideLayout+xml"/>
  <Override PartName="/ppt/slideLayouts/slideLayout96.xml" ContentType="application/vnd.openxmlformats-officedocument.presentationml.slideLayout+xml"/>
  <Override PartName="/ppt/slideLayouts/slideLayout97.xml" ContentType="application/vnd.openxmlformats-officedocument.presentationml.slideLayout+xml"/>
  <Override PartName="/ppt/theme/theme8.xml" ContentType="application/vnd.openxmlformats-officedocument.theme+xml"/>
  <Override PartName="/ppt/slideLayouts/slideLayout98.xml" ContentType="application/vnd.openxmlformats-officedocument.presentationml.slideLayout+xml"/>
  <Override PartName="/ppt/slideLayouts/slideLayout99.xml" ContentType="application/vnd.openxmlformats-officedocument.presentationml.slideLayout+xml"/>
  <Override PartName="/ppt/slideLayouts/slideLayout100.xml" ContentType="application/vnd.openxmlformats-officedocument.presentationml.slideLayout+xml"/>
  <Override PartName="/ppt/slideLayouts/slideLayout101.xml" ContentType="application/vnd.openxmlformats-officedocument.presentationml.slideLayout+xml"/>
  <Override PartName="/ppt/slideLayouts/slideLayout102.xml" ContentType="application/vnd.openxmlformats-officedocument.presentationml.slideLayout+xml"/>
  <Override PartName="/ppt/slideLayouts/slideLayout103.xml" ContentType="application/vnd.openxmlformats-officedocument.presentationml.slideLayout+xml"/>
  <Override PartName="/ppt/slideLayouts/slideLayout104.xml" ContentType="application/vnd.openxmlformats-officedocument.presentationml.slideLayout+xml"/>
  <Override PartName="/ppt/slideLayouts/slideLayout105.xml" ContentType="application/vnd.openxmlformats-officedocument.presentationml.slideLayout+xml"/>
  <Override PartName="/ppt/slideLayouts/slideLayout106.xml" ContentType="application/vnd.openxmlformats-officedocument.presentationml.slideLayout+xml"/>
  <Override PartName="/ppt/slideLayouts/slideLayout107.xml" ContentType="application/vnd.openxmlformats-officedocument.presentationml.slideLayout+xml"/>
  <Override PartName="/ppt/slideLayouts/slideLayout108.xml" ContentType="application/vnd.openxmlformats-officedocument.presentationml.slideLayout+xml"/>
  <Override PartName="/ppt/slideLayouts/slideLayout109.xml" ContentType="application/vnd.openxmlformats-officedocument.presentationml.slideLayout+xml"/>
  <Override PartName="/ppt/theme/theme9.xml" ContentType="application/vnd.openxmlformats-officedocument.theme+xml"/>
  <Override PartName="/ppt/slideLayouts/slideLayout110.xml" ContentType="application/vnd.openxmlformats-officedocument.presentationml.slideLayout+xml"/>
  <Override PartName="/ppt/slideLayouts/slideLayout111.xml" ContentType="application/vnd.openxmlformats-officedocument.presentationml.slideLayout+xml"/>
  <Override PartName="/ppt/slideLayouts/slideLayout112.xml" ContentType="application/vnd.openxmlformats-officedocument.presentationml.slideLayout+xml"/>
  <Override PartName="/ppt/slideLayouts/slideLayout113.xml" ContentType="application/vnd.openxmlformats-officedocument.presentationml.slideLayout+xml"/>
  <Override PartName="/ppt/slideLayouts/slideLayout114.xml" ContentType="application/vnd.openxmlformats-officedocument.presentationml.slideLayout+xml"/>
  <Override PartName="/ppt/slideLayouts/slideLayout115.xml" ContentType="application/vnd.openxmlformats-officedocument.presentationml.slideLayout+xml"/>
  <Override PartName="/ppt/slideLayouts/slideLayout116.xml" ContentType="application/vnd.openxmlformats-officedocument.presentationml.slideLayout+xml"/>
  <Override PartName="/ppt/slideLayouts/slideLayout117.xml" ContentType="application/vnd.openxmlformats-officedocument.presentationml.slideLayout+xml"/>
  <Override PartName="/ppt/slideLayouts/slideLayout118.xml" ContentType="application/vnd.openxmlformats-officedocument.presentationml.slideLayout+xml"/>
  <Override PartName="/ppt/slideLayouts/slideLayout119.xml" ContentType="application/vnd.openxmlformats-officedocument.presentationml.slideLayout+xml"/>
  <Override PartName="/ppt/slideLayouts/slideLayout120.xml" ContentType="application/vnd.openxmlformats-officedocument.presentationml.slideLayout+xml"/>
  <Override PartName="/ppt/slideLayouts/slideLayout121.xml" ContentType="application/vnd.openxmlformats-officedocument.presentationml.slideLayout+xml"/>
  <Override PartName="/ppt/theme/theme10.xml" ContentType="application/vnd.openxmlformats-officedocument.theme+xml"/>
  <Override PartName="/ppt/slideLayouts/slideLayout122.xml" ContentType="application/vnd.openxmlformats-officedocument.presentationml.slideLayout+xml"/>
  <Override PartName="/ppt/slideLayouts/slideLayout123.xml" ContentType="application/vnd.openxmlformats-officedocument.presentationml.slideLayout+xml"/>
  <Override PartName="/ppt/slideLayouts/slideLayout124.xml" ContentType="application/vnd.openxmlformats-officedocument.presentationml.slideLayout+xml"/>
  <Override PartName="/ppt/slideLayouts/slideLayout125.xml" ContentType="application/vnd.openxmlformats-officedocument.presentationml.slideLayout+xml"/>
  <Override PartName="/ppt/slideLayouts/slideLayout126.xml" ContentType="application/vnd.openxmlformats-officedocument.presentationml.slideLayout+xml"/>
  <Override PartName="/ppt/slideLayouts/slideLayout127.xml" ContentType="application/vnd.openxmlformats-officedocument.presentationml.slideLayout+xml"/>
  <Override PartName="/ppt/slideLayouts/slideLayout128.xml" ContentType="application/vnd.openxmlformats-officedocument.presentationml.slideLayout+xml"/>
  <Override PartName="/ppt/slideLayouts/slideLayout129.xml" ContentType="application/vnd.openxmlformats-officedocument.presentationml.slideLayout+xml"/>
  <Override PartName="/ppt/slideLayouts/slideLayout130.xml" ContentType="application/vnd.openxmlformats-officedocument.presentationml.slideLayout+xml"/>
  <Override PartName="/ppt/slideLayouts/slideLayout131.xml" ContentType="application/vnd.openxmlformats-officedocument.presentationml.slideLayout+xml"/>
  <Override PartName="/ppt/slideLayouts/slideLayout132.xml" ContentType="application/vnd.openxmlformats-officedocument.presentationml.slideLayout+xml"/>
  <Override PartName="/ppt/slideLayouts/slideLayout133.xml" ContentType="application/vnd.openxmlformats-officedocument.presentationml.slideLayout+xml"/>
  <Override PartName="/ppt/theme/theme11.xml" ContentType="application/vnd.openxmlformats-officedocument.theme+xml"/>
  <Override PartName="/ppt/slideLayouts/slideLayout134.xml" ContentType="application/vnd.openxmlformats-officedocument.presentationml.slideLayout+xml"/>
  <Override PartName="/ppt/slideLayouts/slideLayout135.xml" ContentType="application/vnd.openxmlformats-officedocument.presentationml.slideLayout+xml"/>
  <Override PartName="/ppt/slideLayouts/slideLayout136.xml" ContentType="application/vnd.openxmlformats-officedocument.presentationml.slideLayout+xml"/>
  <Override PartName="/ppt/slideLayouts/slideLayout137.xml" ContentType="application/vnd.openxmlformats-officedocument.presentationml.slideLayout+xml"/>
  <Override PartName="/ppt/slideLayouts/slideLayout138.xml" ContentType="application/vnd.openxmlformats-officedocument.presentationml.slideLayout+xml"/>
  <Override PartName="/ppt/slideLayouts/slideLayout139.xml" ContentType="application/vnd.openxmlformats-officedocument.presentationml.slideLayout+xml"/>
  <Override PartName="/ppt/slideLayouts/slideLayout140.xml" ContentType="application/vnd.openxmlformats-officedocument.presentationml.slideLayout+xml"/>
  <Override PartName="/ppt/slideLayouts/slideLayout141.xml" ContentType="application/vnd.openxmlformats-officedocument.presentationml.slideLayout+xml"/>
  <Override PartName="/ppt/slideLayouts/slideLayout142.xml" ContentType="application/vnd.openxmlformats-officedocument.presentationml.slideLayout+xml"/>
  <Override PartName="/ppt/slideLayouts/slideLayout143.xml" ContentType="application/vnd.openxmlformats-officedocument.presentationml.slideLayout+xml"/>
  <Override PartName="/ppt/slideLayouts/slideLayout144.xml" ContentType="application/vnd.openxmlformats-officedocument.presentationml.slideLayout+xml"/>
  <Override PartName="/ppt/slideLayouts/slideLayout145.xml" ContentType="application/vnd.openxmlformats-officedocument.presentationml.slideLayout+xml"/>
  <Override PartName="/ppt/theme/theme12.xml" ContentType="application/vnd.openxmlformats-officedocument.theme+xml"/>
  <Override PartName="/ppt/slideLayouts/slideLayout146.xml" ContentType="application/vnd.openxmlformats-officedocument.presentationml.slideLayout+xml"/>
  <Override PartName="/ppt/slideLayouts/slideLayout147.xml" ContentType="application/vnd.openxmlformats-officedocument.presentationml.slideLayout+xml"/>
  <Override PartName="/ppt/slideLayouts/slideLayout148.xml" ContentType="application/vnd.openxmlformats-officedocument.presentationml.slideLayout+xml"/>
  <Override PartName="/ppt/slideLayouts/slideLayout149.xml" ContentType="application/vnd.openxmlformats-officedocument.presentationml.slideLayout+xml"/>
  <Override PartName="/ppt/slideLayouts/slideLayout150.xml" ContentType="application/vnd.openxmlformats-officedocument.presentationml.slideLayout+xml"/>
  <Override PartName="/ppt/slideLayouts/slideLayout151.xml" ContentType="application/vnd.openxmlformats-officedocument.presentationml.slideLayout+xml"/>
  <Override PartName="/ppt/slideLayouts/slideLayout152.xml" ContentType="application/vnd.openxmlformats-officedocument.presentationml.slideLayout+xml"/>
  <Override PartName="/ppt/slideLayouts/slideLayout153.xml" ContentType="application/vnd.openxmlformats-officedocument.presentationml.slideLayout+xml"/>
  <Override PartName="/ppt/slideLayouts/slideLayout154.xml" ContentType="application/vnd.openxmlformats-officedocument.presentationml.slideLayout+xml"/>
  <Override PartName="/ppt/slideLayouts/slideLayout155.xml" ContentType="application/vnd.openxmlformats-officedocument.presentationml.slideLayout+xml"/>
  <Override PartName="/ppt/slideLayouts/slideLayout156.xml" ContentType="application/vnd.openxmlformats-officedocument.presentationml.slideLayout+xml"/>
  <Override PartName="/ppt/slideLayouts/slideLayout157.xml" ContentType="application/vnd.openxmlformats-officedocument.presentationml.slideLayout+xml"/>
  <Override PartName="/ppt/theme/theme13.xml" ContentType="application/vnd.openxmlformats-officedocument.theme+xml"/>
  <Override PartName="/ppt/slideLayouts/slideLayout158.xml" ContentType="application/vnd.openxmlformats-officedocument.presentationml.slideLayout+xml"/>
  <Override PartName="/ppt/slideLayouts/slideLayout159.xml" ContentType="application/vnd.openxmlformats-officedocument.presentationml.slideLayout+xml"/>
  <Override PartName="/ppt/slideLayouts/slideLayout160.xml" ContentType="application/vnd.openxmlformats-officedocument.presentationml.slideLayout+xml"/>
  <Override PartName="/ppt/slideLayouts/slideLayout161.xml" ContentType="application/vnd.openxmlformats-officedocument.presentationml.slideLayout+xml"/>
  <Override PartName="/ppt/slideLayouts/slideLayout162.xml" ContentType="application/vnd.openxmlformats-officedocument.presentationml.slideLayout+xml"/>
  <Override PartName="/ppt/slideLayouts/slideLayout163.xml" ContentType="application/vnd.openxmlformats-officedocument.presentationml.slideLayout+xml"/>
  <Override PartName="/ppt/slideLayouts/slideLayout164.xml" ContentType="application/vnd.openxmlformats-officedocument.presentationml.slideLayout+xml"/>
  <Override PartName="/ppt/slideLayouts/slideLayout165.xml" ContentType="application/vnd.openxmlformats-officedocument.presentationml.slideLayout+xml"/>
  <Override PartName="/ppt/slideLayouts/slideLayout166.xml" ContentType="application/vnd.openxmlformats-officedocument.presentationml.slideLayout+xml"/>
  <Override PartName="/ppt/slideLayouts/slideLayout167.xml" ContentType="application/vnd.openxmlformats-officedocument.presentationml.slideLayout+xml"/>
  <Override PartName="/ppt/slideLayouts/slideLayout168.xml" ContentType="application/vnd.openxmlformats-officedocument.presentationml.slideLayout+xml"/>
  <Override PartName="/ppt/slideLayouts/slideLayout169.xml" ContentType="application/vnd.openxmlformats-officedocument.presentationml.slideLayout+xml"/>
  <Override PartName="/ppt/theme/theme14.xml" ContentType="application/vnd.openxmlformats-officedocument.theme+xml"/>
  <Override PartName="/ppt/slideLayouts/slideLayout170.xml" ContentType="application/vnd.openxmlformats-officedocument.presentationml.slideLayout+xml"/>
  <Override PartName="/ppt/slideLayouts/slideLayout171.xml" ContentType="application/vnd.openxmlformats-officedocument.presentationml.slideLayout+xml"/>
  <Override PartName="/ppt/slideLayouts/slideLayout172.xml" ContentType="application/vnd.openxmlformats-officedocument.presentationml.slideLayout+xml"/>
  <Override PartName="/ppt/slideLayouts/slideLayout173.xml" ContentType="application/vnd.openxmlformats-officedocument.presentationml.slideLayout+xml"/>
  <Override PartName="/ppt/slideLayouts/slideLayout174.xml" ContentType="application/vnd.openxmlformats-officedocument.presentationml.slideLayout+xml"/>
  <Override PartName="/ppt/slideLayouts/slideLayout175.xml" ContentType="application/vnd.openxmlformats-officedocument.presentationml.slideLayout+xml"/>
  <Override PartName="/ppt/slideLayouts/slideLayout176.xml" ContentType="application/vnd.openxmlformats-officedocument.presentationml.slideLayout+xml"/>
  <Override PartName="/ppt/slideLayouts/slideLayout177.xml" ContentType="application/vnd.openxmlformats-officedocument.presentationml.slideLayout+xml"/>
  <Override PartName="/ppt/slideLayouts/slideLayout178.xml" ContentType="application/vnd.openxmlformats-officedocument.presentationml.slideLayout+xml"/>
  <Override PartName="/ppt/slideLayouts/slideLayout179.xml" ContentType="application/vnd.openxmlformats-officedocument.presentationml.slideLayout+xml"/>
  <Override PartName="/ppt/slideLayouts/slideLayout180.xml" ContentType="application/vnd.openxmlformats-officedocument.presentationml.slideLayout+xml"/>
  <Override PartName="/ppt/slideLayouts/slideLayout181.xml" ContentType="application/vnd.openxmlformats-officedocument.presentationml.slideLayout+xml"/>
  <Override PartName="/ppt/theme/theme15.xml" ContentType="application/vnd.openxmlformats-officedocument.theme+xml"/>
  <Override PartName="/ppt/slideLayouts/slideLayout182.xml" ContentType="application/vnd.openxmlformats-officedocument.presentationml.slideLayout+xml"/>
  <Override PartName="/ppt/slideLayouts/slideLayout183.xml" ContentType="application/vnd.openxmlformats-officedocument.presentationml.slideLayout+xml"/>
  <Override PartName="/ppt/slideLayouts/slideLayout184.xml" ContentType="application/vnd.openxmlformats-officedocument.presentationml.slideLayout+xml"/>
  <Override PartName="/ppt/slideLayouts/slideLayout185.xml" ContentType="application/vnd.openxmlformats-officedocument.presentationml.slideLayout+xml"/>
  <Override PartName="/ppt/slideLayouts/slideLayout186.xml" ContentType="application/vnd.openxmlformats-officedocument.presentationml.slideLayout+xml"/>
  <Override PartName="/ppt/slideLayouts/slideLayout187.xml" ContentType="application/vnd.openxmlformats-officedocument.presentationml.slideLayout+xml"/>
  <Override PartName="/ppt/slideLayouts/slideLayout188.xml" ContentType="application/vnd.openxmlformats-officedocument.presentationml.slideLayout+xml"/>
  <Override PartName="/ppt/slideLayouts/slideLayout189.xml" ContentType="application/vnd.openxmlformats-officedocument.presentationml.slideLayout+xml"/>
  <Override PartName="/ppt/slideLayouts/slideLayout190.xml" ContentType="application/vnd.openxmlformats-officedocument.presentationml.slideLayout+xml"/>
  <Override PartName="/ppt/slideLayouts/slideLayout191.xml" ContentType="application/vnd.openxmlformats-officedocument.presentationml.slideLayout+xml"/>
  <Override PartName="/ppt/slideLayouts/slideLayout192.xml" ContentType="application/vnd.openxmlformats-officedocument.presentationml.slideLayout+xml"/>
  <Override PartName="/ppt/slideLayouts/slideLayout193.xml" ContentType="application/vnd.openxmlformats-officedocument.presentationml.slideLayout+xml"/>
  <Override PartName="/ppt/theme/theme16.xml" ContentType="application/vnd.openxmlformats-officedocument.theme+xml"/>
  <Override PartName="/ppt/slideLayouts/slideLayout194.xml" ContentType="application/vnd.openxmlformats-officedocument.presentationml.slideLayout+xml"/>
  <Override PartName="/ppt/slideLayouts/slideLayout195.xml" ContentType="application/vnd.openxmlformats-officedocument.presentationml.slideLayout+xml"/>
  <Override PartName="/ppt/slideLayouts/slideLayout196.xml" ContentType="application/vnd.openxmlformats-officedocument.presentationml.slideLayout+xml"/>
  <Override PartName="/ppt/slideLayouts/slideLayout197.xml" ContentType="application/vnd.openxmlformats-officedocument.presentationml.slideLayout+xml"/>
  <Override PartName="/ppt/slideLayouts/slideLayout198.xml" ContentType="application/vnd.openxmlformats-officedocument.presentationml.slideLayout+xml"/>
  <Override PartName="/ppt/slideLayouts/slideLayout199.xml" ContentType="application/vnd.openxmlformats-officedocument.presentationml.slideLayout+xml"/>
  <Override PartName="/ppt/slideLayouts/slideLayout200.xml" ContentType="application/vnd.openxmlformats-officedocument.presentationml.slideLayout+xml"/>
  <Override PartName="/ppt/slideLayouts/slideLayout201.xml" ContentType="application/vnd.openxmlformats-officedocument.presentationml.slideLayout+xml"/>
  <Override PartName="/ppt/slideLayouts/slideLayout202.xml" ContentType="application/vnd.openxmlformats-officedocument.presentationml.slideLayout+xml"/>
  <Override PartName="/ppt/slideLayouts/slideLayout203.xml" ContentType="application/vnd.openxmlformats-officedocument.presentationml.slideLayout+xml"/>
  <Override PartName="/ppt/slideLayouts/slideLayout204.xml" ContentType="application/vnd.openxmlformats-officedocument.presentationml.slideLayout+xml"/>
  <Override PartName="/ppt/slideLayouts/slideLayout205.xml" ContentType="application/vnd.openxmlformats-officedocument.presentationml.slideLayout+xml"/>
  <Override PartName="/ppt/theme/theme17.xml" ContentType="application/vnd.openxmlformats-officedocument.theme+xml"/>
  <Override PartName="/ppt/slideLayouts/slideLayout206.xml" ContentType="application/vnd.openxmlformats-officedocument.presentationml.slideLayout+xml"/>
  <Override PartName="/ppt/slideLayouts/slideLayout207.xml" ContentType="application/vnd.openxmlformats-officedocument.presentationml.slideLayout+xml"/>
  <Override PartName="/ppt/slideLayouts/slideLayout208.xml" ContentType="application/vnd.openxmlformats-officedocument.presentationml.slideLayout+xml"/>
  <Override PartName="/ppt/slideLayouts/slideLayout209.xml" ContentType="application/vnd.openxmlformats-officedocument.presentationml.slideLayout+xml"/>
  <Override PartName="/ppt/slideLayouts/slideLayout210.xml" ContentType="application/vnd.openxmlformats-officedocument.presentationml.slideLayout+xml"/>
  <Override PartName="/ppt/slideLayouts/slideLayout211.xml" ContentType="application/vnd.openxmlformats-officedocument.presentationml.slideLayout+xml"/>
  <Override PartName="/ppt/slideLayouts/slideLayout212.xml" ContentType="application/vnd.openxmlformats-officedocument.presentationml.slideLayout+xml"/>
  <Override PartName="/ppt/slideLayouts/slideLayout213.xml" ContentType="application/vnd.openxmlformats-officedocument.presentationml.slideLayout+xml"/>
  <Override PartName="/ppt/slideLayouts/slideLayout214.xml" ContentType="application/vnd.openxmlformats-officedocument.presentationml.slideLayout+xml"/>
  <Override PartName="/ppt/slideLayouts/slideLayout215.xml" ContentType="application/vnd.openxmlformats-officedocument.presentationml.slideLayout+xml"/>
  <Override PartName="/ppt/slideLayouts/slideLayout216.xml" ContentType="application/vnd.openxmlformats-officedocument.presentationml.slideLayout+xml"/>
  <Override PartName="/ppt/slideLayouts/slideLayout217.xml" ContentType="application/vnd.openxmlformats-officedocument.presentationml.slideLayout+xml"/>
  <Override PartName="/ppt/theme/theme18.xml" ContentType="application/vnd.openxmlformats-officedocument.theme+xml"/>
  <Override PartName="/ppt/slideLayouts/slideLayout218.xml" ContentType="application/vnd.openxmlformats-officedocument.presentationml.slideLayout+xml"/>
  <Override PartName="/ppt/slideLayouts/slideLayout219.xml" ContentType="application/vnd.openxmlformats-officedocument.presentationml.slideLayout+xml"/>
  <Override PartName="/ppt/slideLayouts/slideLayout220.xml" ContentType="application/vnd.openxmlformats-officedocument.presentationml.slideLayout+xml"/>
  <Override PartName="/ppt/slideLayouts/slideLayout221.xml" ContentType="application/vnd.openxmlformats-officedocument.presentationml.slideLayout+xml"/>
  <Override PartName="/ppt/slideLayouts/slideLayout222.xml" ContentType="application/vnd.openxmlformats-officedocument.presentationml.slideLayout+xml"/>
  <Override PartName="/ppt/slideLayouts/slideLayout223.xml" ContentType="application/vnd.openxmlformats-officedocument.presentationml.slideLayout+xml"/>
  <Override PartName="/ppt/slideLayouts/slideLayout224.xml" ContentType="application/vnd.openxmlformats-officedocument.presentationml.slideLayout+xml"/>
  <Override PartName="/ppt/slideLayouts/slideLayout225.xml" ContentType="application/vnd.openxmlformats-officedocument.presentationml.slideLayout+xml"/>
  <Override PartName="/ppt/slideLayouts/slideLayout226.xml" ContentType="application/vnd.openxmlformats-officedocument.presentationml.slideLayout+xml"/>
  <Override PartName="/ppt/slideLayouts/slideLayout227.xml" ContentType="application/vnd.openxmlformats-officedocument.presentationml.slideLayout+xml"/>
  <Override PartName="/ppt/slideLayouts/slideLayout228.xml" ContentType="application/vnd.openxmlformats-officedocument.presentationml.slideLayout+xml"/>
  <Override PartName="/ppt/slideLayouts/slideLayout229.xml" ContentType="application/vnd.openxmlformats-officedocument.presentationml.slideLayout+xml"/>
  <Override PartName="/ppt/theme/theme19.xml" ContentType="application/vnd.openxmlformats-officedocument.theme+xml"/>
  <Override PartName="/ppt/slideLayouts/slideLayout230.xml" ContentType="application/vnd.openxmlformats-officedocument.presentationml.slideLayout+xml"/>
  <Override PartName="/ppt/slideLayouts/slideLayout231.xml" ContentType="application/vnd.openxmlformats-officedocument.presentationml.slideLayout+xml"/>
  <Override PartName="/ppt/slideLayouts/slideLayout232.xml" ContentType="application/vnd.openxmlformats-officedocument.presentationml.slideLayout+xml"/>
  <Override PartName="/ppt/slideLayouts/slideLayout233.xml" ContentType="application/vnd.openxmlformats-officedocument.presentationml.slideLayout+xml"/>
  <Override PartName="/ppt/slideLayouts/slideLayout234.xml" ContentType="application/vnd.openxmlformats-officedocument.presentationml.slideLayout+xml"/>
  <Override PartName="/ppt/slideLayouts/slideLayout235.xml" ContentType="application/vnd.openxmlformats-officedocument.presentationml.slideLayout+xml"/>
  <Override PartName="/ppt/slideLayouts/slideLayout236.xml" ContentType="application/vnd.openxmlformats-officedocument.presentationml.slideLayout+xml"/>
  <Override PartName="/ppt/slideLayouts/slideLayout237.xml" ContentType="application/vnd.openxmlformats-officedocument.presentationml.slideLayout+xml"/>
  <Override PartName="/ppt/slideLayouts/slideLayout238.xml" ContentType="application/vnd.openxmlformats-officedocument.presentationml.slideLayout+xml"/>
  <Override PartName="/ppt/slideLayouts/slideLayout239.xml" ContentType="application/vnd.openxmlformats-officedocument.presentationml.slideLayout+xml"/>
  <Override PartName="/ppt/slideLayouts/slideLayout240.xml" ContentType="application/vnd.openxmlformats-officedocument.presentationml.slideLayout+xml"/>
  <Override PartName="/ppt/slideLayouts/slideLayout241.xml" ContentType="application/vnd.openxmlformats-officedocument.presentationml.slideLayout+xml"/>
  <Override PartName="/ppt/theme/theme20.xml" ContentType="application/vnd.openxmlformats-officedocument.theme+xml"/>
  <Override PartName="/ppt/slideLayouts/slideLayout242.xml" ContentType="application/vnd.openxmlformats-officedocument.presentationml.slideLayout+xml"/>
  <Override PartName="/ppt/slideLayouts/slideLayout243.xml" ContentType="application/vnd.openxmlformats-officedocument.presentationml.slideLayout+xml"/>
  <Override PartName="/ppt/slideLayouts/slideLayout244.xml" ContentType="application/vnd.openxmlformats-officedocument.presentationml.slideLayout+xml"/>
  <Override PartName="/ppt/slideLayouts/slideLayout245.xml" ContentType="application/vnd.openxmlformats-officedocument.presentationml.slideLayout+xml"/>
  <Override PartName="/ppt/slideLayouts/slideLayout246.xml" ContentType="application/vnd.openxmlformats-officedocument.presentationml.slideLayout+xml"/>
  <Override PartName="/ppt/slideLayouts/slideLayout247.xml" ContentType="application/vnd.openxmlformats-officedocument.presentationml.slideLayout+xml"/>
  <Override PartName="/ppt/slideLayouts/slideLayout248.xml" ContentType="application/vnd.openxmlformats-officedocument.presentationml.slideLayout+xml"/>
  <Override PartName="/ppt/slideLayouts/slideLayout249.xml" ContentType="application/vnd.openxmlformats-officedocument.presentationml.slideLayout+xml"/>
  <Override PartName="/ppt/slideLayouts/slideLayout250.xml" ContentType="application/vnd.openxmlformats-officedocument.presentationml.slideLayout+xml"/>
  <Override PartName="/ppt/slideLayouts/slideLayout251.xml" ContentType="application/vnd.openxmlformats-officedocument.presentationml.slideLayout+xml"/>
  <Override PartName="/ppt/slideLayouts/slideLayout252.xml" ContentType="application/vnd.openxmlformats-officedocument.presentationml.slideLayout+xml"/>
  <Override PartName="/ppt/slideLayouts/slideLayout253.xml" ContentType="application/vnd.openxmlformats-officedocument.presentationml.slideLayout+xml"/>
  <Override PartName="/ppt/slideLayouts/slideLayout254.xml" ContentType="application/vnd.openxmlformats-officedocument.presentationml.slideLayout+xml"/>
  <Override PartName="/ppt/slideLayouts/slideLayout255.xml" ContentType="application/vnd.openxmlformats-officedocument.presentationml.slideLayout+xml"/>
  <Override PartName="/ppt/slideLayouts/slideLayout256.xml" ContentType="application/vnd.openxmlformats-officedocument.presentationml.slideLayout+xml"/>
  <Override PartName="/ppt/slideLayouts/slideLayout257.xml" ContentType="application/vnd.openxmlformats-officedocument.presentationml.slideLayout+xml"/>
  <Override PartName="/ppt/slideLayouts/slideLayout258.xml" ContentType="application/vnd.openxmlformats-officedocument.presentationml.slideLayout+xml"/>
  <Override PartName="/ppt/theme/theme21.xml" ContentType="application/vnd.openxmlformats-officedocument.theme+xml"/>
  <Override PartName="/ppt/theme/theme2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comments/comment1.xml" ContentType="application/vnd.openxmlformats-officedocument.presentationml.comments+xml"/>
  <Override PartName="/ppt/notesSlides/notesSlide5.xml" ContentType="application/vnd.openxmlformats-officedocument.presentationml.notesSlide+xml"/>
  <Override PartName="/ppt/comments/comment2.xml" ContentType="application/vnd.openxmlformats-officedocument.presentationml.comments+xml"/>
  <Override PartName="/ppt/notesSlides/notesSlide6.xml" ContentType="application/vnd.openxmlformats-officedocument.presentationml.notesSlide+xml"/>
  <Override PartName="/ppt/comments/comment3.xml" ContentType="application/vnd.openxmlformats-officedocument.presentationml.comments+xml"/>
  <Override PartName="/ppt/notesSlides/notesSlide7.xml" ContentType="application/vnd.openxmlformats-officedocument.presentationml.notesSlide+xml"/>
  <Override PartName="/ppt/comments/comment4.xml" ContentType="application/vnd.openxmlformats-officedocument.presentationml.comments+xml"/>
  <Override PartName="/ppt/notesSlides/notesSlide8.xml" ContentType="application/vnd.openxmlformats-officedocument.presentationml.notesSlide+xml"/>
  <Override PartName="/ppt/comments/comment5.xml" ContentType="application/vnd.openxmlformats-officedocument.presentationml.comments+xml"/>
  <Override PartName="/ppt/notesSlides/notesSlide9.xml" ContentType="application/vnd.openxmlformats-officedocument.presentationml.notesSlide+xml"/>
  <Override PartName="/ppt/comments/comment6.xml" ContentType="application/vnd.openxmlformats-officedocument.presentationml.comments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  <p:sldMasterId id="2147483661" r:id="rId2"/>
    <p:sldMasterId id="2147483674" r:id="rId3"/>
    <p:sldMasterId id="2147483687" r:id="rId4"/>
    <p:sldMasterId id="2147483700" r:id="rId5"/>
    <p:sldMasterId id="2147483713" r:id="rId6"/>
    <p:sldMasterId id="2147483726" r:id="rId7"/>
    <p:sldMasterId id="2147483920" r:id="rId8"/>
    <p:sldMasterId id="2147483752" r:id="rId9"/>
    <p:sldMasterId id="2147483765" r:id="rId10"/>
    <p:sldMasterId id="2147483778" r:id="rId11"/>
    <p:sldMasterId id="2147483791" r:id="rId12"/>
    <p:sldMasterId id="2147483804" r:id="rId13"/>
    <p:sldMasterId id="2147483817" r:id="rId14"/>
    <p:sldMasterId id="2147483830" r:id="rId15"/>
    <p:sldMasterId id="2147483843" r:id="rId16"/>
    <p:sldMasterId id="2147483856" r:id="rId17"/>
    <p:sldMasterId id="2147483869" r:id="rId18"/>
    <p:sldMasterId id="2147483882" r:id="rId19"/>
    <p:sldMasterId id="2147483895" r:id="rId20"/>
    <p:sldMasterId id="2147483688" r:id="rId21"/>
  </p:sldMasterIdLst>
  <p:notesMasterIdLst>
    <p:notesMasterId r:id="rId63"/>
  </p:notesMasterIdLst>
  <p:sldIdLst>
    <p:sldId id="256" r:id="rId22"/>
    <p:sldId id="278" r:id="rId23"/>
    <p:sldId id="289" r:id="rId24"/>
    <p:sldId id="298" r:id="rId25"/>
    <p:sldId id="314" r:id="rId26"/>
    <p:sldId id="313" r:id="rId27"/>
    <p:sldId id="312" r:id="rId28"/>
    <p:sldId id="311" r:id="rId29"/>
    <p:sldId id="310" r:id="rId30"/>
    <p:sldId id="525" r:id="rId31"/>
    <p:sldId id="309" r:id="rId32"/>
    <p:sldId id="308" r:id="rId33"/>
    <p:sldId id="322" r:id="rId34"/>
    <p:sldId id="323" r:id="rId35"/>
    <p:sldId id="324" r:id="rId36"/>
    <p:sldId id="325" r:id="rId37"/>
    <p:sldId id="326" r:id="rId38"/>
    <p:sldId id="303" r:id="rId39"/>
    <p:sldId id="302" r:id="rId40"/>
    <p:sldId id="301" r:id="rId41"/>
    <p:sldId id="300" r:id="rId42"/>
    <p:sldId id="299" r:id="rId43"/>
    <p:sldId id="321" r:id="rId44"/>
    <p:sldId id="531" r:id="rId45"/>
    <p:sldId id="279" r:id="rId46"/>
    <p:sldId id="288" r:id="rId47"/>
    <p:sldId id="287" r:id="rId48"/>
    <p:sldId id="286" r:id="rId49"/>
    <p:sldId id="285" r:id="rId50"/>
    <p:sldId id="317" r:id="rId51"/>
    <p:sldId id="284" r:id="rId52"/>
    <p:sldId id="319" r:id="rId53"/>
    <p:sldId id="295" r:id="rId54"/>
    <p:sldId id="529" r:id="rId55"/>
    <p:sldId id="526" r:id="rId56"/>
    <p:sldId id="530" r:id="rId57"/>
    <p:sldId id="291" r:id="rId58"/>
    <p:sldId id="282" r:id="rId59"/>
    <p:sldId id="292" r:id="rId60"/>
    <p:sldId id="293" r:id="rId61"/>
    <p:sldId id="294" r:id="rId62"/>
  </p:sldIdLst>
  <p:sldSz cx="12192000" cy="6858000"/>
  <p:notesSz cx="6858000" cy="9144000"/>
  <p:defaultTextStyle>
    <a:defPPr>
      <a:defRPr lang="nl-NL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Caspar" initials="C" lastIdx="51" clrIdx="0">
    <p:extLst>
      <p:ext uri="{19B8F6BF-5375-455C-9EA6-DF929625EA0E}">
        <p15:presenceInfo xmlns:p15="http://schemas.microsoft.com/office/powerpoint/2012/main" userId="Caspar" providerId="Non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FD3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36B55E42-4491-BD66-87CD-B380D74F6DDE}" v="49" dt="2023-05-15T20:41:02.550"/>
    <p1510:client id="{48AEC0D7-8CEB-0F61-829E-BB31383C3529}" v="78" dt="2023-05-16T13:21:30.677"/>
    <p1510:client id="{C6BF9E61-926A-0BE4-F7C6-BEA31624F5AA}" v="231" dt="2023-05-16T07:03:48.252"/>
    <p1510:client id="{ECBFDFDE-A571-9D29-D12F-5A52BC5CDA6D}" v="1507" dt="2023-05-16T10:22:12.277"/>
    <p1510:client id="{F1F4FE68-B7AF-1BFB-33FA-E506368FCEEF}" v="83" dt="2023-05-16T12:40:46.364"/>
    <p1510:client id="{FDB1ED27-A811-AE95-7824-5FD9DA5A6EC5}" v="324" dt="2023-05-16T12:34:49.879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2741"/>
    <p:restoredTop sz="94598"/>
  </p:normalViewPr>
  <p:slideViewPr>
    <p:cSldViewPr snapToGrid="0">
      <p:cViewPr>
        <p:scale>
          <a:sx n="130" d="100"/>
          <a:sy n="130" d="100"/>
        </p:scale>
        <p:origin x="200" y="14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5.xml"/><Relationship Id="rId21" Type="http://schemas.openxmlformats.org/officeDocument/2006/relationships/slideMaster" Target="slideMasters/slideMaster21.xml"/><Relationship Id="rId42" Type="http://schemas.openxmlformats.org/officeDocument/2006/relationships/slide" Target="slides/slide21.xml"/><Relationship Id="rId47" Type="http://schemas.openxmlformats.org/officeDocument/2006/relationships/slide" Target="slides/slide26.xml"/><Relationship Id="rId63" Type="http://schemas.openxmlformats.org/officeDocument/2006/relationships/notesMaster" Target="notesMasters/notesMaster1.xml"/><Relationship Id="rId68" Type="http://schemas.openxmlformats.org/officeDocument/2006/relationships/tableStyles" Target="tableStyles.xml"/><Relationship Id="rId7" Type="http://schemas.openxmlformats.org/officeDocument/2006/relationships/slideMaster" Target="slideMasters/slideMaster7.xml"/><Relationship Id="rId2" Type="http://schemas.openxmlformats.org/officeDocument/2006/relationships/slideMaster" Target="slideMasters/slideMaster2.xml"/><Relationship Id="rId16" Type="http://schemas.openxmlformats.org/officeDocument/2006/relationships/slideMaster" Target="slideMasters/slideMaster16.xml"/><Relationship Id="rId29" Type="http://schemas.openxmlformats.org/officeDocument/2006/relationships/slide" Target="slides/slide8.xml"/><Relationship Id="rId11" Type="http://schemas.openxmlformats.org/officeDocument/2006/relationships/slideMaster" Target="slideMasters/slideMaster11.xml"/><Relationship Id="rId24" Type="http://schemas.openxmlformats.org/officeDocument/2006/relationships/slide" Target="slides/slide3.xml"/><Relationship Id="rId32" Type="http://schemas.openxmlformats.org/officeDocument/2006/relationships/slide" Target="slides/slide11.xml"/><Relationship Id="rId37" Type="http://schemas.openxmlformats.org/officeDocument/2006/relationships/slide" Target="slides/slide16.xml"/><Relationship Id="rId40" Type="http://schemas.openxmlformats.org/officeDocument/2006/relationships/slide" Target="slides/slide19.xml"/><Relationship Id="rId45" Type="http://schemas.openxmlformats.org/officeDocument/2006/relationships/slide" Target="slides/slide24.xml"/><Relationship Id="rId53" Type="http://schemas.openxmlformats.org/officeDocument/2006/relationships/slide" Target="slides/slide32.xml"/><Relationship Id="rId58" Type="http://schemas.openxmlformats.org/officeDocument/2006/relationships/slide" Target="slides/slide37.xml"/><Relationship Id="rId66" Type="http://schemas.openxmlformats.org/officeDocument/2006/relationships/viewProps" Target="viewProps.xml"/><Relationship Id="rId5" Type="http://schemas.openxmlformats.org/officeDocument/2006/relationships/slideMaster" Target="slideMasters/slideMaster5.xml"/><Relationship Id="rId61" Type="http://schemas.openxmlformats.org/officeDocument/2006/relationships/slide" Target="slides/slide40.xml"/><Relationship Id="rId19" Type="http://schemas.openxmlformats.org/officeDocument/2006/relationships/slideMaster" Target="slideMasters/slideMaster19.xml"/><Relationship Id="rId14" Type="http://schemas.openxmlformats.org/officeDocument/2006/relationships/slideMaster" Target="slideMasters/slideMaster14.xml"/><Relationship Id="rId22" Type="http://schemas.openxmlformats.org/officeDocument/2006/relationships/slide" Target="slides/slide1.xml"/><Relationship Id="rId27" Type="http://schemas.openxmlformats.org/officeDocument/2006/relationships/slide" Target="slides/slide6.xml"/><Relationship Id="rId30" Type="http://schemas.openxmlformats.org/officeDocument/2006/relationships/slide" Target="slides/slide9.xml"/><Relationship Id="rId35" Type="http://schemas.openxmlformats.org/officeDocument/2006/relationships/slide" Target="slides/slide14.xml"/><Relationship Id="rId43" Type="http://schemas.openxmlformats.org/officeDocument/2006/relationships/slide" Target="slides/slide22.xml"/><Relationship Id="rId48" Type="http://schemas.openxmlformats.org/officeDocument/2006/relationships/slide" Target="slides/slide27.xml"/><Relationship Id="rId56" Type="http://schemas.openxmlformats.org/officeDocument/2006/relationships/slide" Target="slides/slide35.xml"/><Relationship Id="rId64" Type="http://schemas.openxmlformats.org/officeDocument/2006/relationships/commentAuthors" Target="commentAuthors.xml"/><Relationship Id="rId69" Type="http://schemas.microsoft.com/office/2015/10/relationships/revisionInfo" Target="revisionInfo.xml"/><Relationship Id="rId8" Type="http://schemas.openxmlformats.org/officeDocument/2006/relationships/slideMaster" Target="slideMasters/slideMaster8.xml"/><Relationship Id="rId51" Type="http://schemas.openxmlformats.org/officeDocument/2006/relationships/slide" Target="slides/slide30.xml"/><Relationship Id="rId3" Type="http://schemas.openxmlformats.org/officeDocument/2006/relationships/slideMaster" Target="slideMasters/slideMaster3.xml"/><Relationship Id="rId12" Type="http://schemas.openxmlformats.org/officeDocument/2006/relationships/slideMaster" Target="slideMasters/slideMaster12.xml"/><Relationship Id="rId17" Type="http://schemas.openxmlformats.org/officeDocument/2006/relationships/slideMaster" Target="slideMasters/slideMaster17.xml"/><Relationship Id="rId25" Type="http://schemas.openxmlformats.org/officeDocument/2006/relationships/slide" Target="slides/slide4.xml"/><Relationship Id="rId33" Type="http://schemas.openxmlformats.org/officeDocument/2006/relationships/slide" Target="slides/slide12.xml"/><Relationship Id="rId38" Type="http://schemas.openxmlformats.org/officeDocument/2006/relationships/slide" Target="slides/slide17.xml"/><Relationship Id="rId46" Type="http://schemas.openxmlformats.org/officeDocument/2006/relationships/slide" Target="slides/slide25.xml"/><Relationship Id="rId59" Type="http://schemas.openxmlformats.org/officeDocument/2006/relationships/slide" Target="slides/slide38.xml"/><Relationship Id="rId67" Type="http://schemas.openxmlformats.org/officeDocument/2006/relationships/theme" Target="theme/theme1.xml"/><Relationship Id="rId20" Type="http://schemas.openxmlformats.org/officeDocument/2006/relationships/slideMaster" Target="slideMasters/slideMaster20.xml"/><Relationship Id="rId41" Type="http://schemas.openxmlformats.org/officeDocument/2006/relationships/slide" Target="slides/slide20.xml"/><Relationship Id="rId54" Type="http://schemas.openxmlformats.org/officeDocument/2006/relationships/slide" Target="slides/slide33.xml"/><Relationship Id="rId62" Type="http://schemas.openxmlformats.org/officeDocument/2006/relationships/slide" Target="slides/slide41.xml"/><Relationship Id="rId1" Type="http://schemas.openxmlformats.org/officeDocument/2006/relationships/slideMaster" Target="slideMasters/slideMaster1.xml"/><Relationship Id="rId6" Type="http://schemas.openxmlformats.org/officeDocument/2006/relationships/slideMaster" Target="slideMasters/slideMaster6.xml"/><Relationship Id="rId15" Type="http://schemas.openxmlformats.org/officeDocument/2006/relationships/slideMaster" Target="slideMasters/slideMaster15.xml"/><Relationship Id="rId23" Type="http://schemas.openxmlformats.org/officeDocument/2006/relationships/slide" Target="slides/slide2.xml"/><Relationship Id="rId28" Type="http://schemas.openxmlformats.org/officeDocument/2006/relationships/slide" Target="slides/slide7.xml"/><Relationship Id="rId36" Type="http://schemas.openxmlformats.org/officeDocument/2006/relationships/slide" Target="slides/slide15.xml"/><Relationship Id="rId49" Type="http://schemas.openxmlformats.org/officeDocument/2006/relationships/slide" Target="slides/slide28.xml"/><Relationship Id="rId57" Type="http://schemas.openxmlformats.org/officeDocument/2006/relationships/slide" Target="slides/slide36.xml"/><Relationship Id="rId10" Type="http://schemas.openxmlformats.org/officeDocument/2006/relationships/slideMaster" Target="slideMasters/slideMaster10.xml"/><Relationship Id="rId31" Type="http://schemas.openxmlformats.org/officeDocument/2006/relationships/slide" Target="slides/slide10.xml"/><Relationship Id="rId44" Type="http://schemas.openxmlformats.org/officeDocument/2006/relationships/slide" Target="slides/slide23.xml"/><Relationship Id="rId52" Type="http://schemas.openxmlformats.org/officeDocument/2006/relationships/slide" Target="slides/slide31.xml"/><Relationship Id="rId60" Type="http://schemas.openxmlformats.org/officeDocument/2006/relationships/slide" Target="slides/slide39.xml"/><Relationship Id="rId65" Type="http://schemas.openxmlformats.org/officeDocument/2006/relationships/presProps" Target="presProps.xml"/><Relationship Id="rId4" Type="http://schemas.openxmlformats.org/officeDocument/2006/relationships/slideMaster" Target="slideMasters/slideMaster4.xml"/><Relationship Id="rId9" Type="http://schemas.openxmlformats.org/officeDocument/2006/relationships/slideMaster" Target="slideMasters/slideMaster9.xml"/><Relationship Id="rId13" Type="http://schemas.openxmlformats.org/officeDocument/2006/relationships/slideMaster" Target="slideMasters/slideMaster13.xml"/><Relationship Id="rId18" Type="http://schemas.openxmlformats.org/officeDocument/2006/relationships/slideMaster" Target="slideMasters/slideMaster18.xml"/><Relationship Id="rId39" Type="http://schemas.openxmlformats.org/officeDocument/2006/relationships/slide" Target="slides/slide18.xml"/><Relationship Id="rId34" Type="http://schemas.openxmlformats.org/officeDocument/2006/relationships/slide" Target="slides/slide13.xml"/><Relationship Id="rId50" Type="http://schemas.openxmlformats.org/officeDocument/2006/relationships/slide" Target="slides/slide29.xml"/><Relationship Id="rId55" Type="http://schemas.openxmlformats.org/officeDocument/2006/relationships/slide" Target="slides/slide34.xml"/></Relationships>
</file>

<file path=ppt/comments/comment1.xml><?xml version="1.0" encoding="utf-8"?>
<p:cmLst xmlns:a="http://schemas.openxmlformats.org/drawingml/2006/main" xmlns:r="http://schemas.openxmlformats.org/officeDocument/2006/relationships" xmlns:p="http://schemas.openxmlformats.org/presentationml/2006/main">
  <p:cm authorId="1" dt="2021-06-17T15:59:10.859" idx="2">
    <p:pos x="3480" y="1631"/>
    <p:text>Matrix</p:text>
    <p:extLst>
      <p:ext uri="{C676402C-5697-4E1C-873F-D02D1690AC5C}">
        <p15:threadingInfo xmlns:p15="http://schemas.microsoft.com/office/powerpoint/2012/main" timeZoneBias="-120"/>
      </p:ext>
    </p:extLst>
  </p:cm>
  <p:cm authorId="1" dt="2021-06-17T15:59:23.244" idx="3">
    <p:pos x="2029" y="2188"/>
    <p:text>Tensor Ops</p:text>
    <p:extLst>
      <p:ext uri="{C676402C-5697-4E1C-873F-D02D1690AC5C}">
        <p15:threadingInfo xmlns:p15="http://schemas.microsoft.com/office/powerpoint/2012/main" timeZoneBias="-120"/>
      </p:ext>
    </p:extLst>
  </p:cm>
  <p:cm authorId="1" dt="2021-06-17T15:59:34.117" idx="4">
    <p:pos x="2460" y="2204"/>
    <p:text>Tensor Ops</p:text>
    <p:extLst>
      <p:ext uri="{C676402C-5697-4E1C-873F-D02D1690AC5C}">
        <p15:threadingInfo xmlns:p15="http://schemas.microsoft.com/office/powerpoint/2012/main" timeZoneBias="-120"/>
      </p:ext>
    </p:extLst>
  </p:cm>
  <p:cm authorId="1" dt="2021-06-17T15:59:40.381" idx="5">
    <p:pos x="3468" y="2180"/>
    <p:text>Tensor Ops</p:text>
    <p:extLst>
      <p:ext uri="{C676402C-5697-4E1C-873F-D02D1690AC5C}">
        <p15:threadingInfo xmlns:p15="http://schemas.microsoft.com/office/powerpoint/2012/main" timeZoneBias="-120"/>
      </p:ext>
    </p:extLst>
  </p:cm>
  <p:cm authorId="1" dt="2021-06-17T15:59:48.286" idx="6">
    <p:pos x="4100" y="2180"/>
    <p:text>Tensor Ops</p:text>
    <p:extLst>
      <p:ext uri="{C676402C-5697-4E1C-873F-D02D1690AC5C}">
        <p15:threadingInfo xmlns:p15="http://schemas.microsoft.com/office/powerpoint/2012/main" timeZoneBias="-120"/>
      </p:ext>
    </p:extLst>
  </p:cm>
</p:cmLst>
</file>

<file path=ppt/comments/comment2.xml><?xml version="1.0" encoding="utf-8"?>
<p:cmLst xmlns:a="http://schemas.openxmlformats.org/drawingml/2006/main" xmlns:r="http://schemas.openxmlformats.org/officeDocument/2006/relationships" xmlns:p="http://schemas.openxmlformats.org/presentationml/2006/main">
  <p:cm authorId="1" dt="2021-06-17T15:59:10.859" idx="27">
    <p:pos x="3480" y="1631"/>
    <p:text>Matrix</p:text>
    <p:extLst>
      <p:ext uri="{C676402C-5697-4E1C-873F-D02D1690AC5C}">
        <p15:threadingInfo xmlns:p15="http://schemas.microsoft.com/office/powerpoint/2012/main" timeZoneBias="-120"/>
      </p:ext>
    </p:extLst>
  </p:cm>
  <p:cm authorId="1" dt="2021-06-17T15:59:23.244" idx="28">
    <p:pos x="2029" y="2188"/>
    <p:text>Tensor Ops</p:text>
    <p:extLst>
      <p:ext uri="{C676402C-5697-4E1C-873F-D02D1690AC5C}">
        <p15:threadingInfo xmlns:p15="http://schemas.microsoft.com/office/powerpoint/2012/main" timeZoneBias="-120"/>
      </p:ext>
    </p:extLst>
  </p:cm>
  <p:cm authorId="1" dt="2021-06-17T15:59:34.117" idx="29">
    <p:pos x="2460" y="2204"/>
    <p:text>Tensor Ops</p:text>
    <p:extLst>
      <p:ext uri="{C676402C-5697-4E1C-873F-D02D1690AC5C}">
        <p15:threadingInfo xmlns:p15="http://schemas.microsoft.com/office/powerpoint/2012/main" timeZoneBias="-120"/>
      </p:ext>
    </p:extLst>
  </p:cm>
  <p:cm authorId="1" dt="2021-06-17T15:59:40.381" idx="30">
    <p:pos x="3468" y="2180"/>
    <p:text>Tensor Ops</p:text>
    <p:extLst>
      <p:ext uri="{C676402C-5697-4E1C-873F-D02D1690AC5C}">
        <p15:threadingInfo xmlns:p15="http://schemas.microsoft.com/office/powerpoint/2012/main" timeZoneBias="-120"/>
      </p:ext>
    </p:extLst>
  </p:cm>
  <p:cm authorId="1" dt="2021-06-17T15:59:48.286" idx="31">
    <p:pos x="4100" y="2180"/>
    <p:text>Tensor Ops</p:text>
    <p:extLst>
      <p:ext uri="{C676402C-5697-4E1C-873F-D02D1690AC5C}">
        <p15:threadingInfo xmlns:p15="http://schemas.microsoft.com/office/powerpoint/2012/main" timeZoneBias="-120"/>
      </p:ext>
    </p:extLst>
  </p:cm>
</p:cmLst>
</file>

<file path=ppt/comments/comment3.xml><?xml version="1.0" encoding="utf-8"?>
<p:cmLst xmlns:a="http://schemas.openxmlformats.org/drawingml/2006/main" xmlns:r="http://schemas.openxmlformats.org/officeDocument/2006/relationships" xmlns:p="http://schemas.openxmlformats.org/presentationml/2006/main">
  <p:cm authorId="1" dt="2021-06-17T15:59:10.859" idx="32">
    <p:pos x="3480" y="1631"/>
    <p:text>Matrix</p:text>
    <p:extLst>
      <p:ext uri="{C676402C-5697-4E1C-873F-D02D1690AC5C}">
        <p15:threadingInfo xmlns:p15="http://schemas.microsoft.com/office/powerpoint/2012/main" timeZoneBias="-120"/>
      </p:ext>
    </p:extLst>
  </p:cm>
  <p:cm authorId="1" dt="2021-06-17T15:59:23.244" idx="33">
    <p:pos x="2029" y="2188"/>
    <p:text>Tensor Ops</p:text>
    <p:extLst>
      <p:ext uri="{C676402C-5697-4E1C-873F-D02D1690AC5C}">
        <p15:threadingInfo xmlns:p15="http://schemas.microsoft.com/office/powerpoint/2012/main" timeZoneBias="-120"/>
      </p:ext>
    </p:extLst>
  </p:cm>
  <p:cm authorId="1" dt="2021-06-17T15:59:34.117" idx="34">
    <p:pos x="2460" y="2204"/>
    <p:text>Tensor Ops</p:text>
    <p:extLst>
      <p:ext uri="{C676402C-5697-4E1C-873F-D02D1690AC5C}">
        <p15:threadingInfo xmlns:p15="http://schemas.microsoft.com/office/powerpoint/2012/main" timeZoneBias="-120"/>
      </p:ext>
    </p:extLst>
  </p:cm>
  <p:cm authorId="1" dt="2021-06-17T15:59:40.381" idx="35">
    <p:pos x="3468" y="2180"/>
    <p:text>Tensor Ops</p:text>
    <p:extLst>
      <p:ext uri="{C676402C-5697-4E1C-873F-D02D1690AC5C}">
        <p15:threadingInfo xmlns:p15="http://schemas.microsoft.com/office/powerpoint/2012/main" timeZoneBias="-120"/>
      </p:ext>
    </p:extLst>
  </p:cm>
  <p:cm authorId="1" dt="2021-06-17T15:59:48.286" idx="36">
    <p:pos x="4100" y="2180"/>
    <p:text>Tensor Ops</p:text>
    <p:extLst>
      <p:ext uri="{C676402C-5697-4E1C-873F-D02D1690AC5C}">
        <p15:threadingInfo xmlns:p15="http://schemas.microsoft.com/office/powerpoint/2012/main" timeZoneBias="-120"/>
      </p:ext>
    </p:extLst>
  </p:cm>
</p:cmLst>
</file>

<file path=ppt/comments/comment4.xml><?xml version="1.0" encoding="utf-8"?>
<p:cmLst xmlns:a="http://schemas.openxmlformats.org/drawingml/2006/main" xmlns:r="http://schemas.openxmlformats.org/officeDocument/2006/relationships" xmlns:p="http://schemas.openxmlformats.org/presentationml/2006/main">
  <p:cm authorId="1" dt="2021-06-17T15:59:10.859" idx="37">
    <p:pos x="3480" y="1631"/>
    <p:text>Matrix</p:text>
    <p:extLst>
      <p:ext uri="{C676402C-5697-4E1C-873F-D02D1690AC5C}">
        <p15:threadingInfo xmlns:p15="http://schemas.microsoft.com/office/powerpoint/2012/main" timeZoneBias="-120"/>
      </p:ext>
    </p:extLst>
  </p:cm>
  <p:cm authorId="1" dt="2021-06-17T15:59:23.244" idx="38">
    <p:pos x="2029" y="2188"/>
    <p:text>Tensor Ops</p:text>
    <p:extLst>
      <p:ext uri="{C676402C-5697-4E1C-873F-D02D1690AC5C}">
        <p15:threadingInfo xmlns:p15="http://schemas.microsoft.com/office/powerpoint/2012/main" timeZoneBias="-120"/>
      </p:ext>
    </p:extLst>
  </p:cm>
  <p:cm authorId="1" dt="2021-06-17T15:59:34.117" idx="39">
    <p:pos x="2460" y="2204"/>
    <p:text>Tensor Ops</p:text>
    <p:extLst>
      <p:ext uri="{C676402C-5697-4E1C-873F-D02D1690AC5C}">
        <p15:threadingInfo xmlns:p15="http://schemas.microsoft.com/office/powerpoint/2012/main" timeZoneBias="-120"/>
      </p:ext>
    </p:extLst>
  </p:cm>
  <p:cm authorId="1" dt="2021-06-17T15:59:40.381" idx="40">
    <p:pos x="3468" y="2180"/>
    <p:text>Tensor Ops</p:text>
    <p:extLst>
      <p:ext uri="{C676402C-5697-4E1C-873F-D02D1690AC5C}">
        <p15:threadingInfo xmlns:p15="http://schemas.microsoft.com/office/powerpoint/2012/main" timeZoneBias="-120"/>
      </p:ext>
    </p:extLst>
  </p:cm>
  <p:cm authorId="1" dt="2021-06-17T15:59:48.286" idx="41">
    <p:pos x="4100" y="2180"/>
    <p:text>Tensor Ops</p:text>
    <p:extLst>
      <p:ext uri="{C676402C-5697-4E1C-873F-D02D1690AC5C}">
        <p15:threadingInfo xmlns:p15="http://schemas.microsoft.com/office/powerpoint/2012/main" timeZoneBias="-120"/>
      </p:ext>
    </p:extLst>
  </p:cm>
</p:cmLst>
</file>

<file path=ppt/comments/comment5.xml><?xml version="1.0" encoding="utf-8"?>
<p:cmLst xmlns:a="http://schemas.openxmlformats.org/drawingml/2006/main" xmlns:r="http://schemas.openxmlformats.org/officeDocument/2006/relationships" xmlns:p="http://schemas.openxmlformats.org/presentationml/2006/main">
  <p:cm authorId="1" dt="2021-06-17T15:59:10.859" idx="42">
    <p:pos x="3480" y="1631"/>
    <p:text>Matrix</p:text>
    <p:extLst>
      <p:ext uri="{C676402C-5697-4E1C-873F-D02D1690AC5C}">
        <p15:threadingInfo xmlns:p15="http://schemas.microsoft.com/office/powerpoint/2012/main" timeZoneBias="-120"/>
      </p:ext>
    </p:extLst>
  </p:cm>
  <p:cm authorId="1" dt="2021-06-17T15:59:23.244" idx="43">
    <p:pos x="2029" y="2188"/>
    <p:text>Tensor Ops</p:text>
    <p:extLst>
      <p:ext uri="{C676402C-5697-4E1C-873F-D02D1690AC5C}">
        <p15:threadingInfo xmlns:p15="http://schemas.microsoft.com/office/powerpoint/2012/main" timeZoneBias="-120"/>
      </p:ext>
    </p:extLst>
  </p:cm>
  <p:cm authorId="1" dt="2021-06-17T15:59:34.117" idx="44">
    <p:pos x="2460" y="2204"/>
    <p:text>Tensor Ops</p:text>
    <p:extLst>
      <p:ext uri="{C676402C-5697-4E1C-873F-D02D1690AC5C}">
        <p15:threadingInfo xmlns:p15="http://schemas.microsoft.com/office/powerpoint/2012/main" timeZoneBias="-120"/>
      </p:ext>
    </p:extLst>
  </p:cm>
  <p:cm authorId="1" dt="2021-06-17T15:59:40.381" idx="45">
    <p:pos x="3468" y="2180"/>
    <p:text>Tensor Ops</p:text>
    <p:extLst>
      <p:ext uri="{C676402C-5697-4E1C-873F-D02D1690AC5C}">
        <p15:threadingInfo xmlns:p15="http://schemas.microsoft.com/office/powerpoint/2012/main" timeZoneBias="-120"/>
      </p:ext>
    </p:extLst>
  </p:cm>
  <p:cm authorId="1" dt="2021-06-17T15:59:48.286" idx="46">
    <p:pos x="4100" y="2180"/>
    <p:text>Tensor Ops</p:text>
    <p:extLst>
      <p:ext uri="{C676402C-5697-4E1C-873F-D02D1690AC5C}">
        <p15:threadingInfo xmlns:p15="http://schemas.microsoft.com/office/powerpoint/2012/main" timeZoneBias="-120"/>
      </p:ext>
    </p:extLst>
  </p:cm>
</p:cmLst>
</file>

<file path=ppt/comments/comment6.xml><?xml version="1.0" encoding="utf-8"?>
<p:cmLst xmlns:a="http://schemas.openxmlformats.org/drawingml/2006/main" xmlns:r="http://schemas.openxmlformats.org/officeDocument/2006/relationships" xmlns:p="http://schemas.openxmlformats.org/presentationml/2006/main">
  <p:cm authorId="1" dt="2021-06-17T15:59:10.859" idx="47">
    <p:pos x="3480" y="1631"/>
    <p:text>Matrix</p:text>
    <p:extLst>
      <p:ext uri="{C676402C-5697-4E1C-873F-D02D1690AC5C}">
        <p15:threadingInfo xmlns:p15="http://schemas.microsoft.com/office/powerpoint/2012/main" timeZoneBias="-120"/>
      </p:ext>
    </p:extLst>
  </p:cm>
  <p:cm authorId="1" dt="2021-06-17T15:59:23.244" idx="48">
    <p:pos x="2029" y="2188"/>
    <p:text>Tensor Ops</p:text>
    <p:extLst>
      <p:ext uri="{C676402C-5697-4E1C-873F-D02D1690AC5C}">
        <p15:threadingInfo xmlns:p15="http://schemas.microsoft.com/office/powerpoint/2012/main" timeZoneBias="-120"/>
      </p:ext>
    </p:extLst>
  </p:cm>
  <p:cm authorId="1" dt="2021-06-17T15:59:34.117" idx="49">
    <p:pos x="2460" y="2204"/>
    <p:text>Tensor Ops</p:text>
    <p:extLst>
      <p:ext uri="{C676402C-5697-4E1C-873F-D02D1690AC5C}">
        <p15:threadingInfo xmlns:p15="http://schemas.microsoft.com/office/powerpoint/2012/main" timeZoneBias="-120"/>
      </p:ext>
    </p:extLst>
  </p:cm>
  <p:cm authorId="1" dt="2021-06-17T15:59:40.381" idx="50">
    <p:pos x="3468" y="2180"/>
    <p:text>Tensor Ops</p:text>
    <p:extLst>
      <p:ext uri="{C676402C-5697-4E1C-873F-D02D1690AC5C}">
        <p15:threadingInfo xmlns:p15="http://schemas.microsoft.com/office/powerpoint/2012/main" timeZoneBias="-120"/>
      </p:ext>
    </p:extLst>
  </p:cm>
  <p:cm authorId="1" dt="2021-06-17T15:59:48.286" idx="51">
    <p:pos x="4100" y="2180"/>
    <p:text>Tensor Ops</p:text>
    <p:extLst>
      <p:ext uri="{C676402C-5697-4E1C-873F-D02D1690AC5C}">
        <p15:threadingInfo xmlns:p15="http://schemas.microsoft.com/office/powerpoint/2012/main" timeZoneBias="-120"/>
      </p:ext>
    </p:extLst>
  </p:cm>
</p:cmLst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3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216000" y="812520"/>
            <a:ext cx="7127280" cy="4008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r>
              <a:rPr lang="en-US" sz="1400" b="0" strike="noStrike" spc="-1">
                <a:solidFill>
                  <a:srgbClr val="000000"/>
                </a:solidFill>
                <a:latin typeface="Arial"/>
              </a:rPr>
              <a:t>Click to move the slide</a:t>
            </a:r>
          </a:p>
        </p:txBody>
      </p:sp>
      <p:sp>
        <p:nvSpPr>
          <p:cNvPr id="924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7640" cy="48110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r>
              <a:rPr lang="en-US" sz="2000" b="0" strike="noStrike" spc="-1">
                <a:latin typeface="Arial"/>
              </a:rPr>
              <a:t>Click to edit the notes format</a:t>
            </a:r>
          </a:p>
        </p:txBody>
      </p:sp>
      <p:sp>
        <p:nvSpPr>
          <p:cNvPr id="925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r>
              <a:rPr lang="en-US" sz="1400" b="0" strike="noStrike" spc="-1">
                <a:latin typeface="Times New Roman"/>
              </a:rPr>
              <a:t>&lt;header&gt;</a:t>
            </a:r>
          </a:p>
        </p:txBody>
      </p:sp>
      <p:sp>
        <p:nvSpPr>
          <p:cNvPr id="926" name="PlaceHolder 4"/>
          <p:cNvSpPr>
            <a:spLocks noGrp="1"/>
          </p:cNvSpPr>
          <p:nvPr>
            <p:ph type="dt" idx="47"/>
          </p:nvPr>
        </p:nvSpPr>
        <p:spPr>
          <a:xfrm>
            <a:off x="427896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r">
              <a:buNone/>
              <a:defRPr lang="en-US" sz="1400" b="0" strike="noStrike" spc="-1">
                <a:latin typeface="Times New Roman"/>
              </a:defRPr>
            </a:lvl1pPr>
          </a:lstStyle>
          <a:p>
            <a:pPr algn="r">
              <a:buNone/>
            </a:pPr>
            <a:r>
              <a:rPr lang="en-US" sz="1400" b="0" strike="noStrike" spc="-1">
                <a:latin typeface="Times New Roman"/>
              </a:rPr>
              <a:t>&lt;date/time&gt;</a:t>
            </a:r>
          </a:p>
        </p:txBody>
      </p:sp>
      <p:sp>
        <p:nvSpPr>
          <p:cNvPr id="927" name="PlaceHolder 5"/>
          <p:cNvSpPr>
            <a:spLocks noGrp="1"/>
          </p:cNvSpPr>
          <p:nvPr>
            <p:ph type="ftr" idx="48"/>
          </p:nvPr>
        </p:nvSpPr>
        <p:spPr>
          <a:xfrm>
            <a:off x="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>
              <a:defRPr lang="en-US" sz="1400" b="0" strike="noStrike" spc="-1">
                <a:latin typeface="Times New Roman"/>
              </a:defRPr>
            </a:lvl1pPr>
          </a:lstStyle>
          <a:p>
            <a:r>
              <a:rPr lang="en-US" sz="1400" b="0" strike="noStrike" spc="-1">
                <a:latin typeface="Times New Roman"/>
              </a:rPr>
              <a:t>&lt;footer&gt;</a:t>
            </a:r>
          </a:p>
        </p:txBody>
      </p:sp>
      <p:sp>
        <p:nvSpPr>
          <p:cNvPr id="928" name="PlaceHolder 6"/>
          <p:cNvSpPr>
            <a:spLocks noGrp="1"/>
          </p:cNvSpPr>
          <p:nvPr>
            <p:ph type="sldNum" idx="49"/>
          </p:nvPr>
        </p:nvSpPr>
        <p:spPr>
          <a:xfrm>
            <a:off x="427896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algn="r">
              <a:buNone/>
              <a:defRPr lang="en-US" sz="1400" b="0" strike="noStrike" spc="-1">
                <a:latin typeface="Times New Roman"/>
              </a:defRPr>
            </a:lvl1pPr>
          </a:lstStyle>
          <a:p>
            <a:pPr algn="r">
              <a:buNone/>
            </a:pPr>
            <a:fld id="{F1557BD3-D96D-4EB4-B8B3-9233EE3E81E1}" type="slidenum">
              <a:rPr lang="en-US" sz="1400" b="0" strike="noStrike" spc="-1">
                <a:latin typeface="Times New Roman"/>
              </a:rPr>
              <a:t>‹#›</a:t>
            </a:fld>
            <a:endParaRPr lang="en-US" sz="1400" b="0" strike="noStrike" spc="-1"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6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ln w="0">
            <a:noFill/>
          </a:ln>
        </p:spPr>
      </p:sp>
      <p:sp>
        <p:nvSpPr>
          <p:cNvPr id="1097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/>
          <a:p>
            <a:endParaRPr lang="en-US" sz="2000" b="0" strike="noStrike" spc="-1" dirty="0">
              <a:latin typeface="Arial"/>
            </a:endParaRPr>
          </a:p>
        </p:txBody>
      </p:sp>
      <p:sp>
        <p:nvSpPr>
          <p:cNvPr id="1098" name="PlaceHolder 3"/>
          <p:cNvSpPr>
            <a:spLocks noGrp="1"/>
          </p:cNvSpPr>
          <p:nvPr>
            <p:ph type="sldNum" idx="68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anchor="b">
            <a:noAutofit/>
          </a:bodyPr>
          <a:lstStyle>
            <a:lvl1pPr algn="r">
              <a:lnSpc>
                <a:spcPct val="100000"/>
              </a:lnSpc>
              <a:buNone/>
              <a:tabLst>
                <a:tab pos="0" algn="l"/>
              </a:tabLst>
              <a:defRPr lang="en-GB" sz="1400" b="0" strike="noStrike" spc="-1">
                <a:latin typeface="Times New Roman"/>
              </a:defRPr>
            </a:lvl1pPr>
          </a:lstStyle>
          <a:p>
            <a:pPr algn="r">
              <a:lnSpc>
                <a:spcPct val="100000"/>
              </a:lnSpc>
              <a:buNone/>
              <a:tabLst>
                <a:tab pos="0" algn="l"/>
              </a:tabLst>
            </a:pPr>
            <a:fld id="{A10BC492-4473-4B0E-93D5-D38953E1EC75}" type="slidenum">
              <a:rPr lang="en-GB" sz="1400" b="0" strike="noStrike" spc="-1">
                <a:latin typeface="Times New Roman"/>
              </a:rPr>
              <a:t>1</a:t>
            </a:fld>
            <a:endParaRPr lang="en-US" sz="1400" b="0" strike="noStrike" spc="-1" dirty="0">
              <a:latin typeface="Times New Roman"/>
            </a:endParaRP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9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ln w="0">
            <a:noFill/>
          </a:ln>
        </p:spPr>
      </p:sp>
      <p:sp>
        <p:nvSpPr>
          <p:cNvPr id="1100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/>
          <a:p>
            <a:endParaRPr lang="en-US" sz="2000" b="0" strike="noStrike" spc="-1">
              <a:latin typeface="Arial"/>
            </a:endParaRPr>
          </a:p>
        </p:txBody>
      </p:sp>
      <p:sp>
        <p:nvSpPr>
          <p:cNvPr id="1101" name="PlaceHolder 3"/>
          <p:cNvSpPr>
            <a:spLocks noGrp="1"/>
          </p:cNvSpPr>
          <p:nvPr>
            <p:ph type="sldNum" idx="69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anchor="b">
            <a:noAutofit/>
          </a:bodyPr>
          <a:lstStyle>
            <a:lvl1pPr algn="r">
              <a:lnSpc>
                <a:spcPct val="100000"/>
              </a:lnSpc>
              <a:buNone/>
              <a:tabLst>
                <a:tab pos="0" algn="l"/>
              </a:tabLst>
              <a:defRPr lang="en-GB" sz="1400" b="0" strike="noStrike" spc="-1">
                <a:latin typeface="Times New Roman"/>
              </a:defRPr>
            </a:lvl1pPr>
          </a:lstStyle>
          <a:p>
            <a:pPr algn="r">
              <a:lnSpc>
                <a:spcPct val="100000"/>
              </a:lnSpc>
              <a:buNone/>
              <a:tabLst>
                <a:tab pos="0" algn="l"/>
              </a:tabLst>
            </a:pPr>
            <a:fld id="{F9D82079-48DE-4DBC-9D66-09F9E569A0C4}" type="slidenum">
              <a:rPr lang="en-GB" sz="1400" b="0" strike="noStrike" spc="-1">
                <a:latin typeface="Times New Roman"/>
              </a:rPr>
              <a:t>2</a:t>
            </a:fld>
            <a:endParaRPr lang="en-US" sz="1400" b="0" strike="noStrike" spc="-1"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1553055886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9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ln w="0">
            <a:noFill/>
          </a:ln>
        </p:spPr>
      </p:sp>
      <p:sp>
        <p:nvSpPr>
          <p:cNvPr id="1100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/>
          <a:p>
            <a:endParaRPr lang="en-US" sz="2000" b="0" strike="noStrike" spc="-1">
              <a:latin typeface="Arial"/>
            </a:endParaRPr>
          </a:p>
        </p:txBody>
      </p:sp>
      <p:sp>
        <p:nvSpPr>
          <p:cNvPr id="1101" name="PlaceHolder 3"/>
          <p:cNvSpPr>
            <a:spLocks noGrp="1"/>
          </p:cNvSpPr>
          <p:nvPr>
            <p:ph type="sldNum" idx="69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anchor="b">
            <a:noAutofit/>
          </a:bodyPr>
          <a:lstStyle>
            <a:lvl1pPr algn="r">
              <a:lnSpc>
                <a:spcPct val="100000"/>
              </a:lnSpc>
              <a:buNone/>
              <a:tabLst>
                <a:tab pos="0" algn="l"/>
              </a:tabLst>
              <a:defRPr lang="en-GB" sz="1400" b="0" strike="noStrike" spc="-1">
                <a:latin typeface="Times New Roman"/>
              </a:defRPr>
            </a:lvl1pPr>
          </a:lstStyle>
          <a:p>
            <a:pPr algn="r">
              <a:lnSpc>
                <a:spcPct val="100000"/>
              </a:lnSpc>
              <a:buNone/>
              <a:tabLst>
                <a:tab pos="0" algn="l"/>
              </a:tabLst>
            </a:pPr>
            <a:fld id="{F9D82079-48DE-4DBC-9D66-09F9E569A0C4}" type="slidenum">
              <a:rPr lang="en-GB" sz="1400" b="0" strike="noStrike" spc="-1">
                <a:latin typeface="Times New Roman"/>
              </a:rPr>
              <a:t>3</a:t>
            </a:fld>
            <a:endParaRPr lang="en-US" sz="1400" b="0" strike="noStrike" spc="-1"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2387859193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217488" y="812800"/>
            <a:ext cx="7124700" cy="4008438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Add H100, add watt </a:t>
            </a:r>
            <a:r>
              <a:rPr lang="en-US" err="1"/>
              <a:t>en</a:t>
            </a:r>
            <a:r>
              <a:rPr lang="en-US"/>
              <a:t> perf per watt, add a10 inference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49"/>
          </p:nvPr>
        </p:nvSpPr>
        <p:spPr/>
        <p:txBody>
          <a:bodyPr/>
          <a:lstStyle/>
          <a:p>
            <a:pPr algn="r">
              <a:buNone/>
            </a:pPr>
            <a:fld id="{F1557BD3-D96D-4EB4-B8B3-9233EE3E81E1}" type="slidenum">
              <a:rPr lang="en-US" sz="1400" b="0" strike="noStrike" spc="-1" smtClean="0">
                <a:latin typeface="Times New Roman"/>
              </a:rPr>
              <a:t>12</a:t>
            </a:fld>
            <a:endParaRPr lang="en-US" sz="1400" b="0" strike="noStrike" spc="-1"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535303210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217488" y="812800"/>
            <a:ext cx="7124700" cy="4008438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Add H100, add watt </a:t>
            </a:r>
            <a:r>
              <a:rPr lang="en-US" err="1"/>
              <a:t>en</a:t>
            </a:r>
            <a:r>
              <a:rPr lang="en-US"/>
              <a:t> perf per watt, add a10 inference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49"/>
          </p:nvPr>
        </p:nvSpPr>
        <p:spPr/>
        <p:txBody>
          <a:bodyPr/>
          <a:lstStyle/>
          <a:p>
            <a:pPr algn="r">
              <a:buNone/>
            </a:pPr>
            <a:fld id="{F1557BD3-D96D-4EB4-B8B3-9233EE3E81E1}" type="slidenum">
              <a:rPr lang="en-US" sz="1400" b="0" strike="noStrike" spc="-1" smtClean="0">
                <a:latin typeface="Times New Roman"/>
              </a:rPr>
              <a:t>13</a:t>
            </a:fld>
            <a:endParaRPr lang="en-US" sz="1400" b="0" strike="noStrike" spc="-1"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1112591587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217488" y="812800"/>
            <a:ext cx="7124700" cy="4008438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Add H100, add watt </a:t>
            </a:r>
            <a:r>
              <a:rPr lang="en-US" err="1"/>
              <a:t>en</a:t>
            </a:r>
            <a:r>
              <a:rPr lang="en-US"/>
              <a:t> perf per watt, add a10 inference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49"/>
          </p:nvPr>
        </p:nvSpPr>
        <p:spPr/>
        <p:txBody>
          <a:bodyPr/>
          <a:lstStyle/>
          <a:p>
            <a:pPr algn="r">
              <a:buNone/>
            </a:pPr>
            <a:fld id="{F1557BD3-D96D-4EB4-B8B3-9233EE3E81E1}" type="slidenum">
              <a:rPr lang="en-US" sz="1400" b="0" strike="noStrike" spc="-1" smtClean="0">
                <a:latin typeface="Times New Roman"/>
              </a:rPr>
              <a:t>14</a:t>
            </a:fld>
            <a:endParaRPr lang="en-US" sz="1400" b="0" strike="noStrike" spc="-1"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2222084345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217488" y="812800"/>
            <a:ext cx="7124700" cy="4008438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Add H100, add watt </a:t>
            </a:r>
            <a:r>
              <a:rPr lang="en-US" err="1"/>
              <a:t>en</a:t>
            </a:r>
            <a:r>
              <a:rPr lang="en-US"/>
              <a:t> perf per watt, add a10 inference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49"/>
          </p:nvPr>
        </p:nvSpPr>
        <p:spPr/>
        <p:txBody>
          <a:bodyPr/>
          <a:lstStyle/>
          <a:p>
            <a:pPr algn="r">
              <a:buNone/>
            </a:pPr>
            <a:fld id="{F1557BD3-D96D-4EB4-B8B3-9233EE3E81E1}" type="slidenum">
              <a:rPr lang="en-US" sz="1400" b="0" strike="noStrike" spc="-1" smtClean="0">
                <a:latin typeface="Times New Roman"/>
              </a:rPr>
              <a:t>15</a:t>
            </a:fld>
            <a:endParaRPr lang="en-US" sz="1400" b="0" strike="noStrike" spc="-1"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3981908284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217488" y="812800"/>
            <a:ext cx="7124700" cy="4008438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Add H100, add watt </a:t>
            </a:r>
            <a:r>
              <a:rPr lang="en-US" err="1"/>
              <a:t>en</a:t>
            </a:r>
            <a:r>
              <a:rPr lang="en-US"/>
              <a:t> perf per watt, add a10 inference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49"/>
          </p:nvPr>
        </p:nvSpPr>
        <p:spPr/>
        <p:txBody>
          <a:bodyPr/>
          <a:lstStyle/>
          <a:p>
            <a:pPr algn="r">
              <a:buNone/>
            </a:pPr>
            <a:fld id="{F1557BD3-D96D-4EB4-B8B3-9233EE3E81E1}" type="slidenum">
              <a:rPr lang="en-US" sz="1400" b="0" strike="noStrike" spc="-1" smtClean="0">
                <a:latin typeface="Times New Roman"/>
              </a:rPr>
              <a:t>16</a:t>
            </a:fld>
            <a:endParaRPr lang="en-US" sz="1400" b="0" strike="noStrike" spc="-1"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1578039538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217488" y="812800"/>
            <a:ext cx="7124700" cy="4008438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Add H100, add watt </a:t>
            </a:r>
            <a:r>
              <a:rPr lang="en-US" err="1"/>
              <a:t>en</a:t>
            </a:r>
            <a:r>
              <a:rPr lang="en-US"/>
              <a:t> perf per watt, add a10 inference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49"/>
          </p:nvPr>
        </p:nvSpPr>
        <p:spPr/>
        <p:txBody>
          <a:bodyPr/>
          <a:lstStyle/>
          <a:p>
            <a:pPr algn="r">
              <a:buNone/>
            </a:pPr>
            <a:fld id="{F1557BD3-D96D-4EB4-B8B3-9233EE3E81E1}" type="slidenum">
              <a:rPr lang="en-US" sz="1400" b="0" strike="noStrike" spc="-1" smtClean="0">
                <a:latin typeface="Times New Roman"/>
              </a:rPr>
              <a:t>17</a:t>
            </a:fld>
            <a:endParaRPr lang="en-US" sz="1400" b="0" strike="noStrike" spc="-1"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3040151422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9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ln w="0">
            <a:noFill/>
          </a:ln>
        </p:spPr>
      </p:sp>
      <p:sp>
        <p:nvSpPr>
          <p:cNvPr id="1100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/>
          <a:p>
            <a:r>
              <a:rPr lang="en-US" sz="2000" b="0" strike="noStrike" spc="-1">
                <a:latin typeface="Arial"/>
              </a:rPr>
              <a:t>Add new </a:t>
            </a:r>
            <a:r>
              <a:rPr lang="en-US" sz="2000" b="0" strike="noStrike" spc="-1" err="1">
                <a:latin typeface="Arial"/>
              </a:rPr>
              <a:t>cpus</a:t>
            </a:r>
            <a:endParaRPr lang="en-US" sz="2000" b="0" strike="noStrike" spc="-1">
              <a:latin typeface="Arial"/>
            </a:endParaRPr>
          </a:p>
        </p:txBody>
      </p:sp>
      <p:sp>
        <p:nvSpPr>
          <p:cNvPr id="1101" name="PlaceHolder 3"/>
          <p:cNvSpPr>
            <a:spLocks noGrp="1"/>
          </p:cNvSpPr>
          <p:nvPr>
            <p:ph type="sldNum" idx="69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anchor="b">
            <a:noAutofit/>
          </a:bodyPr>
          <a:lstStyle>
            <a:lvl1pPr algn="r">
              <a:lnSpc>
                <a:spcPct val="100000"/>
              </a:lnSpc>
              <a:buNone/>
              <a:tabLst>
                <a:tab pos="0" algn="l"/>
              </a:tabLst>
              <a:defRPr lang="en-GB" sz="1400" b="0" strike="noStrike" spc="-1">
                <a:latin typeface="Times New Roman"/>
              </a:defRPr>
            </a:lvl1pPr>
          </a:lstStyle>
          <a:p>
            <a:pPr algn="r">
              <a:lnSpc>
                <a:spcPct val="100000"/>
              </a:lnSpc>
              <a:buNone/>
              <a:tabLst>
                <a:tab pos="0" algn="l"/>
              </a:tabLst>
            </a:pPr>
            <a:fld id="{F9D82079-48DE-4DBC-9D66-09F9E569A0C4}" type="slidenum">
              <a:rPr lang="en-GB" sz="1400" b="0" strike="noStrike" spc="-1">
                <a:latin typeface="Times New Roman"/>
              </a:rPr>
              <a:t>25</a:t>
            </a:fld>
            <a:endParaRPr lang="en-US" sz="1400" b="0" strike="noStrike" spc="-1"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2165939155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9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ln w="0">
            <a:noFill/>
          </a:ln>
        </p:spPr>
      </p:sp>
      <p:sp>
        <p:nvSpPr>
          <p:cNvPr id="1100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/>
          <a:p>
            <a:endParaRPr lang="en-US" sz="2000" b="0" strike="noStrike" spc="-1">
              <a:latin typeface="Arial"/>
            </a:endParaRPr>
          </a:p>
        </p:txBody>
      </p:sp>
      <p:sp>
        <p:nvSpPr>
          <p:cNvPr id="1101" name="PlaceHolder 3"/>
          <p:cNvSpPr>
            <a:spLocks noGrp="1"/>
          </p:cNvSpPr>
          <p:nvPr>
            <p:ph type="sldNum" idx="69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anchor="b">
            <a:noAutofit/>
          </a:bodyPr>
          <a:lstStyle>
            <a:lvl1pPr algn="r">
              <a:lnSpc>
                <a:spcPct val="100000"/>
              </a:lnSpc>
              <a:buNone/>
              <a:tabLst>
                <a:tab pos="0" algn="l"/>
              </a:tabLst>
              <a:defRPr lang="en-GB" sz="1400" b="0" strike="noStrike" spc="-1">
                <a:latin typeface="Times New Roman"/>
              </a:defRPr>
            </a:lvl1pPr>
          </a:lstStyle>
          <a:p>
            <a:pPr algn="r">
              <a:lnSpc>
                <a:spcPct val="100000"/>
              </a:lnSpc>
              <a:buNone/>
              <a:tabLst>
                <a:tab pos="0" algn="l"/>
              </a:tabLst>
            </a:pPr>
            <a:fld id="{F9D82079-48DE-4DBC-9D66-09F9E569A0C4}" type="slidenum">
              <a:rPr lang="en-GB" sz="1400" b="0" strike="noStrike" spc="-1">
                <a:latin typeface="Times New Roman"/>
              </a:rPr>
              <a:t>26</a:t>
            </a:fld>
            <a:endParaRPr lang="en-US" sz="1400" b="0" strike="noStrike" spc="-1"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1147129066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9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ln w="0">
            <a:noFill/>
          </a:ln>
        </p:spPr>
      </p:sp>
      <p:sp>
        <p:nvSpPr>
          <p:cNvPr id="1100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/>
          <a:p>
            <a:endParaRPr lang="en-US" sz="2000" b="0" strike="noStrike" spc="-1">
              <a:latin typeface="Arial"/>
            </a:endParaRPr>
          </a:p>
        </p:txBody>
      </p:sp>
      <p:sp>
        <p:nvSpPr>
          <p:cNvPr id="1101" name="PlaceHolder 3"/>
          <p:cNvSpPr>
            <a:spLocks noGrp="1"/>
          </p:cNvSpPr>
          <p:nvPr>
            <p:ph type="sldNum" idx="69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anchor="b">
            <a:noAutofit/>
          </a:bodyPr>
          <a:lstStyle>
            <a:lvl1pPr algn="r">
              <a:lnSpc>
                <a:spcPct val="100000"/>
              </a:lnSpc>
              <a:buNone/>
              <a:tabLst>
                <a:tab pos="0" algn="l"/>
              </a:tabLst>
              <a:defRPr lang="en-GB" sz="1400" b="0" strike="noStrike" spc="-1">
                <a:latin typeface="Times New Roman"/>
              </a:defRPr>
            </a:lvl1pPr>
          </a:lstStyle>
          <a:p>
            <a:pPr algn="r">
              <a:lnSpc>
                <a:spcPct val="100000"/>
              </a:lnSpc>
              <a:buNone/>
              <a:tabLst>
                <a:tab pos="0" algn="l"/>
              </a:tabLst>
            </a:pPr>
            <a:fld id="{F9D82079-48DE-4DBC-9D66-09F9E569A0C4}" type="slidenum">
              <a:rPr lang="en-GB" sz="1400" b="0" strike="noStrike" spc="-1">
                <a:latin typeface="Times New Roman"/>
              </a:rPr>
              <a:t>27</a:t>
            </a:fld>
            <a:endParaRPr lang="en-US" sz="1400" b="0" strike="noStrike" spc="-1"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2430752349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9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ln w="0">
            <a:noFill/>
          </a:ln>
        </p:spPr>
      </p:sp>
      <p:sp>
        <p:nvSpPr>
          <p:cNvPr id="1100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/>
          <a:p>
            <a:endParaRPr lang="en-US" sz="2000" b="0" strike="noStrike" spc="-1">
              <a:latin typeface="Arial"/>
            </a:endParaRPr>
          </a:p>
        </p:txBody>
      </p:sp>
      <p:sp>
        <p:nvSpPr>
          <p:cNvPr id="1101" name="PlaceHolder 3"/>
          <p:cNvSpPr>
            <a:spLocks noGrp="1"/>
          </p:cNvSpPr>
          <p:nvPr>
            <p:ph type="sldNum" idx="69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anchor="b">
            <a:noAutofit/>
          </a:bodyPr>
          <a:lstStyle>
            <a:lvl1pPr algn="r">
              <a:lnSpc>
                <a:spcPct val="100000"/>
              </a:lnSpc>
              <a:buNone/>
              <a:tabLst>
                <a:tab pos="0" algn="l"/>
              </a:tabLst>
              <a:defRPr lang="en-GB" sz="1400" b="0" strike="noStrike" spc="-1">
                <a:latin typeface="Times New Roman"/>
              </a:defRPr>
            </a:lvl1pPr>
          </a:lstStyle>
          <a:p>
            <a:pPr algn="r">
              <a:lnSpc>
                <a:spcPct val="100000"/>
              </a:lnSpc>
              <a:buNone/>
              <a:tabLst>
                <a:tab pos="0" algn="l"/>
              </a:tabLst>
            </a:pPr>
            <a:fld id="{F9D82079-48DE-4DBC-9D66-09F9E569A0C4}" type="slidenum">
              <a:rPr lang="en-GB" sz="1400" b="0" strike="noStrike" spc="-1">
                <a:latin typeface="Times New Roman"/>
              </a:rPr>
              <a:t>28</a:t>
            </a:fld>
            <a:endParaRPr lang="en-US" sz="1400" b="0" strike="noStrike" spc="-1"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2294074652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9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ln w="0">
            <a:noFill/>
          </a:ln>
        </p:spPr>
      </p:sp>
      <p:sp>
        <p:nvSpPr>
          <p:cNvPr id="1100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/>
          <a:p>
            <a:endParaRPr lang="en-US" sz="2000" b="0" strike="noStrike" spc="-1">
              <a:latin typeface="Arial"/>
            </a:endParaRPr>
          </a:p>
        </p:txBody>
      </p:sp>
      <p:sp>
        <p:nvSpPr>
          <p:cNvPr id="1101" name="PlaceHolder 3"/>
          <p:cNvSpPr>
            <a:spLocks noGrp="1"/>
          </p:cNvSpPr>
          <p:nvPr>
            <p:ph type="sldNum" idx="69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anchor="b">
            <a:noAutofit/>
          </a:bodyPr>
          <a:lstStyle>
            <a:lvl1pPr algn="r">
              <a:lnSpc>
                <a:spcPct val="100000"/>
              </a:lnSpc>
              <a:buNone/>
              <a:tabLst>
                <a:tab pos="0" algn="l"/>
              </a:tabLst>
              <a:defRPr lang="en-GB" sz="1400" b="0" strike="noStrike" spc="-1">
                <a:latin typeface="Times New Roman"/>
              </a:defRPr>
            </a:lvl1pPr>
          </a:lstStyle>
          <a:p>
            <a:pPr algn="r">
              <a:lnSpc>
                <a:spcPct val="100000"/>
              </a:lnSpc>
              <a:buNone/>
              <a:tabLst>
                <a:tab pos="0" algn="l"/>
              </a:tabLst>
            </a:pPr>
            <a:fld id="{F9D82079-48DE-4DBC-9D66-09F9E569A0C4}" type="slidenum">
              <a:rPr lang="en-GB" sz="1400" b="0" strike="noStrike" spc="-1">
                <a:latin typeface="Times New Roman"/>
              </a:rPr>
              <a:t>29</a:t>
            </a:fld>
            <a:endParaRPr lang="en-US" sz="1400" b="0" strike="noStrike" spc="-1"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948134380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9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ln w="0">
            <a:noFill/>
          </a:ln>
        </p:spPr>
      </p:sp>
      <p:sp>
        <p:nvSpPr>
          <p:cNvPr id="1100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/>
          <a:p>
            <a:endParaRPr lang="en-US" sz="2000" b="0" strike="noStrike" spc="-1">
              <a:latin typeface="Arial"/>
            </a:endParaRPr>
          </a:p>
        </p:txBody>
      </p:sp>
      <p:sp>
        <p:nvSpPr>
          <p:cNvPr id="1101" name="PlaceHolder 3"/>
          <p:cNvSpPr>
            <a:spLocks noGrp="1"/>
          </p:cNvSpPr>
          <p:nvPr>
            <p:ph type="sldNum" idx="69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anchor="b">
            <a:noAutofit/>
          </a:bodyPr>
          <a:lstStyle>
            <a:lvl1pPr algn="r">
              <a:lnSpc>
                <a:spcPct val="100000"/>
              </a:lnSpc>
              <a:buNone/>
              <a:tabLst>
                <a:tab pos="0" algn="l"/>
              </a:tabLst>
              <a:defRPr lang="en-GB" sz="1400" b="0" strike="noStrike" spc="-1">
                <a:latin typeface="Times New Roman"/>
              </a:defRPr>
            </a:lvl1pPr>
          </a:lstStyle>
          <a:p>
            <a:pPr algn="r">
              <a:lnSpc>
                <a:spcPct val="100000"/>
              </a:lnSpc>
              <a:buNone/>
              <a:tabLst>
                <a:tab pos="0" algn="l"/>
              </a:tabLst>
            </a:pPr>
            <a:fld id="{F9D82079-48DE-4DBC-9D66-09F9E569A0C4}" type="slidenum">
              <a:rPr lang="en-GB" sz="1400" b="0" strike="noStrike" spc="-1">
                <a:latin typeface="Times New Roman"/>
              </a:rPr>
              <a:t>30</a:t>
            </a:fld>
            <a:endParaRPr lang="en-US" sz="1400" b="0" strike="noStrike" spc="-1"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297020267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9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ln w="0">
            <a:noFill/>
          </a:ln>
        </p:spPr>
      </p:sp>
      <p:sp>
        <p:nvSpPr>
          <p:cNvPr id="1100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/>
          <a:p>
            <a:endParaRPr lang="en-US" sz="2000" b="0" strike="noStrike" spc="-1">
              <a:latin typeface="Arial"/>
            </a:endParaRPr>
          </a:p>
        </p:txBody>
      </p:sp>
      <p:sp>
        <p:nvSpPr>
          <p:cNvPr id="1101" name="PlaceHolder 3"/>
          <p:cNvSpPr>
            <a:spLocks noGrp="1"/>
          </p:cNvSpPr>
          <p:nvPr>
            <p:ph type="sldNum" idx="69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anchor="b">
            <a:noAutofit/>
          </a:bodyPr>
          <a:lstStyle>
            <a:lvl1pPr algn="r">
              <a:lnSpc>
                <a:spcPct val="100000"/>
              </a:lnSpc>
              <a:buNone/>
              <a:tabLst>
                <a:tab pos="0" algn="l"/>
              </a:tabLst>
              <a:defRPr lang="en-GB" sz="1400" b="0" strike="noStrike" spc="-1">
                <a:latin typeface="Times New Roman"/>
              </a:defRPr>
            </a:lvl1pPr>
          </a:lstStyle>
          <a:p>
            <a:pPr algn="r">
              <a:lnSpc>
                <a:spcPct val="100000"/>
              </a:lnSpc>
              <a:buNone/>
              <a:tabLst>
                <a:tab pos="0" algn="l"/>
              </a:tabLst>
            </a:pPr>
            <a:fld id="{F9D82079-48DE-4DBC-9D66-09F9E569A0C4}" type="slidenum">
              <a:rPr lang="en-GB" sz="1400" b="0" strike="noStrike" spc="-1">
                <a:latin typeface="Times New Roman"/>
              </a:rPr>
              <a:t>31</a:t>
            </a:fld>
            <a:endParaRPr lang="en-US" sz="1400" b="0" strike="noStrike" spc="-1"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1144168939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9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ln w="0">
            <a:noFill/>
          </a:ln>
        </p:spPr>
      </p:sp>
      <p:sp>
        <p:nvSpPr>
          <p:cNvPr id="1100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/>
          <a:p>
            <a:endParaRPr lang="en-US" sz="2000" b="0" strike="noStrike" spc="-1">
              <a:latin typeface="Arial"/>
            </a:endParaRPr>
          </a:p>
        </p:txBody>
      </p:sp>
      <p:sp>
        <p:nvSpPr>
          <p:cNvPr id="1101" name="PlaceHolder 3"/>
          <p:cNvSpPr>
            <a:spLocks noGrp="1"/>
          </p:cNvSpPr>
          <p:nvPr>
            <p:ph type="sldNum" idx="69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anchor="b">
            <a:noAutofit/>
          </a:bodyPr>
          <a:lstStyle>
            <a:lvl1pPr algn="r">
              <a:lnSpc>
                <a:spcPct val="100000"/>
              </a:lnSpc>
              <a:buNone/>
              <a:tabLst>
                <a:tab pos="0" algn="l"/>
              </a:tabLst>
              <a:defRPr lang="en-GB" sz="1400" b="0" strike="noStrike" spc="-1">
                <a:latin typeface="Times New Roman"/>
              </a:defRPr>
            </a:lvl1pPr>
          </a:lstStyle>
          <a:p>
            <a:pPr algn="r">
              <a:lnSpc>
                <a:spcPct val="100000"/>
              </a:lnSpc>
              <a:buNone/>
              <a:tabLst>
                <a:tab pos="0" algn="l"/>
              </a:tabLst>
            </a:pPr>
            <a:fld id="{F9D82079-48DE-4DBC-9D66-09F9E569A0C4}" type="slidenum">
              <a:rPr lang="en-GB" sz="1400" b="0" strike="noStrike" spc="-1">
                <a:latin typeface="Times New Roman"/>
              </a:rPr>
              <a:t>32</a:t>
            </a:fld>
            <a:endParaRPr lang="en-US" sz="1400" b="0" strike="noStrike" spc="-1"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4283111234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9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ln w="0">
            <a:noFill/>
          </a:ln>
        </p:spPr>
      </p:sp>
      <p:sp>
        <p:nvSpPr>
          <p:cNvPr id="1100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/>
          <a:p>
            <a:endParaRPr lang="en-US" sz="2000" b="0" strike="noStrike" spc="-1">
              <a:latin typeface="Arial"/>
            </a:endParaRPr>
          </a:p>
        </p:txBody>
      </p:sp>
      <p:sp>
        <p:nvSpPr>
          <p:cNvPr id="1101" name="PlaceHolder 3"/>
          <p:cNvSpPr>
            <a:spLocks noGrp="1"/>
          </p:cNvSpPr>
          <p:nvPr>
            <p:ph type="sldNum" idx="69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anchor="b">
            <a:noAutofit/>
          </a:bodyPr>
          <a:lstStyle>
            <a:lvl1pPr algn="r">
              <a:lnSpc>
                <a:spcPct val="100000"/>
              </a:lnSpc>
              <a:buNone/>
              <a:tabLst>
                <a:tab pos="0" algn="l"/>
              </a:tabLst>
              <a:defRPr lang="en-GB" sz="1400" b="0" strike="noStrike" spc="-1">
                <a:latin typeface="Times New Roman"/>
              </a:defRPr>
            </a:lvl1pPr>
          </a:lstStyle>
          <a:p>
            <a:pPr algn="r">
              <a:lnSpc>
                <a:spcPct val="100000"/>
              </a:lnSpc>
              <a:buNone/>
              <a:tabLst>
                <a:tab pos="0" algn="l"/>
              </a:tabLst>
            </a:pPr>
            <a:fld id="{F9D82079-48DE-4DBC-9D66-09F9E569A0C4}" type="slidenum">
              <a:rPr lang="en-GB" sz="1400" b="0" strike="noStrike" spc="-1">
                <a:latin typeface="Times New Roman"/>
              </a:rPr>
              <a:t>33</a:t>
            </a:fld>
            <a:endParaRPr lang="en-US" sz="1400" b="0" strike="noStrike" spc="-1"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262722806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5C4845-059E-E129-F7C0-84ABAE7FD2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9" name="PlaceHolder 1">
            <a:extLst>
              <a:ext uri="{FF2B5EF4-FFF2-40B4-BE49-F238E27FC236}">
                <a16:creationId xmlns:a16="http://schemas.microsoft.com/office/drawing/2014/main" id="{26ACA935-9802-B5DD-86DD-73BA3046C56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ln w="0">
            <a:noFill/>
          </a:ln>
        </p:spPr>
      </p:sp>
      <p:sp>
        <p:nvSpPr>
          <p:cNvPr id="1100" name="PlaceHolder 2">
            <a:extLst>
              <a:ext uri="{FF2B5EF4-FFF2-40B4-BE49-F238E27FC236}">
                <a16:creationId xmlns:a16="http://schemas.microsoft.com/office/drawing/2014/main" id="{8195796C-2455-ED59-A059-933CA57673A1}"/>
              </a:ext>
            </a:extLst>
          </p:cNvPr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/>
          <a:p>
            <a:endParaRPr lang="en-US" sz="2000" b="0" strike="noStrike" spc="-1">
              <a:latin typeface="Arial"/>
            </a:endParaRPr>
          </a:p>
        </p:txBody>
      </p:sp>
      <p:sp>
        <p:nvSpPr>
          <p:cNvPr id="1101" name="PlaceHolder 3">
            <a:extLst>
              <a:ext uri="{FF2B5EF4-FFF2-40B4-BE49-F238E27FC236}">
                <a16:creationId xmlns:a16="http://schemas.microsoft.com/office/drawing/2014/main" id="{473189C1-A766-3C3C-195B-94DF57BD4B54}"/>
              </a:ext>
            </a:extLst>
          </p:cNvPr>
          <p:cNvSpPr>
            <a:spLocks noGrp="1"/>
          </p:cNvSpPr>
          <p:nvPr>
            <p:ph type="sldNum" idx="69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anchor="b">
            <a:noAutofit/>
          </a:bodyPr>
          <a:lstStyle>
            <a:lvl1pPr algn="r">
              <a:lnSpc>
                <a:spcPct val="100000"/>
              </a:lnSpc>
              <a:buNone/>
              <a:tabLst>
                <a:tab pos="0" algn="l"/>
              </a:tabLst>
              <a:defRPr lang="en-GB" sz="1400" b="0" strike="noStrike" spc="-1">
                <a:latin typeface="Times New Roman"/>
              </a:defRPr>
            </a:lvl1pPr>
          </a:lstStyle>
          <a:p>
            <a:pPr algn="r">
              <a:lnSpc>
                <a:spcPct val="100000"/>
              </a:lnSpc>
              <a:buNone/>
              <a:tabLst>
                <a:tab pos="0" algn="l"/>
              </a:tabLst>
            </a:pPr>
            <a:fld id="{F9D82079-48DE-4DBC-9D66-09F9E569A0C4}" type="slidenum">
              <a:rPr lang="en-GB" sz="1400" b="0" strike="noStrike" spc="-1">
                <a:latin typeface="Times New Roman"/>
              </a:rPr>
              <a:t>34</a:t>
            </a:fld>
            <a:endParaRPr lang="en-US" sz="1400" b="0" strike="noStrike" spc="-1"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1818807143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78B3D06-A37B-C00E-7C6B-445803C06D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9" name="PlaceHolder 1">
            <a:extLst>
              <a:ext uri="{FF2B5EF4-FFF2-40B4-BE49-F238E27FC236}">
                <a16:creationId xmlns:a16="http://schemas.microsoft.com/office/drawing/2014/main" id="{F4BED263-B719-4EFF-CFCF-E19CACD5FC3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ln w="0">
            <a:noFill/>
          </a:ln>
        </p:spPr>
      </p:sp>
      <p:sp>
        <p:nvSpPr>
          <p:cNvPr id="1100" name="PlaceHolder 2">
            <a:extLst>
              <a:ext uri="{FF2B5EF4-FFF2-40B4-BE49-F238E27FC236}">
                <a16:creationId xmlns:a16="http://schemas.microsoft.com/office/drawing/2014/main" id="{404ADE15-5A2D-F184-5D65-32F92A29771A}"/>
              </a:ext>
            </a:extLst>
          </p:cNvPr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/>
          <a:p>
            <a:endParaRPr lang="en-US" sz="2000" b="0" strike="noStrike" spc="-1">
              <a:latin typeface="Arial"/>
            </a:endParaRPr>
          </a:p>
        </p:txBody>
      </p:sp>
      <p:sp>
        <p:nvSpPr>
          <p:cNvPr id="1101" name="PlaceHolder 3">
            <a:extLst>
              <a:ext uri="{FF2B5EF4-FFF2-40B4-BE49-F238E27FC236}">
                <a16:creationId xmlns:a16="http://schemas.microsoft.com/office/drawing/2014/main" id="{3787B4DD-C181-EE66-F08C-D2F347A280B8}"/>
              </a:ext>
            </a:extLst>
          </p:cNvPr>
          <p:cNvSpPr>
            <a:spLocks noGrp="1"/>
          </p:cNvSpPr>
          <p:nvPr>
            <p:ph type="sldNum" idx="69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anchor="b">
            <a:noAutofit/>
          </a:bodyPr>
          <a:lstStyle>
            <a:lvl1pPr algn="r">
              <a:lnSpc>
                <a:spcPct val="100000"/>
              </a:lnSpc>
              <a:buNone/>
              <a:tabLst>
                <a:tab pos="0" algn="l"/>
              </a:tabLst>
              <a:defRPr lang="en-GB" sz="1400" b="0" strike="noStrike" spc="-1">
                <a:latin typeface="Times New Roman"/>
              </a:defRPr>
            </a:lvl1pPr>
          </a:lstStyle>
          <a:p>
            <a:pPr algn="r">
              <a:lnSpc>
                <a:spcPct val="100000"/>
              </a:lnSpc>
              <a:buNone/>
              <a:tabLst>
                <a:tab pos="0" algn="l"/>
              </a:tabLst>
            </a:pPr>
            <a:fld id="{F9D82079-48DE-4DBC-9D66-09F9E569A0C4}" type="slidenum">
              <a:rPr lang="en-GB" sz="1400" b="0" strike="noStrike" spc="-1">
                <a:latin typeface="Times New Roman"/>
              </a:rPr>
              <a:t>35</a:t>
            </a:fld>
            <a:endParaRPr lang="en-US" sz="1400" b="0" strike="noStrike" spc="-1"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846043447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D586320-44D6-065A-2FC7-49DBA3160A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9" name="PlaceHolder 1">
            <a:extLst>
              <a:ext uri="{FF2B5EF4-FFF2-40B4-BE49-F238E27FC236}">
                <a16:creationId xmlns:a16="http://schemas.microsoft.com/office/drawing/2014/main" id="{6296E1CE-9D22-1889-2BE6-0519AAA7E34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ln w="0">
            <a:noFill/>
          </a:ln>
        </p:spPr>
      </p:sp>
      <p:sp>
        <p:nvSpPr>
          <p:cNvPr id="1100" name="PlaceHolder 2">
            <a:extLst>
              <a:ext uri="{FF2B5EF4-FFF2-40B4-BE49-F238E27FC236}">
                <a16:creationId xmlns:a16="http://schemas.microsoft.com/office/drawing/2014/main" id="{1F13CDCA-7DEE-2F0B-AA77-7C5439BA8C89}"/>
              </a:ext>
            </a:extLst>
          </p:cNvPr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/>
          <a:p>
            <a:endParaRPr lang="en-US" sz="2000" b="0" strike="noStrike" spc="-1">
              <a:latin typeface="Arial"/>
            </a:endParaRPr>
          </a:p>
        </p:txBody>
      </p:sp>
      <p:sp>
        <p:nvSpPr>
          <p:cNvPr id="1101" name="PlaceHolder 3">
            <a:extLst>
              <a:ext uri="{FF2B5EF4-FFF2-40B4-BE49-F238E27FC236}">
                <a16:creationId xmlns:a16="http://schemas.microsoft.com/office/drawing/2014/main" id="{E9ECD347-1225-4FE2-45BB-53D77AE81A83}"/>
              </a:ext>
            </a:extLst>
          </p:cNvPr>
          <p:cNvSpPr>
            <a:spLocks noGrp="1"/>
          </p:cNvSpPr>
          <p:nvPr>
            <p:ph type="sldNum" idx="69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anchor="b">
            <a:noAutofit/>
          </a:bodyPr>
          <a:lstStyle>
            <a:lvl1pPr algn="r">
              <a:lnSpc>
                <a:spcPct val="100000"/>
              </a:lnSpc>
              <a:buNone/>
              <a:tabLst>
                <a:tab pos="0" algn="l"/>
              </a:tabLst>
              <a:defRPr lang="en-GB" sz="1400" b="0" strike="noStrike" spc="-1">
                <a:latin typeface="Times New Roman"/>
              </a:defRPr>
            </a:lvl1pPr>
          </a:lstStyle>
          <a:p>
            <a:pPr algn="r">
              <a:lnSpc>
                <a:spcPct val="100000"/>
              </a:lnSpc>
              <a:buNone/>
              <a:tabLst>
                <a:tab pos="0" algn="l"/>
              </a:tabLst>
            </a:pPr>
            <a:fld id="{F9D82079-48DE-4DBC-9D66-09F9E569A0C4}" type="slidenum">
              <a:rPr lang="en-GB" sz="1400" b="0" strike="noStrike" spc="-1">
                <a:latin typeface="Times New Roman"/>
              </a:rPr>
              <a:t>36</a:t>
            </a:fld>
            <a:endParaRPr lang="en-US" sz="1400" b="0" strike="noStrike" spc="-1"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3958331148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9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ln w="0">
            <a:noFill/>
          </a:ln>
        </p:spPr>
      </p:sp>
      <p:sp>
        <p:nvSpPr>
          <p:cNvPr id="1100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/>
          <a:p>
            <a:endParaRPr lang="en-US" sz="2000" b="0" strike="noStrike" spc="-1">
              <a:latin typeface="Arial"/>
            </a:endParaRPr>
          </a:p>
        </p:txBody>
      </p:sp>
      <p:sp>
        <p:nvSpPr>
          <p:cNvPr id="1101" name="PlaceHolder 3"/>
          <p:cNvSpPr>
            <a:spLocks noGrp="1"/>
          </p:cNvSpPr>
          <p:nvPr>
            <p:ph type="sldNum" idx="69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anchor="b">
            <a:noAutofit/>
          </a:bodyPr>
          <a:lstStyle>
            <a:lvl1pPr algn="r">
              <a:lnSpc>
                <a:spcPct val="100000"/>
              </a:lnSpc>
              <a:buNone/>
              <a:tabLst>
                <a:tab pos="0" algn="l"/>
              </a:tabLst>
              <a:defRPr lang="en-GB" sz="1400" b="0" strike="noStrike" spc="-1">
                <a:latin typeface="Times New Roman"/>
              </a:defRPr>
            </a:lvl1pPr>
          </a:lstStyle>
          <a:p>
            <a:pPr algn="r">
              <a:lnSpc>
                <a:spcPct val="100000"/>
              </a:lnSpc>
              <a:buNone/>
              <a:tabLst>
                <a:tab pos="0" algn="l"/>
              </a:tabLst>
            </a:pPr>
            <a:fld id="{F9D82079-48DE-4DBC-9D66-09F9E569A0C4}" type="slidenum">
              <a:rPr lang="en-GB" sz="1400" b="0" strike="noStrike" spc="-1">
                <a:latin typeface="Times New Roman"/>
              </a:rPr>
              <a:t>37</a:t>
            </a:fld>
            <a:endParaRPr lang="en-US" sz="1400" b="0" strike="noStrike" spc="-1"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20290918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9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ln w="0">
            <a:noFill/>
          </a:ln>
        </p:spPr>
      </p:sp>
      <p:sp>
        <p:nvSpPr>
          <p:cNvPr id="1100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/>
          <a:p>
            <a:endParaRPr lang="en-US" sz="2000" b="0" strike="noStrike" spc="-1">
              <a:latin typeface="Arial"/>
            </a:endParaRPr>
          </a:p>
        </p:txBody>
      </p:sp>
      <p:sp>
        <p:nvSpPr>
          <p:cNvPr id="1101" name="PlaceHolder 3"/>
          <p:cNvSpPr>
            <a:spLocks noGrp="1"/>
          </p:cNvSpPr>
          <p:nvPr>
            <p:ph type="sldNum" idx="69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anchor="b">
            <a:noAutofit/>
          </a:bodyPr>
          <a:lstStyle>
            <a:lvl1pPr algn="r">
              <a:lnSpc>
                <a:spcPct val="100000"/>
              </a:lnSpc>
              <a:buNone/>
              <a:tabLst>
                <a:tab pos="0" algn="l"/>
              </a:tabLst>
              <a:defRPr lang="en-GB" sz="1400" b="0" strike="noStrike" spc="-1">
                <a:latin typeface="Times New Roman"/>
              </a:defRPr>
            </a:lvl1pPr>
          </a:lstStyle>
          <a:p>
            <a:pPr algn="r">
              <a:lnSpc>
                <a:spcPct val="100000"/>
              </a:lnSpc>
              <a:buNone/>
              <a:tabLst>
                <a:tab pos="0" algn="l"/>
              </a:tabLst>
            </a:pPr>
            <a:fld id="{F9D82079-48DE-4DBC-9D66-09F9E569A0C4}" type="slidenum">
              <a:rPr lang="en-GB" sz="1400" b="0" strike="noStrike" spc="-1">
                <a:latin typeface="Times New Roman"/>
              </a:rPr>
              <a:t>38</a:t>
            </a:fld>
            <a:endParaRPr lang="en-US" sz="1400" b="0" strike="noStrike" spc="-1"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3353093795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9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ln w="0">
            <a:noFill/>
          </a:ln>
        </p:spPr>
      </p:sp>
      <p:sp>
        <p:nvSpPr>
          <p:cNvPr id="1100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/>
          <a:p>
            <a:endParaRPr lang="en-US" sz="2000" b="0" strike="noStrike" spc="-1">
              <a:latin typeface="Arial"/>
            </a:endParaRPr>
          </a:p>
        </p:txBody>
      </p:sp>
      <p:sp>
        <p:nvSpPr>
          <p:cNvPr id="1101" name="PlaceHolder 3"/>
          <p:cNvSpPr>
            <a:spLocks noGrp="1"/>
          </p:cNvSpPr>
          <p:nvPr>
            <p:ph type="sldNum" idx="69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anchor="b">
            <a:noAutofit/>
          </a:bodyPr>
          <a:lstStyle>
            <a:lvl1pPr algn="r">
              <a:lnSpc>
                <a:spcPct val="100000"/>
              </a:lnSpc>
              <a:buNone/>
              <a:tabLst>
                <a:tab pos="0" algn="l"/>
              </a:tabLst>
              <a:defRPr lang="en-GB" sz="1400" b="0" strike="noStrike" spc="-1">
                <a:latin typeface="Times New Roman"/>
              </a:defRPr>
            </a:lvl1pPr>
          </a:lstStyle>
          <a:p>
            <a:pPr algn="r">
              <a:lnSpc>
                <a:spcPct val="100000"/>
              </a:lnSpc>
              <a:buNone/>
              <a:tabLst>
                <a:tab pos="0" algn="l"/>
              </a:tabLst>
            </a:pPr>
            <a:fld id="{F9D82079-48DE-4DBC-9D66-09F9E569A0C4}" type="slidenum">
              <a:rPr lang="en-GB" sz="1400" b="0" strike="noStrike" spc="-1">
                <a:latin typeface="Times New Roman"/>
              </a:rPr>
              <a:t>39</a:t>
            </a:fld>
            <a:endParaRPr lang="en-US" sz="1400" b="0" strike="noStrike" spc="-1"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1188700785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9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ln w="0">
            <a:noFill/>
          </a:ln>
        </p:spPr>
      </p:sp>
      <p:sp>
        <p:nvSpPr>
          <p:cNvPr id="1100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/>
          <a:p>
            <a:endParaRPr lang="en-US" sz="2000" b="0" strike="noStrike" spc="-1">
              <a:latin typeface="Arial"/>
            </a:endParaRPr>
          </a:p>
        </p:txBody>
      </p:sp>
      <p:sp>
        <p:nvSpPr>
          <p:cNvPr id="1101" name="PlaceHolder 3"/>
          <p:cNvSpPr>
            <a:spLocks noGrp="1"/>
          </p:cNvSpPr>
          <p:nvPr>
            <p:ph type="sldNum" idx="69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anchor="b">
            <a:noAutofit/>
          </a:bodyPr>
          <a:lstStyle>
            <a:lvl1pPr algn="r">
              <a:lnSpc>
                <a:spcPct val="100000"/>
              </a:lnSpc>
              <a:buNone/>
              <a:tabLst>
                <a:tab pos="0" algn="l"/>
              </a:tabLst>
              <a:defRPr lang="en-GB" sz="1400" b="0" strike="noStrike" spc="-1">
                <a:latin typeface="Times New Roman"/>
              </a:defRPr>
            </a:lvl1pPr>
          </a:lstStyle>
          <a:p>
            <a:pPr algn="r">
              <a:lnSpc>
                <a:spcPct val="100000"/>
              </a:lnSpc>
              <a:buNone/>
              <a:tabLst>
                <a:tab pos="0" algn="l"/>
              </a:tabLst>
            </a:pPr>
            <a:fld id="{F9D82079-48DE-4DBC-9D66-09F9E569A0C4}" type="slidenum">
              <a:rPr lang="en-GB" sz="1400" b="0" strike="noStrike" spc="-1">
                <a:latin typeface="Times New Roman"/>
              </a:rPr>
              <a:t>40</a:t>
            </a:fld>
            <a:endParaRPr lang="en-US" sz="1400" b="0" strike="noStrike" spc="-1"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423573475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9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ln w="0">
            <a:noFill/>
          </a:ln>
        </p:spPr>
      </p:sp>
      <p:sp>
        <p:nvSpPr>
          <p:cNvPr id="1100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/>
          <a:p>
            <a:endParaRPr lang="en-US" sz="2000" b="0" strike="noStrike" spc="-1">
              <a:latin typeface="Arial"/>
            </a:endParaRPr>
          </a:p>
        </p:txBody>
      </p:sp>
      <p:sp>
        <p:nvSpPr>
          <p:cNvPr id="1101" name="PlaceHolder 3"/>
          <p:cNvSpPr>
            <a:spLocks noGrp="1"/>
          </p:cNvSpPr>
          <p:nvPr>
            <p:ph type="sldNum" idx="69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anchor="b">
            <a:noAutofit/>
          </a:bodyPr>
          <a:lstStyle>
            <a:lvl1pPr algn="r">
              <a:lnSpc>
                <a:spcPct val="100000"/>
              </a:lnSpc>
              <a:buNone/>
              <a:tabLst>
                <a:tab pos="0" algn="l"/>
              </a:tabLst>
              <a:defRPr lang="en-GB" sz="1400" b="0" strike="noStrike" spc="-1">
                <a:latin typeface="Times New Roman"/>
              </a:defRPr>
            </a:lvl1pPr>
          </a:lstStyle>
          <a:p>
            <a:pPr algn="r">
              <a:lnSpc>
                <a:spcPct val="100000"/>
              </a:lnSpc>
              <a:buNone/>
              <a:tabLst>
                <a:tab pos="0" algn="l"/>
              </a:tabLst>
            </a:pPr>
            <a:fld id="{F9D82079-48DE-4DBC-9D66-09F9E569A0C4}" type="slidenum">
              <a:rPr lang="en-GB" sz="1400" b="0" strike="noStrike" spc="-1">
                <a:latin typeface="Times New Roman"/>
              </a:rPr>
              <a:t>41</a:t>
            </a:fld>
            <a:endParaRPr lang="en-US" sz="1400" b="0" strike="noStrike" spc="-1"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131987638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5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6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6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6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6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6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6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6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6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6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6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7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7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7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7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7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7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7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7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7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7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8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8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8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8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8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8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8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8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8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8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9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9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9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9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9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9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9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9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9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9.xml"/></Relationships>
</file>

<file path=ppt/slideLayouts/_rels/slideLayout9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9.xml"/></Relationships>
</file>

<file path=ppt/slideLayouts/_rels/slideLayout10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9.xml"/></Relationships>
</file>

<file path=ppt/slideLayouts/_rels/slideLayout10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9.xml"/></Relationships>
</file>

<file path=ppt/slideLayouts/_rels/slideLayout10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9.xml"/></Relationships>
</file>

<file path=ppt/slideLayouts/_rels/slideLayout10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9.xml"/></Relationships>
</file>

<file path=ppt/slideLayouts/_rels/slideLayout10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9.xml"/></Relationships>
</file>

<file path=ppt/slideLayouts/_rels/slideLayout10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9.xml"/></Relationships>
</file>

<file path=ppt/slideLayouts/_rels/slideLayout10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9.xml"/></Relationships>
</file>

<file path=ppt/slideLayouts/_rels/slideLayout10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9.xml"/></Relationships>
</file>

<file path=ppt/slideLayouts/_rels/slideLayout10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9.xml"/></Relationships>
</file>

<file path=ppt/slideLayouts/_rels/slideLayout10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9.xml"/></Relationships>
</file>

<file path=ppt/slideLayouts/_rels/slideLayout1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0.xml"/></Relationships>
</file>

<file path=ppt/slideLayouts/_rels/slideLayout1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0.xml"/></Relationships>
</file>

<file path=ppt/slideLayouts/_rels/slideLayout1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0.xml"/></Relationships>
</file>

<file path=ppt/slideLayouts/_rels/slideLayout1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0.xml"/></Relationships>
</file>

<file path=ppt/slideLayouts/_rels/slideLayout1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0.xml"/></Relationships>
</file>

<file path=ppt/slideLayouts/_rels/slideLayout1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0.xml"/></Relationships>
</file>

<file path=ppt/slideLayouts/_rels/slideLayout1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0.xml"/></Relationships>
</file>

<file path=ppt/slideLayouts/_rels/slideLayout1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0.xml"/></Relationships>
</file>

<file path=ppt/slideLayouts/_rels/slideLayout1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0.xml"/></Relationships>
</file>

<file path=ppt/slideLayouts/_rels/slideLayout1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0.xml"/></Relationships>
</file>

<file path=ppt/slideLayouts/_rels/slideLayout1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0.xml"/></Relationships>
</file>

<file path=ppt/slideLayouts/_rels/slideLayout1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0.xml"/></Relationships>
</file>

<file path=ppt/slideLayouts/_rels/slideLayout1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1.xml"/></Relationships>
</file>

<file path=ppt/slideLayouts/_rels/slideLayout1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1.xml"/></Relationships>
</file>

<file path=ppt/slideLayouts/_rels/slideLayout1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1.xml"/></Relationships>
</file>

<file path=ppt/slideLayouts/_rels/slideLayout1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1.xml"/></Relationships>
</file>

<file path=ppt/slideLayouts/_rels/slideLayout1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1.xml"/></Relationships>
</file>

<file path=ppt/slideLayouts/_rels/slideLayout1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1.xml"/></Relationships>
</file>

<file path=ppt/slideLayouts/_rels/slideLayout1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1.xml"/></Relationships>
</file>

<file path=ppt/slideLayouts/_rels/slideLayout12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1.xml"/></Relationships>
</file>

<file path=ppt/slideLayouts/_rels/slideLayout13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1.xml"/></Relationships>
</file>

<file path=ppt/slideLayouts/_rels/slideLayout13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1.xml"/></Relationships>
</file>

<file path=ppt/slideLayouts/_rels/slideLayout13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1.xml"/></Relationships>
</file>

<file path=ppt/slideLayouts/_rels/slideLayout13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1.xml"/></Relationships>
</file>

<file path=ppt/slideLayouts/_rels/slideLayout13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2.xml"/></Relationships>
</file>

<file path=ppt/slideLayouts/_rels/slideLayout13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2.xml"/></Relationships>
</file>

<file path=ppt/slideLayouts/_rels/slideLayout13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2.xml"/></Relationships>
</file>

<file path=ppt/slideLayouts/_rels/slideLayout13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2.xml"/></Relationships>
</file>

<file path=ppt/slideLayouts/_rels/slideLayout13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2.xml"/></Relationships>
</file>

<file path=ppt/slideLayouts/_rels/slideLayout13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2.xml"/></Relationships>
</file>

<file path=ppt/slideLayouts/_rels/slideLayout14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2.xml"/></Relationships>
</file>

<file path=ppt/slideLayouts/_rels/slideLayout14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2.xml"/></Relationships>
</file>

<file path=ppt/slideLayouts/_rels/slideLayout14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2.xml"/></Relationships>
</file>

<file path=ppt/slideLayouts/_rels/slideLayout14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2.xml"/></Relationships>
</file>

<file path=ppt/slideLayouts/_rels/slideLayout14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2.xml"/></Relationships>
</file>

<file path=ppt/slideLayouts/_rels/slideLayout14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2.xml"/></Relationships>
</file>

<file path=ppt/slideLayouts/_rels/slideLayout14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3.xml"/></Relationships>
</file>

<file path=ppt/slideLayouts/_rels/slideLayout14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3.xml"/></Relationships>
</file>

<file path=ppt/slideLayouts/_rels/slideLayout14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3.xml"/></Relationships>
</file>

<file path=ppt/slideLayouts/_rels/slideLayout14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3.xml"/></Relationships>
</file>

<file path=ppt/slideLayouts/_rels/slideLayout15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3.xml"/></Relationships>
</file>

<file path=ppt/slideLayouts/_rels/slideLayout15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3.xml"/></Relationships>
</file>

<file path=ppt/slideLayouts/_rels/slideLayout15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3.xml"/></Relationships>
</file>

<file path=ppt/slideLayouts/_rels/slideLayout15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3.xml"/></Relationships>
</file>

<file path=ppt/slideLayouts/_rels/slideLayout15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3.xml"/></Relationships>
</file>

<file path=ppt/slideLayouts/_rels/slideLayout15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3.xml"/></Relationships>
</file>

<file path=ppt/slideLayouts/_rels/slideLayout15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3.xml"/></Relationships>
</file>

<file path=ppt/slideLayouts/_rels/slideLayout15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3.xml"/></Relationships>
</file>

<file path=ppt/slideLayouts/_rels/slideLayout15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4.xml"/></Relationships>
</file>

<file path=ppt/slideLayouts/_rels/slideLayout15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4.xml"/></Relationships>
</file>

<file path=ppt/slideLayouts/_rels/slideLayout16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4.xml"/></Relationships>
</file>

<file path=ppt/slideLayouts/_rels/slideLayout16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4.xml"/></Relationships>
</file>

<file path=ppt/slideLayouts/_rels/slideLayout16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4.xml"/></Relationships>
</file>

<file path=ppt/slideLayouts/_rels/slideLayout16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4.xml"/></Relationships>
</file>

<file path=ppt/slideLayouts/_rels/slideLayout16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4.xml"/></Relationships>
</file>

<file path=ppt/slideLayouts/_rels/slideLayout16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4.xml"/></Relationships>
</file>

<file path=ppt/slideLayouts/_rels/slideLayout16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4.xml"/></Relationships>
</file>

<file path=ppt/slideLayouts/_rels/slideLayout16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4.xml"/></Relationships>
</file>

<file path=ppt/slideLayouts/_rels/slideLayout16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4.xml"/></Relationships>
</file>

<file path=ppt/slideLayouts/_rels/slideLayout16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4.xml"/></Relationships>
</file>

<file path=ppt/slideLayouts/_rels/slideLayout17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5.xml"/></Relationships>
</file>

<file path=ppt/slideLayouts/_rels/slideLayout17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5.xml"/></Relationships>
</file>

<file path=ppt/slideLayouts/_rels/slideLayout17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5.xml"/></Relationships>
</file>

<file path=ppt/slideLayouts/_rels/slideLayout17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5.xml"/></Relationships>
</file>

<file path=ppt/slideLayouts/_rels/slideLayout17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5.xml"/></Relationships>
</file>

<file path=ppt/slideLayouts/_rels/slideLayout17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5.xml"/></Relationships>
</file>

<file path=ppt/slideLayouts/_rels/slideLayout17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5.xml"/></Relationships>
</file>

<file path=ppt/slideLayouts/_rels/slideLayout17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5.xml"/></Relationships>
</file>

<file path=ppt/slideLayouts/_rels/slideLayout17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5.xml"/></Relationships>
</file>

<file path=ppt/slideLayouts/_rels/slideLayout17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5.xml"/></Relationships>
</file>

<file path=ppt/slideLayouts/_rels/slideLayout18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5.xml"/></Relationships>
</file>

<file path=ppt/slideLayouts/_rels/slideLayout18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5.xml"/></Relationships>
</file>

<file path=ppt/slideLayouts/_rels/slideLayout18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6.xml"/></Relationships>
</file>

<file path=ppt/slideLayouts/_rels/slideLayout18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6.xml"/></Relationships>
</file>

<file path=ppt/slideLayouts/_rels/slideLayout18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6.xml"/></Relationships>
</file>

<file path=ppt/slideLayouts/_rels/slideLayout18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6.xml"/></Relationships>
</file>

<file path=ppt/slideLayouts/_rels/slideLayout18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6.xml"/></Relationships>
</file>

<file path=ppt/slideLayouts/_rels/slideLayout18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6.xml"/></Relationships>
</file>

<file path=ppt/slideLayouts/_rels/slideLayout18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6.xml"/></Relationships>
</file>

<file path=ppt/slideLayouts/_rels/slideLayout18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6.xml"/></Relationships>
</file>

<file path=ppt/slideLayouts/_rels/slideLayout19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6.xml"/></Relationships>
</file>

<file path=ppt/slideLayouts/_rels/slideLayout19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6.xml"/></Relationships>
</file>

<file path=ppt/slideLayouts/_rels/slideLayout19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6.xml"/></Relationships>
</file>

<file path=ppt/slideLayouts/_rels/slideLayout19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6.xml"/></Relationships>
</file>

<file path=ppt/slideLayouts/_rels/slideLayout19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7.xml"/></Relationships>
</file>

<file path=ppt/slideLayouts/_rels/slideLayout19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7.xml"/></Relationships>
</file>

<file path=ppt/slideLayouts/_rels/slideLayout19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7.xml"/></Relationships>
</file>

<file path=ppt/slideLayouts/_rels/slideLayout19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7.xml"/></Relationships>
</file>

<file path=ppt/slideLayouts/_rels/slideLayout19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7.xml"/></Relationships>
</file>

<file path=ppt/slideLayouts/_rels/slideLayout19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7.xml"/></Relationships>
</file>

<file path=ppt/slideLayouts/_rels/slideLayout20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7.xml"/></Relationships>
</file>

<file path=ppt/slideLayouts/_rels/slideLayout20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7.xml"/></Relationships>
</file>

<file path=ppt/slideLayouts/_rels/slideLayout20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7.xml"/></Relationships>
</file>

<file path=ppt/slideLayouts/_rels/slideLayout20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7.xml"/></Relationships>
</file>

<file path=ppt/slideLayouts/_rels/slideLayout20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7.xml"/></Relationships>
</file>

<file path=ppt/slideLayouts/_rels/slideLayout20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7.xml"/></Relationships>
</file>

<file path=ppt/slideLayouts/_rels/slideLayout20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8.xml"/></Relationships>
</file>

<file path=ppt/slideLayouts/_rels/slideLayout20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8.xml"/></Relationships>
</file>

<file path=ppt/slideLayouts/_rels/slideLayout20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8.xml"/></Relationships>
</file>

<file path=ppt/slideLayouts/_rels/slideLayout20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8.xml"/></Relationships>
</file>

<file path=ppt/slideLayouts/_rels/slideLayout2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8.xml"/></Relationships>
</file>

<file path=ppt/slideLayouts/_rels/slideLayout2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8.xml"/></Relationships>
</file>

<file path=ppt/slideLayouts/_rels/slideLayout2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8.xml"/></Relationships>
</file>

<file path=ppt/slideLayouts/_rels/slideLayout2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8.xml"/></Relationships>
</file>

<file path=ppt/slideLayouts/_rels/slideLayout2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8.xml"/></Relationships>
</file>

<file path=ppt/slideLayouts/_rels/slideLayout2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8.xml"/></Relationships>
</file>

<file path=ppt/slideLayouts/_rels/slideLayout2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8.xml"/></Relationships>
</file>

<file path=ppt/slideLayouts/_rels/slideLayout2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8.xml"/></Relationships>
</file>

<file path=ppt/slideLayouts/_rels/slideLayout2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9.xml"/></Relationships>
</file>

<file path=ppt/slideLayouts/_rels/slideLayout2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9.xml"/></Relationships>
</file>

<file path=ppt/slideLayouts/_rels/slideLayout2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9.xml"/></Relationships>
</file>

<file path=ppt/slideLayouts/_rels/slideLayout2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9.xml"/></Relationships>
</file>

<file path=ppt/slideLayouts/_rels/slideLayout2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9.xml"/></Relationships>
</file>

<file path=ppt/slideLayouts/_rels/slideLayout2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9.xml"/></Relationships>
</file>

<file path=ppt/slideLayouts/_rels/slideLayout2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9.xml"/></Relationships>
</file>

<file path=ppt/slideLayouts/_rels/slideLayout2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9.xml"/></Relationships>
</file>

<file path=ppt/slideLayouts/_rels/slideLayout2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9.xml"/></Relationships>
</file>

<file path=ppt/slideLayouts/_rels/slideLayout2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9.xml"/></Relationships>
</file>

<file path=ppt/slideLayouts/_rels/slideLayout2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9.xml"/></Relationships>
</file>

<file path=ppt/slideLayouts/_rels/slideLayout22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9.xml"/></Relationships>
</file>

<file path=ppt/slideLayouts/_rels/slideLayout23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0.xml"/></Relationships>
</file>

<file path=ppt/slideLayouts/_rels/slideLayout23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0.xml"/></Relationships>
</file>

<file path=ppt/slideLayouts/_rels/slideLayout23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0.xml"/></Relationships>
</file>

<file path=ppt/slideLayouts/_rels/slideLayout23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0.xml"/></Relationships>
</file>

<file path=ppt/slideLayouts/_rels/slideLayout23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0.xml"/></Relationships>
</file>

<file path=ppt/slideLayouts/_rels/slideLayout23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0.xml"/></Relationships>
</file>

<file path=ppt/slideLayouts/_rels/slideLayout23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0.xml"/></Relationships>
</file>

<file path=ppt/slideLayouts/_rels/slideLayout23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0.xml"/></Relationships>
</file>

<file path=ppt/slideLayouts/_rels/slideLayout23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0.xml"/></Relationships>
</file>

<file path=ppt/slideLayouts/_rels/slideLayout23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0.xml"/></Relationships>
</file>

<file path=ppt/slideLayouts/_rels/slideLayout24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0.xml"/></Relationships>
</file>

<file path=ppt/slideLayouts/_rels/slideLayout24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0.xml"/></Relationships>
</file>

<file path=ppt/slideLayouts/_rels/slideLayout2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Master" Target="../slideMasters/slideMaster21.xml"/><Relationship Id="rId4" Type="http://schemas.openxmlformats.org/officeDocument/2006/relationships/image" Target="../media/image16.png"/></Relationships>
</file>

<file path=ppt/slideLayouts/_rels/slideLayout24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1.xml"/></Relationships>
</file>

<file path=ppt/slideLayouts/_rels/slideLayout24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1.xml"/></Relationships>
</file>

<file path=ppt/slideLayouts/_rels/slideLayout2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4.png"/><Relationship Id="rId1" Type="http://schemas.openxmlformats.org/officeDocument/2006/relationships/slideMaster" Target="../slideMasters/slideMaster21.xml"/></Relationships>
</file>

<file path=ppt/slideLayouts/_rels/slideLayout24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Master" Target="../slideMasters/slideMaster21.xml"/></Relationships>
</file>

<file path=ppt/slideLayouts/_rels/slideLayout2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14.png"/><Relationship Id="rId1" Type="http://schemas.openxmlformats.org/officeDocument/2006/relationships/slideMaster" Target="../slideMasters/slideMaster21.xml"/><Relationship Id="rId4" Type="http://schemas.openxmlformats.org/officeDocument/2006/relationships/image" Target="../media/image8.svg"/></Relationships>
</file>

<file path=ppt/slideLayouts/_rels/slideLayout24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14.png"/><Relationship Id="rId1" Type="http://schemas.openxmlformats.org/officeDocument/2006/relationships/slideMaster" Target="../slideMasters/slideMaster21.xml"/><Relationship Id="rId4" Type="http://schemas.openxmlformats.org/officeDocument/2006/relationships/image" Target="../media/image8.svg"/></Relationships>
</file>

<file path=ppt/slideLayouts/_rels/slideLayout2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svg"/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21.xml"/></Relationships>
</file>

<file path=ppt/slideLayouts/_rels/slideLayout250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svg"/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21.xml"/></Relationships>
</file>

<file path=ppt/slideLayouts/_rels/slideLayout25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4.png"/><Relationship Id="rId1" Type="http://schemas.openxmlformats.org/officeDocument/2006/relationships/slideMaster" Target="../slideMasters/slideMaster21.xml"/></Relationships>
</file>

<file path=ppt/slideLayouts/_rels/slideLayout25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4.png"/><Relationship Id="rId1" Type="http://schemas.openxmlformats.org/officeDocument/2006/relationships/slideMaster" Target="../slideMasters/slideMaster21.xml"/></Relationships>
</file>

<file path=ppt/slideLayouts/_rels/slideLayout25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4.png"/><Relationship Id="rId1" Type="http://schemas.openxmlformats.org/officeDocument/2006/relationships/slideMaster" Target="../slideMasters/slideMaster21.xml"/></Relationships>
</file>

<file path=ppt/slideLayouts/_rels/slideLayout25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svg"/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21.xml"/></Relationships>
</file>

<file path=ppt/slideLayouts/_rels/slideLayout25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Master" Target="../slideMasters/slideMaster21.xml"/></Relationships>
</file>

<file path=ppt/slideLayouts/_rels/slideLayout25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wmf"/><Relationship Id="rId1" Type="http://schemas.openxmlformats.org/officeDocument/2006/relationships/slideMaster" Target="../slideMasters/slideMaster21.xml"/></Relationships>
</file>

<file path=ppt/slideLayouts/_rels/slideLayout25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8.png"/><Relationship Id="rId1" Type="http://schemas.openxmlformats.org/officeDocument/2006/relationships/slideMaster" Target="../slideMasters/slideMaster21.xml"/></Relationships>
</file>

<file path=ppt/slideLayouts/_rels/slideLayout25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Master" Target="../slideMasters/slideMaster2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" name="PlaceHolder 2"/>
          <p:cNvSpPr>
            <a:spLocks noGrp="1"/>
          </p:cNvSpPr>
          <p:nvPr>
            <p:ph type="subTitle"/>
          </p:nvPr>
        </p:nvSpPr>
        <p:spPr>
          <a:xfrm>
            <a:off x="9754200" y="0"/>
            <a:ext cx="191880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</a:pPr>
            <a:endParaRPr lang="en-US" sz="3200" b="0" strike="noStrike" spc="-1">
              <a:latin typeface="Arial"/>
            </a:endParaRP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191880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93636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" name="PlaceHolder 3"/>
          <p:cNvSpPr>
            <a:spLocks noGrp="1"/>
          </p:cNvSpPr>
          <p:nvPr>
            <p:ph/>
          </p:nvPr>
        </p:nvSpPr>
        <p:spPr>
          <a:xfrm>
            <a:off x="10737720" y="0"/>
            <a:ext cx="93636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PlaceHolder 1"/>
          <p:cNvSpPr>
            <a:spLocks noGrp="1"/>
          </p:cNvSpPr>
          <p:nvPr>
            <p:ph type="subTitle"/>
          </p:nvPr>
        </p:nvSpPr>
        <p:spPr>
          <a:xfrm>
            <a:off x="609480" y="273600"/>
            <a:ext cx="10972440" cy="5307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</a:pPr>
            <a:endParaRPr lang="en-US" sz="3200" b="0" strike="noStrike" spc="-1">
              <a:latin typeface="Arial"/>
            </a:endParaRP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" name="PlaceHolder 3"/>
          <p:cNvSpPr>
            <a:spLocks noGrp="1"/>
          </p:cNvSpPr>
          <p:nvPr>
            <p:ph/>
          </p:nvPr>
        </p:nvSpPr>
        <p:spPr>
          <a:xfrm>
            <a:off x="10737720" y="0"/>
            <a:ext cx="93636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" name="PlaceHolder 4"/>
          <p:cNvSpPr>
            <a:spLocks noGrp="1"/>
          </p:cNvSpPr>
          <p:nvPr>
            <p:ph/>
          </p:nvPr>
        </p:nvSpPr>
        <p:spPr>
          <a:xfrm>
            <a:off x="9754200" y="358200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93636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" name="PlaceHolder 3"/>
          <p:cNvSpPr>
            <a:spLocks noGrp="1"/>
          </p:cNvSpPr>
          <p:nvPr>
            <p:ph/>
          </p:nvPr>
        </p:nvSpPr>
        <p:spPr>
          <a:xfrm>
            <a:off x="1073772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" name="PlaceHolder 4"/>
          <p:cNvSpPr>
            <a:spLocks noGrp="1"/>
          </p:cNvSpPr>
          <p:nvPr>
            <p:ph/>
          </p:nvPr>
        </p:nvSpPr>
        <p:spPr>
          <a:xfrm>
            <a:off x="10737720" y="358200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" name="PlaceHolder 3"/>
          <p:cNvSpPr>
            <a:spLocks noGrp="1"/>
          </p:cNvSpPr>
          <p:nvPr>
            <p:ph/>
          </p:nvPr>
        </p:nvSpPr>
        <p:spPr>
          <a:xfrm>
            <a:off x="1073772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" name="PlaceHolder 4"/>
          <p:cNvSpPr>
            <a:spLocks noGrp="1"/>
          </p:cNvSpPr>
          <p:nvPr>
            <p:ph/>
          </p:nvPr>
        </p:nvSpPr>
        <p:spPr>
          <a:xfrm>
            <a:off x="9754200" y="3582000"/>
            <a:ext cx="191880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191880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" name="PlaceHolder 3"/>
          <p:cNvSpPr>
            <a:spLocks noGrp="1"/>
          </p:cNvSpPr>
          <p:nvPr>
            <p:ph/>
          </p:nvPr>
        </p:nvSpPr>
        <p:spPr>
          <a:xfrm>
            <a:off x="9754200" y="3582000"/>
            <a:ext cx="191880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" name="PlaceHolder 3"/>
          <p:cNvSpPr>
            <a:spLocks noGrp="1"/>
          </p:cNvSpPr>
          <p:nvPr>
            <p:ph/>
          </p:nvPr>
        </p:nvSpPr>
        <p:spPr>
          <a:xfrm>
            <a:off x="1073772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" name="PlaceHolder 4"/>
          <p:cNvSpPr>
            <a:spLocks noGrp="1"/>
          </p:cNvSpPr>
          <p:nvPr>
            <p:ph/>
          </p:nvPr>
        </p:nvSpPr>
        <p:spPr>
          <a:xfrm>
            <a:off x="9754200" y="358200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" name="PlaceHolder 5"/>
          <p:cNvSpPr>
            <a:spLocks noGrp="1"/>
          </p:cNvSpPr>
          <p:nvPr>
            <p:ph/>
          </p:nvPr>
        </p:nvSpPr>
        <p:spPr>
          <a:xfrm>
            <a:off x="10737720" y="358200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" name="PlaceHolder 3"/>
          <p:cNvSpPr>
            <a:spLocks noGrp="1"/>
          </p:cNvSpPr>
          <p:nvPr>
            <p:ph/>
          </p:nvPr>
        </p:nvSpPr>
        <p:spPr>
          <a:xfrm>
            <a:off x="10403280" y="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1" name="PlaceHolder 4"/>
          <p:cNvSpPr>
            <a:spLocks noGrp="1"/>
          </p:cNvSpPr>
          <p:nvPr>
            <p:ph/>
          </p:nvPr>
        </p:nvSpPr>
        <p:spPr>
          <a:xfrm>
            <a:off x="11052360" y="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2" name="PlaceHolder 5"/>
          <p:cNvSpPr>
            <a:spLocks noGrp="1"/>
          </p:cNvSpPr>
          <p:nvPr>
            <p:ph/>
          </p:nvPr>
        </p:nvSpPr>
        <p:spPr>
          <a:xfrm>
            <a:off x="9754200" y="358200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3" name="PlaceHolder 6"/>
          <p:cNvSpPr>
            <a:spLocks noGrp="1"/>
          </p:cNvSpPr>
          <p:nvPr>
            <p:ph/>
          </p:nvPr>
        </p:nvSpPr>
        <p:spPr>
          <a:xfrm>
            <a:off x="10403280" y="358200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4" name="PlaceHolder 7"/>
          <p:cNvSpPr>
            <a:spLocks noGrp="1"/>
          </p:cNvSpPr>
          <p:nvPr>
            <p:ph/>
          </p:nvPr>
        </p:nvSpPr>
        <p:spPr>
          <a:xfrm>
            <a:off x="11052360" y="358200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2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3"/>
          </p:nvPr>
        </p:nvSpPr>
        <p:spPr/>
        <p:txBody>
          <a:bodyPr/>
          <a:lstStyle/>
          <a:p>
            <a:fld id="{22B64BA1-41C8-414A-90D1-48D0332839E8}" type="slidenum">
              <a:rPr/>
              <a:t>‹#›</a:t>
            </a:fld>
            <a:endParaRPr/>
          </a:p>
        </p:txBody>
      </p:sp>
      <p:sp>
        <p:nvSpPr>
          <p:cNvPr id="4" name="PlaceHolder 3"/>
          <p:cNvSpPr>
            <a:spLocks noGrp="1"/>
          </p:cNvSpPr>
          <p:nvPr>
            <p:ph type="dt" idx="1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5" name="PlaceHolder 2"/>
          <p:cNvSpPr>
            <a:spLocks noGrp="1"/>
          </p:cNvSpPr>
          <p:nvPr>
            <p:ph type="subTitle"/>
          </p:nvPr>
        </p:nvSpPr>
        <p:spPr>
          <a:xfrm>
            <a:off x="9754200" y="0"/>
            <a:ext cx="191880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</a:pPr>
            <a:endParaRPr lang="en-US" sz="3200" b="0" strike="noStrike" spc="-1"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2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3"/>
          </p:nvPr>
        </p:nvSpPr>
        <p:spPr/>
        <p:txBody>
          <a:bodyPr/>
          <a:lstStyle/>
          <a:p>
            <a:fld id="{57808AFB-43CF-44E6-8570-C1547C4C19CC}" type="slidenum">
              <a:rPr/>
              <a:t>‹#›</a:t>
            </a:fld>
            <a:endParaRPr/>
          </a:p>
        </p:txBody>
      </p:sp>
      <p:sp>
        <p:nvSpPr>
          <p:cNvPr id="6" name="PlaceHolder 5"/>
          <p:cNvSpPr>
            <a:spLocks noGrp="1"/>
          </p:cNvSpPr>
          <p:nvPr>
            <p:ph type="dt" idx="1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7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191880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2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3"/>
          </p:nvPr>
        </p:nvSpPr>
        <p:spPr/>
        <p:txBody>
          <a:bodyPr/>
          <a:lstStyle/>
          <a:p>
            <a:fld id="{1363A360-61BB-4C05-80AE-5ABBAB7A78FA}" type="slidenum">
              <a:rPr/>
              <a:t>‹#›</a:t>
            </a:fld>
            <a:endParaRPr/>
          </a:p>
        </p:txBody>
      </p:sp>
      <p:sp>
        <p:nvSpPr>
          <p:cNvPr id="6" name="PlaceHolder 5"/>
          <p:cNvSpPr>
            <a:spLocks noGrp="1"/>
          </p:cNvSpPr>
          <p:nvPr>
            <p:ph type="dt" idx="1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9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93636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0" name="PlaceHolder 3"/>
          <p:cNvSpPr>
            <a:spLocks noGrp="1"/>
          </p:cNvSpPr>
          <p:nvPr>
            <p:ph/>
          </p:nvPr>
        </p:nvSpPr>
        <p:spPr>
          <a:xfrm>
            <a:off x="10737720" y="0"/>
            <a:ext cx="93636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2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3"/>
          </p:nvPr>
        </p:nvSpPr>
        <p:spPr/>
        <p:txBody>
          <a:bodyPr/>
          <a:lstStyle/>
          <a:p>
            <a:fld id="{6363FD9E-1DA0-4719-9458-D6E52663A396}" type="slidenum">
              <a:rPr/>
              <a:t>‹#›</a:t>
            </a:fld>
            <a:endParaRPr/>
          </a:p>
        </p:txBody>
      </p:sp>
      <p:sp>
        <p:nvSpPr>
          <p:cNvPr id="7" name="PlaceHolder 6"/>
          <p:cNvSpPr>
            <a:spLocks noGrp="1"/>
          </p:cNvSpPr>
          <p:nvPr>
            <p:ph type="dt" idx="1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2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3"/>
          </p:nvPr>
        </p:nvSpPr>
        <p:spPr/>
        <p:txBody>
          <a:bodyPr/>
          <a:lstStyle/>
          <a:p>
            <a:fld id="{6FD2B60A-F37B-46D7-95ED-4E72BACDEEA9}" type="slidenum">
              <a:rPr/>
              <a:t>‹#›</a:t>
            </a:fld>
            <a:endParaRPr/>
          </a:p>
        </p:txBody>
      </p:sp>
      <p:sp>
        <p:nvSpPr>
          <p:cNvPr id="5" name="PlaceHolder 4"/>
          <p:cNvSpPr>
            <a:spLocks noGrp="1"/>
          </p:cNvSpPr>
          <p:nvPr>
            <p:ph type="dt" idx="1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PlaceHolder 1"/>
          <p:cNvSpPr>
            <a:spLocks noGrp="1"/>
          </p:cNvSpPr>
          <p:nvPr>
            <p:ph type="subTitle"/>
          </p:nvPr>
        </p:nvSpPr>
        <p:spPr>
          <a:xfrm>
            <a:off x="609480" y="273600"/>
            <a:ext cx="10972440" cy="5307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</a:pPr>
            <a:endParaRPr lang="en-US" sz="3200" b="0" strike="noStrike" spc="-1"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2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3"/>
          </p:nvPr>
        </p:nvSpPr>
        <p:spPr/>
        <p:txBody>
          <a:bodyPr/>
          <a:lstStyle/>
          <a:p>
            <a:fld id="{C8E49B72-A543-4988-AEBB-7F6527A96965}" type="slidenum">
              <a:rPr/>
              <a:t>‹#›</a:t>
            </a:fld>
            <a:endParaRPr/>
          </a:p>
        </p:txBody>
      </p:sp>
      <p:sp>
        <p:nvSpPr>
          <p:cNvPr id="5" name="PlaceHolder 4"/>
          <p:cNvSpPr>
            <a:spLocks noGrp="1"/>
          </p:cNvSpPr>
          <p:nvPr>
            <p:ph type="dt" idx="1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4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5" name="PlaceHolder 3"/>
          <p:cNvSpPr>
            <a:spLocks noGrp="1"/>
          </p:cNvSpPr>
          <p:nvPr>
            <p:ph/>
          </p:nvPr>
        </p:nvSpPr>
        <p:spPr>
          <a:xfrm>
            <a:off x="10737720" y="0"/>
            <a:ext cx="93636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6" name="PlaceHolder 4"/>
          <p:cNvSpPr>
            <a:spLocks noGrp="1"/>
          </p:cNvSpPr>
          <p:nvPr>
            <p:ph/>
          </p:nvPr>
        </p:nvSpPr>
        <p:spPr>
          <a:xfrm>
            <a:off x="9754200" y="358200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2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3"/>
          </p:nvPr>
        </p:nvSpPr>
        <p:spPr/>
        <p:txBody>
          <a:bodyPr/>
          <a:lstStyle/>
          <a:p>
            <a:fld id="{E1EBBC5B-1A9D-4E9F-86C5-A16448256651}" type="slidenum">
              <a:rPr/>
              <a:t>‹#›</a:t>
            </a:fld>
            <a:endParaRPr/>
          </a:p>
        </p:txBody>
      </p:sp>
      <p:sp>
        <p:nvSpPr>
          <p:cNvPr id="8" name="PlaceHolder 7"/>
          <p:cNvSpPr>
            <a:spLocks noGrp="1"/>
          </p:cNvSpPr>
          <p:nvPr>
            <p:ph type="dt" idx="1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8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93636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9" name="PlaceHolder 3"/>
          <p:cNvSpPr>
            <a:spLocks noGrp="1"/>
          </p:cNvSpPr>
          <p:nvPr>
            <p:ph/>
          </p:nvPr>
        </p:nvSpPr>
        <p:spPr>
          <a:xfrm>
            <a:off x="1073772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70" name="PlaceHolder 4"/>
          <p:cNvSpPr>
            <a:spLocks noGrp="1"/>
          </p:cNvSpPr>
          <p:nvPr>
            <p:ph/>
          </p:nvPr>
        </p:nvSpPr>
        <p:spPr>
          <a:xfrm>
            <a:off x="10737720" y="358200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2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3"/>
          </p:nvPr>
        </p:nvSpPr>
        <p:spPr/>
        <p:txBody>
          <a:bodyPr/>
          <a:lstStyle/>
          <a:p>
            <a:fld id="{E35CB8EB-6CF8-4DEF-940B-AE848CC8057E}" type="slidenum">
              <a:rPr/>
              <a:t>‹#›</a:t>
            </a:fld>
            <a:endParaRPr/>
          </a:p>
        </p:txBody>
      </p:sp>
      <p:sp>
        <p:nvSpPr>
          <p:cNvPr id="8" name="PlaceHolder 7"/>
          <p:cNvSpPr>
            <a:spLocks noGrp="1"/>
          </p:cNvSpPr>
          <p:nvPr>
            <p:ph type="dt" idx="1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72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73" name="PlaceHolder 3"/>
          <p:cNvSpPr>
            <a:spLocks noGrp="1"/>
          </p:cNvSpPr>
          <p:nvPr>
            <p:ph/>
          </p:nvPr>
        </p:nvSpPr>
        <p:spPr>
          <a:xfrm>
            <a:off x="1073772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74" name="PlaceHolder 4"/>
          <p:cNvSpPr>
            <a:spLocks noGrp="1"/>
          </p:cNvSpPr>
          <p:nvPr>
            <p:ph/>
          </p:nvPr>
        </p:nvSpPr>
        <p:spPr>
          <a:xfrm>
            <a:off x="9754200" y="3582000"/>
            <a:ext cx="191880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2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3"/>
          </p:nvPr>
        </p:nvSpPr>
        <p:spPr/>
        <p:txBody>
          <a:bodyPr/>
          <a:lstStyle/>
          <a:p>
            <a:fld id="{A3E7A73B-F588-4D58-A4C0-5084E6360122}" type="slidenum">
              <a:rPr/>
              <a:t>‹#›</a:t>
            </a:fld>
            <a:endParaRPr/>
          </a:p>
        </p:txBody>
      </p:sp>
      <p:sp>
        <p:nvSpPr>
          <p:cNvPr id="8" name="PlaceHolder 7"/>
          <p:cNvSpPr>
            <a:spLocks noGrp="1"/>
          </p:cNvSpPr>
          <p:nvPr>
            <p:ph type="dt" idx="1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76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191880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77" name="PlaceHolder 3"/>
          <p:cNvSpPr>
            <a:spLocks noGrp="1"/>
          </p:cNvSpPr>
          <p:nvPr>
            <p:ph/>
          </p:nvPr>
        </p:nvSpPr>
        <p:spPr>
          <a:xfrm>
            <a:off x="9754200" y="3582000"/>
            <a:ext cx="191880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2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3"/>
          </p:nvPr>
        </p:nvSpPr>
        <p:spPr/>
        <p:txBody>
          <a:bodyPr/>
          <a:lstStyle/>
          <a:p>
            <a:fld id="{C1B8A815-C18D-4062-A577-427C5A9644CE}" type="slidenum">
              <a:rPr/>
              <a:t>‹#›</a:t>
            </a:fld>
            <a:endParaRPr/>
          </a:p>
        </p:txBody>
      </p:sp>
      <p:sp>
        <p:nvSpPr>
          <p:cNvPr id="7" name="PlaceHolder 6"/>
          <p:cNvSpPr>
            <a:spLocks noGrp="1"/>
          </p:cNvSpPr>
          <p:nvPr>
            <p:ph type="dt" idx="1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79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80" name="PlaceHolder 3"/>
          <p:cNvSpPr>
            <a:spLocks noGrp="1"/>
          </p:cNvSpPr>
          <p:nvPr>
            <p:ph/>
          </p:nvPr>
        </p:nvSpPr>
        <p:spPr>
          <a:xfrm>
            <a:off x="1073772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81" name="PlaceHolder 4"/>
          <p:cNvSpPr>
            <a:spLocks noGrp="1"/>
          </p:cNvSpPr>
          <p:nvPr>
            <p:ph/>
          </p:nvPr>
        </p:nvSpPr>
        <p:spPr>
          <a:xfrm>
            <a:off x="9754200" y="358200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82" name="PlaceHolder 5"/>
          <p:cNvSpPr>
            <a:spLocks noGrp="1"/>
          </p:cNvSpPr>
          <p:nvPr>
            <p:ph/>
          </p:nvPr>
        </p:nvSpPr>
        <p:spPr>
          <a:xfrm>
            <a:off x="10737720" y="358200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2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3"/>
          </p:nvPr>
        </p:nvSpPr>
        <p:spPr/>
        <p:txBody>
          <a:bodyPr/>
          <a:lstStyle/>
          <a:p>
            <a:fld id="{47A3D84E-FA98-43A5-A086-882DA8127E82}" type="slidenum">
              <a:rPr/>
              <a:t>‹#›</a:t>
            </a:fld>
            <a:endParaRPr/>
          </a:p>
        </p:txBody>
      </p:sp>
      <p:sp>
        <p:nvSpPr>
          <p:cNvPr id="9" name="PlaceHolder 8"/>
          <p:cNvSpPr>
            <a:spLocks noGrp="1"/>
          </p:cNvSpPr>
          <p:nvPr>
            <p:ph type="dt" idx="1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84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85" name="PlaceHolder 3"/>
          <p:cNvSpPr>
            <a:spLocks noGrp="1"/>
          </p:cNvSpPr>
          <p:nvPr>
            <p:ph/>
          </p:nvPr>
        </p:nvSpPr>
        <p:spPr>
          <a:xfrm>
            <a:off x="10403280" y="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86" name="PlaceHolder 4"/>
          <p:cNvSpPr>
            <a:spLocks noGrp="1"/>
          </p:cNvSpPr>
          <p:nvPr>
            <p:ph/>
          </p:nvPr>
        </p:nvSpPr>
        <p:spPr>
          <a:xfrm>
            <a:off x="11052360" y="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87" name="PlaceHolder 5"/>
          <p:cNvSpPr>
            <a:spLocks noGrp="1"/>
          </p:cNvSpPr>
          <p:nvPr>
            <p:ph/>
          </p:nvPr>
        </p:nvSpPr>
        <p:spPr>
          <a:xfrm>
            <a:off x="9754200" y="358200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88" name="PlaceHolder 6"/>
          <p:cNvSpPr>
            <a:spLocks noGrp="1"/>
          </p:cNvSpPr>
          <p:nvPr>
            <p:ph/>
          </p:nvPr>
        </p:nvSpPr>
        <p:spPr>
          <a:xfrm>
            <a:off x="10403280" y="358200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89" name="PlaceHolder 7"/>
          <p:cNvSpPr>
            <a:spLocks noGrp="1"/>
          </p:cNvSpPr>
          <p:nvPr>
            <p:ph/>
          </p:nvPr>
        </p:nvSpPr>
        <p:spPr>
          <a:xfrm>
            <a:off x="11052360" y="358200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2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3"/>
          </p:nvPr>
        </p:nvSpPr>
        <p:spPr/>
        <p:txBody>
          <a:bodyPr/>
          <a:lstStyle/>
          <a:p>
            <a:fld id="{AD5302F7-2019-44F6-BAB1-C27CE055140A}" type="slidenum">
              <a:rPr/>
              <a:t>‹#›</a:t>
            </a:fld>
            <a:endParaRPr/>
          </a:p>
        </p:txBody>
      </p:sp>
      <p:sp>
        <p:nvSpPr>
          <p:cNvPr id="11" name="PlaceHolder 10"/>
          <p:cNvSpPr>
            <a:spLocks noGrp="1"/>
          </p:cNvSpPr>
          <p:nvPr>
            <p:ph type="dt" idx="1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EKST DIA (100%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GRID" hidden="1">
            <a:extLst>
              <a:ext uri="{FF2B5EF4-FFF2-40B4-BE49-F238E27FC236}">
                <a16:creationId xmlns:a16="http://schemas.microsoft.com/office/drawing/2014/main" id="{B2685EF9-3068-415F-B9ED-225316426223}"/>
              </a:ext>
            </a:extLst>
          </p:cNvPr>
          <p:cNvGrpSpPr/>
          <p:nvPr userDrawn="1"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14" name="Rechthoek 13">
              <a:extLst>
                <a:ext uri="{FF2B5EF4-FFF2-40B4-BE49-F238E27FC236}">
                  <a16:creationId xmlns:a16="http://schemas.microsoft.com/office/drawing/2014/main" id="{BDCA59AB-4ADA-46B6-9123-8D4DCD9CD56B}"/>
                </a:ext>
              </a:extLst>
            </p:cNvPr>
            <p:cNvSpPr/>
            <p:nvPr userDrawn="1"/>
          </p:nvSpPr>
          <p:spPr>
            <a:xfrm>
              <a:off x="0" y="0"/>
              <a:ext cx="12192000" cy="261256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15" name="Rechthoek 14">
              <a:extLst>
                <a:ext uri="{FF2B5EF4-FFF2-40B4-BE49-F238E27FC236}">
                  <a16:creationId xmlns:a16="http://schemas.microsoft.com/office/drawing/2014/main" id="{DB8D413C-4CA9-4404-93FC-29E5D7246E0F}"/>
                </a:ext>
              </a:extLst>
            </p:cNvPr>
            <p:cNvSpPr/>
            <p:nvPr userDrawn="1"/>
          </p:nvSpPr>
          <p:spPr>
            <a:xfrm>
              <a:off x="0" y="6596744"/>
              <a:ext cx="12192000" cy="261256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16" name="Rechthoek 15">
              <a:extLst>
                <a:ext uri="{FF2B5EF4-FFF2-40B4-BE49-F238E27FC236}">
                  <a16:creationId xmlns:a16="http://schemas.microsoft.com/office/drawing/2014/main" id="{83BCEF68-DD53-4A2F-B64F-76565655293E}"/>
                </a:ext>
              </a:extLst>
            </p:cNvPr>
            <p:cNvSpPr/>
            <p:nvPr userDrawn="1"/>
          </p:nvSpPr>
          <p:spPr>
            <a:xfrm>
              <a:off x="0" y="0"/>
              <a:ext cx="262800" cy="68580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17" name="Rechthoek 16">
              <a:extLst>
                <a:ext uri="{FF2B5EF4-FFF2-40B4-BE49-F238E27FC236}">
                  <a16:creationId xmlns:a16="http://schemas.microsoft.com/office/drawing/2014/main" id="{450183A5-53A5-4F6B-9678-058FE56731F3}"/>
                </a:ext>
              </a:extLst>
            </p:cNvPr>
            <p:cNvSpPr/>
            <p:nvPr userDrawn="1"/>
          </p:nvSpPr>
          <p:spPr>
            <a:xfrm>
              <a:off x="11929200" y="0"/>
              <a:ext cx="262800" cy="68580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18" name="Rechthoek 17">
              <a:extLst>
                <a:ext uri="{FF2B5EF4-FFF2-40B4-BE49-F238E27FC236}">
                  <a16:creationId xmlns:a16="http://schemas.microsoft.com/office/drawing/2014/main" id="{AA426062-2C36-4321-8992-B3E86D034500}"/>
                </a:ext>
              </a:extLst>
            </p:cNvPr>
            <p:cNvSpPr/>
            <p:nvPr userDrawn="1"/>
          </p:nvSpPr>
          <p:spPr>
            <a:xfrm>
              <a:off x="0" y="262512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19" name="Rechthoek 18">
              <a:extLst>
                <a:ext uri="{FF2B5EF4-FFF2-40B4-BE49-F238E27FC236}">
                  <a16:creationId xmlns:a16="http://schemas.microsoft.com/office/drawing/2014/main" id="{47E730E5-8A0C-434A-8E0D-683DD4073CCC}"/>
                </a:ext>
              </a:extLst>
            </p:cNvPr>
            <p:cNvSpPr/>
            <p:nvPr userDrawn="1"/>
          </p:nvSpPr>
          <p:spPr>
            <a:xfrm>
              <a:off x="259064" y="0"/>
              <a:ext cx="262800" cy="6858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20" name="Rechthoek 19">
              <a:extLst>
                <a:ext uri="{FF2B5EF4-FFF2-40B4-BE49-F238E27FC236}">
                  <a16:creationId xmlns:a16="http://schemas.microsoft.com/office/drawing/2014/main" id="{8F612C4F-9DCB-400A-9E73-A8B1A519C351}"/>
                </a:ext>
              </a:extLst>
            </p:cNvPr>
            <p:cNvSpPr/>
            <p:nvPr userDrawn="1"/>
          </p:nvSpPr>
          <p:spPr>
            <a:xfrm>
              <a:off x="11668087" y="0"/>
              <a:ext cx="262800" cy="6858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21" name="Rechthoek 20">
              <a:extLst>
                <a:ext uri="{FF2B5EF4-FFF2-40B4-BE49-F238E27FC236}">
                  <a16:creationId xmlns:a16="http://schemas.microsoft.com/office/drawing/2014/main" id="{9E202C06-6636-4C1D-90FA-AD215F67B955}"/>
                </a:ext>
              </a:extLst>
            </p:cNvPr>
            <p:cNvSpPr/>
            <p:nvPr userDrawn="1"/>
          </p:nvSpPr>
          <p:spPr>
            <a:xfrm>
              <a:off x="0" y="6337267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23" name="Rechthoek 22">
              <a:extLst>
                <a:ext uri="{FF2B5EF4-FFF2-40B4-BE49-F238E27FC236}">
                  <a16:creationId xmlns:a16="http://schemas.microsoft.com/office/drawing/2014/main" id="{3DB3D0D4-7D42-4D7D-8685-1E9FC523F053}"/>
                </a:ext>
              </a:extLst>
            </p:cNvPr>
            <p:cNvSpPr/>
            <p:nvPr userDrawn="1"/>
          </p:nvSpPr>
          <p:spPr>
            <a:xfrm>
              <a:off x="9491269" y="0"/>
              <a:ext cx="262800" cy="6858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24" name="Rechthoek 23">
              <a:extLst>
                <a:ext uri="{FF2B5EF4-FFF2-40B4-BE49-F238E27FC236}">
                  <a16:creationId xmlns:a16="http://schemas.microsoft.com/office/drawing/2014/main" id="{F03B15F9-32B4-4F44-B944-8279A7BCF7E8}"/>
                </a:ext>
              </a:extLst>
            </p:cNvPr>
            <p:cNvSpPr/>
            <p:nvPr userDrawn="1"/>
          </p:nvSpPr>
          <p:spPr>
            <a:xfrm>
              <a:off x="0" y="1132976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25" name="Rechthoek 24">
              <a:extLst>
                <a:ext uri="{FF2B5EF4-FFF2-40B4-BE49-F238E27FC236}">
                  <a16:creationId xmlns:a16="http://schemas.microsoft.com/office/drawing/2014/main" id="{35407207-177C-4EFF-B9AC-E7BBB9E12D8F}"/>
                </a:ext>
              </a:extLst>
            </p:cNvPr>
            <p:cNvSpPr/>
            <p:nvPr userDrawn="1"/>
          </p:nvSpPr>
          <p:spPr>
            <a:xfrm>
              <a:off x="0" y="5859033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</p:grpSp>
      <p:sp>
        <p:nvSpPr>
          <p:cNvPr id="27" name="Onder balkje">
            <a:extLst>
              <a:ext uri="{FF2B5EF4-FFF2-40B4-BE49-F238E27FC236}">
                <a16:creationId xmlns:a16="http://schemas.microsoft.com/office/drawing/2014/main" id="{EC338F84-A3AF-48F4-A412-8D1363198E1A}"/>
              </a:ext>
            </a:extLst>
          </p:cNvPr>
          <p:cNvSpPr/>
          <p:nvPr userDrawn="1"/>
        </p:nvSpPr>
        <p:spPr>
          <a:xfrm>
            <a:off x="-2507" y="6785940"/>
            <a:ext cx="12192000" cy="76919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/>
          </a:p>
        </p:txBody>
      </p:sp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0DA75972-73CC-4A0A-9567-F2B4412F0205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645707" y="7045418"/>
            <a:ext cx="3140325" cy="216909"/>
          </a:xfrm>
        </p:spPr>
        <p:txBody>
          <a:bodyPr/>
          <a:lstStyle/>
          <a:p>
            <a:fld id="{282E6B19-C172-4760-8A97-D66BFBC0201A}" type="datetime1">
              <a:rPr lang="nl-NL" smtClean="0"/>
              <a:t>01-04-2025</a:t>
            </a:fld>
            <a:endParaRPr lang="nl-NL"/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D07A43D8-7ED9-442E-BF69-FF8902703C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926910" y="7045418"/>
            <a:ext cx="6718797" cy="216909"/>
          </a:xfrm>
        </p:spPr>
        <p:txBody>
          <a:bodyPr/>
          <a:lstStyle/>
          <a:p>
            <a:r>
              <a:rPr lang="nl-NL"/>
              <a:t>&lt;Plaats hier je voettekst&gt;</a:t>
            </a:r>
          </a:p>
        </p:txBody>
      </p:sp>
      <p:sp>
        <p:nvSpPr>
          <p:cNvPr id="2" name="titel">
            <a:extLst>
              <a:ext uri="{FF2B5EF4-FFF2-40B4-BE49-F238E27FC236}">
                <a16:creationId xmlns:a16="http://schemas.microsoft.com/office/drawing/2014/main" id="{2AEFA4AD-513F-4FA2-94D5-B906A27FAEC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18899" y="272177"/>
            <a:ext cx="11149188" cy="600744"/>
          </a:xfrm>
        </p:spPr>
        <p:txBody>
          <a:bodyPr tIns="72000"/>
          <a:lstStyle>
            <a:lvl1pPr>
              <a:defRPr/>
            </a:lvl1pPr>
          </a:lstStyle>
          <a:p>
            <a:r>
              <a:rPr lang="nl-NL" noProof="0" dirty="0"/>
              <a:t>Plaats hier je titel</a:t>
            </a:r>
            <a:endParaRPr lang="nl-NL" dirty="0"/>
          </a:p>
        </p:txBody>
      </p:sp>
      <p:sp>
        <p:nvSpPr>
          <p:cNvPr id="3" name="tekst">
            <a:extLst>
              <a:ext uri="{FF2B5EF4-FFF2-40B4-BE49-F238E27FC236}">
                <a16:creationId xmlns:a16="http://schemas.microsoft.com/office/drawing/2014/main" id="{FDD826C5-0082-44A8-A23D-491166C08D5B}"/>
              </a:ext>
            </a:extLst>
          </p:cNvPr>
          <p:cNvSpPr>
            <a:spLocks noGrp="1"/>
          </p:cNvSpPr>
          <p:nvPr>
            <p:ph type="body" orient="vert" idx="1" hasCustomPrompt="1"/>
          </p:nvPr>
        </p:nvSpPr>
        <p:spPr>
          <a:xfrm>
            <a:off x="523807" y="1400483"/>
            <a:ext cx="8974163" cy="4456846"/>
          </a:xfrm>
        </p:spPr>
        <p:txBody>
          <a:bodyPr vert="horz"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  <a:lvl6pPr>
              <a:defRPr/>
            </a:lvl6pPr>
            <a:lvl7pPr>
              <a:defRPr/>
            </a:lvl7pPr>
            <a:lvl8pPr>
              <a:defRPr/>
            </a:lvl8pPr>
            <a:lvl9pPr>
              <a:defRPr/>
            </a:lvl9pPr>
          </a:lstStyle>
          <a:p>
            <a:pPr lvl="0"/>
            <a:r>
              <a:rPr lang="nl-NL" noProof="0" dirty="0"/>
              <a:t>Klik hier om een </a:t>
            </a:r>
            <a:r>
              <a:rPr lang="nl-NL" noProof="0" dirty="0" err="1"/>
              <a:t>bullet</a:t>
            </a:r>
            <a:r>
              <a:rPr lang="nl-NL" noProof="0" dirty="0"/>
              <a:t> te plaatsen. Andere </a:t>
            </a:r>
            <a:r>
              <a:rPr lang="nl-NL" noProof="0" dirty="0" err="1"/>
              <a:t>bullet</a:t>
            </a:r>
            <a:r>
              <a:rPr lang="nl-NL" noProof="0" dirty="0"/>
              <a:t> of tekststijl nodig? Gebruik het menu Tekstopmaak.</a:t>
            </a:r>
          </a:p>
          <a:p>
            <a:pPr lvl="1"/>
            <a:r>
              <a:rPr lang="nl-NL" noProof="0" dirty="0"/>
              <a:t>Sub-</a:t>
            </a:r>
            <a:r>
              <a:rPr lang="nl-NL" noProof="0" dirty="0" err="1"/>
              <a:t>bullet</a:t>
            </a:r>
            <a:endParaRPr lang="nl-NL" noProof="0" dirty="0"/>
          </a:p>
          <a:p>
            <a:pPr lvl="2"/>
            <a:r>
              <a:rPr lang="nl-NL" noProof="0" dirty="0"/>
              <a:t>Leestekst</a:t>
            </a:r>
          </a:p>
          <a:p>
            <a:pPr lvl="3"/>
            <a:r>
              <a:rPr lang="nl-NL" noProof="0" dirty="0"/>
              <a:t>Subtitel</a:t>
            </a:r>
          </a:p>
          <a:p>
            <a:pPr lvl="4"/>
            <a:r>
              <a:rPr lang="nl-NL" noProof="0" dirty="0"/>
              <a:t>Numerieke </a:t>
            </a:r>
            <a:r>
              <a:rPr lang="nl-NL" noProof="0" dirty="0" err="1"/>
              <a:t>bullet</a:t>
            </a:r>
            <a:endParaRPr lang="nl-NL" noProof="0" dirty="0"/>
          </a:p>
          <a:p>
            <a:pPr lvl="5"/>
            <a:r>
              <a:rPr lang="nl-NL" noProof="0" dirty="0" err="1"/>
              <a:t>Bullet</a:t>
            </a:r>
            <a:endParaRPr lang="nl-NL" noProof="0" dirty="0"/>
          </a:p>
          <a:p>
            <a:pPr lvl="6"/>
            <a:r>
              <a:rPr lang="nl-NL" noProof="0" dirty="0"/>
              <a:t>Sub-</a:t>
            </a:r>
            <a:r>
              <a:rPr lang="nl-NL" noProof="0" dirty="0" err="1"/>
              <a:t>bullet</a:t>
            </a:r>
            <a:endParaRPr lang="nl-NL" noProof="0" dirty="0"/>
          </a:p>
          <a:p>
            <a:pPr lvl="7"/>
            <a:r>
              <a:rPr lang="nl-NL" noProof="0" dirty="0"/>
              <a:t>Leestekst</a:t>
            </a:r>
          </a:p>
          <a:p>
            <a:pPr lvl="8"/>
            <a:r>
              <a:rPr lang="nl-NL" noProof="0" dirty="0"/>
              <a:t>Subtitel</a:t>
            </a:r>
          </a:p>
        </p:txBody>
      </p:sp>
      <p:sp>
        <p:nvSpPr>
          <p:cNvPr id="7" name="Tekstvak">
            <a:extLst>
              <a:ext uri="{FF2B5EF4-FFF2-40B4-BE49-F238E27FC236}">
                <a16:creationId xmlns:a16="http://schemas.microsoft.com/office/drawing/2014/main" id="{A6DE5EA5-27BD-42F3-BD1D-C1E35D802DEE}"/>
              </a:ext>
            </a:extLst>
          </p:cNvPr>
          <p:cNvSpPr txBox="1"/>
          <p:nvPr userDrawn="1"/>
        </p:nvSpPr>
        <p:spPr>
          <a:xfrm>
            <a:off x="5035995" y="-885712"/>
            <a:ext cx="2120041" cy="548182"/>
          </a:xfrm>
          <a:prstGeom prst="rect">
            <a:avLst/>
          </a:prstGeom>
          <a:solidFill>
            <a:schemeClr val="bg1"/>
          </a:solidFill>
        </p:spPr>
        <p:txBody>
          <a:bodyPr wrap="none" lIns="360000" tIns="180000" rIns="360000" bIns="180000" rtlCol="0">
            <a:spAutoFit/>
          </a:bodyPr>
          <a:lstStyle/>
          <a:p>
            <a:pPr algn="ctr"/>
            <a:r>
              <a:rPr lang="nl-NL" sz="1200" b="0" spc="50" baseline="0">
                <a:solidFill>
                  <a:srgbClr val="212121"/>
                </a:solidFill>
                <a:latin typeface="+mn-lt"/>
                <a:cs typeface="Calibri" panose="020F0502020204030204" pitchFamily="34" charset="0"/>
              </a:rPr>
              <a:t>TEKST DIA (100%)</a:t>
            </a:r>
          </a:p>
        </p:txBody>
      </p:sp>
      <p:sp>
        <p:nvSpPr>
          <p:cNvPr id="22" name="Tijdelijke aanduiding voor tekst 21">
            <a:extLst>
              <a:ext uri="{FF2B5EF4-FFF2-40B4-BE49-F238E27FC236}">
                <a16:creationId xmlns:a16="http://schemas.microsoft.com/office/drawing/2014/main" id="{EA3F018E-3681-4180-9C3F-F5324D11154E}"/>
              </a:ext>
            </a:extLst>
          </p:cNvPr>
          <p:cNvSpPr>
            <a:spLocks noGrp="1"/>
          </p:cNvSpPr>
          <p:nvPr>
            <p:ph type="body" sz="quarter" idx="65"/>
          </p:nvPr>
        </p:nvSpPr>
        <p:spPr>
          <a:xfrm>
            <a:off x="10706470" y="0"/>
            <a:ext cx="1480516" cy="6858000"/>
          </a:xfrm>
          <a:custGeom>
            <a:avLst/>
            <a:gdLst>
              <a:gd name="connsiteX0" fmla="*/ 2209313 w 2219324"/>
              <a:gd name="connsiteY0" fmla="*/ 0 h 7931150"/>
              <a:gd name="connsiteX1" fmla="*/ 2219324 w 2219324"/>
              <a:gd name="connsiteY1" fmla="*/ 9968 h 7931150"/>
              <a:gd name="connsiteX2" fmla="*/ 2219324 w 2219324"/>
              <a:gd name="connsiteY2" fmla="*/ 2491982 h 7931150"/>
              <a:gd name="connsiteX3" fmla="*/ 1528497 w 2219324"/>
              <a:gd name="connsiteY3" fmla="*/ 3179770 h 7931150"/>
              <a:gd name="connsiteX4" fmla="*/ 690827 w 2219324"/>
              <a:gd name="connsiteY4" fmla="*/ 3179770 h 7931150"/>
              <a:gd name="connsiteX5" fmla="*/ 20024 w 2219324"/>
              <a:gd name="connsiteY5" fmla="*/ 3847621 h 7931150"/>
              <a:gd name="connsiteX6" fmla="*/ 20024 w 2219324"/>
              <a:gd name="connsiteY6" fmla="*/ 7921182 h 7931150"/>
              <a:gd name="connsiteX7" fmla="*/ 10012 w 2219324"/>
              <a:gd name="connsiteY7" fmla="*/ 7931150 h 7931150"/>
              <a:gd name="connsiteX8" fmla="*/ 0 w 2219324"/>
              <a:gd name="connsiteY8" fmla="*/ 7921182 h 7931150"/>
              <a:gd name="connsiteX9" fmla="*/ 0 w 2219324"/>
              <a:gd name="connsiteY9" fmla="*/ 3847621 h 7931150"/>
              <a:gd name="connsiteX10" fmla="*/ 690827 w 2219324"/>
              <a:gd name="connsiteY10" fmla="*/ 3159834 h 7931150"/>
              <a:gd name="connsiteX11" fmla="*/ 1528497 w 2219324"/>
              <a:gd name="connsiteY11" fmla="*/ 3159834 h 7931150"/>
              <a:gd name="connsiteX12" fmla="*/ 2199301 w 2219324"/>
              <a:gd name="connsiteY12" fmla="*/ 2491982 h 7931150"/>
              <a:gd name="connsiteX13" fmla="*/ 2199301 w 2219324"/>
              <a:gd name="connsiteY13" fmla="*/ 9968 h 7931150"/>
              <a:gd name="connsiteX14" fmla="*/ 2209313 w 2219324"/>
              <a:gd name="connsiteY14" fmla="*/ 0 h 79311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</a:cxnLst>
            <a:rect l="l" t="t" r="r" b="b"/>
            <a:pathLst>
              <a:path w="2219324" h="7931150">
                <a:moveTo>
                  <a:pt x="2209313" y="0"/>
                </a:moveTo>
                <a:cubicBezTo>
                  <a:pt x="2215987" y="0"/>
                  <a:pt x="2219324" y="3322"/>
                  <a:pt x="2219324" y="9968"/>
                </a:cubicBezTo>
                <a:cubicBezTo>
                  <a:pt x="2219324" y="2491982"/>
                  <a:pt x="2219324" y="2491982"/>
                  <a:pt x="2219324" y="2491982"/>
                </a:cubicBezTo>
                <a:cubicBezTo>
                  <a:pt x="2219324" y="2870764"/>
                  <a:pt x="1908953" y="3179770"/>
                  <a:pt x="1528497" y="3179770"/>
                </a:cubicBezTo>
                <a:cubicBezTo>
                  <a:pt x="690827" y="3179770"/>
                  <a:pt x="690827" y="3179770"/>
                  <a:pt x="690827" y="3179770"/>
                </a:cubicBezTo>
                <a:cubicBezTo>
                  <a:pt x="320383" y="3179770"/>
                  <a:pt x="20024" y="3478808"/>
                  <a:pt x="20024" y="3847621"/>
                </a:cubicBezTo>
                <a:cubicBezTo>
                  <a:pt x="20024" y="7921182"/>
                  <a:pt x="20024" y="7921182"/>
                  <a:pt x="20024" y="7921182"/>
                </a:cubicBezTo>
                <a:cubicBezTo>
                  <a:pt x="20024" y="7924504"/>
                  <a:pt x="16686" y="7931150"/>
                  <a:pt x="10012" y="7931150"/>
                </a:cubicBezTo>
                <a:cubicBezTo>
                  <a:pt x="3337" y="7931150"/>
                  <a:pt x="0" y="7924504"/>
                  <a:pt x="0" y="7921182"/>
                </a:cubicBezTo>
                <a:cubicBezTo>
                  <a:pt x="0" y="3847621"/>
                  <a:pt x="0" y="3847621"/>
                  <a:pt x="0" y="3847621"/>
                </a:cubicBezTo>
                <a:cubicBezTo>
                  <a:pt x="0" y="3468840"/>
                  <a:pt x="310371" y="3159834"/>
                  <a:pt x="690827" y="3159834"/>
                </a:cubicBezTo>
                <a:cubicBezTo>
                  <a:pt x="1528497" y="3159834"/>
                  <a:pt x="1528497" y="3159834"/>
                  <a:pt x="1528497" y="3159834"/>
                </a:cubicBezTo>
                <a:cubicBezTo>
                  <a:pt x="1898941" y="3159834"/>
                  <a:pt x="2199301" y="2860796"/>
                  <a:pt x="2199301" y="2491982"/>
                </a:cubicBezTo>
                <a:cubicBezTo>
                  <a:pt x="2199301" y="9968"/>
                  <a:pt x="2199301" y="9968"/>
                  <a:pt x="2199301" y="9968"/>
                </a:cubicBezTo>
                <a:cubicBezTo>
                  <a:pt x="2199301" y="3322"/>
                  <a:pt x="2202638" y="0"/>
                  <a:pt x="2209313" y="0"/>
                </a:cubicBezTo>
                <a:close/>
              </a:path>
            </a:pathLst>
          </a:custGeom>
          <a:solidFill>
            <a:schemeClr val="accent1"/>
          </a:solidFill>
        </p:spPr>
        <p:txBody>
          <a:bodyPr wrap="square">
            <a:noAutofit/>
          </a:bodyPr>
          <a:lstStyle>
            <a:lvl1pPr marL="0" indent="0">
              <a:buNone/>
              <a:defRPr sz="100">
                <a:solidFill>
                  <a:schemeClr val="tx1">
                    <a:alpha val="0"/>
                  </a:schemeClr>
                </a:solidFill>
              </a:defRPr>
            </a:lvl1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26" name="Tijdelijke aanduiding voor dianummer 5">
            <a:extLst>
              <a:ext uri="{FF2B5EF4-FFF2-40B4-BE49-F238E27FC236}">
                <a16:creationId xmlns:a16="http://schemas.microsoft.com/office/drawing/2014/main" id="{77CA6B8A-BEB2-49FD-AE28-FD44272268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16362" y="6376061"/>
            <a:ext cx="392576" cy="216909"/>
          </a:xfrm>
        </p:spPr>
        <p:txBody>
          <a:bodyPr/>
          <a:lstStyle/>
          <a:p>
            <a:fld id="{7AD0FE45-509C-4BDF-9EDE-64426F8DF3D2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213226166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800">
        <p:fade/>
      </p:transition>
    </mc:Choice>
    <mc:Fallback xmlns="">
      <p:transition spd="slow">
        <p:fade/>
      </p:transition>
    </mc:Fallback>
  </mc:AlternateContent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5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6"/>
          </p:nvPr>
        </p:nvSpPr>
        <p:spPr/>
        <p:txBody>
          <a:bodyPr/>
          <a:lstStyle/>
          <a:p>
            <a:fld id="{24DBE1E9-0B38-451D-BE94-1E05A9F6EF1E}" type="slidenum">
              <a:rPr/>
              <a:t>‹#›</a:t>
            </a:fld>
            <a:endParaRPr/>
          </a:p>
        </p:txBody>
      </p:sp>
      <p:sp>
        <p:nvSpPr>
          <p:cNvPr id="4" name="PlaceHolder 3"/>
          <p:cNvSpPr>
            <a:spLocks noGrp="1"/>
          </p:cNvSpPr>
          <p:nvPr>
            <p:ph type="dt" idx="4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1" name="PlaceHolder 2"/>
          <p:cNvSpPr>
            <a:spLocks noGrp="1"/>
          </p:cNvSpPr>
          <p:nvPr>
            <p:ph type="subTitle"/>
          </p:nvPr>
        </p:nvSpPr>
        <p:spPr>
          <a:xfrm>
            <a:off x="9754200" y="0"/>
            <a:ext cx="191880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</a:pPr>
            <a:endParaRPr lang="en-US" sz="3200" b="0" strike="noStrike" spc="-1"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5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6"/>
          </p:nvPr>
        </p:nvSpPr>
        <p:spPr/>
        <p:txBody>
          <a:bodyPr/>
          <a:lstStyle/>
          <a:p>
            <a:fld id="{F43BC77F-C04E-4DEA-AD88-A83F76291302}" type="slidenum">
              <a:rPr/>
              <a:t>‹#›</a:t>
            </a:fld>
            <a:endParaRPr/>
          </a:p>
        </p:txBody>
      </p:sp>
      <p:sp>
        <p:nvSpPr>
          <p:cNvPr id="6" name="PlaceHolder 5"/>
          <p:cNvSpPr>
            <a:spLocks noGrp="1"/>
          </p:cNvSpPr>
          <p:nvPr>
            <p:ph type="dt" idx="4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3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191880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5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6"/>
          </p:nvPr>
        </p:nvSpPr>
        <p:spPr/>
        <p:txBody>
          <a:bodyPr/>
          <a:lstStyle/>
          <a:p>
            <a:fld id="{0F4CC96C-E37E-4FC8-AF5E-A4335D26F5B4}" type="slidenum">
              <a:rPr/>
              <a:t>‹#›</a:t>
            </a:fld>
            <a:endParaRPr/>
          </a:p>
        </p:txBody>
      </p:sp>
      <p:sp>
        <p:nvSpPr>
          <p:cNvPr id="6" name="PlaceHolder 5"/>
          <p:cNvSpPr>
            <a:spLocks noGrp="1"/>
          </p:cNvSpPr>
          <p:nvPr>
            <p:ph type="dt" idx="4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5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93636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6" name="PlaceHolder 3"/>
          <p:cNvSpPr>
            <a:spLocks noGrp="1"/>
          </p:cNvSpPr>
          <p:nvPr>
            <p:ph/>
          </p:nvPr>
        </p:nvSpPr>
        <p:spPr>
          <a:xfrm>
            <a:off x="10737720" y="0"/>
            <a:ext cx="93636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5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6"/>
          </p:nvPr>
        </p:nvSpPr>
        <p:spPr/>
        <p:txBody>
          <a:bodyPr/>
          <a:lstStyle/>
          <a:p>
            <a:fld id="{BF03FBF2-EF99-4D23-BB46-D7C10403C331}" type="slidenum">
              <a:rPr/>
              <a:t>‹#›</a:t>
            </a:fld>
            <a:endParaRPr/>
          </a:p>
        </p:txBody>
      </p:sp>
      <p:sp>
        <p:nvSpPr>
          <p:cNvPr id="7" name="PlaceHolder 6"/>
          <p:cNvSpPr>
            <a:spLocks noGrp="1"/>
          </p:cNvSpPr>
          <p:nvPr>
            <p:ph type="dt" idx="4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5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6"/>
          </p:nvPr>
        </p:nvSpPr>
        <p:spPr/>
        <p:txBody>
          <a:bodyPr/>
          <a:lstStyle/>
          <a:p>
            <a:fld id="{8897DEDB-876C-4E0A-A462-67E85D161084}" type="slidenum">
              <a:rPr/>
              <a:t>‹#›</a:t>
            </a:fld>
            <a:endParaRPr/>
          </a:p>
        </p:txBody>
      </p:sp>
      <p:sp>
        <p:nvSpPr>
          <p:cNvPr id="5" name="PlaceHolder 4"/>
          <p:cNvSpPr>
            <a:spLocks noGrp="1"/>
          </p:cNvSpPr>
          <p:nvPr>
            <p:ph type="dt" idx="4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PlaceHolder 1"/>
          <p:cNvSpPr>
            <a:spLocks noGrp="1"/>
          </p:cNvSpPr>
          <p:nvPr>
            <p:ph type="subTitle"/>
          </p:nvPr>
        </p:nvSpPr>
        <p:spPr>
          <a:xfrm>
            <a:off x="609480" y="273600"/>
            <a:ext cx="10972440" cy="5307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</a:pPr>
            <a:endParaRPr lang="en-US" sz="3200" b="0" strike="noStrike" spc="-1"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5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6"/>
          </p:nvPr>
        </p:nvSpPr>
        <p:spPr/>
        <p:txBody>
          <a:bodyPr/>
          <a:lstStyle/>
          <a:p>
            <a:fld id="{8B74991D-0DA2-45BC-94EF-B6E538A9BA02}" type="slidenum">
              <a:rPr/>
              <a:t>‹#›</a:t>
            </a:fld>
            <a:endParaRPr/>
          </a:p>
        </p:txBody>
      </p:sp>
      <p:sp>
        <p:nvSpPr>
          <p:cNvPr id="5" name="PlaceHolder 4"/>
          <p:cNvSpPr>
            <a:spLocks noGrp="1"/>
          </p:cNvSpPr>
          <p:nvPr>
            <p:ph type="dt" idx="4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0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1" name="PlaceHolder 3"/>
          <p:cNvSpPr>
            <a:spLocks noGrp="1"/>
          </p:cNvSpPr>
          <p:nvPr>
            <p:ph/>
          </p:nvPr>
        </p:nvSpPr>
        <p:spPr>
          <a:xfrm>
            <a:off x="10737720" y="0"/>
            <a:ext cx="93636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2" name="PlaceHolder 4"/>
          <p:cNvSpPr>
            <a:spLocks noGrp="1"/>
          </p:cNvSpPr>
          <p:nvPr>
            <p:ph/>
          </p:nvPr>
        </p:nvSpPr>
        <p:spPr>
          <a:xfrm>
            <a:off x="9754200" y="358200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5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6"/>
          </p:nvPr>
        </p:nvSpPr>
        <p:spPr/>
        <p:txBody>
          <a:bodyPr/>
          <a:lstStyle/>
          <a:p>
            <a:fld id="{9883687F-CDC7-4B51-A57E-3C7E58D1BA7F}" type="slidenum">
              <a:rPr/>
              <a:t>‹#›</a:t>
            </a:fld>
            <a:endParaRPr/>
          </a:p>
        </p:txBody>
      </p:sp>
      <p:sp>
        <p:nvSpPr>
          <p:cNvPr id="8" name="PlaceHolder 7"/>
          <p:cNvSpPr>
            <a:spLocks noGrp="1"/>
          </p:cNvSpPr>
          <p:nvPr>
            <p:ph type="dt" idx="4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4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93636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5" name="PlaceHolder 3"/>
          <p:cNvSpPr>
            <a:spLocks noGrp="1"/>
          </p:cNvSpPr>
          <p:nvPr>
            <p:ph/>
          </p:nvPr>
        </p:nvSpPr>
        <p:spPr>
          <a:xfrm>
            <a:off x="1073772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6" name="PlaceHolder 4"/>
          <p:cNvSpPr>
            <a:spLocks noGrp="1"/>
          </p:cNvSpPr>
          <p:nvPr>
            <p:ph/>
          </p:nvPr>
        </p:nvSpPr>
        <p:spPr>
          <a:xfrm>
            <a:off x="10737720" y="358200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5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6"/>
          </p:nvPr>
        </p:nvSpPr>
        <p:spPr/>
        <p:txBody>
          <a:bodyPr/>
          <a:lstStyle/>
          <a:p>
            <a:fld id="{33959C39-DFF2-4152-98D1-14C49446E73B}" type="slidenum">
              <a:rPr/>
              <a:t>‹#›</a:t>
            </a:fld>
            <a:endParaRPr/>
          </a:p>
        </p:txBody>
      </p:sp>
      <p:sp>
        <p:nvSpPr>
          <p:cNvPr id="8" name="PlaceHolder 7"/>
          <p:cNvSpPr>
            <a:spLocks noGrp="1"/>
          </p:cNvSpPr>
          <p:nvPr>
            <p:ph type="dt" idx="4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8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9" name="PlaceHolder 3"/>
          <p:cNvSpPr>
            <a:spLocks noGrp="1"/>
          </p:cNvSpPr>
          <p:nvPr>
            <p:ph/>
          </p:nvPr>
        </p:nvSpPr>
        <p:spPr>
          <a:xfrm>
            <a:off x="1073772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0" name="PlaceHolder 4"/>
          <p:cNvSpPr>
            <a:spLocks noGrp="1"/>
          </p:cNvSpPr>
          <p:nvPr>
            <p:ph/>
          </p:nvPr>
        </p:nvSpPr>
        <p:spPr>
          <a:xfrm>
            <a:off x="9754200" y="3582000"/>
            <a:ext cx="191880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5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6"/>
          </p:nvPr>
        </p:nvSpPr>
        <p:spPr/>
        <p:txBody>
          <a:bodyPr/>
          <a:lstStyle/>
          <a:p>
            <a:fld id="{727D236B-2582-49B3-8F45-037CF49CBD81}" type="slidenum">
              <a:rPr/>
              <a:t>‹#›</a:t>
            </a:fld>
            <a:endParaRPr/>
          </a:p>
        </p:txBody>
      </p:sp>
      <p:sp>
        <p:nvSpPr>
          <p:cNvPr id="8" name="PlaceHolder 7"/>
          <p:cNvSpPr>
            <a:spLocks noGrp="1"/>
          </p:cNvSpPr>
          <p:nvPr>
            <p:ph type="dt" idx="4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2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191880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3" name="PlaceHolder 3"/>
          <p:cNvSpPr>
            <a:spLocks noGrp="1"/>
          </p:cNvSpPr>
          <p:nvPr>
            <p:ph/>
          </p:nvPr>
        </p:nvSpPr>
        <p:spPr>
          <a:xfrm>
            <a:off x="9754200" y="3582000"/>
            <a:ext cx="191880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5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6"/>
          </p:nvPr>
        </p:nvSpPr>
        <p:spPr/>
        <p:txBody>
          <a:bodyPr/>
          <a:lstStyle/>
          <a:p>
            <a:fld id="{E5223AF5-9F21-4A67-9E36-69FDBCE12305}" type="slidenum">
              <a:rPr/>
              <a:t>‹#›</a:t>
            </a:fld>
            <a:endParaRPr/>
          </a:p>
        </p:txBody>
      </p:sp>
      <p:sp>
        <p:nvSpPr>
          <p:cNvPr id="7" name="PlaceHolder 6"/>
          <p:cNvSpPr>
            <a:spLocks noGrp="1"/>
          </p:cNvSpPr>
          <p:nvPr>
            <p:ph type="dt" idx="4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5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6" name="PlaceHolder 3"/>
          <p:cNvSpPr>
            <a:spLocks noGrp="1"/>
          </p:cNvSpPr>
          <p:nvPr>
            <p:ph/>
          </p:nvPr>
        </p:nvSpPr>
        <p:spPr>
          <a:xfrm>
            <a:off x="1073772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7" name="PlaceHolder 4"/>
          <p:cNvSpPr>
            <a:spLocks noGrp="1"/>
          </p:cNvSpPr>
          <p:nvPr>
            <p:ph/>
          </p:nvPr>
        </p:nvSpPr>
        <p:spPr>
          <a:xfrm>
            <a:off x="9754200" y="358200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8" name="PlaceHolder 5"/>
          <p:cNvSpPr>
            <a:spLocks noGrp="1"/>
          </p:cNvSpPr>
          <p:nvPr>
            <p:ph/>
          </p:nvPr>
        </p:nvSpPr>
        <p:spPr>
          <a:xfrm>
            <a:off x="10737720" y="358200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5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6"/>
          </p:nvPr>
        </p:nvSpPr>
        <p:spPr/>
        <p:txBody>
          <a:bodyPr/>
          <a:lstStyle/>
          <a:p>
            <a:fld id="{B7A3C149-5EB8-4C30-896E-48D21346C7BB}" type="slidenum">
              <a:rPr/>
              <a:t>‹#›</a:t>
            </a:fld>
            <a:endParaRPr/>
          </a:p>
        </p:txBody>
      </p:sp>
      <p:sp>
        <p:nvSpPr>
          <p:cNvPr id="9" name="PlaceHolder 8"/>
          <p:cNvSpPr>
            <a:spLocks noGrp="1"/>
          </p:cNvSpPr>
          <p:nvPr>
            <p:ph type="dt" idx="4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0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1" name="PlaceHolder 3"/>
          <p:cNvSpPr>
            <a:spLocks noGrp="1"/>
          </p:cNvSpPr>
          <p:nvPr>
            <p:ph/>
          </p:nvPr>
        </p:nvSpPr>
        <p:spPr>
          <a:xfrm>
            <a:off x="10403280" y="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2" name="PlaceHolder 4"/>
          <p:cNvSpPr>
            <a:spLocks noGrp="1"/>
          </p:cNvSpPr>
          <p:nvPr>
            <p:ph/>
          </p:nvPr>
        </p:nvSpPr>
        <p:spPr>
          <a:xfrm>
            <a:off x="11052360" y="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3" name="PlaceHolder 5"/>
          <p:cNvSpPr>
            <a:spLocks noGrp="1"/>
          </p:cNvSpPr>
          <p:nvPr>
            <p:ph/>
          </p:nvPr>
        </p:nvSpPr>
        <p:spPr>
          <a:xfrm>
            <a:off x="9754200" y="358200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4" name="PlaceHolder 6"/>
          <p:cNvSpPr>
            <a:spLocks noGrp="1"/>
          </p:cNvSpPr>
          <p:nvPr>
            <p:ph/>
          </p:nvPr>
        </p:nvSpPr>
        <p:spPr>
          <a:xfrm>
            <a:off x="10403280" y="358200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5" name="PlaceHolder 7"/>
          <p:cNvSpPr>
            <a:spLocks noGrp="1"/>
          </p:cNvSpPr>
          <p:nvPr>
            <p:ph/>
          </p:nvPr>
        </p:nvSpPr>
        <p:spPr>
          <a:xfrm>
            <a:off x="11052360" y="358200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5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6"/>
          </p:nvPr>
        </p:nvSpPr>
        <p:spPr/>
        <p:txBody>
          <a:bodyPr/>
          <a:lstStyle/>
          <a:p>
            <a:fld id="{40EAE744-5E31-4E92-B6E8-978C6EF6C83F}" type="slidenum">
              <a:rPr/>
              <a:t>‹#›</a:t>
            </a:fld>
            <a:endParaRPr/>
          </a:p>
        </p:txBody>
      </p:sp>
      <p:sp>
        <p:nvSpPr>
          <p:cNvPr id="11" name="PlaceHolder 10"/>
          <p:cNvSpPr>
            <a:spLocks noGrp="1"/>
          </p:cNvSpPr>
          <p:nvPr>
            <p:ph type="dt" idx="4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8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9"/>
          </p:nvPr>
        </p:nvSpPr>
        <p:spPr/>
        <p:txBody>
          <a:bodyPr/>
          <a:lstStyle/>
          <a:p>
            <a:fld id="{BCA4A545-57B0-4801-9853-439731208894}" type="slidenum">
              <a:rPr/>
              <a:t>‹#›</a:t>
            </a:fld>
            <a:endParaRPr/>
          </a:p>
        </p:txBody>
      </p:sp>
      <p:sp>
        <p:nvSpPr>
          <p:cNvPr id="4" name="PlaceHolder 3"/>
          <p:cNvSpPr>
            <a:spLocks noGrp="1"/>
          </p:cNvSpPr>
          <p:nvPr>
            <p:ph type="dt" idx="7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8" name="PlaceHolder 2"/>
          <p:cNvSpPr>
            <a:spLocks noGrp="1"/>
          </p:cNvSpPr>
          <p:nvPr>
            <p:ph type="subTitle"/>
          </p:nvPr>
        </p:nvSpPr>
        <p:spPr>
          <a:xfrm>
            <a:off x="9754200" y="0"/>
            <a:ext cx="191880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</a:pPr>
            <a:endParaRPr lang="en-US" sz="3200" b="0" strike="noStrike" spc="-1"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8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9"/>
          </p:nvPr>
        </p:nvSpPr>
        <p:spPr/>
        <p:txBody>
          <a:bodyPr/>
          <a:lstStyle/>
          <a:p>
            <a:fld id="{407C69C6-76D9-4C49-84EC-1F399655FED7}" type="slidenum">
              <a:rPr/>
              <a:t>‹#›</a:t>
            </a:fld>
            <a:endParaRPr/>
          </a:p>
        </p:txBody>
      </p:sp>
      <p:sp>
        <p:nvSpPr>
          <p:cNvPr id="6" name="PlaceHolder 5"/>
          <p:cNvSpPr>
            <a:spLocks noGrp="1"/>
          </p:cNvSpPr>
          <p:nvPr>
            <p:ph type="dt" idx="7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0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191880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8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9"/>
          </p:nvPr>
        </p:nvSpPr>
        <p:spPr/>
        <p:txBody>
          <a:bodyPr/>
          <a:lstStyle/>
          <a:p>
            <a:fld id="{B1CD7EC4-7232-4B5A-9073-252E17C56490}" type="slidenum">
              <a:rPr/>
              <a:t>‹#›</a:t>
            </a:fld>
            <a:endParaRPr/>
          </a:p>
        </p:txBody>
      </p:sp>
      <p:sp>
        <p:nvSpPr>
          <p:cNvPr id="6" name="PlaceHolder 5"/>
          <p:cNvSpPr>
            <a:spLocks noGrp="1"/>
          </p:cNvSpPr>
          <p:nvPr>
            <p:ph type="dt" idx="7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2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93636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3" name="PlaceHolder 3"/>
          <p:cNvSpPr>
            <a:spLocks noGrp="1"/>
          </p:cNvSpPr>
          <p:nvPr>
            <p:ph/>
          </p:nvPr>
        </p:nvSpPr>
        <p:spPr>
          <a:xfrm>
            <a:off x="10737720" y="0"/>
            <a:ext cx="93636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8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9"/>
          </p:nvPr>
        </p:nvSpPr>
        <p:spPr/>
        <p:txBody>
          <a:bodyPr/>
          <a:lstStyle/>
          <a:p>
            <a:fld id="{436B5EF2-D912-498D-8641-9AE959D3B66F}" type="slidenum">
              <a:rPr/>
              <a:t>‹#›</a:t>
            </a:fld>
            <a:endParaRPr/>
          </a:p>
        </p:txBody>
      </p:sp>
      <p:sp>
        <p:nvSpPr>
          <p:cNvPr id="7" name="PlaceHolder 6"/>
          <p:cNvSpPr>
            <a:spLocks noGrp="1"/>
          </p:cNvSpPr>
          <p:nvPr>
            <p:ph type="dt" idx="7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8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9"/>
          </p:nvPr>
        </p:nvSpPr>
        <p:spPr/>
        <p:txBody>
          <a:bodyPr/>
          <a:lstStyle/>
          <a:p>
            <a:fld id="{CF7D44D5-35CE-4C21-A6AB-C26A0E9145F0}" type="slidenum">
              <a:rPr/>
              <a:t>‹#›</a:t>
            </a:fld>
            <a:endParaRPr/>
          </a:p>
        </p:txBody>
      </p:sp>
      <p:sp>
        <p:nvSpPr>
          <p:cNvPr id="5" name="PlaceHolder 4"/>
          <p:cNvSpPr>
            <a:spLocks noGrp="1"/>
          </p:cNvSpPr>
          <p:nvPr>
            <p:ph type="dt" idx="7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5" name="PlaceHolder 1"/>
          <p:cNvSpPr>
            <a:spLocks noGrp="1"/>
          </p:cNvSpPr>
          <p:nvPr>
            <p:ph type="subTitle"/>
          </p:nvPr>
        </p:nvSpPr>
        <p:spPr>
          <a:xfrm>
            <a:off x="609480" y="273600"/>
            <a:ext cx="10972440" cy="5307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</a:pPr>
            <a:endParaRPr lang="en-US" sz="3200" b="0" strike="noStrike" spc="-1"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8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9"/>
          </p:nvPr>
        </p:nvSpPr>
        <p:spPr/>
        <p:txBody>
          <a:bodyPr/>
          <a:lstStyle/>
          <a:p>
            <a:fld id="{4B1582D2-506B-4D1C-9B70-18C3C0A1D316}" type="slidenum">
              <a:rPr/>
              <a:t>‹#›</a:t>
            </a:fld>
            <a:endParaRPr/>
          </a:p>
        </p:txBody>
      </p:sp>
      <p:sp>
        <p:nvSpPr>
          <p:cNvPr id="5" name="PlaceHolder 4"/>
          <p:cNvSpPr>
            <a:spLocks noGrp="1"/>
          </p:cNvSpPr>
          <p:nvPr>
            <p:ph type="dt" idx="7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7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8" name="PlaceHolder 3"/>
          <p:cNvSpPr>
            <a:spLocks noGrp="1"/>
          </p:cNvSpPr>
          <p:nvPr>
            <p:ph/>
          </p:nvPr>
        </p:nvSpPr>
        <p:spPr>
          <a:xfrm>
            <a:off x="10737720" y="0"/>
            <a:ext cx="93636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9" name="PlaceHolder 4"/>
          <p:cNvSpPr>
            <a:spLocks noGrp="1"/>
          </p:cNvSpPr>
          <p:nvPr>
            <p:ph/>
          </p:nvPr>
        </p:nvSpPr>
        <p:spPr>
          <a:xfrm>
            <a:off x="9754200" y="358200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8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9"/>
          </p:nvPr>
        </p:nvSpPr>
        <p:spPr/>
        <p:txBody>
          <a:bodyPr/>
          <a:lstStyle/>
          <a:p>
            <a:fld id="{3362531F-8470-4EB8-B914-C605338C25FD}" type="slidenum">
              <a:rPr/>
              <a:t>‹#›</a:t>
            </a:fld>
            <a:endParaRPr/>
          </a:p>
        </p:txBody>
      </p:sp>
      <p:sp>
        <p:nvSpPr>
          <p:cNvPr id="8" name="PlaceHolder 7"/>
          <p:cNvSpPr>
            <a:spLocks noGrp="1"/>
          </p:cNvSpPr>
          <p:nvPr>
            <p:ph type="dt" idx="7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0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1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93636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2" name="PlaceHolder 3"/>
          <p:cNvSpPr>
            <a:spLocks noGrp="1"/>
          </p:cNvSpPr>
          <p:nvPr>
            <p:ph/>
          </p:nvPr>
        </p:nvSpPr>
        <p:spPr>
          <a:xfrm>
            <a:off x="1073772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3" name="PlaceHolder 4"/>
          <p:cNvSpPr>
            <a:spLocks noGrp="1"/>
          </p:cNvSpPr>
          <p:nvPr>
            <p:ph/>
          </p:nvPr>
        </p:nvSpPr>
        <p:spPr>
          <a:xfrm>
            <a:off x="10737720" y="358200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8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9"/>
          </p:nvPr>
        </p:nvSpPr>
        <p:spPr/>
        <p:txBody>
          <a:bodyPr/>
          <a:lstStyle/>
          <a:p>
            <a:fld id="{08A2FD79-28F1-4173-9087-99035DAC8B28}" type="slidenum">
              <a:rPr/>
              <a:t>‹#›</a:t>
            </a:fld>
            <a:endParaRPr/>
          </a:p>
        </p:txBody>
      </p:sp>
      <p:sp>
        <p:nvSpPr>
          <p:cNvPr id="8" name="PlaceHolder 7"/>
          <p:cNvSpPr>
            <a:spLocks noGrp="1"/>
          </p:cNvSpPr>
          <p:nvPr>
            <p:ph type="dt" idx="7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5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6" name="PlaceHolder 3"/>
          <p:cNvSpPr>
            <a:spLocks noGrp="1"/>
          </p:cNvSpPr>
          <p:nvPr>
            <p:ph/>
          </p:nvPr>
        </p:nvSpPr>
        <p:spPr>
          <a:xfrm>
            <a:off x="1073772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7" name="PlaceHolder 4"/>
          <p:cNvSpPr>
            <a:spLocks noGrp="1"/>
          </p:cNvSpPr>
          <p:nvPr>
            <p:ph/>
          </p:nvPr>
        </p:nvSpPr>
        <p:spPr>
          <a:xfrm>
            <a:off x="9754200" y="3582000"/>
            <a:ext cx="191880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8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9"/>
          </p:nvPr>
        </p:nvSpPr>
        <p:spPr/>
        <p:txBody>
          <a:bodyPr/>
          <a:lstStyle/>
          <a:p>
            <a:fld id="{09BA7C85-7666-421A-9C3C-2A487B5106D3}" type="slidenum">
              <a:rPr/>
              <a:t>‹#›</a:t>
            </a:fld>
            <a:endParaRPr/>
          </a:p>
        </p:txBody>
      </p:sp>
      <p:sp>
        <p:nvSpPr>
          <p:cNvPr id="8" name="PlaceHolder 7"/>
          <p:cNvSpPr>
            <a:spLocks noGrp="1"/>
          </p:cNvSpPr>
          <p:nvPr>
            <p:ph type="dt" idx="7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9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191880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0" name="PlaceHolder 3"/>
          <p:cNvSpPr>
            <a:spLocks noGrp="1"/>
          </p:cNvSpPr>
          <p:nvPr>
            <p:ph/>
          </p:nvPr>
        </p:nvSpPr>
        <p:spPr>
          <a:xfrm>
            <a:off x="9754200" y="3582000"/>
            <a:ext cx="191880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8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9"/>
          </p:nvPr>
        </p:nvSpPr>
        <p:spPr/>
        <p:txBody>
          <a:bodyPr/>
          <a:lstStyle/>
          <a:p>
            <a:fld id="{661694B4-F4E9-49C2-8589-F377980E16AE}" type="slidenum">
              <a:rPr/>
              <a:t>‹#›</a:t>
            </a:fld>
            <a:endParaRPr/>
          </a:p>
        </p:txBody>
      </p:sp>
      <p:sp>
        <p:nvSpPr>
          <p:cNvPr id="7" name="PlaceHolder 6"/>
          <p:cNvSpPr>
            <a:spLocks noGrp="1"/>
          </p:cNvSpPr>
          <p:nvPr>
            <p:ph type="dt" idx="7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1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2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3" name="PlaceHolder 3"/>
          <p:cNvSpPr>
            <a:spLocks noGrp="1"/>
          </p:cNvSpPr>
          <p:nvPr>
            <p:ph/>
          </p:nvPr>
        </p:nvSpPr>
        <p:spPr>
          <a:xfrm>
            <a:off x="1073772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4" name="PlaceHolder 4"/>
          <p:cNvSpPr>
            <a:spLocks noGrp="1"/>
          </p:cNvSpPr>
          <p:nvPr>
            <p:ph/>
          </p:nvPr>
        </p:nvSpPr>
        <p:spPr>
          <a:xfrm>
            <a:off x="9754200" y="358200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5" name="PlaceHolder 5"/>
          <p:cNvSpPr>
            <a:spLocks noGrp="1"/>
          </p:cNvSpPr>
          <p:nvPr>
            <p:ph/>
          </p:nvPr>
        </p:nvSpPr>
        <p:spPr>
          <a:xfrm>
            <a:off x="10737720" y="358200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8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9"/>
          </p:nvPr>
        </p:nvSpPr>
        <p:spPr/>
        <p:txBody>
          <a:bodyPr/>
          <a:lstStyle/>
          <a:p>
            <a:fld id="{A03CF069-F2CB-4AA2-A942-CD98EF179835}" type="slidenum">
              <a:rPr/>
              <a:t>‹#›</a:t>
            </a:fld>
            <a:endParaRPr/>
          </a:p>
        </p:txBody>
      </p:sp>
      <p:sp>
        <p:nvSpPr>
          <p:cNvPr id="9" name="PlaceHolder 8"/>
          <p:cNvSpPr>
            <a:spLocks noGrp="1"/>
          </p:cNvSpPr>
          <p:nvPr>
            <p:ph type="dt" idx="7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7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8" name="PlaceHolder 3"/>
          <p:cNvSpPr>
            <a:spLocks noGrp="1"/>
          </p:cNvSpPr>
          <p:nvPr>
            <p:ph/>
          </p:nvPr>
        </p:nvSpPr>
        <p:spPr>
          <a:xfrm>
            <a:off x="10403280" y="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9" name="PlaceHolder 4"/>
          <p:cNvSpPr>
            <a:spLocks noGrp="1"/>
          </p:cNvSpPr>
          <p:nvPr>
            <p:ph/>
          </p:nvPr>
        </p:nvSpPr>
        <p:spPr>
          <a:xfrm>
            <a:off x="11052360" y="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0" name="PlaceHolder 5"/>
          <p:cNvSpPr>
            <a:spLocks noGrp="1"/>
          </p:cNvSpPr>
          <p:nvPr>
            <p:ph/>
          </p:nvPr>
        </p:nvSpPr>
        <p:spPr>
          <a:xfrm>
            <a:off x="9754200" y="358200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1" name="PlaceHolder 6"/>
          <p:cNvSpPr>
            <a:spLocks noGrp="1"/>
          </p:cNvSpPr>
          <p:nvPr>
            <p:ph/>
          </p:nvPr>
        </p:nvSpPr>
        <p:spPr>
          <a:xfrm>
            <a:off x="10403280" y="358200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2" name="PlaceHolder 7"/>
          <p:cNvSpPr>
            <a:spLocks noGrp="1"/>
          </p:cNvSpPr>
          <p:nvPr>
            <p:ph/>
          </p:nvPr>
        </p:nvSpPr>
        <p:spPr>
          <a:xfrm>
            <a:off x="11052360" y="358200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8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9"/>
          </p:nvPr>
        </p:nvSpPr>
        <p:spPr/>
        <p:txBody>
          <a:bodyPr/>
          <a:lstStyle/>
          <a:p>
            <a:fld id="{9EC3714E-915E-4C0E-ADA0-5B8A4589BB4E}" type="slidenum">
              <a:rPr/>
              <a:t>‹#›</a:t>
            </a:fld>
            <a:endParaRPr/>
          </a:p>
        </p:txBody>
      </p:sp>
      <p:sp>
        <p:nvSpPr>
          <p:cNvPr id="11" name="PlaceHolder 10"/>
          <p:cNvSpPr>
            <a:spLocks noGrp="1"/>
          </p:cNvSpPr>
          <p:nvPr>
            <p:ph type="dt" idx="7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50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01E5F082-768F-4EE0-8F39-562948F152BD}" type="slidenum">
              <a:rPr/>
              <a:t>‹#›</a:t>
            </a:fld>
            <a:endParaRPr/>
          </a:p>
        </p:txBody>
      </p:sp>
      <p:sp>
        <p:nvSpPr>
          <p:cNvPr id="4" name="PlaceHolder 3"/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51.xml><?xml version="1.0" encoding="utf-8"?>
<p:sldLayout xmlns:a="http://schemas.openxmlformats.org/drawingml/2006/main" xmlns:r="http://schemas.openxmlformats.org/officeDocument/2006/relationships" xmlns:p="http://schemas.openxmlformats.org/presentationml/2006/main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5" name="PlaceHolder 2"/>
          <p:cNvSpPr>
            <a:spLocks noGrp="1"/>
          </p:cNvSpPr>
          <p:nvPr>
            <p:ph type="subTitle"/>
          </p:nvPr>
        </p:nvSpPr>
        <p:spPr>
          <a:xfrm>
            <a:off x="9754200" y="0"/>
            <a:ext cx="191880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</a:pPr>
            <a:endParaRPr lang="en-US" sz="3200" b="0" strike="noStrike" spc="-1"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13C6B88B-3A11-4C81-B6D3-CFB7C6E1A917}" type="slidenum">
              <a:rPr/>
              <a:t>‹#›</a:t>
            </a:fld>
            <a:endParaRPr/>
          </a:p>
        </p:txBody>
      </p:sp>
      <p:sp>
        <p:nvSpPr>
          <p:cNvPr id="6" name="PlaceHolder 5"/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5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7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191880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CE4A7CA4-7B02-4A2B-AA38-6A4BA14E4EA9}" type="slidenum">
              <a:rPr/>
              <a:t>‹#›</a:t>
            </a:fld>
            <a:endParaRPr/>
          </a:p>
        </p:txBody>
      </p:sp>
      <p:sp>
        <p:nvSpPr>
          <p:cNvPr id="6" name="PlaceHolder 5"/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53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9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93636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0" name="PlaceHolder 3"/>
          <p:cNvSpPr>
            <a:spLocks noGrp="1"/>
          </p:cNvSpPr>
          <p:nvPr>
            <p:ph/>
          </p:nvPr>
        </p:nvSpPr>
        <p:spPr>
          <a:xfrm>
            <a:off x="10737720" y="0"/>
            <a:ext cx="93636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94E1DF7B-9F1F-49F7-AAC9-1B8EBB2616FE}" type="slidenum">
              <a:rPr/>
              <a:t>‹#›</a:t>
            </a:fld>
            <a:endParaRPr/>
          </a:p>
        </p:txBody>
      </p:sp>
      <p:sp>
        <p:nvSpPr>
          <p:cNvPr id="7" name="PlaceHolder 6"/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5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A21471B2-F0AC-44B6-81EF-F567E75A75CF}" type="slidenum">
              <a:rPr/>
              <a:t>‹#›</a:t>
            </a:fld>
            <a:endParaRPr/>
          </a:p>
        </p:txBody>
      </p:sp>
      <p:sp>
        <p:nvSpPr>
          <p:cNvPr id="5" name="PlaceHolder 4"/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55.xml><?xml version="1.0" encoding="utf-8"?>
<p:sldLayout xmlns:a="http://schemas.openxmlformats.org/drawingml/2006/main" xmlns:r="http://schemas.openxmlformats.org/officeDocument/2006/relationships" xmlns:p="http://schemas.openxmlformats.org/presentationml/2006/main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PlaceHolder 1"/>
          <p:cNvSpPr>
            <a:spLocks noGrp="1"/>
          </p:cNvSpPr>
          <p:nvPr>
            <p:ph type="subTitle"/>
          </p:nvPr>
        </p:nvSpPr>
        <p:spPr>
          <a:xfrm>
            <a:off x="609480" y="273600"/>
            <a:ext cx="10972440" cy="5307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</a:pPr>
            <a:endParaRPr lang="en-US" sz="3200" b="0" strike="noStrike" spc="-1"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99FD4F77-1590-4AF6-9AC8-A02C97600679}" type="slidenum">
              <a:rPr/>
              <a:t>‹#›</a:t>
            </a:fld>
            <a:endParaRPr/>
          </a:p>
        </p:txBody>
      </p:sp>
      <p:sp>
        <p:nvSpPr>
          <p:cNvPr id="5" name="PlaceHolder 4"/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56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3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4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5" name="PlaceHolder 3"/>
          <p:cNvSpPr>
            <a:spLocks noGrp="1"/>
          </p:cNvSpPr>
          <p:nvPr>
            <p:ph/>
          </p:nvPr>
        </p:nvSpPr>
        <p:spPr>
          <a:xfrm>
            <a:off x="10737720" y="0"/>
            <a:ext cx="93636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6" name="PlaceHolder 4"/>
          <p:cNvSpPr>
            <a:spLocks noGrp="1"/>
          </p:cNvSpPr>
          <p:nvPr>
            <p:ph/>
          </p:nvPr>
        </p:nvSpPr>
        <p:spPr>
          <a:xfrm>
            <a:off x="9754200" y="358200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BBFF96B0-2F77-4337-9C7D-F50D32B35251}" type="slidenum">
              <a:rPr/>
              <a:t>‹#›</a:t>
            </a:fld>
            <a:endParaRPr/>
          </a:p>
        </p:txBody>
      </p:sp>
      <p:sp>
        <p:nvSpPr>
          <p:cNvPr id="8" name="PlaceHolder 7"/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57.xml><?xml version="1.0" encoding="utf-8"?>
<p:sldLayout xmlns:a="http://schemas.openxmlformats.org/drawingml/2006/main" xmlns:r="http://schemas.openxmlformats.org/officeDocument/2006/relationships" xmlns:p="http://schemas.openxmlformats.org/presentationml/2006/main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7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8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93636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9" name="PlaceHolder 3"/>
          <p:cNvSpPr>
            <a:spLocks noGrp="1"/>
          </p:cNvSpPr>
          <p:nvPr>
            <p:ph/>
          </p:nvPr>
        </p:nvSpPr>
        <p:spPr>
          <a:xfrm>
            <a:off x="1073772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0" name="PlaceHolder 4"/>
          <p:cNvSpPr>
            <a:spLocks noGrp="1"/>
          </p:cNvSpPr>
          <p:nvPr>
            <p:ph/>
          </p:nvPr>
        </p:nvSpPr>
        <p:spPr>
          <a:xfrm>
            <a:off x="10737720" y="358200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B52187FC-F597-42EE-87EA-3E302EA79B76}" type="slidenum">
              <a:rPr/>
              <a:t>‹#›</a:t>
            </a:fld>
            <a:endParaRPr/>
          </a:p>
        </p:txBody>
      </p:sp>
      <p:sp>
        <p:nvSpPr>
          <p:cNvPr id="8" name="PlaceHolder 7"/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58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2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3" name="PlaceHolder 3"/>
          <p:cNvSpPr>
            <a:spLocks noGrp="1"/>
          </p:cNvSpPr>
          <p:nvPr>
            <p:ph/>
          </p:nvPr>
        </p:nvSpPr>
        <p:spPr>
          <a:xfrm>
            <a:off x="1073772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4" name="PlaceHolder 4"/>
          <p:cNvSpPr>
            <a:spLocks noGrp="1"/>
          </p:cNvSpPr>
          <p:nvPr>
            <p:ph/>
          </p:nvPr>
        </p:nvSpPr>
        <p:spPr>
          <a:xfrm>
            <a:off x="9754200" y="3582000"/>
            <a:ext cx="191880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C0BB56A7-BED2-43DB-8C82-04596B70D42E}" type="slidenum">
              <a:rPr/>
              <a:t>‹#›</a:t>
            </a:fld>
            <a:endParaRPr/>
          </a:p>
        </p:txBody>
      </p:sp>
      <p:sp>
        <p:nvSpPr>
          <p:cNvPr id="8" name="PlaceHolder 7"/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59.xml><?xml version="1.0" encoding="utf-8"?>
<p:sldLayout xmlns:a="http://schemas.openxmlformats.org/drawingml/2006/main" xmlns:r="http://schemas.openxmlformats.org/officeDocument/2006/relationships" xmlns:p="http://schemas.openxmlformats.org/presentationml/2006/main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6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191880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7" name="PlaceHolder 3"/>
          <p:cNvSpPr>
            <a:spLocks noGrp="1"/>
          </p:cNvSpPr>
          <p:nvPr>
            <p:ph/>
          </p:nvPr>
        </p:nvSpPr>
        <p:spPr>
          <a:xfrm>
            <a:off x="9754200" y="3582000"/>
            <a:ext cx="191880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4628996D-50EB-42C3-A215-BFFE0A245453}" type="slidenum">
              <a:rPr/>
              <a:t>‹#›</a:t>
            </a:fld>
            <a:endParaRPr/>
          </a:p>
        </p:txBody>
      </p:sp>
      <p:sp>
        <p:nvSpPr>
          <p:cNvPr id="7" name="PlaceHolder 6"/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60.xml><?xml version="1.0" encoding="utf-8"?>
<p:sldLayout xmlns:a="http://schemas.openxmlformats.org/drawingml/2006/main" xmlns:r="http://schemas.openxmlformats.org/officeDocument/2006/relationships" xmlns:p="http://schemas.openxmlformats.org/presentationml/2006/main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9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0" name="PlaceHolder 3"/>
          <p:cNvSpPr>
            <a:spLocks noGrp="1"/>
          </p:cNvSpPr>
          <p:nvPr>
            <p:ph/>
          </p:nvPr>
        </p:nvSpPr>
        <p:spPr>
          <a:xfrm>
            <a:off x="1073772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1" name="PlaceHolder 4"/>
          <p:cNvSpPr>
            <a:spLocks noGrp="1"/>
          </p:cNvSpPr>
          <p:nvPr>
            <p:ph/>
          </p:nvPr>
        </p:nvSpPr>
        <p:spPr>
          <a:xfrm>
            <a:off x="9754200" y="358200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2" name="PlaceHolder 5"/>
          <p:cNvSpPr>
            <a:spLocks noGrp="1"/>
          </p:cNvSpPr>
          <p:nvPr>
            <p:ph/>
          </p:nvPr>
        </p:nvSpPr>
        <p:spPr>
          <a:xfrm>
            <a:off x="10737720" y="358200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7D9DE502-C98E-437D-A1AD-C8E61EC4B1CB}" type="slidenum">
              <a:rPr/>
              <a:t>‹#›</a:t>
            </a:fld>
            <a:endParaRPr/>
          </a:p>
        </p:txBody>
      </p:sp>
      <p:sp>
        <p:nvSpPr>
          <p:cNvPr id="9" name="PlaceHolder 8"/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6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4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5" name="PlaceHolder 3"/>
          <p:cNvSpPr>
            <a:spLocks noGrp="1"/>
          </p:cNvSpPr>
          <p:nvPr>
            <p:ph/>
          </p:nvPr>
        </p:nvSpPr>
        <p:spPr>
          <a:xfrm>
            <a:off x="10403280" y="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6" name="PlaceHolder 4"/>
          <p:cNvSpPr>
            <a:spLocks noGrp="1"/>
          </p:cNvSpPr>
          <p:nvPr>
            <p:ph/>
          </p:nvPr>
        </p:nvSpPr>
        <p:spPr>
          <a:xfrm>
            <a:off x="11052360" y="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7" name="PlaceHolder 5"/>
          <p:cNvSpPr>
            <a:spLocks noGrp="1"/>
          </p:cNvSpPr>
          <p:nvPr>
            <p:ph/>
          </p:nvPr>
        </p:nvSpPr>
        <p:spPr>
          <a:xfrm>
            <a:off x="9754200" y="358200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8" name="PlaceHolder 6"/>
          <p:cNvSpPr>
            <a:spLocks noGrp="1"/>
          </p:cNvSpPr>
          <p:nvPr>
            <p:ph/>
          </p:nvPr>
        </p:nvSpPr>
        <p:spPr>
          <a:xfrm>
            <a:off x="10403280" y="358200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9" name="PlaceHolder 7"/>
          <p:cNvSpPr>
            <a:spLocks noGrp="1"/>
          </p:cNvSpPr>
          <p:nvPr>
            <p:ph/>
          </p:nvPr>
        </p:nvSpPr>
        <p:spPr>
          <a:xfrm>
            <a:off x="11052360" y="358200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90502A89-2ABE-4E38-890B-671760666D05}" type="slidenum">
              <a:rPr/>
              <a:t>‹#›</a:t>
            </a:fld>
            <a:endParaRPr/>
          </a:p>
        </p:txBody>
      </p:sp>
      <p:sp>
        <p:nvSpPr>
          <p:cNvPr id="11" name="PlaceHolder 10"/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6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14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15"/>
          </p:nvPr>
        </p:nvSpPr>
        <p:spPr/>
        <p:txBody>
          <a:bodyPr/>
          <a:lstStyle/>
          <a:p>
            <a:fld id="{5F526E1F-85D2-4B12-ACC9-7EC7807FAF34}" type="slidenum">
              <a:rPr/>
              <a:t>‹#›</a:t>
            </a:fld>
            <a:endParaRPr/>
          </a:p>
        </p:txBody>
      </p:sp>
      <p:sp>
        <p:nvSpPr>
          <p:cNvPr id="4" name="PlaceHolder 3"/>
          <p:cNvSpPr>
            <a:spLocks noGrp="1"/>
          </p:cNvSpPr>
          <p:nvPr>
            <p:ph type="dt" idx="13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63.xml><?xml version="1.0" encoding="utf-8"?>
<p:sldLayout xmlns:a="http://schemas.openxmlformats.org/drawingml/2006/main" xmlns:r="http://schemas.openxmlformats.org/officeDocument/2006/relationships" xmlns:p="http://schemas.openxmlformats.org/presentationml/2006/main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1" name="PlaceHolder 2"/>
          <p:cNvSpPr>
            <a:spLocks noGrp="1"/>
          </p:cNvSpPr>
          <p:nvPr>
            <p:ph type="subTitle"/>
          </p:nvPr>
        </p:nvSpPr>
        <p:spPr>
          <a:xfrm>
            <a:off x="9754200" y="0"/>
            <a:ext cx="191880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</a:pPr>
            <a:endParaRPr lang="en-US" sz="3200" b="0" strike="noStrike" spc="-1"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4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15"/>
          </p:nvPr>
        </p:nvSpPr>
        <p:spPr/>
        <p:txBody>
          <a:bodyPr/>
          <a:lstStyle/>
          <a:p>
            <a:fld id="{329C6B04-6691-4C0A-A7D6-CB62AE51CBF3}" type="slidenum">
              <a:rPr/>
              <a:t>‹#›</a:t>
            </a:fld>
            <a:endParaRPr/>
          </a:p>
        </p:txBody>
      </p:sp>
      <p:sp>
        <p:nvSpPr>
          <p:cNvPr id="6" name="PlaceHolder 5"/>
          <p:cNvSpPr>
            <a:spLocks noGrp="1"/>
          </p:cNvSpPr>
          <p:nvPr>
            <p:ph type="dt" idx="13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6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2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3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191880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4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15"/>
          </p:nvPr>
        </p:nvSpPr>
        <p:spPr/>
        <p:txBody>
          <a:bodyPr/>
          <a:lstStyle/>
          <a:p>
            <a:fld id="{DAC58C38-BA6C-4802-8106-0266A2986BE0}" type="slidenum">
              <a:rPr/>
              <a:t>‹#›</a:t>
            </a:fld>
            <a:endParaRPr/>
          </a:p>
        </p:txBody>
      </p:sp>
      <p:sp>
        <p:nvSpPr>
          <p:cNvPr id="6" name="PlaceHolder 5"/>
          <p:cNvSpPr>
            <a:spLocks noGrp="1"/>
          </p:cNvSpPr>
          <p:nvPr>
            <p:ph type="dt" idx="13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6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5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93636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6" name="PlaceHolder 3"/>
          <p:cNvSpPr>
            <a:spLocks noGrp="1"/>
          </p:cNvSpPr>
          <p:nvPr>
            <p:ph/>
          </p:nvPr>
        </p:nvSpPr>
        <p:spPr>
          <a:xfrm>
            <a:off x="10737720" y="0"/>
            <a:ext cx="93636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4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15"/>
          </p:nvPr>
        </p:nvSpPr>
        <p:spPr/>
        <p:txBody>
          <a:bodyPr/>
          <a:lstStyle/>
          <a:p>
            <a:fld id="{13B806C2-5DE4-4272-8AFB-C663EBC041E4}" type="slidenum">
              <a:rPr/>
              <a:t>‹#›</a:t>
            </a:fld>
            <a:endParaRPr/>
          </a:p>
        </p:txBody>
      </p:sp>
      <p:sp>
        <p:nvSpPr>
          <p:cNvPr id="7" name="PlaceHolder 6"/>
          <p:cNvSpPr>
            <a:spLocks noGrp="1"/>
          </p:cNvSpPr>
          <p:nvPr>
            <p:ph type="dt" idx="13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6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4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15"/>
          </p:nvPr>
        </p:nvSpPr>
        <p:spPr/>
        <p:txBody>
          <a:bodyPr/>
          <a:lstStyle/>
          <a:p>
            <a:fld id="{6DC0F94B-2F67-4503-BF17-FFEB29E2C8BB}" type="slidenum">
              <a:rPr/>
              <a:t>‹#›</a:t>
            </a:fld>
            <a:endParaRPr/>
          </a:p>
        </p:txBody>
      </p:sp>
      <p:sp>
        <p:nvSpPr>
          <p:cNvPr id="5" name="PlaceHolder 4"/>
          <p:cNvSpPr>
            <a:spLocks noGrp="1"/>
          </p:cNvSpPr>
          <p:nvPr>
            <p:ph type="dt" idx="13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67.xml><?xml version="1.0" encoding="utf-8"?>
<p:sldLayout xmlns:a="http://schemas.openxmlformats.org/drawingml/2006/main" xmlns:r="http://schemas.openxmlformats.org/officeDocument/2006/relationships" xmlns:p="http://schemas.openxmlformats.org/presentationml/2006/main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PlaceHolder 1"/>
          <p:cNvSpPr>
            <a:spLocks noGrp="1"/>
          </p:cNvSpPr>
          <p:nvPr>
            <p:ph type="subTitle"/>
          </p:nvPr>
        </p:nvSpPr>
        <p:spPr>
          <a:xfrm>
            <a:off x="609480" y="273600"/>
            <a:ext cx="10972440" cy="5307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</a:pPr>
            <a:endParaRPr lang="en-US" sz="3200" b="0" strike="noStrike" spc="-1"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4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15"/>
          </p:nvPr>
        </p:nvSpPr>
        <p:spPr/>
        <p:txBody>
          <a:bodyPr/>
          <a:lstStyle/>
          <a:p>
            <a:fld id="{791EBC03-F520-407F-AE24-36E2547AD4A5}" type="slidenum">
              <a:rPr/>
              <a:t>‹#›</a:t>
            </a:fld>
            <a:endParaRPr/>
          </a:p>
        </p:txBody>
      </p:sp>
      <p:sp>
        <p:nvSpPr>
          <p:cNvPr id="5" name="PlaceHolder 4"/>
          <p:cNvSpPr>
            <a:spLocks noGrp="1"/>
          </p:cNvSpPr>
          <p:nvPr>
            <p:ph type="dt" idx="13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68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9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0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1" name="PlaceHolder 3"/>
          <p:cNvSpPr>
            <a:spLocks noGrp="1"/>
          </p:cNvSpPr>
          <p:nvPr>
            <p:ph/>
          </p:nvPr>
        </p:nvSpPr>
        <p:spPr>
          <a:xfrm>
            <a:off x="10737720" y="0"/>
            <a:ext cx="93636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2" name="PlaceHolder 4"/>
          <p:cNvSpPr>
            <a:spLocks noGrp="1"/>
          </p:cNvSpPr>
          <p:nvPr>
            <p:ph/>
          </p:nvPr>
        </p:nvSpPr>
        <p:spPr>
          <a:xfrm>
            <a:off x="9754200" y="358200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4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15"/>
          </p:nvPr>
        </p:nvSpPr>
        <p:spPr/>
        <p:txBody>
          <a:bodyPr/>
          <a:lstStyle/>
          <a:p>
            <a:fld id="{D06DDD7C-19CE-4C9B-9E32-C9E9F7C53798}" type="slidenum">
              <a:rPr/>
              <a:t>‹#›</a:t>
            </a:fld>
            <a:endParaRPr/>
          </a:p>
        </p:txBody>
      </p:sp>
      <p:sp>
        <p:nvSpPr>
          <p:cNvPr id="8" name="PlaceHolder 7"/>
          <p:cNvSpPr>
            <a:spLocks noGrp="1"/>
          </p:cNvSpPr>
          <p:nvPr>
            <p:ph type="dt" idx="13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69.xml><?xml version="1.0" encoding="utf-8"?>
<p:sldLayout xmlns:a="http://schemas.openxmlformats.org/drawingml/2006/main" xmlns:r="http://schemas.openxmlformats.org/officeDocument/2006/relationships" xmlns:p="http://schemas.openxmlformats.org/presentationml/2006/main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3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4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93636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5" name="PlaceHolder 3"/>
          <p:cNvSpPr>
            <a:spLocks noGrp="1"/>
          </p:cNvSpPr>
          <p:nvPr>
            <p:ph/>
          </p:nvPr>
        </p:nvSpPr>
        <p:spPr>
          <a:xfrm>
            <a:off x="1073772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6" name="PlaceHolder 4"/>
          <p:cNvSpPr>
            <a:spLocks noGrp="1"/>
          </p:cNvSpPr>
          <p:nvPr>
            <p:ph/>
          </p:nvPr>
        </p:nvSpPr>
        <p:spPr>
          <a:xfrm>
            <a:off x="10737720" y="358200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4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15"/>
          </p:nvPr>
        </p:nvSpPr>
        <p:spPr/>
        <p:txBody>
          <a:bodyPr/>
          <a:lstStyle/>
          <a:p>
            <a:fld id="{FCC7CB97-3BFF-4C73-B69D-E92790ED9DC1}" type="slidenum">
              <a:rPr/>
              <a:t>‹#›</a:t>
            </a:fld>
            <a:endParaRPr/>
          </a:p>
        </p:txBody>
      </p:sp>
      <p:sp>
        <p:nvSpPr>
          <p:cNvPr id="8" name="PlaceHolder 7"/>
          <p:cNvSpPr>
            <a:spLocks noGrp="1"/>
          </p:cNvSpPr>
          <p:nvPr>
            <p:ph type="dt" idx="13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70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8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9" name="PlaceHolder 3"/>
          <p:cNvSpPr>
            <a:spLocks noGrp="1"/>
          </p:cNvSpPr>
          <p:nvPr>
            <p:ph/>
          </p:nvPr>
        </p:nvSpPr>
        <p:spPr>
          <a:xfrm>
            <a:off x="1073772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0" name="PlaceHolder 4"/>
          <p:cNvSpPr>
            <a:spLocks noGrp="1"/>
          </p:cNvSpPr>
          <p:nvPr>
            <p:ph/>
          </p:nvPr>
        </p:nvSpPr>
        <p:spPr>
          <a:xfrm>
            <a:off x="9754200" y="3582000"/>
            <a:ext cx="191880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4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15"/>
          </p:nvPr>
        </p:nvSpPr>
        <p:spPr/>
        <p:txBody>
          <a:bodyPr/>
          <a:lstStyle/>
          <a:p>
            <a:fld id="{497155F5-EFF0-4AC4-A085-70E3B147149A}" type="slidenum">
              <a:rPr/>
              <a:t>‹#›</a:t>
            </a:fld>
            <a:endParaRPr/>
          </a:p>
        </p:txBody>
      </p:sp>
      <p:sp>
        <p:nvSpPr>
          <p:cNvPr id="8" name="PlaceHolder 7"/>
          <p:cNvSpPr>
            <a:spLocks noGrp="1"/>
          </p:cNvSpPr>
          <p:nvPr>
            <p:ph type="dt" idx="13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71.xml><?xml version="1.0" encoding="utf-8"?>
<p:sldLayout xmlns:a="http://schemas.openxmlformats.org/drawingml/2006/main" xmlns:r="http://schemas.openxmlformats.org/officeDocument/2006/relationships" xmlns:p="http://schemas.openxmlformats.org/presentationml/2006/main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1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2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191880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3" name="PlaceHolder 3"/>
          <p:cNvSpPr>
            <a:spLocks noGrp="1"/>
          </p:cNvSpPr>
          <p:nvPr>
            <p:ph/>
          </p:nvPr>
        </p:nvSpPr>
        <p:spPr>
          <a:xfrm>
            <a:off x="9754200" y="3582000"/>
            <a:ext cx="191880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4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15"/>
          </p:nvPr>
        </p:nvSpPr>
        <p:spPr/>
        <p:txBody>
          <a:bodyPr/>
          <a:lstStyle/>
          <a:p>
            <a:fld id="{CA44F592-8511-466B-A12A-B013A7E8DA09}" type="slidenum">
              <a:rPr/>
              <a:t>‹#›</a:t>
            </a:fld>
            <a:endParaRPr/>
          </a:p>
        </p:txBody>
      </p:sp>
      <p:sp>
        <p:nvSpPr>
          <p:cNvPr id="7" name="PlaceHolder 6"/>
          <p:cNvSpPr>
            <a:spLocks noGrp="1"/>
          </p:cNvSpPr>
          <p:nvPr>
            <p:ph type="dt" idx="13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72.xml><?xml version="1.0" encoding="utf-8"?>
<p:sldLayout xmlns:a="http://schemas.openxmlformats.org/drawingml/2006/main" xmlns:r="http://schemas.openxmlformats.org/officeDocument/2006/relationships" xmlns:p="http://schemas.openxmlformats.org/presentationml/2006/main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5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6" name="PlaceHolder 3"/>
          <p:cNvSpPr>
            <a:spLocks noGrp="1"/>
          </p:cNvSpPr>
          <p:nvPr>
            <p:ph/>
          </p:nvPr>
        </p:nvSpPr>
        <p:spPr>
          <a:xfrm>
            <a:off x="1073772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7" name="PlaceHolder 4"/>
          <p:cNvSpPr>
            <a:spLocks noGrp="1"/>
          </p:cNvSpPr>
          <p:nvPr>
            <p:ph/>
          </p:nvPr>
        </p:nvSpPr>
        <p:spPr>
          <a:xfrm>
            <a:off x="9754200" y="358200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8" name="PlaceHolder 5"/>
          <p:cNvSpPr>
            <a:spLocks noGrp="1"/>
          </p:cNvSpPr>
          <p:nvPr>
            <p:ph/>
          </p:nvPr>
        </p:nvSpPr>
        <p:spPr>
          <a:xfrm>
            <a:off x="10737720" y="358200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14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15"/>
          </p:nvPr>
        </p:nvSpPr>
        <p:spPr/>
        <p:txBody>
          <a:bodyPr/>
          <a:lstStyle/>
          <a:p>
            <a:fld id="{8438A406-6A2F-4AEA-8242-3AC3A1DE79F3}" type="slidenum">
              <a:rPr/>
              <a:t>‹#›</a:t>
            </a:fld>
            <a:endParaRPr/>
          </a:p>
        </p:txBody>
      </p:sp>
      <p:sp>
        <p:nvSpPr>
          <p:cNvPr id="9" name="PlaceHolder 8"/>
          <p:cNvSpPr>
            <a:spLocks noGrp="1"/>
          </p:cNvSpPr>
          <p:nvPr>
            <p:ph type="dt" idx="13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73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9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0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1" name="PlaceHolder 3"/>
          <p:cNvSpPr>
            <a:spLocks noGrp="1"/>
          </p:cNvSpPr>
          <p:nvPr>
            <p:ph/>
          </p:nvPr>
        </p:nvSpPr>
        <p:spPr>
          <a:xfrm>
            <a:off x="10403280" y="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2" name="PlaceHolder 4"/>
          <p:cNvSpPr>
            <a:spLocks noGrp="1"/>
          </p:cNvSpPr>
          <p:nvPr>
            <p:ph/>
          </p:nvPr>
        </p:nvSpPr>
        <p:spPr>
          <a:xfrm>
            <a:off x="11052360" y="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3" name="PlaceHolder 5"/>
          <p:cNvSpPr>
            <a:spLocks noGrp="1"/>
          </p:cNvSpPr>
          <p:nvPr>
            <p:ph/>
          </p:nvPr>
        </p:nvSpPr>
        <p:spPr>
          <a:xfrm>
            <a:off x="9754200" y="358200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4" name="PlaceHolder 6"/>
          <p:cNvSpPr>
            <a:spLocks noGrp="1"/>
          </p:cNvSpPr>
          <p:nvPr>
            <p:ph/>
          </p:nvPr>
        </p:nvSpPr>
        <p:spPr>
          <a:xfrm>
            <a:off x="10403280" y="358200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5" name="PlaceHolder 7"/>
          <p:cNvSpPr>
            <a:spLocks noGrp="1"/>
          </p:cNvSpPr>
          <p:nvPr>
            <p:ph/>
          </p:nvPr>
        </p:nvSpPr>
        <p:spPr>
          <a:xfrm>
            <a:off x="11052360" y="358200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14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15"/>
          </p:nvPr>
        </p:nvSpPr>
        <p:spPr/>
        <p:txBody>
          <a:bodyPr/>
          <a:lstStyle/>
          <a:p>
            <a:fld id="{84AE8133-20DC-4975-8A0D-54E987567D6D}" type="slidenum">
              <a:rPr/>
              <a:t>‹#›</a:t>
            </a:fld>
            <a:endParaRPr/>
          </a:p>
        </p:txBody>
      </p:sp>
      <p:sp>
        <p:nvSpPr>
          <p:cNvPr id="11" name="PlaceHolder 10"/>
          <p:cNvSpPr>
            <a:spLocks noGrp="1"/>
          </p:cNvSpPr>
          <p:nvPr>
            <p:ph type="dt" idx="13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74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17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18"/>
          </p:nvPr>
        </p:nvSpPr>
        <p:spPr/>
        <p:txBody>
          <a:bodyPr/>
          <a:lstStyle/>
          <a:p>
            <a:fld id="{9237F646-E71A-4780-A2A4-B03C0B8CC9EA}" type="slidenum">
              <a:rPr/>
              <a:t>‹#›</a:t>
            </a:fld>
            <a:endParaRPr/>
          </a:p>
        </p:txBody>
      </p:sp>
      <p:sp>
        <p:nvSpPr>
          <p:cNvPr id="4" name="PlaceHolder 3"/>
          <p:cNvSpPr>
            <a:spLocks noGrp="1"/>
          </p:cNvSpPr>
          <p:nvPr>
            <p:ph type="dt" idx="16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75.xml><?xml version="1.0" encoding="utf-8"?>
<p:sldLayout xmlns:a="http://schemas.openxmlformats.org/drawingml/2006/main" xmlns:r="http://schemas.openxmlformats.org/officeDocument/2006/relationships" xmlns:p="http://schemas.openxmlformats.org/presentationml/2006/main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6" name="PlaceHolder 2"/>
          <p:cNvSpPr>
            <a:spLocks noGrp="1"/>
          </p:cNvSpPr>
          <p:nvPr>
            <p:ph type="subTitle"/>
          </p:nvPr>
        </p:nvSpPr>
        <p:spPr>
          <a:xfrm>
            <a:off x="9754200" y="0"/>
            <a:ext cx="191880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</a:pPr>
            <a:endParaRPr lang="en-US" sz="3200" b="0" strike="noStrike" spc="-1"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7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18"/>
          </p:nvPr>
        </p:nvSpPr>
        <p:spPr/>
        <p:txBody>
          <a:bodyPr/>
          <a:lstStyle/>
          <a:p>
            <a:fld id="{29312D7D-09FE-4A44-AE2A-5FA0316F7AF1}" type="slidenum">
              <a:rPr/>
              <a:t>‹#›</a:t>
            </a:fld>
            <a:endParaRPr/>
          </a:p>
        </p:txBody>
      </p:sp>
      <p:sp>
        <p:nvSpPr>
          <p:cNvPr id="6" name="PlaceHolder 5"/>
          <p:cNvSpPr>
            <a:spLocks noGrp="1"/>
          </p:cNvSpPr>
          <p:nvPr>
            <p:ph type="dt" idx="16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76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7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8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191880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7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18"/>
          </p:nvPr>
        </p:nvSpPr>
        <p:spPr/>
        <p:txBody>
          <a:bodyPr/>
          <a:lstStyle/>
          <a:p>
            <a:fld id="{6F9099C1-0A42-4905-B198-1BBC27C3412B}" type="slidenum">
              <a:rPr/>
              <a:t>‹#›</a:t>
            </a:fld>
            <a:endParaRPr/>
          </a:p>
        </p:txBody>
      </p:sp>
      <p:sp>
        <p:nvSpPr>
          <p:cNvPr id="6" name="PlaceHolder 5"/>
          <p:cNvSpPr>
            <a:spLocks noGrp="1"/>
          </p:cNvSpPr>
          <p:nvPr>
            <p:ph type="dt" idx="16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77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9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0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93636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1" name="PlaceHolder 3"/>
          <p:cNvSpPr>
            <a:spLocks noGrp="1"/>
          </p:cNvSpPr>
          <p:nvPr>
            <p:ph/>
          </p:nvPr>
        </p:nvSpPr>
        <p:spPr>
          <a:xfrm>
            <a:off x="10737720" y="0"/>
            <a:ext cx="93636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7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18"/>
          </p:nvPr>
        </p:nvSpPr>
        <p:spPr/>
        <p:txBody>
          <a:bodyPr/>
          <a:lstStyle/>
          <a:p>
            <a:fld id="{B0993887-C30F-4E8B-9595-58CF0B743CF8}" type="slidenum">
              <a:rPr/>
              <a:t>‹#›</a:t>
            </a:fld>
            <a:endParaRPr/>
          </a:p>
        </p:txBody>
      </p:sp>
      <p:sp>
        <p:nvSpPr>
          <p:cNvPr id="7" name="PlaceHolder 6"/>
          <p:cNvSpPr>
            <a:spLocks noGrp="1"/>
          </p:cNvSpPr>
          <p:nvPr>
            <p:ph type="dt" idx="16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7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2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7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18"/>
          </p:nvPr>
        </p:nvSpPr>
        <p:spPr/>
        <p:txBody>
          <a:bodyPr/>
          <a:lstStyle/>
          <a:p>
            <a:fld id="{870AFAA5-044D-42B2-81BD-3FFEEBCFD7B4}" type="slidenum">
              <a:rPr/>
              <a:t>‹#›</a:t>
            </a:fld>
            <a:endParaRPr/>
          </a:p>
        </p:txBody>
      </p:sp>
      <p:sp>
        <p:nvSpPr>
          <p:cNvPr id="5" name="PlaceHolder 4"/>
          <p:cNvSpPr>
            <a:spLocks noGrp="1"/>
          </p:cNvSpPr>
          <p:nvPr>
            <p:ph type="dt" idx="16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79.xml><?xml version="1.0" encoding="utf-8"?>
<p:sldLayout xmlns:a="http://schemas.openxmlformats.org/drawingml/2006/main" xmlns:r="http://schemas.openxmlformats.org/officeDocument/2006/relationships" xmlns:p="http://schemas.openxmlformats.org/presentationml/2006/main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3" name="PlaceHolder 1"/>
          <p:cNvSpPr>
            <a:spLocks noGrp="1"/>
          </p:cNvSpPr>
          <p:nvPr>
            <p:ph type="subTitle"/>
          </p:nvPr>
        </p:nvSpPr>
        <p:spPr>
          <a:xfrm>
            <a:off x="609480" y="273600"/>
            <a:ext cx="10972440" cy="5307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</a:pPr>
            <a:endParaRPr lang="en-US" sz="3200" b="0" strike="noStrike" spc="-1"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7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18"/>
          </p:nvPr>
        </p:nvSpPr>
        <p:spPr/>
        <p:txBody>
          <a:bodyPr/>
          <a:lstStyle/>
          <a:p>
            <a:fld id="{E2CCC794-0BD0-49A1-9DD3-E7B124FC813F}" type="slidenum">
              <a:rPr/>
              <a:t>‹#›</a:t>
            </a:fld>
            <a:endParaRPr/>
          </a:p>
        </p:txBody>
      </p:sp>
      <p:sp>
        <p:nvSpPr>
          <p:cNvPr id="5" name="PlaceHolder 4"/>
          <p:cNvSpPr>
            <a:spLocks noGrp="1"/>
          </p:cNvSpPr>
          <p:nvPr>
            <p:ph type="dt" idx="16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80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5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6" name="PlaceHolder 3"/>
          <p:cNvSpPr>
            <a:spLocks noGrp="1"/>
          </p:cNvSpPr>
          <p:nvPr>
            <p:ph/>
          </p:nvPr>
        </p:nvSpPr>
        <p:spPr>
          <a:xfrm>
            <a:off x="10737720" y="0"/>
            <a:ext cx="93636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7" name="PlaceHolder 4"/>
          <p:cNvSpPr>
            <a:spLocks noGrp="1"/>
          </p:cNvSpPr>
          <p:nvPr>
            <p:ph/>
          </p:nvPr>
        </p:nvSpPr>
        <p:spPr>
          <a:xfrm>
            <a:off x="9754200" y="358200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7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18"/>
          </p:nvPr>
        </p:nvSpPr>
        <p:spPr/>
        <p:txBody>
          <a:bodyPr/>
          <a:lstStyle/>
          <a:p>
            <a:fld id="{BD27ADDC-675E-4787-952D-E222017C0E0D}" type="slidenum">
              <a:rPr/>
              <a:t>‹#›</a:t>
            </a:fld>
            <a:endParaRPr/>
          </a:p>
        </p:txBody>
      </p:sp>
      <p:sp>
        <p:nvSpPr>
          <p:cNvPr id="8" name="PlaceHolder 7"/>
          <p:cNvSpPr>
            <a:spLocks noGrp="1"/>
          </p:cNvSpPr>
          <p:nvPr>
            <p:ph type="dt" idx="16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81.xml><?xml version="1.0" encoding="utf-8"?>
<p:sldLayout xmlns:a="http://schemas.openxmlformats.org/drawingml/2006/main" xmlns:r="http://schemas.openxmlformats.org/officeDocument/2006/relationships" xmlns:p="http://schemas.openxmlformats.org/presentationml/2006/main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8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9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93636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0" name="PlaceHolder 3"/>
          <p:cNvSpPr>
            <a:spLocks noGrp="1"/>
          </p:cNvSpPr>
          <p:nvPr>
            <p:ph/>
          </p:nvPr>
        </p:nvSpPr>
        <p:spPr>
          <a:xfrm>
            <a:off x="1073772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1" name="PlaceHolder 4"/>
          <p:cNvSpPr>
            <a:spLocks noGrp="1"/>
          </p:cNvSpPr>
          <p:nvPr>
            <p:ph/>
          </p:nvPr>
        </p:nvSpPr>
        <p:spPr>
          <a:xfrm>
            <a:off x="10737720" y="358200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7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18"/>
          </p:nvPr>
        </p:nvSpPr>
        <p:spPr/>
        <p:txBody>
          <a:bodyPr/>
          <a:lstStyle/>
          <a:p>
            <a:fld id="{9D94F5FA-9660-4B93-AE75-DC8BD97CB6A6}" type="slidenum">
              <a:rPr/>
              <a:t>‹#›</a:t>
            </a:fld>
            <a:endParaRPr/>
          </a:p>
        </p:txBody>
      </p:sp>
      <p:sp>
        <p:nvSpPr>
          <p:cNvPr id="8" name="PlaceHolder 7"/>
          <p:cNvSpPr>
            <a:spLocks noGrp="1"/>
          </p:cNvSpPr>
          <p:nvPr>
            <p:ph type="dt" idx="16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82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2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3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4" name="PlaceHolder 3"/>
          <p:cNvSpPr>
            <a:spLocks noGrp="1"/>
          </p:cNvSpPr>
          <p:nvPr>
            <p:ph/>
          </p:nvPr>
        </p:nvSpPr>
        <p:spPr>
          <a:xfrm>
            <a:off x="1073772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5" name="PlaceHolder 4"/>
          <p:cNvSpPr>
            <a:spLocks noGrp="1"/>
          </p:cNvSpPr>
          <p:nvPr>
            <p:ph/>
          </p:nvPr>
        </p:nvSpPr>
        <p:spPr>
          <a:xfrm>
            <a:off x="9754200" y="3582000"/>
            <a:ext cx="191880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7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18"/>
          </p:nvPr>
        </p:nvSpPr>
        <p:spPr/>
        <p:txBody>
          <a:bodyPr/>
          <a:lstStyle/>
          <a:p>
            <a:fld id="{136B8E95-A362-4977-B5A0-B8BCE62A4CE3}" type="slidenum">
              <a:rPr/>
              <a:t>‹#›</a:t>
            </a:fld>
            <a:endParaRPr/>
          </a:p>
        </p:txBody>
      </p:sp>
      <p:sp>
        <p:nvSpPr>
          <p:cNvPr id="8" name="PlaceHolder 7"/>
          <p:cNvSpPr>
            <a:spLocks noGrp="1"/>
          </p:cNvSpPr>
          <p:nvPr>
            <p:ph type="dt" idx="16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83.xml><?xml version="1.0" encoding="utf-8"?>
<p:sldLayout xmlns:a="http://schemas.openxmlformats.org/drawingml/2006/main" xmlns:r="http://schemas.openxmlformats.org/officeDocument/2006/relationships" xmlns:p="http://schemas.openxmlformats.org/presentationml/2006/main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6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7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191880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8" name="PlaceHolder 3"/>
          <p:cNvSpPr>
            <a:spLocks noGrp="1"/>
          </p:cNvSpPr>
          <p:nvPr>
            <p:ph/>
          </p:nvPr>
        </p:nvSpPr>
        <p:spPr>
          <a:xfrm>
            <a:off x="9754200" y="3582000"/>
            <a:ext cx="191880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7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18"/>
          </p:nvPr>
        </p:nvSpPr>
        <p:spPr/>
        <p:txBody>
          <a:bodyPr/>
          <a:lstStyle/>
          <a:p>
            <a:fld id="{5F02341C-16AE-447E-BABD-2C6D1CDC36A7}" type="slidenum">
              <a:rPr/>
              <a:t>‹#›</a:t>
            </a:fld>
            <a:endParaRPr/>
          </a:p>
        </p:txBody>
      </p:sp>
      <p:sp>
        <p:nvSpPr>
          <p:cNvPr id="7" name="PlaceHolder 6"/>
          <p:cNvSpPr>
            <a:spLocks noGrp="1"/>
          </p:cNvSpPr>
          <p:nvPr>
            <p:ph type="dt" idx="16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84.xml><?xml version="1.0" encoding="utf-8"?>
<p:sldLayout xmlns:a="http://schemas.openxmlformats.org/drawingml/2006/main" xmlns:r="http://schemas.openxmlformats.org/officeDocument/2006/relationships" xmlns:p="http://schemas.openxmlformats.org/presentationml/2006/main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9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0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1" name="PlaceHolder 3"/>
          <p:cNvSpPr>
            <a:spLocks noGrp="1"/>
          </p:cNvSpPr>
          <p:nvPr>
            <p:ph/>
          </p:nvPr>
        </p:nvSpPr>
        <p:spPr>
          <a:xfrm>
            <a:off x="1073772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2" name="PlaceHolder 4"/>
          <p:cNvSpPr>
            <a:spLocks noGrp="1"/>
          </p:cNvSpPr>
          <p:nvPr>
            <p:ph/>
          </p:nvPr>
        </p:nvSpPr>
        <p:spPr>
          <a:xfrm>
            <a:off x="9754200" y="358200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3" name="PlaceHolder 5"/>
          <p:cNvSpPr>
            <a:spLocks noGrp="1"/>
          </p:cNvSpPr>
          <p:nvPr>
            <p:ph/>
          </p:nvPr>
        </p:nvSpPr>
        <p:spPr>
          <a:xfrm>
            <a:off x="10737720" y="358200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17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18"/>
          </p:nvPr>
        </p:nvSpPr>
        <p:spPr/>
        <p:txBody>
          <a:bodyPr/>
          <a:lstStyle/>
          <a:p>
            <a:fld id="{B3628D5C-F05B-49B6-8C1E-79FDF223D332}" type="slidenum">
              <a:rPr/>
              <a:t>‹#›</a:t>
            </a:fld>
            <a:endParaRPr/>
          </a:p>
        </p:txBody>
      </p:sp>
      <p:sp>
        <p:nvSpPr>
          <p:cNvPr id="9" name="PlaceHolder 8"/>
          <p:cNvSpPr>
            <a:spLocks noGrp="1"/>
          </p:cNvSpPr>
          <p:nvPr>
            <p:ph type="dt" idx="16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8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5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6" name="PlaceHolder 3"/>
          <p:cNvSpPr>
            <a:spLocks noGrp="1"/>
          </p:cNvSpPr>
          <p:nvPr>
            <p:ph/>
          </p:nvPr>
        </p:nvSpPr>
        <p:spPr>
          <a:xfrm>
            <a:off x="10403280" y="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7" name="PlaceHolder 4"/>
          <p:cNvSpPr>
            <a:spLocks noGrp="1"/>
          </p:cNvSpPr>
          <p:nvPr>
            <p:ph/>
          </p:nvPr>
        </p:nvSpPr>
        <p:spPr>
          <a:xfrm>
            <a:off x="11052360" y="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8" name="PlaceHolder 5"/>
          <p:cNvSpPr>
            <a:spLocks noGrp="1"/>
          </p:cNvSpPr>
          <p:nvPr>
            <p:ph/>
          </p:nvPr>
        </p:nvSpPr>
        <p:spPr>
          <a:xfrm>
            <a:off x="9754200" y="358200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9" name="PlaceHolder 6"/>
          <p:cNvSpPr>
            <a:spLocks noGrp="1"/>
          </p:cNvSpPr>
          <p:nvPr>
            <p:ph/>
          </p:nvPr>
        </p:nvSpPr>
        <p:spPr>
          <a:xfrm>
            <a:off x="10403280" y="358200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0" name="PlaceHolder 7"/>
          <p:cNvSpPr>
            <a:spLocks noGrp="1"/>
          </p:cNvSpPr>
          <p:nvPr>
            <p:ph/>
          </p:nvPr>
        </p:nvSpPr>
        <p:spPr>
          <a:xfrm>
            <a:off x="11052360" y="358200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17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18"/>
          </p:nvPr>
        </p:nvSpPr>
        <p:spPr/>
        <p:txBody>
          <a:bodyPr/>
          <a:lstStyle/>
          <a:p>
            <a:fld id="{DF1E28B6-29F9-4EDE-A1AD-066F5D69ED7A}" type="slidenum">
              <a:rPr/>
              <a:t>‹#›</a:t>
            </a:fld>
            <a:endParaRPr/>
          </a:p>
        </p:txBody>
      </p:sp>
      <p:sp>
        <p:nvSpPr>
          <p:cNvPr id="11" name="PlaceHolder 10"/>
          <p:cNvSpPr>
            <a:spLocks noGrp="1"/>
          </p:cNvSpPr>
          <p:nvPr>
            <p:ph type="dt" idx="16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8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20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21"/>
          </p:nvPr>
        </p:nvSpPr>
        <p:spPr/>
        <p:txBody>
          <a:bodyPr/>
          <a:lstStyle/>
          <a:p>
            <a:fld id="{7A05CF71-C83D-4261-8E9D-670CA2D74601}" type="slidenum">
              <a:rPr/>
              <a:t>‹#›</a:t>
            </a:fld>
            <a:endParaRPr/>
          </a:p>
        </p:txBody>
      </p:sp>
      <p:sp>
        <p:nvSpPr>
          <p:cNvPr id="4" name="PlaceHolder 3"/>
          <p:cNvSpPr>
            <a:spLocks noGrp="1"/>
          </p:cNvSpPr>
          <p:nvPr>
            <p:ph type="dt" idx="19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87.xml><?xml version="1.0" encoding="utf-8"?>
<p:sldLayout xmlns:a="http://schemas.openxmlformats.org/drawingml/2006/main" xmlns:r="http://schemas.openxmlformats.org/officeDocument/2006/relationships" xmlns:p="http://schemas.openxmlformats.org/presentationml/2006/main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0" name="PlaceHolder 2"/>
          <p:cNvSpPr>
            <a:spLocks noGrp="1"/>
          </p:cNvSpPr>
          <p:nvPr>
            <p:ph type="subTitle"/>
          </p:nvPr>
        </p:nvSpPr>
        <p:spPr>
          <a:xfrm>
            <a:off x="9754200" y="0"/>
            <a:ext cx="191880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</a:pPr>
            <a:endParaRPr lang="en-US" sz="3200" b="0" strike="noStrike" spc="-1"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20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1"/>
          </p:nvPr>
        </p:nvSpPr>
        <p:spPr/>
        <p:txBody>
          <a:bodyPr/>
          <a:lstStyle/>
          <a:p>
            <a:fld id="{E99BB4CE-07D1-415F-88A6-72811005C0A9}" type="slidenum">
              <a:rPr/>
              <a:t>‹#›</a:t>
            </a:fld>
            <a:endParaRPr/>
          </a:p>
        </p:txBody>
      </p:sp>
      <p:sp>
        <p:nvSpPr>
          <p:cNvPr id="6" name="PlaceHolder 5"/>
          <p:cNvSpPr>
            <a:spLocks noGrp="1"/>
          </p:cNvSpPr>
          <p:nvPr>
            <p:ph type="dt" idx="19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88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2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191880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20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1"/>
          </p:nvPr>
        </p:nvSpPr>
        <p:spPr/>
        <p:txBody>
          <a:bodyPr/>
          <a:lstStyle/>
          <a:p>
            <a:fld id="{BA9679C0-D2EC-4954-BDF1-A1CACD925FD2}" type="slidenum">
              <a:rPr/>
              <a:t>‹#›</a:t>
            </a:fld>
            <a:endParaRPr/>
          </a:p>
        </p:txBody>
      </p:sp>
      <p:sp>
        <p:nvSpPr>
          <p:cNvPr id="6" name="PlaceHolder 5"/>
          <p:cNvSpPr>
            <a:spLocks noGrp="1"/>
          </p:cNvSpPr>
          <p:nvPr>
            <p:ph type="dt" idx="19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89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3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4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93636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5" name="PlaceHolder 3"/>
          <p:cNvSpPr>
            <a:spLocks noGrp="1"/>
          </p:cNvSpPr>
          <p:nvPr>
            <p:ph/>
          </p:nvPr>
        </p:nvSpPr>
        <p:spPr>
          <a:xfrm>
            <a:off x="10737720" y="0"/>
            <a:ext cx="93636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20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21"/>
          </p:nvPr>
        </p:nvSpPr>
        <p:spPr/>
        <p:txBody>
          <a:bodyPr/>
          <a:lstStyle/>
          <a:p>
            <a:fld id="{5E10EC19-5369-400D-80AC-D247318C9E0C}" type="slidenum">
              <a:rPr/>
              <a:t>‹#›</a:t>
            </a:fld>
            <a:endParaRPr/>
          </a:p>
        </p:txBody>
      </p:sp>
      <p:sp>
        <p:nvSpPr>
          <p:cNvPr id="7" name="PlaceHolder 6"/>
          <p:cNvSpPr>
            <a:spLocks noGrp="1"/>
          </p:cNvSpPr>
          <p:nvPr>
            <p:ph type="dt" idx="19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90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6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20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21"/>
          </p:nvPr>
        </p:nvSpPr>
        <p:spPr/>
        <p:txBody>
          <a:bodyPr/>
          <a:lstStyle/>
          <a:p>
            <a:fld id="{6F80D2E0-0669-400A-B2B1-3259E892881C}" type="slidenum">
              <a:rPr/>
              <a:t>‹#›</a:t>
            </a:fld>
            <a:endParaRPr/>
          </a:p>
        </p:txBody>
      </p:sp>
      <p:sp>
        <p:nvSpPr>
          <p:cNvPr id="5" name="PlaceHolder 4"/>
          <p:cNvSpPr>
            <a:spLocks noGrp="1"/>
          </p:cNvSpPr>
          <p:nvPr>
            <p:ph type="dt" idx="19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91.xml><?xml version="1.0" encoding="utf-8"?>
<p:sldLayout xmlns:a="http://schemas.openxmlformats.org/drawingml/2006/main" xmlns:r="http://schemas.openxmlformats.org/officeDocument/2006/relationships" xmlns:p="http://schemas.openxmlformats.org/presentationml/2006/main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7" name="PlaceHolder 1"/>
          <p:cNvSpPr>
            <a:spLocks noGrp="1"/>
          </p:cNvSpPr>
          <p:nvPr>
            <p:ph type="subTitle"/>
          </p:nvPr>
        </p:nvSpPr>
        <p:spPr>
          <a:xfrm>
            <a:off x="609480" y="273600"/>
            <a:ext cx="10972440" cy="5307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</a:pPr>
            <a:endParaRPr lang="en-US" sz="3200" b="0" strike="noStrike" spc="-1"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20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21"/>
          </p:nvPr>
        </p:nvSpPr>
        <p:spPr/>
        <p:txBody>
          <a:bodyPr/>
          <a:lstStyle/>
          <a:p>
            <a:fld id="{106823E0-9B94-405B-A369-0B522DBA7AE6}" type="slidenum">
              <a:rPr/>
              <a:t>‹#›</a:t>
            </a:fld>
            <a:endParaRPr/>
          </a:p>
        </p:txBody>
      </p:sp>
      <p:sp>
        <p:nvSpPr>
          <p:cNvPr id="5" name="PlaceHolder 4"/>
          <p:cNvSpPr>
            <a:spLocks noGrp="1"/>
          </p:cNvSpPr>
          <p:nvPr>
            <p:ph type="dt" idx="19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92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9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0" name="PlaceHolder 3"/>
          <p:cNvSpPr>
            <a:spLocks noGrp="1"/>
          </p:cNvSpPr>
          <p:nvPr>
            <p:ph/>
          </p:nvPr>
        </p:nvSpPr>
        <p:spPr>
          <a:xfrm>
            <a:off x="10737720" y="0"/>
            <a:ext cx="93636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1" name="PlaceHolder 4"/>
          <p:cNvSpPr>
            <a:spLocks noGrp="1"/>
          </p:cNvSpPr>
          <p:nvPr>
            <p:ph/>
          </p:nvPr>
        </p:nvSpPr>
        <p:spPr>
          <a:xfrm>
            <a:off x="9754200" y="358200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20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1"/>
          </p:nvPr>
        </p:nvSpPr>
        <p:spPr/>
        <p:txBody>
          <a:bodyPr/>
          <a:lstStyle/>
          <a:p>
            <a:fld id="{0ACC0AFA-CF37-4CC2-8443-E73A4994474B}" type="slidenum">
              <a:rPr/>
              <a:t>‹#›</a:t>
            </a:fld>
            <a:endParaRPr/>
          </a:p>
        </p:txBody>
      </p:sp>
      <p:sp>
        <p:nvSpPr>
          <p:cNvPr id="8" name="PlaceHolder 7"/>
          <p:cNvSpPr>
            <a:spLocks noGrp="1"/>
          </p:cNvSpPr>
          <p:nvPr>
            <p:ph type="dt" idx="19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93.xml><?xml version="1.0" encoding="utf-8"?>
<p:sldLayout xmlns:a="http://schemas.openxmlformats.org/drawingml/2006/main" xmlns:r="http://schemas.openxmlformats.org/officeDocument/2006/relationships" xmlns:p="http://schemas.openxmlformats.org/presentationml/2006/main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2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3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93636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4" name="PlaceHolder 3"/>
          <p:cNvSpPr>
            <a:spLocks noGrp="1"/>
          </p:cNvSpPr>
          <p:nvPr>
            <p:ph/>
          </p:nvPr>
        </p:nvSpPr>
        <p:spPr>
          <a:xfrm>
            <a:off x="1073772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5" name="PlaceHolder 4"/>
          <p:cNvSpPr>
            <a:spLocks noGrp="1"/>
          </p:cNvSpPr>
          <p:nvPr>
            <p:ph/>
          </p:nvPr>
        </p:nvSpPr>
        <p:spPr>
          <a:xfrm>
            <a:off x="10737720" y="358200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20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1"/>
          </p:nvPr>
        </p:nvSpPr>
        <p:spPr/>
        <p:txBody>
          <a:bodyPr/>
          <a:lstStyle/>
          <a:p>
            <a:fld id="{FD142B4A-1D2E-47D9-9BE7-43D9C3DFEDD4}" type="slidenum">
              <a:rPr/>
              <a:t>‹#›</a:t>
            </a:fld>
            <a:endParaRPr/>
          </a:p>
        </p:txBody>
      </p:sp>
      <p:sp>
        <p:nvSpPr>
          <p:cNvPr id="8" name="PlaceHolder 7"/>
          <p:cNvSpPr>
            <a:spLocks noGrp="1"/>
          </p:cNvSpPr>
          <p:nvPr>
            <p:ph type="dt" idx="19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9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6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7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8" name="PlaceHolder 3"/>
          <p:cNvSpPr>
            <a:spLocks noGrp="1"/>
          </p:cNvSpPr>
          <p:nvPr>
            <p:ph/>
          </p:nvPr>
        </p:nvSpPr>
        <p:spPr>
          <a:xfrm>
            <a:off x="1073772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9" name="PlaceHolder 4"/>
          <p:cNvSpPr>
            <a:spLocks noGrp="1"/>
          </p:cNvSpPr>
          <p:nvPr>
            <p:ph/>
          </p:nvPr>
        </p:nvSpPr>
        <p:spPr>
          <a:xfrm>
            <a:off x="9754200" y="3582000"/>
            <a:ext cx="191880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20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1"/>
          </p:nvPr>
        </p:nvSpPr>
        <p:spPr/>
        <p:txBody>
          <a:bodyPr/>
          <a:lstStyle/>
          <a:p>
            <a:fld id="{9596E21D-5193-4844-A5B1-5CC42909F6C7}" type="slidenum">
              <a:rPr/>
              <a:t>‹#›</a:t>
            </a:fld>
            <a:endParaRPr/>
          </a:p>
        </p:txBody>
      </p:sp>
      <p:sp>
        <p:nvSpPr>
          <p:cNvPr id="8" name="PlaceHolder 7"/>
          <p:cNvSpPr>
            <a:spLocks noGrp="1"/>
          </p:cNvSpPr>
          <p:nvPr>
            <p:ph type="dt" idx="19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95.xml><?xml version="1.0" encoding="utf-8"?>
<p:sldLayout xmlns:a="http://schemas.openxmlformats.org/drawingml/2006/main" xmlns:r="http://schemas.openxmlformats.org/officeDocument/2006/relationships" xmlns:p="http://schemas.openxmlformats.org/presentationml/2006/main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0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1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191880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2" name="PlaceHolder 3"/>
          <p:cNvSpPr>
            <a:spLocks noGrp="1"/>
          </p:cNvSpPr>
          <p:nvPr>
            <p:ph/>
          </p:nvPr>
        </p:nvSpPr>
        <p:spPr>
          <a:xfrm>
            <a:off x="9754200" y="3582000"/>
            <a:ext cx="191880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20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21"/>
          </p:nvPr>
        </p:nvSpPr>
        <p:spPr/>
        <p:txBody>
          <a:bodyPr/>
          <a:lstStyle/>
          <a:p>
            <a:fld id="{047F95A4-1820-4966-9265-A3ACF98DED0C}" type="slidenum">
              <a:rPr/>
              <a:t>‹#›</a:t>
            </a:fld>
            <a:endParaRPr/>
          </a:p>
        </p:txBody>
      </p:sp>
      <p:sp>
        <p:nvSpPr>
          <p:cNvPr id="7" name="PlaceHolder 6"/>
          <p:cNvSpPr>
            <a:spLocks noGrp="1"/>
          </p:cNvSpPr>
          <p:nvPr>
            <p:ph type="dt" idx="19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96.xml><?xml version="1.0" encoding="utf-8"?>
<p:sldLayout xmlns:a="http://schemas.openxmlformats.org/drawingml/2006/main" xmlns:r="http://schemas.openxmlformats.org/officeDocument/2006/relationships" xmlns:p="http://schemas.openxmlformats.org/presentationml/2006/main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3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4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5" name="PlaceHolder 3"/>
          <p:cNvSpPr>
            <a:spLocks noGrp="1"/>
          </p:cNvSpPr>
          <p:nvPr>
            <p:ph/>
          </p:nvPr>
        </p:nvSpPr>
        <p:spPr>
          <a:xfrm>
            <a:off x="1073772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6" name="PlaceHolder 4"/>
          <p:cNvSpPr>
            <a:spLocks noGrp="1"/>
          </p:cNvSpPr>
          <p:nvPr>
            <p:ph/>
          </p:nvPr>
        </p:nvSpPr>
        <p:spPr>
          <a:xfrm>
            <a:off x="9754200" y="358200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7" name="PlaceHolder 5"/>
          <p:cNvSpPr>
            <a:spLocks noGrp="1"/>
          </p:cNvSpPr>
          <p:nvPr>
            <p:ph/>
          </p:nvPr>
        </p:nvSpPr>
        <p:spPr>
          <a:xfrm>
            <a:off x="10737720" y="358200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20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21"/>
          </p:nvPr>
        </p:nvSpPr>
        <p:spPr/>
        <p:txBody>
          <a:bodyPr/>
          <a:lstStyle/>
          <a:p>
            <a:fld id="{EF17D209-CA65-4873-BACB-33235D9ABDE1}" type="slidenum">
              <a:rPr/>
              <a:t>‹#›</a:t>
            </a:fld>
            <a:endParaRPr/>
          </a:p>
        </p:txBody>
      </p:sp>
      <p:sp>
        <p:nvSpPr>
          <p:cNvPr id="9" name="PlaceHolder 8"/>
          <p:cNvSpPr>
            <a:spLocks noGrp="1"/>
          </p:cNvSpPr>
          <p:nvPr>
            <p:ph type="dt" idx="19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9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8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9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0" name="PlaceHolder 3"/>
          <p:cNvSpPr>
            <a:spLocks noGrp="1"/>
          </p:cNvSpPr>
          <p:nvPr>
            <p:ph/>
          </p:nvPr>
        </p:nvSpPr>
        <p:spPr>
          <a:xfrm>
            <a:off x="10403280" y="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1" name="PlaceHolder 4"/>
          <p:cNvSpPr>
            <a:spLocks noGrp="1"/>
          </p:cNvSpPr>
          <p:nvPr>
            <p:ph/>
          </p:nvPr>
        </p:nvSpPr>
        <p:spPr>
          <a:xfrm>
            <a:off x="11052360" y="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2" name="PlaceHolder 5"/>
          <p:cNvSpPr>
            <a:spLocks noGrp="1"/>
          </p:cNvSpPr>
          <p:nvPr>
            <p:ph/>
          </p:nvPr>
        </p:nvSpPr>
        <p:spPr>
          <a:xfrm>
            <a:off x="9754200" y="358200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3" name="PlaceHolder 6"/>
          <p:cNvSpPr>
            <a:spLocks noGrp="1"/>
          </p:cNvSpPr>
          <p:nvPr>
            <p:ph/>
          </p:nvPr>
        </p:nvSpPr>
        <p:spPr>
          <a:xfrm>
            <a:off x="10403280" y="358200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4" name="PlaceHolder 7"/>
          <p:cNvSpPr>
            <a:spLocks noGrp="1"/>
          </p:cNvSpPr>
          <p:nvPr>
            <p:ph/>
          </p:nvPr>
        </p:nvSpPr>
        <p:spPr>
          <a:xfrm>
            <a:off x="11052360" y="358200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20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21"/>
          </p:nvPr>
        </p:nvSpPr>
        <p:spPr/>
        <p:txBody>
          <a:bodyPr/>
          <a:lstStyle/>
          <a:p>
            <a:fld id="{223A223E-85E4-44B3-8A0E-254829A655E2}" type="slidenum">
              <a:rPr/>
              <a:t>‹#›</a:t>
            </a:fld>
            <a:endParaRPr/>
          </a:p>
        </p:txBody>
      </p:sp>
      <p:sp>
        <p:nvSpPr>
          <p:cNvPr id="11" name="PlaceHolder 10"/>
          <p:cNvSpPr>
            <a:spLocks noGrp="1"/>
          </p:cNvSpPr>
          <p:nvPr>
            <p:ph type="dt" idx="19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9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23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24"/>
          </p:nvPr>
        </p:nvSpPr>
        <p:spPr/>
        <p:txBody>
          <a:bodyPr/>
          <a:lstStyle/>
          <a:p>
            <a:fld id="{DF161914-C3E2-413A-8401-C47E09C155A4}" type="slidenum">
              <a:rPr/>
              <a:t>‹#›</a:t>
            </a:fld>
            <a:endParaRPr/>
          </a:p>
        </p:txBody>
      </p:sp>
      <p:sp>
        <p:nvSpPr>
          <p:cNvPr id="4" name="PlaceHolder 3"/>
          <p:cNvSpPr>
            <a:spLocks noGrp="1"/>
          </p:cNvSpPr>
          <p:nvPr>
            <p:ph type="dt" idx="22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99.xml><?xml version="1.0" encoding="utf-8"?>
<p:sldLayout xmlns:a="http://schemas.openxmlformats.org/drawingml/2006/main" xmlns:r="http://schemas.openxmlformats.org/officeDocument/2006/relationships" xmlns:p="http://schemas.openxmlformats.org/presentationml/2006/main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3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4" name="PlaceHolder 2"/>
          <p:cNvSpPr>
            <a:spLocks noGrp="1"/>
          </p:cNvSpPr>
          <p:nvPr>
            <p:ph type="subTitle"/>
          </p:nvPr>
        </p:nvSpPr>
        <p:spPr>
          <a:xfrm>
            <a:off x="9754200" y="0"/>
            <a:ext cx="191880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</a:pPr>
            <a:endParaRPr lang="en-US" sz="3200" b="0" strike="noStrike" spc="-1"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23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4"/>
          </p:nvPr>
        </p:nvSpPr>
        <p:spPr/>
        <p:txBody>
          <a:bodyPr/>
          <a:lstStyle/>
          <a:p>
            <a:fld id="{35989080-B730-4558-AA30-63242BFEB3BE}" type="slidenum">
              <a:rPr/>
              <a:t>‹#›</a:t>
            </a:fld>
            <a:endParaRPr/>
          </a:p>
        </p:txBody>
      </p:sp>
      <p:sp>
        <p:nvSpPr>
          <p:cNvPr id="6" name="PlaceHolder 5"/>
          <p:cNvSpPr>
            <a:spLocks noGrp="1"/>
          </p:cNvSpPr>
          <p:nvPr>
            <p:ph type="dt" idx="22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100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5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6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191880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23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4"/>
          </p:nvPr>
        </p:nvSpPr>
        <p:spPr/>
        <p:txBody>
          <a:bodyPr/>
          <a:lstStyle/>
          <a:p>
            <a:fld id="{9105A1B2-CA3A-407A-AB13-64E5BBBCFCB5}" type="slidenum">
              <a:rPr/>
              <a:t>‹#›</a:t>
            </a:fld>
            <a:endParaRPr/>
          </a:p>
        </p:txBody>
      </p:sp>
      <p:sp>
        <p:nvSpPr>
          <p:cNvPr id="6" name="PlaceHolder 5"/>
          <p:cNvSpPr>
            <a:spLocks noGrp="1"/>
          </p:cNvSpPr>
          <p:nvPr>
            <p:ph type="dt" idx="22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101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7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8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93636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9" name="PlaceHolder 3"/>
          <p:cNvSpPr>
            <a:spLocks noGrp="1"/>
          </p:cNvSpPr>
          <p:nvPr>
            <p:ph/>
          </p:nvPr>
        </p:nvSpPr>
        <p:spPr>
          <a:xfrm>
            <a:off x="10737720" y="0"/>
            <a:ext cx="93636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23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24"/>
          </p:nvPr>
        </p:nvSpPr>
        <p:spPr/>
        <p:txBody>
          <a:bodyPr/>
          <a:lstStyle/>
          <a:p>
            <a:fld id="{5E58FCC8-3097-4700-B2A6-2AD22F277783}" type="slidenum">
              <a:rPr/>
              <a:t>‹#›</a:t>
            </a:fld>
            <a:endParaRPr/>
          </a:p>
        </p:txBody>
      </p:sp>
      <p:sp>
        <p:nvSpPr>
          <p:cNvPr id="7" name="PlaceHolder 6"/>
          <p:cNvSpPr>
            <a:spLocks noGrp="1"/>
          </p:cNvSpPr>
          <p:nvPr>
            <p:ph type="dt" idx="22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10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0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23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24"/>
          </p:nvPr>
        </p:nvSpPr>
        <p:spPr/>
        <p:txBody>
          <a:bodyPr/>
          <a:lstStyle/>
          <a:p>
            <a:fld id="{6C48CE72-E05B-4D50-91C8-D1F9BC116BF1}" type="slidenum">
              <a:rPr/>
              <a:t>‹#›</a:t>
            </a:fld>
            <a:endParaRPr/>
          </a:p>
        </p:txBody>
      </p:sp>
      <p:sp>
        <p:nvSpPr>
          <p:cNvPr id="5" name="PlaceHolder 4"/>
          <p:cNvSpPr>
            <a:spLocks noGrp="1"/>
          </p:cNvSpPr>
          <p:nvPr>
            <p:ph type="dt" idx="22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103.xml><?xml version="1.0" encoding="utf-8"?>
<p:sldLayout xmlns:a="http://schemas.openxmlformats.org/drawingml/2006/main" xmlns:r="http://schemas.openxmlformats.org/officeDocument/2006/relationships" xmlns:p="http://schemas.openxmlformats.org/presentationml/2006/main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1" name="PlaceHolder 1"/>
          <p:cNvSpPr>
            <a:spLocks noGrp="1"/>
          </p:cNvSpPr>
          <p:nvPr>
            <p:ph type="subTitle"/>
          </p:nvPr>
        </p:nvSpPr>
        <p:spPr>
          <a:xfrm>
            <a:off x="609480" y="273600"/>
            <a:ext cx="10972440" cy="5307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</a:pPr>
            <a:endParaRPr lang="en-US" sz="3200" b="0" strike="noStrike" spc="-1"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23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24"/>
          </p:nvPr>
        </p:nvSpPr>
        <p:spPr/>
        <p:txBody>
          <a:bodyPr/>
          <a:lstStyle/>
          <a:p>
            <a:fld id="{EB930B6D-8DB4-458A-BFF8-A37EC0BA40D9}" type="slidenum">
              <a:rPr/>
              <a:t>‹#›</a:t>
            </a:fld>
            <a:endParaRPr/>
          </a:p>
        </p:txBody>
      </p:sp>
      <p:sp>
        <p:nvSpPr>
          <p:cNvPr id="5" name="PlaceHolder 4"/>
          <p:cNvSpPr>
            <a:spLocks noGrp="1"/>
          </p:cNvSpPr>
          <p:nvPr>
            <p:ph type="dt" idx="22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10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2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3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4" name="PlaceHolder 3"/>
          <p:cNvSpPr>
            <a:spLocks noGrp="1"/>
          </p:cNvSpPr>
          <p:nvPr>
            <p:ph/>
          </p:nvPr>
        </p:nvSpPr>
        <p:spPr>
          <a:xfrm>
            <a:off x="10737720" y="0"/>
            <a:ext cx="93636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5" name="PlaceHolder 4"/>
          <p:cNvSpPr>
            <a:spLocks noGrp="1"/>
          </p:cNvSpPr>
          <p:nvPr>
            <p:ph/>
          </p:nvPr>
        </p:nvSpPr>
        <p:spPr>
          <a:xfrm>
            <a:off x="9754200" y="358200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23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4"/>
          </p:nvPr>
        </p:nvSpPr>
        <p:spPr/>
        <p:txBody>
          <a:bodyPr/>
          <a:lstStyle/>
          <a:p>
            <a:fld id="{30A1869A-A78A-4395-9CFA-8488AA36A538}" type="slidenum">
              <a:rPr/>
              <a:t>‹#›</a:t>
            </a:fld>
            <a:endParaRPr/>
          </a:p>
        </p:txBody>
      </p:sp>
      <p:sp>
        <p:nvSpPr>
          <p:cNvPr id="8" name="PlaceHolder 7"/>
          <p:cNvSpPr>
            <a:spLocks noGrp="1"/>
          </p:cNvSpPr>
          <p:nvPr>
            <p:ph type="dt" idx="22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105.xml><?xml version="1.0" encoding="utf-8"?>
<p:sldLayout xmlns:a="http://schemas.openxmlformats.org/drawingml/2006/main" xmlns:r="http://schemas.openxmlformats.org/officeDocument/2006/relationships" xmlns:p="http://schemas.openxmlformats.org/presentationml/2006/main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6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7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93636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8" name="PlaceHolder 3"/>
          <p:cNvSpPr>
            <a:spLocks noGrp="1"/>
          </p:cNvSpPr>
          <p:nvPr>
            <p:ph/>
          </p:nvPr>
        </p:nvSpPr>
        <p:spPr>
          <a:xfrm>
            <a:off x="1073772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9" name="PlaceHolder 4"/>
          <p:cNvSpPr>
            <a:spLocks noGrp="1"/>
          </p:cNvSpPr>
          <p:nvPr>
            <p:ph/>
          </p:nvPr>
        </p:nvSpPr>
        <p:spPr>
          <a:xfrm>
            <a:off x="10737720" y="358200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23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4"/>
          </p:nvPr>
        </p:nvSpPr>
        <p:spPr/>
        <p:txBody>
          <a:bodyPr/>
          <a:lstStyle/>
          <a:p>
            <a:fld id="{B49C50C9-BCF6-41D5-BB8A-458E3FA27EFE}" type="slidenum">
              <a:rPr/>
              <a:t>‹#›</a:t>
            </a:fld>
            <a:endParaRPr/>
          </a:p>
        </p:txBody>
      </p:sp>
      <p:sp>
        <p:nvSpPr>
          <p:cNvPr id="8" name="PlaceHolder 7"/>
          <p:cNvSpPr>
            <a:spLocks noGrp="1"/>
          </p:cNvSpPr>
          <p:nvPr>
            <p:ph type="dt" idx="22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106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0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1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2" name="PlaceHolder 3"/>
          <p:cNvSpPr>
            <a:spLocks noGrp="1"/>
          </p:cNvSpPr>
          <p:nvPr>
            <p:ph/>
          </p:nvPr>
        </p:nvSpPr>
        <p:spPr>
          <a:xfrm>
            <a:off x="1073772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3" name="PlaceHolder 4"/>
          <p:cNvSpPr>
            <a:spLocks noGrp="1"/>
          </p:cNvSpPr>
          <p:nvPr>
            <p:ph/>
          </p:nvPr>
        </p:nvSpPr>
        <p:spPr>
          <a:xfrm>
            <a:off x="9754200" y="3582000"/>
            <a:ext cx="191880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23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4"/>
          </p:nvPr>
        </p:nvSpPr>
        <p:spPr/>
        <p:txBody>
          <a:bodyPr/>
          <a:lstStyle/>
          <a:p>
            <a:fld id="{97BB0207-24AC-4493-A6B5-85E99DC8D192}" type="slidenum">
              <a:rPr/>
              <a:t>‹#›</a:t>
            </a:fld>
            <a:endParaRPr/>
          </a:p>
        </p:txBody>
      </p:sp>
      <p:sp>
        <p:nvSpPr>
          <p:cNvPr id="8" name="PlaceHolder 7"/>
          <p:cNvSpPr>
            <a:spLocks noGrp="1"/>
          </p:cNvSpPr>
          <p:nvPr>
            <p:ph type="dt" idx="22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107.xml><?xml version="1.0" encoding="utf-8"?>
<p:sldLayout xmlns:a="http://schemas.openxmlformats.org/drawingml/2006/main" xmlns:r="http://schemas.openxmlformats.org/officeDocument/2006/relationships" xmlns:p="http://schemas.openxmlformats.org/presentationml/2006/main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4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5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191880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6" name="PlaceHolder 3"/>
          <p:cNvSpPr>
            <a:spLocks noGrp="1"/>
          </p:cNvSpPr>
          <p:nvPr>
            <p:ph/>
          </p:nvPr>
        </p:nvSpPr>
        <p:spPr>
          <a:xfrm>
            <a:off x="9754200" y="3582000"/>
            <a:ext cx="191880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23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24"/>
          </p:nvPr>
        </p:nvSpPr>
        <p:spPr/>
        <p:txBody>
          <a:bodyPr/>
          <a:lstStyle/>
          <a:p>
            <a:fld id="{1525134B-0294-4652-B871-16541A13ACA1}" type="slidenum">
              <a:rPr/>
              <a:t>‹#›</a:t>
            </a:fld>
            <a:endParaRPr/>
          </a:p>
        </p:txBody>
      </p:sp>
      <p:sp>
        <p:nvSpPr>
          <p:cNvPr id="7" name="PlaceHolder 6"/>
          <p:cNvSpPr>
            <a:spLocks noGrp="1"/>
          </p:cNvSpPr>
          <p:nvPr>
            <p:ph type="dt" idx="22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108.xml><?xml version="1.0" encoding="utf-8"?>
<p:sldLayout xmlns:a="http://schemas.openxmlformats.org/drawingml/2006/main" xmlns:r="http://schemas.openxmlformats.org/officeDocument/2006/relationships" xmlns:p="http://schemas.openxmlformats.org/presentationml/2006/main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7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8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9" name="PlaceHolder 3"/>
          <p:cNvSpPr>
            <a:spLocks noGrp="1"/>
          </p:cNvSpPr>
          <p:nvPr>
            <p:ph/>
          </p:nvPr>
        </p:nvSpPr>
        <p:spPr>
          <a:xfrm>
            <a:off x="1073772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0" name="PlaceHolder 4"/>
          <p:cNvSpPr>
            <a:spLocks noGrp="1"/>
          </p:cNvSpPr>
          <p:nvPr>
            <p:ph/>
          </p:nvPr>
        </p:nvSpPr>
        <p:spPr>
          <a:xfrm>
            <a:off x="9754200" y="358200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1" name="PlaceHolder 5"/>
          <p:cNvSpPr>
            <a:spLocks noGrp="1"/>
          </p:cNvSpPr>
          <p:nvPr>
            <p:ph/>
          </p:nvPr>
        </p:nvSpPr>
        <p:spPr>
          <a:xfrm>
            <a:off x="10737720" y="358200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23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24"/>
          </p:nvPr>
        </p:nvSpPr>
        <p:spPr/>
        <p:txBody>
          <a:bodyPr/>
          <a:lstStyle/>
          <a:p>
            <a:fld id="{9CF6D6CC-0652-4BEC-A5DD-DA14D0259293}" type="slidenum">
              <a:rPr/>
              <a:t>‹#›</a:t>
            </a:fld>
            <a:endParaRPr/>
          </a:p>
        </p:txBody>
      </p:sp>
      <p:sp>
        <p:nvSpPr>
          <p:cNvPr id="9" name="PlaceHolder 8"/>
          <p:cNvSpPr>
            <a:spLocks noGrp="1"/>
          </p:cNvSpPr>
          <p:nvPr>
            <p:ph type="dt" idx="22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10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2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3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4" name="PlaceHolder 3"/>
          <p:cNvSpPr>
            <a:spLocks noGrp="1"/>
          </p:cNvSpPr>
          <p:nvPr>
            <p:ph/>
          </p:nvPr>
        </p:nvSpPr>
        <p:spPr>
          <a:xfrm>
            <a:off x="10403280" y="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5" name="PlaceHolder 4"/>
          <p:cNvSpPr>
            <a:spLocks noGrp="1"/>
          </p:cNvSpPr>
          <p:nvPr>
            <p:ph/>
          </p:nvPr>
        </p:nvSpPr>
        <p:spPr>
          <a:xfrm>
            <a:off x="11052360" y="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6" name="PlaceHolder 5"/>
          <p:cNvSpPr>
            <a:spLocks noGrp="1"/>
          </p:cNvSpPr>
          <p:nvPr>
            <p:ph/>
          </p:nvPr>
        </p:nvSpPr>
        <p:spPr>
          <a:xfrm>
            <a:off x="9754200" y="358200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7" name="PlaceHolder 6"/>
          <p:cNvSpPr>
            <a:spLocks noGrp="1"/>
          </p:cNvSpPr>
          <p:nvPr>
            <p:ph/>
          </p:nvPr>
        </p:nvSpPr>
        <p:spPr>
          <a:xfrm>
            <a:off x="10403280" y="358200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8" name="PlaceHolder 7"/>
          <p:cNvSpPr>
            <a:spLocks noGrp="1"/>
          </p:cNvSpPr>
          <p:nvPr>
            <p:ph/>
          </p:nvPr>
        </p:nvSpPr>
        <p:spPr>
          <a:xfrm>
            <a:off x="11052360" y="358200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23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24"/>
          </p:nvPr>
        </p:nvSpPr>
        <p:spPr/>
        <p:txBody>
          <a:bodyPr/>
          <a:lstStyle/>
          <a:p>
            <a:fld id="{7D8B2974-6629-4C6C-B14F-F5142C602F27}" type="slidenum">
              <a:rPr/>
              <a:t>‹#›</a:t>
            </a:fld>
            <a:endParaRPr/>
          </a:p>
        </p:txBody>
      </p:sp>
      <p:sp>
        <p:nvSpPr>
          <p:cNvPr id="11" name="PlaceHolder 10"/>
          <p:cNvSpPr>
            <a:spLocks noGrp="1"/>
          </p:cNvSpPr>
          <p:nvPr>
            <p:ph type="dt" idx="22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110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26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27"/>
          </p:nvPr>
        </p:nvSpPr>
        <p:spPr/>
        <p:txBody>
          <a:bodyPr/>
          <a:lstStyle/>
          <a:p>
            <a:fld id="{5932E874-7187-4862-8732-6649B2A19B35}" type="slidenum">
              <a:rPr/>
              <a:t>‹#›</a:t>
            </a:fld>
            <a:endParaRPr/>
          </a:p>
        </p:txBody>
      </p:sp>
      <p:sp>
        <p:nvSpPr>
          <p:cNvPr id="4" name="PlaceHolder 3"/>
          <p:cNvSpPr>
            <a:spLocks noGrp="1"/>
          </p:cNvSpPr>
          <p:nvPr>
            <p:ph type="dt" idx="2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111.xml><?xml version="1.0" encoding="utf-8"?>
<p:sldLayout xmlns:a="http://schemas.openxmlformats.org/drawingml/2006/main" xmlns:r="http://schemas.openxmlformats.org/officeDocument/2006/relationships" xmlns:p="http://schemas.openxmlformats.org/presentationml/2006/main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7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18" name="PlaceHolder 2"/>
          <p:cNvSpPr>
            <a:spLocks noGrp="1"/>
          </p:cNvSpPr>
          <p:nvPr>
            <p:ph type="subTitle"/>
          </p:nvPr>
        </p:nvSpPr>
        <p:spPr>
          <a:xfrm>
            <a:off x="9754200" y="0"/>
            <a:ext cx="191880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</a:pPr>
            <a:endParaRPr lang="en-US" sz="3200" b="0" strike="noStrike" spc="-1"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26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7"/>
          </p:nvPr>
        </p:nvSpPr>
        <p:spPr/>
        <p:txBody>
          <a:bodyPr/>
          <a:lstStyle/>
          <a:p>
            <a:fld id="{1D902E7A-8591-40FF-885F-7087F342C70A}" type="slidenum">
              <a:rPr/>
              <a:t>‹#›</a:t>
            </a:fld>
            <a:endParaRPr/>
          </a:p>
        </p:txBody>
      </p:sp>
      <p:sp>
        <p:nvSpPr>
          <p:cNvPr id="6" name="PlaceHolder 5"/>
          <p:cNvSpPr>
            <a:spLocks noGrp="1"/>
          </p:cNvSpPr>
          <p:nvPr>
            <p:ph type="dt" idx="2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11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9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20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191880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26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7"/>
          </p:nvPr>
        </p:nvSpPr>
        <p:spPr/>
        <p:txBody>
          <a:bodyPr/>
          <a:lstStyle/>
          <a:p>
            <a:fld id="{46CDD341-4F4E-45EA-B542-7155863F4050}" type="slidenum">
              <a:rPr/>
              <a:t>‹#›</a:t>
            </a:fld>
            <a:endParaRPr/>
          </a:p>
        </p:txBody>
      </p:sp>
      <p:sp>
        <p:nvSpPr>
          <p:cNvPr id="6" name="PlaceHolder 5"/>
          <p:cNvSpPr>
            <a:spLocks noGrp="1"/>
          </p:cNvSpPr>
          <p:nvPr>
            <p:ph type="dt" idx="2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113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1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22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93636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23" name="PlaceHolder 3"/>
          <p:cNvSpPr>
            <a:spLocks noGrp="1"/>
          </p:cNvSpPr>
          <p:nvPr>
            <p:ph/>
          </p:nvPr>
        </p:nvSpPr>
        <p:spPr>
          <a:xfrm>
            <a:off x="10737720" y="0"/>
            <a:ext cx="93636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26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27"/>
          </p:nvPr>
        </p:nvSpPr>
        <p:spPr/>
        <p:txBody>
          <a:bodyPr/>
          <a:lstStyle/>
          <a:p>
            <a:fld id="{850F07DA-730B-4A40-984C-7F7941D1BE01}" type="slidenum">
              <a:rPr/>
              <a:t>‹#›</a:t>
            </a:fld>
            <a:endParaRPr/>
          </a:p>
        </p:txBody>
      </p:sp>
      <p:sp>
        <p:nvSpPr>
          <p:cNvPr id="7" name="PlaceHolder 6"/>
          <p:cNvSpPr>
            <a:spLocks noGrp="1"/>
          </p:cNvSpPr>
          <p:nvPr>
            <p:ph type="dt" idx="2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11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4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26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27"/>
          </p:nvPr>
        </p:nvSpPr>
        <p:spPr/>
        <p:txBody>
          <a:bodyPr/>
          <a:lstStyle/>
          <a:p>
            <a:fld id="{883A026A-E805-4361-851A-2E6122AA0CB7}" type="slidenum">
              <a:rPr/>
              <a:t>‹#›</a:t>
            </a:fld>
            <a:endParaRPr/>
          </a:p>
        </p:txBody>
      </p:sp>
      <p:sp>
        <p:nvSpPr>
          <p:cNvPr id="5" name="PlaceHolder 4"/>
          <p:cNvSpPr>
            <a:spLocks noGrp="1"/>
          </p:cNvSpPr>
          <p:nvPr>
            <p:ph type="dt" idx="2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115.xml><?xml version="1.0" encoding="utf-8"?>
<p:sldLayout xmlns:a="http://schemas.openxmlformats.org/drawingml/2006/main" xmlns:r="http://schemas.openxmlformats.org/officeDocument/2006/relationships" xmlns:p="http://schemas.openxmlformats.org/presentationml/2006/main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5" name="PlaceHolder 1"/>
          <p:cNvSpPr>
            <a:spLocks noGrp="1"/>
          </p:cNvSpPr>
          <p:nvPr>
            <p:ph type="subTitle"/>
          </p:nvPr>
        </p:nvSpPr>
        <p:spPr>
          <a:xfrm>
            <a:off x="609480" y="273600"/>
            <a:ext cx="10972440" cy="5307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</a:pPr>
            <a:endParaRPr lang="en-US" sz="3200" b="0" strike="noStrike" spc="-1"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26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27"/>
          </p:nvPr>
        </p:nvSpPr>
        <p:spPr/>
        <p:txBody>
          <a:bodyPr/>
          <a:lstStyle/>
          <a:p>
            <a:fld id="{CF7D2413-A611-409C-ADF4-B086A38E40B9}" type="slidenum">
              <a:rPr/>
              <a:t>‹#›</a:t>
            </a:fld>
            <a:endParaRPr/>
          </a:p>
        </p:txBody>
      </p:sp>
      <p:sp>
        <p:nvSpPr>
          <p:cNvPr id="5" name="PlaceHolder 4"/>
          <p:cNvSpPr>
            <a:spLocks noGrp="1"/>
          </p:cNvSpPr>
          <p:nvPr>
            <p:ph type="dt" idx="2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116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6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27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28" name="PlaceHolder 3"/>
          <p:cNvSpPr>
            <a:spLocks noGrp="1"/>
          </p:cNvSpPr>
          <p:nvPr>
            <p:ph/>
          </p:nvPr>
        </p:nvSpPr>
        <p:spPr>
          <a:xfrm>
            <a:off x="10737720" y="0"/>
            <a:ext cx="93636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29" name="PlaceHolder 4"/>
          <p:cNvSpPr>
            <a:spLocks noGrp="1"/>
          </p:cNvSpPr>
          <p:nvPr>
            <p:ph/>
          </p:nvPr>
        </p:nvSpPr>
        <p:spPr>
          <a:xfrm>
            <a:off x="9754200" y="358200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26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7"/>
          </p:nvPr>
        </p:nvSpPr>
        <p:spPr/>
        <p:txBody>
          <a:bodyPr/>
          <a:lstStyle/>
          <a:p>
            <a:fld id="{E7C02522-C47D-49FD-A1A9-E59924400BAA}" type="slidenum">
              <a:rPr/>
              <a:t>‹#›</a:t>
            </a:fld>
            <a:endParaRPr/>
          </a:p>
        </p:txBody>
      </p:sp>
      <p:sp>
        <p:nvSpPr>
          <p:cNvPr id="8" name="PlaceHolder 7"/>
          <p:cNvSpPr>
            <a:spLocks noGrp="1"/>
          </p:cNvSpPr>
          <p:nvPr>
            <p:ph type="dt" idx="2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117.xml><?xml version="1.0" encoding="utf-8"?>
<p:sldLayout xmlns:a="http://schemas.openxmlformats.org/drawingml/2006/main" xmlns:r="http://schemas.openxmlformats.org/officeDocument/2006/relationships" xmlns:p="http://schemas.openxmlformats.org/presentationml/2006/main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0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31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93636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32" name="PlaceHolder 3"/>
          <p:cNvSpPr>
            <a:spLocks noGrp="1"/>
          </p:cNvSpPr>
          <p:nvPr>
            <p:ph/>
          </p:nvPr>
        </p:nvSpPr>
        <p:spPr>
          <a:xfrm>
            <a:off x="1073772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33" name="PlaceHolder 4"/>
          <p:cNvSpPr>
            <a:spLocks noGrp="1"/>
          </p:cNvSpPr>
          <p:nvPr>
            <p:ph/>
          </p:nvPr>
        </p:nvSpPr>
        <p:spPr>
          <a:xfrm>
            <a:off x="10737720" y="358200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26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7"/>
          </p:nvPr>
        </p:nvSpPr>
        <p:spPr/>
        <p:txBody>
          <a:bodyPr/>
          <a:lstStyle/>
          <a:p>
            <a:fld id="{0B1BB0C7-6CC2-4C4C-A85E-8E844FC8CB49}" type="slidenum">
              <a:rPr/>
              <a:t>‹#›</a:t>
            </a:fld>
            <a:endParaRPr/>
          </a:p>
        </p:txBody>
      </p:sp>
      <p:sp>
        <p:nvSpPr>
          <p:cNvPr id="8" name="PlaceHolder 7"/>
          <p:cNvSpPr>
            <a:spLocks noGrp="1"/>
          </p:cNvSpPr>
          <p:nvPr>
            <p:ph type="dt" idx="2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118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4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35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36" name="PlaceHolder 3"/>
          <p:cNvSpPr>
            <a:spLocks noGrp="1"/>
          </p:cNvSpPr>
          <p:nvPr>
            <p:ph/>
          </p:nvPr>
        </p:nvSpPr>
        <p:spPr>
          <a:xfrm>
            <a:off x="1073772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37" name="PlaceHolder 4"/>
          <p:cNvSpPr>
            <a:spLocks noGrp="1"/>
          </p:cNvSpPr>
          <p:nvPr>
            <p:ph/>
          </p:nvPr>
        </p:nvSpPr>
        <p:spPr>
          <a:xfrm>
            <a:off x="9754200" y="3582000"/>
            <a:ext cx="191880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26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7"/>
          </p:nvPr>
        </p:nvSpPr>
        <p:spPr/>
        <p:txBody>
          <a:bodyPr/>
          <a:lstStyle/>
          <a:p>
            <a:fld id="{DAF6E7D5-FEB1-459D-87A9-F7D4D4C569F3}" type="slidenum">
              <a:rPr/>
              <a:t>‹#›</a:t>
            </a:fld>
            <a:endParaRPr/>
          </a:p>
        </p:txBody>
      </p:sp>
      <p:sp>
        <p:nvSpPr>
          <p:cNvPr id="8" name="PlaceHolder 7"/>
          <p:cNvSpPr>
            <a:spLocks noGrp="1"/>
          </p:cNvSpPr>
          <p:nvPr>
            <p:ph type="dt" idx="2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119.xml><?xml version="1.0" encoding="utf-8"?>
<p:sldLayout xmlns:a="http://schemas.openxmlformats.org/drawingml/2006/main" xmlns:r="http://schemas.openxmlformats.org/officeDocument/2006/relationships" xmlns:p="http://schemas.openxmlformats.org/presentationml/2006/main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8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39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191880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40" name="PlaceHolder 3"/>
          <p:cNvSpPr>
            <a:spLocks noGrp="1"/>
          </p:cNvSpPr>
          <p:nvPr>
            <p:ph/>
          </p:nvPr>
        </p:nvSpPr>
        <p:spPr>
          <a:xfrm>
            <a:off x="9754200" y="3582000"/>
            <a:ext cx="191880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26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27"/>
          </p:nvPr>
        </p:nvSpPr>
        <p:spPr/>
        <p:txBody>
          <a:bodyPr/>
          <a:lstStyle/>
          <a:p>
            <a:fld id="{A802D0B2-B981-4153-8DA9-BF99D003DE3F}" type="slidenum">
              <a:rPr/>
              <a:t>‹#›</a:t>
            </a:fld>
            <a:endParaRPr/>
          </a:p>
        </p:txBody>
      </p:sp>
      <p:sp>
        <p:nvSpPr>
          <p:cNvPr id="7" name="PlaceHolder 6"/>
          <p:cNvSpPr>
            <a:spLocks noGrp="1"/>
          </p:cNvSpPr>
          <p:nvPr>
            <p:ph type="dt" idx="2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120.xml><?xml version="1.0" encoding="utf-8"?>
<p:sldLayout xmlns:a="http://schemas.openxmlformats.org/drawingml/2006/main" xmlns:r="http://schemas.openxmlformats.org/officeDocument/2006/relationships" xmlns:p="http://schemas.openxmlformats.org/presentationml/2006/main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1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42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43" name="PlaceHolder 3"/>
          <p:cNvSpPr>
            <a:spLocks noGrp="1"/>
          </p:cNvSpPr>
          <p:nvPr>
            <p:ph/>
          </p:nvPr>
        </p:nvSpPr>
        <p:spPr>
          <a:xfrm>
            <a:off x="1073772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44" name="PlaceHolder 4"/>
          <p:cNvSpPr>
            <a:spLocks noGrp="1"/>
          </p:cNvSpPr>
          <p:nvPr>
            <p:ph/>
          </p:nvPr>
        </p:nvSpPr>
        <p:spPr>
          <a:xfrm>
            <a:off x="9754200" y="358200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45" name="PlaceHolder 5"/>
          <p:cNvSpPr>
            <a:spLocks noGrp="1"/>
          </p:cNvSpPr>
          <p:nvPr>
            <p:ph/>
          </p:nvPr>
        </p:nvSpPr>
        <p:spPr>
          <a:xfrm>
            <a:off x="10737720" y="358200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26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27"/>
          </p:nvPr>
        </p:nvSpPr>
        <p:spPr/>
        <p:txBody>
          <a:bodyPr/>
          <a:lstStyle/>
          <a:p>
            <a:fld id="{D411590F-D340-4D04-A02D-B9065156D4B5}" type="slidenum">
              <a:rPr/>
              <a:t>‹#›</a:t>
            </a:fld>
            <a:endParaRPr/>
          </a:p>
        </p:txBody>
      </p:sp>
      <p:sp>
        <p:nvSpPr>
          <p:cNvPr id="9" name="PlaceHolder 8"/>
          <p:cNvSpPr>
            <a:spLocks noGrp="1"/>
          </p:cNvSpPr>
          <p:nvPr>
            <p:ph type="dt" idx="2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12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6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47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48" name="PlaceHolder 3"/>
          <p:cNvSpPr>
            <a:spLocks noGrp="1"/>
          </p:cNvSpPr>
          <p:nvPr>
            <p:ph/>
          </p:nvPr>
        </p:nvSpPr>
        <p:spPr>
          <a:xfrm>
            <a:off x="10403280" y="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49" name="PlaceHolder 4"/>
          <p:cNvSpPr>
            <a:spLocks noGrp="1"/>
          </p:cNvSpPr>
          <p:nvPr>
            <p:ph/>
          </p:nvPr>
        </p:nvSpPr>
        <p:spPr>
          <a:xfrm>
            <a:off x="11052360" y="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50" name="PlaceHolder 5"/>
          <p:cNvSpPr>
            <a:spLocks noGrp="1"/>
          </p:cNvSpPr>
          <p:nvPr>
            <p:ph/>
          </p:nvPr>
        </p:nvSpPr>
        <p:spPr>
          <a:xfrm>
            <a:off x="9754200" y="358200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51" name="PlaceHolder 6"/>
          <p:cNvSpPr>
            <a:spLocks noGrp="1"/>
          </p:cNvSpPr>
          <p:nvPr>
            <p:ph/>
          </p:nvPr>
        </p:nvSpPr>
        <p:spPr>
          <a:xfrm>
            <a:off x="10403280" y="358200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52" name="PlaceHolder 7"/>
          <p:cNvSpPr>
            <a:spLocks noGrp="1"/>
          </p:cNvSpPr>
          <p:nvPr>
            <p:ph/>
          </p:nvPr>
        </p:nvSpPr>
        <p:spPr>
          <a:xfrm>
            <a:off x="11052360" y="358200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26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27"/>
          </p:nvPr>
        </p:nvSpPr>
        <p:spPr/>
        <p:txBody>
          <a:bodyPr/>
          <a:lstStyle/>
          <a:p>
            <a:fld id="{C668ACAF-5C7B-46BA-BBEF-27D5EE3B48E8}" type="slidenum">
              <a:rPr/>
              <a:t>‹#›</a:t>
            </a:fld>
            <a:endParaRPr/>
          </a:p>
        </p:txBody>
      </p:sp>
      <p:sp>
        <p:nvSpPr>
          <p:cNvPr id="11" name="PlaceHolder 10"/>
          <p:cNvSpPr>
            <a:spLocks noGrp="1"/>
          </p:cNvSpPr>
          <p:nvPr>
            <p:ph type="dt" idx="2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12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sldNum" idx="28"/>
          </p:nvPr>
        </p:nvSpPr>
        <p:spPr/>
        <p:txBody>
          <a:bodyPr/>
          <a:lstStyle/>
          <a:p>
            <a:fld id="{734391FB-0C42-490C-9FE3-A0AC689E73A5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3.xml><?xml version="1.0" encoding="utf-8"?>
<p:sldLayout xmlns:a="http://schemas.openxmlformats.org/drawingml/2006/main" xmlns:r="http://schemas.openxmlformats.org/officeDocument/2006/relationships" xmlns:p="http://schemas.openxmlformats.org/presentationml/2006/main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0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61" name="PlaceHolder 2"/>
          <p:cNvSpPr>
            <a:spLocks noGrp="1"/>
          </p:cNvSpPr>
          <p:nvPr>
            <p:ph type="subTitle"/>
          </p:nvPr>
        </p:nvSpPr>
        <p:spPr>
          <a:xfrm>
            <a:off x="9754200" y="0"/>
            <a:ext cx="191880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</a:pPr>
            <a:endParaRPr lang="en-US" sz="3200" b="0" strike="noStrike" spc="-1"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sldNum" idx="28"/>
          </p:nvPr>
        </p:nvSpPr>
        <p:spPr/>
        <p:txBody>
          <a:bodyPr/>
          <a:lstStyle/>
          <a:p>
            <a:fld id="{2AA7FF28-E546-42C3-9044-4E628677FAE7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2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63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191880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sldNum" idx="28"/>
          </p:nvPr>
        </p:nvSpPr>
        <p:spPr/>
        <p:txBody>
          <a:bodyPr/>
          <a:lstStyle/>
          <a:p>
            <a:fld id="{DEA63D40-6905-494F-AB96-2EC0D0434BF4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4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65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93636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66" name="PlaceHolder 3"/>
          <p:cNvSpPr>
            <a:spLocks noGrp="1"/>
          </p:cNvSpPr>
          <p:nvPr>
            <p:ph/>
          </p:nvPr>
        </p:nvSpPr>
        <p:spPr>
          <a:xfrm>
            <a:off x="10737720" y="0"/>
            <a:ext cx="93636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sldNum" idx="28"/>
          </p:nvPr>
        </p:nvSpPr>
        <p:spPr/>
        <p:txBody>
          <a:bodyPr/>
          <a:lstStyle/>
          <a:p>
            <a:fld id="{38959A83-582C-4CD6-8EEF-47894D26CD84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7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sldNum" idx="28"/>
          </p:nvPr>
        </p:nvSpPr>
        <p:spPr/>
        <p:txBody>
          <a:bodyPr/>
          <a:lstStyle/>
          <a:p>
            <a:fld id="{B0AA8E31-EC54-48FA-AC5E-E76FE4BAC3B6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7.xml><?xml version="1.0" encoding="utf-8"?>
<p:sldLayout xmlns:a="http://schemas.openxmlformats.org/drawingml/2006/main" xmlns:r="http://schemas.openxmlformats.org/officeDocument/2006/relationships" xmlns:p="http://schemas.openxmlformats.org/presentationml/2006/main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8" name="PlaceHolder 1"/>
          <p:cNvSpPr>
            <a:spLocks noGrp="1"/>
          </p:cNvSpPr>
          <p:nvPr>
            <p:ph type="subTitle"/>
          </p:nvPr>
        </p:nvSpPr>
        <p:spPr>
          <a:xfrm>
            <a:off x="609480" y="273600"/>
            <a:ext cx="10972440" cy="5307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</a:pPr>
            <a:endParaRPr lang="en-US" sz="3200" b="0" strike="noStrike" spc="-1"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sldNum" idx="28"/>
          </p:nvPr>
        </p:nvSpPr>
        <p:spPr/>
        <p:txBody>
          <a:bodyPr/>
          <a:lstStyle/>
          <a:p>
            <a:fld id="{88A0FB7C-C03F-4ABC-BC91-A04F9264ECD6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8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9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70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71" name="PlaceHolder 3"/>
          <p:cNvSpPr>
            <a:spLocks noGrp="1"/>
          </p:cNvSpPr>
          <p:nvPr>
            <p:ph/>
          </p:nvPr>
        </p:nvSpPr>
        <p:spPr>
          <a:xfrm>
            <a:off x="10737720" y="0"/>
            <a:ext cx="93636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72" name="PlaceHolder 4"/>
          <p:cNvSpPr>
            <a:spLocks noGrp="1"/>
          </p:cNvSpPr>
          <p:nvPr>
            <p:ph/>
          </p:nvPr>
        </p:nvSpPr>
        <p:spPr>
          <a:xfrm>
            <a:off x="9754200" y="358200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sldNum" idx="28"/>
          </p:nvPr>
        </p:nvSpPr>
        <p:spPr/>
        <p:txBody>
          <a:bodyPr/>
          <a:lstStyle/>
          <a:p>
            <a:fld id="{6A83541F-B35D-4B9C-8D9C-950D423B4BE5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9.xml><?xml version="1.0" encoding="utf-8"?>
<p:sldLayout xmlns:a="http://schemas.openxmlformats.org/drawingml/2006/main" xmlns:r="http://schemas.openxmlformats.org/officeDocument/2006/relationships" xmlns:p="http://schemas.openxmlformats.org/presentationml/2006/main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3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74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93636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75" name="PlaceHolder 3"/>
          <p:cNvSpPr>
            <a:spLocks noGrp="1"/>
          </p:cNvSpPr>
          <p:nvPr>
            <p:ph/>
          </p:nvPr>
        </p:nvSpPr>
        <p:spPr>
          <a:xfrm>
            <a:off x="1073772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76" name="PlaceHolder 4"/>
          <p:cNvSpPr>
            <a:spLocks noGrp="1"/>
          </p:cNvSpPr>
          <p:nvPr>
            <p:ph/>
          </p:nvPr>
        </p:nvSpPr>
        <p:spPr>
          <a:xfrm>
            <a:off x="10737720" y="358200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sldNum" idx="28"/>
          </p:nvPr>
        </p:nvSpPr>
        <p:spPr/>
        <p:txBody>
          <a:bodyPr/>
          <a:lstStyle/>
          <a:p>
            <a:fld id="{D3D6CDB9-B13A-4062-950A-1A48369D930C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30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7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78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79" name="PlaceHolder 3"/>
          <p:cNvSpPr>
            <a:spLocks noGrp="1"/>
          </p:cNvSpPr>
          <p:nvPr>
            <p:ph/>
          </p:nvPr>
        </p:nvSpPr>
        <p:spPr>
          <a:xfrm>
            <a:off x="1073772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80" name="PlaceHolder 4"/>
          <p:cNvSpPr>
            <a:spLocks noGrp="1"/>
          </p:cNvSpPr>
          <p:nvPr>
            <p:ph/>
          </p:nvPr>
        </p:nvSpPr>
        <p:spPr>
          <a:xfrm>
            <a:off x="9754200" y="3582000"/>
            <a:ext cx="191880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sldNum" idx="28"/>
          </p:nvPr>
        </p:nvSpPr>
        <p:spPr/>
        <p:txBody>
          <a:bodyPr/>
          <a:lstStyle/>
          <a:p>
            <a:fld id="{FF602BCD-32F4-4053-8C77-3CE1C5A8D060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31.xml><?xml version="1.0" encoding="utf-8"?>
<p:sldLayout xmlns:a="http://schemas.openxmlformats.org/drawingml/2006/main" xmlns:r="http://schemas.openxmlformats.org/officeDocument/2006/relationships" xmlns:p="http://schemas.openxmlformats.org/presentationml/2006/main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1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82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191880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83" name="PlaceHolder 3"/>
          <p:cNvSpPr>
            <a:spLocks noGrp="1"/>
          </p:cNvSpPr>
          <p:nvPr>
            <p:ph/>
          </p:nvPr>
        </p:nvSpPr>
        <p:spPr>
          <a:xfrm>
            <a:off x="9754200" y="3582000"/>
            <a:ext cx="191880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sldNum" idx="28"/>
          </p:nvPr>
        </p:nvSpPr>
        <p:spPr/>
        <p:txBody>
          <a:bodyPr/>
          <a:lstStyle/>
          <a:p>
            <a:fld id="{0BE58750-AB66-48D2-807F-2AB375F11CDE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32.xml><?xml version="1.0" encoding="utf-8"?>
<p:sldLayout xmlns:a="http://schemas.openxmlformats.org/drawingml/2006/main" xmlns:r="http://schemas.openxmlformats.org/officeDocument/2006/relationships" xmlns:p="http://schemas.openxmlformats.org/presentationml/2006/main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4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85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86" name="PlaceHolder 3"/>
          <p:cNvSpPr>
            <a:spLocks noGrp="1"/>
          </p:cNvSpPr>
          <p:nvPr>
            <p:ph/>
          </p:nvPr>
        </p:nvSpPr>
        <p:spPr>
          <a:xfrm>
            <a:off x="1073772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87" name="PlaceHolder 4"/>
          <p:cNvSpPr>
            <a:spLocks noGrp="1"/>
          </p:cNvSpPr>
          <p:nvPr>
            <p:ph/>
          </p:nvPr>
        </p:nvSpPr>
        <p:spPr>
          <a:xfrm>
            <a:off x="9754200" y="358200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88" name="PlaceHolder 5"/>
          <p:cNvSpPr>
            <a:spLocks noGrp="1"/>
          </p:cNvSpPr>
          <p:nvPr>
            <p:ph/>
          </p:nvPr>
        </p:nvSpPr>
        <p:spPr>
          <a:xfrm>
            <a:off x="10737720" y="358200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sldNum" idx="28"/>
          </p:nvPr>
        </p:nvSpPr>
        <p:spPr/>
        <p:txBody>
          <a:bodyPr/>
          <a:lstStyle/>
          <a:p>
            <a:fld id="{D8E5042A-A5B8-4A89-9A1E-EF0E23A0770D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33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9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90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91" name="PlaceHolder 3"/>
          <p:cNvSpPr>
            <a:spLocks noGrp="1"/>
          </p:cNvSpPr>
          <p:nvPr>
            <p:ph/>
          </p:nvPr>
        </p:nvSpPr>
        <p:spPr>
          <a:xfrm>
            <a:off x="10403280" y="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92" name="PlaceHolder 4"/>
          <p:cNvSpPr>
            <a:spLocks noGrp="1"/>
          </p:cNvSpPr>
          <p:nvPr>
            <p:ph/>
          </p:nvPr>
        </p:nvSpPr>
        <p:spPr>
          <a:xfrm>
            <a:off x="11052360" y="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93" name="PlaceHolder 5"/>
          <p:cNvSpPr>
            <a:spLocks noGrp="1"/>
          </p:cNvSpPr>
          <p:nvPr>
            <p:ph/>
          </p:nvPr>
        </p:nvSpPr>
        <p:spPr>
          <a:xfrm>
            <a:off x="9754200" y="358200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94" name="PlaceHolder 6"/>
          <p:cNvSpPr>
            <a:spLocks noGrp="1"/>
          </p:cNvSpPr>
          <p:nvPr>
            <p:ph/>
          </p:nvPr>
        </p:nvSpPr>
        <p:spPr>
          <a:xfrm>
            <a:off x="10403280" y="358200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95" name="PlaceHolder 7"/>
          <p:cNvSpPr>
            <a:spLocks noGrp="1"/>
          </p:cNvSpPr>
          <p:nvPr>
            <p:ph/>
          </p:nvPr>
        </p:nvSpPr>
        <p:spPr>
          <a:xfrm>
            <a:off x="11052360" y="358200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sldNum" idx="28"/>
          </p:nvPr>
        </p:nvSpPr>
        <p:spPr/>
        <p:txBody>
          <a:bodyPr/>
          <a:lstStyle/>
          <a:p>
            <a:fld id="{C291A5E3-792C-4FFF-94F8-8F0F7C384DA2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34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sldNum" idx="29"/>
          </p:nvPr>
        </p:nvSpPr>
        <p:spPr/>
        <p:txBody>
          <a:bodyPr/>
          <a:lstStyle/>
          <a:p>
            <a:fld id="{0E89F458-3622-47D8-B9FD-15C6B9387067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35.xml><?xml version="1.0" encoding="utf-8"?>
<p:sldLayout xmlns:a="http://schemas.openxmlformats.org/drawingml/2006/main" xmlns:r="http://schemas.openxmlformats.org/officeDocument/2006/relationships" xmlns:p="http://schemas.openxmlformats.org/presentationml/2006/main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3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04" name="PlaceHolder 2"/>
          <p:cNvSpPr>
            <a:spLocks noGrp="1"/>
          </p:cNvSpPr>
          <p:nvPr>
            <p:ph type="subTitle"/>
          </p:nvPr>
        </p:nvSpPr>
        <p:spPr>
          <a:xfrm>
            <a:off x="9754200" y="0"/>
            <a:ext cx="191880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</a:pPr>
            <a:endParaRPr lang="en-US" sz="3200" b="0" strike="noStrike" spc="-1"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sldNum" idx="29"/>
          </p:nvPr>
        </p:nvSpPr>
        <p:spPr/>
        <p:txBody>
          <a:bodyPr/>
          <a:lstStyle/>
          <a:p>
            <a:fld id="{295C1D19-8CE0-4408-BBED-F854B94D7848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36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5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06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191880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sldNum" idx="29"/>
          </p:nvPr>
        </p:nvSpPr>
        <p:spPr/>
        <p:txBody>
          <a:bodyPr/>
          <a:lstStyle/>
          <a:p>
            <a:fld id="{44DCCDF7-11F4-44B6-A39C-7838A257B69B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37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7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08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93636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09" name="PlaceHolder 3"/>
          <p:cNvSpPr>
            <a:spLocks noGrp="1"/>
          </p:cNvSpPr>
          <p:nvPr>
            <p:ph/>
          </p:nvPr>
        </p:nvSpPr>
        <p:spPr>
          <a:xfrm>
            <a:off x="10737720" y="0"/>
            <a:ext cx="93636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sldNum" idx="29"/>
          </p:nvPr>
        </p:nvSpPr>
        <p:spPr/>
        <p:txBody>
          <a:bodyPr/>
          <a:lstStyle/>
          <a:p>
            <a:fld id="{DDDBEFB7-31F4-466A-933D-2840DE284C36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3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0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sldNum" idx="29"/>
          </p:nvPr>
        </p:nvSpPr>
        <p:spPr/>
        <p:txBody>
          <a:bodyPr/>
          <a:lstStyle/>
          <a:p>
            <a:fld id="{A1386380-3F15-40E8-A5C5-0F1A25166A71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39.xml><?xml version="1.0" encoding="utf-8"?>
<p:sldLayout xmlns:a="http://schemas.openxmlformats.org/drawingml/2006/main" xmlns:r="http://schemas.openxmlformats.org/officeDocument/2006/relationships" xmlns:p="http://schemas.openxmlformats.org/presentationml/2006/main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1" name="PlaceHolder 1"/>
          <p:cNvSpPr>
            <a:spLocks noGrp="1"/>
          </p:cNvSpPr>
          <p:nvPr>
            <p:ph type="subTitle"/>
          </p:nvPr>
        </p:nvSpPr>
        <p:spPr>
          <a:xfrm>
            <a:off x="609480" y="273600"/>
            <a:ext cx="10972440" cy="5307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</a:pPr>
            <a:endParaRPr lang="en-US" sz="3200" b="0" strike="noStrike" spc="-1"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sldNum" idx="29"/>
          </p:nvPr>
        </p:nvSpPr>
        <p:spPr/>
        <p:txBody>
          <a:bodyPr/>
          <a:lstStyle/>
          <a:p>
            <a:fld id="{216ED5E2-6512-4A45-A07B-1AD16896A73D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40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13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14" name="PlaceHolder 3"/>
          <p:cNvSpPr>
            <a:spLocks noGrp="1"/>
          </p:cNvSpPr>
          <p:nvPr>
            <p:ph/>
          </p:nvPr>
        </p:nvSpPr>
        <p:spPr>
          <a:xfrm>
            <a:off x="10737720" y="0"/>
            <a:ext cx="93636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15" name="PlaceHolder 4"/>
          <p:cNvSpPr>
            <a:spLocks noGrp="1"/>
          </p:cNvSpPr>
          <p:nvPr>
            <p:ph/>
          </p:nvPr>
        </p:nvSpPr>
        <p:spPr>
          <a:xfrm>
            <a:off x="9754200" y="358200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sldNum" idx="29"/>
          </p:nvPr>
        </p:nvSpPr>
        <p:spPr/>
        <p:txBody>
          <a:bodyPr/>
          <a:lstStyle/>
          <a:p>
            <a:fld id="{E8851729-6E1C-4856-A0F2-8E57EBC1AB56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41.xml><?xml version="1.0" encoding="utf-8"?>
<p:sldLayout xmlns:a="http://schemas.openxmlformats.org/drawingml/2006/main" xmlns:r="http://schemas.openxmlformats.org/officeDocument/2006/relationships" xmlns:p="http://schemas.openxmlformats.org/presentationml/2006/main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6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17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93636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18" name="PlaceHolder 3"/>
          <p:cNvSpPr>
            <a:spLocks noGrp="1"/>
          </p:cNvSpPr>
          <p:nvPr>
            <p:ph/>
          </p:nvPr>
        </p:nvSpPr>
        <p:spPr>
          <a:xfrm>
            <a:off x="1073772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19" name="PlaceHolder 4"/>
          <p:cNvSpPr>
            <a:spLocks noGrp="1"/>
          </p:cNvSpPr>
          <p:nvPr>
            <p:ph/>
          </p:nvPr>
        </p:nvSpPr>
        <p:spPr>
          <a:xfrm>
            <a:off x="10737720" y="358200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sldNum" idx="29"/>
          </p:nvPr>
        </p:nvSpPr>
        <p:spPr/>
        <p:txBody>
          <a:bodyPr/>
          <a:lstStyle/>
          <a:p>
            <a:fld id="{6A2494FD-D113-41E9-88B3-D201124633DB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42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0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21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22" name="PlaceHolder 3"/>
          <p:cNvSpPr>
            <a:spLocks noGrp="1"/>
          </p:cNvSpPr>
          <p:nvPr>
            <p:ph/>
          </p:nvPr>
        </p:nvSpPr>
        <p:spPr>
          <a:xfrm>
            <a:off x="1073772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23" name="PlaceHolder 4"/>
          <p:cNvSpPr>
            <a:spLocks noGrp="1"/>
          </p:cNvSpPr>
          <p:nvPr>
            <p:ph/>
          </p:nvPr>
        </p:nvSpPr>
        <p:spPr>
          <a:xfrm>
            <a:off x="9754200" y="3582000"/>
            <a:ext cx="191880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sldNum" idx="29"/>
          </p:nvPr>
        </p:nvSpPr>
        <p:spPr/>
        <p:txBody>
          <a:bodyPr/>
          <a:lstStyle/>
          <a:p>
            <a:fld id="{4B79D7F6-141F-4207-9122-071146D3BB48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43.xml><?xml version="1.0" encoding="utf-8"?>
<p:sldLayout xmlns:a="http://schemas.openxmlformats.org/drawingml/2006/main" xmlns:r="http://schemas.openxmlformats.org/officeDocument/2006/relationships" xmlns:p="http://schemas.openxmlformats.org/presentationml/2006/main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4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25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191880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26" name="PlaceHolder 3"/>
          <p:cNvSpPr>
            <a:spLocks noGrp="1"/>
          </p:cNvSpPr>
          <p:nvPr>
            <p:ph/>
          </p:nvPr>
        </p:nvSpPr>
        <p:spPr>
          <a:xfrm>
            <a:off x="9754200" y="3582000"/>
            <a:ext cx="191880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sldNum" idx="29"/>
          </p:nvPr>
        </p:nvSpPr>
        <p:spPr/>
        <p:txBody>
          <a:bodyPr/>
          <a:lstStyle/>
          <a:p>
            <a:fld id="{27CAB6D7-E536-4763-9B0E-9F897965335F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44.xml><?xml version="1.0" encoding="utf-8"?>
<p:sldLayout xmlns:a="http://schemas.openxmlformats.org/drawingml/2006/main" xmlns:r="http://schemas.openxmlformats.org/officeDocument/2006/relationships" xmlns:p="http://schemas.openxmlformats.org/presentationml/2006/main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7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28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29" name="PlaceHolder 3"/>
          <p:cNvSpPr>
            <a:spLocks noGrp="1"/>
          </p:cNvSpPr>
          <p:nvPr>
            <p:ph/>
          </p:nvPr>
        </p:nvSpPr>
        <p:spPr>
          <a:xfrm>
            <a:off x="1073772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30" name="PlaceHolder 4"/>
          <p:cNvSpPr>
            <a:spLocks noGrp="1"/>
          </p:cNvSpPr>
          <p:nvPr>
            <p:ph/>
          </p:nvPr>
        </p:nvSpPr>
        <p:spPr>
          <a:xfrm>
            <a:off x="9754200" y="358200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31" name="PlaceHolder 5"/>
          <p:cNvSpPr>
            <a:spLocks noGrp="1"/>
          </p:cNvSpPr>
          <p:nvPr>
            <p:ph/>
          </p:nvPr>
        </p:nvSpPr>
        <p:spPr>
          <a:xfrm>
            <a:off x="10737720" y="358200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sldNum" idx="29"/>
          </p:nvPr>
        </p:nvSpPr>
        <p:spPr/>
        <p:txBody>
          <a:bodyPr/>
          <a:lstStyle/>
          <a:p>
            <a:fld id="{8E06DF52-6663-4462-B2C9-E2B9A8BD6975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4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2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33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34" name="PlaceHolder 3"/>
          <p:cNvSpPr>
            <a:spLocks noGrp="1"/>
          </p:cNvSpPr>
          <p:nvPr>
            <p:ph/>
          </p:nvPr>
        </p:nvSpPr>
        <p:spPr>
          <a:xfrm>
            <a:off x="10403280" y="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35" name="PlaceHolder 4"/>
          <p:cNvSpPr>
            <a:spLocks noGrp="1"/>
          </p:cNvSpPr>
          <p:nvPr>
            <p:ph/>
          </p:nvPr>
        </p:nvSpPr>
        <p:spPr>
          <a:xfrm>
            <a:off x="11052360" y="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36" name="PlaceHolder 5"/>
          <p:cNvSpPr>
            <a:spLocks noGrp="1"/>
          </p:cNvSpPr>
          <p:nvPr>
            <p:ph/>
          </p:nvPr>
        </p:nvSpPr>
        <p:spPr>
          <a:xfrm>
            <a:off x="9754200" y="358200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37" name="PlaceHolder 6"/>
          <p:cNvSpPr>
            <a:spLocks noGrp="1"/>
          </p:cNvSpPr>
          <p:nvPr>
            <p:ph/>
          </p:nvPr>
        </p:nvSpPr>
        <p:spPr>
          <a:xfrm>
            <a:off x="10403280" y="358200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38" name="PlaceHolder 7"/>
          <p:cNvSpPr>
            <a:spLocks noGrp="1"/>
          </p:cNvSpPr>
          <p:nvPr>
            <p:ph/>
          </p:nvPr>
        </p:nvSpPr>
        <p:spPr>
          <a:xfrm>
            <a:off x="11052360" y="358200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sldNum" idx="29"/>
          </p:nvPr>
        </p:nvSpPr>
        <p:spPr/>
        <p:txBody>
          <a:bodyPr/>
          <a:lstStyle/>
          <a:p>
            <a:fld id="{AD43B441-D17B-4563-AB93-3819B0AF79AD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4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31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32"/>
          </p:nvPr>
        </p:nvSpPr>
        <p:spPr/>
        <p:txBody>
          <a:bodyPr/>
          <a:lstStyle/>
          <a:p>
            <a:fld id="{DAABA031-731E-4DB3-8839-D88DB67E71A7}" type="slidenum">
              <a:rPr/>
              <a:t>‹#›</a:t>
            </a:fld>
            <a:endParaRPr/>
          </a:p>
        </p:txBody>
      </p:sp>
      <p:sp>
        <p:nvSpPr>
          <p:cNvPr id="4" name="PlaceHolder 3"/>
          <p:cNvSpPr>
            <a:spLocks noGrp="1"/>
          </p:cNvSpPr>
          <p:nvPr>
            <p:ph type="dt" idx="30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147.xml><?xml version="1.0" encoding="utf-8"?>
<p:sldLayout xmlns:a="http://schemas.openxmlformats.org/drawingml/2006/main" xmlns:r="http://schemas.openxmlformats.org/officeDocument/2006/relationships" xmlns:p="http://schemas.openxmlformats.org/presentationml/2006/main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9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50" name="PlaceHolder 2"/>
          <p:cNvSpPr>
            <a:spLocks noGrp="1"/>
          </p:cNvSpPr>
          <p:nvPr>
            <p:ph type="subTitle"/>
          </p:nvPr>
        </p:nvSpPr>
        <p:spPr>
          <a:xfrm>
            <a:off x="9754200" y="0"/>
            <a:ext cx="191880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</a:pPr>
            <a:endParaRPr lang="en-US" sz="3200" b="0" strike="noStrike" spc="-1"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31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32"/>
          </p:nvPr>
        </p:nvSpPr>
        <p:spPr/>
        <p:txBody>
          <a:bodyPr/>
          <a:lstStyle/>
          <a:p>
            <a:fld id="{D054DE67-9630-44B3-BBB3-E019E875AF01}" type="slidenum">
              <a:rPr/>
              <a:t>‹#›</a:t>
            </a:fld>
            <a:endParaRPr/>
          </a:p>
        </p:txBody>
      </p:sp>
      <p:sp>
        <p:nvSpPr>
          <p:cNvPr id="6" name="PlaceHolder 5"/>
          <p:cNvSpPr>
            <a:spLocks noGrp="1"/>
          </p:cNvSpPr>
          <p:nvPr>
            <p:ph type="dt" idx="30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148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1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52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191880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31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32"/>
          </p:nvPr>
        </p:nvSpPr>
        <p:spPr/>
        <p:txBody>
          <a:bodyPr/>
          <a:lstStyle/>
          <a:p>
            <a:fld id="{FD349606-4585-4407-8B43-84768BDF2946}" type="slidenum">
              <a:rPr/>
              <a:t>‹#›</a:t>
            </a:fld>
            <a:endParaRPr/>
          </a:p>
        </p:txBody>
      </p:sp>
      <p:sp>
        <p:nvSpPr>
          <p:cNvPr id="6" name="PlaceHolder 5"/>
          <p:cNvSpPr>
            <a:spLocks noGrp="1"/>
          </p:cNvSpPr>
          <p:nvPr>
            <p:ph type="dt" idx="30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149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3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54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93636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55" name="PlaceHolder 3"/>
          <p:cNvSpPr>
            <a:spLocks noGrp="1"/>
          </p:cNvSpPr>
          <p:nvPr>
            <p:ph/>
          </p:nvPr>
        </p:nvSpPr>
        <p:spPr>
          <a:xfrm>
            <a:off x="10737720" y="0"/>
            <a:ext cx="93636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31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32"/>
          </p:nvPr>
        </p:nvSpPr>
        <p:spPr/>
        <p:txBody>
          <a:bodyPr/>
          <a:lstStyle/>
          <a:p>
            <a:fld id="{8AD2E6D5-94CC-4EDE-8E53-71519C15B2E3}" type="slidenum">
              <a:rPr/>
              <a:t>‹#›</a:t>
            </a:fld>
            <a:endParaRPr/>
          </a:p>
        </p:txBody>
      </p:sp>
      <p:sp>
        <p:nvSpPr>
          <p:cNvPr id="7" name="PlaceHolder 6"/>
          <p:cNvSpPr>
            <a:spLocks noGrp="1"/>
          </p:cNvSpPr>
          <p:nvPr>
            <p:ph type="dt" idx="30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150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6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31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32"/>
          </p:nvPr>
        </p:nvSpPr>
        <p:spPr/>
        <p:txBody>
          <a:bodyPr/>
          <a:lstStyle/>
          <a:p>
            <a:fld id="{08D51D9B-A0DF-4B78-B9FA-493CE248F259}" type="slidenum">
              <a:rPr/>
              <a:t>‹#›</a:t>
            </a:fld>
            <a:endParaRPr/>
          </a:p>
        </p:txBody>
      </p:sp>
      <p:sp>
        <p:nvSpPr>
          <p:cNvPr id="5" name="PlaceHolder 4"/>
          <p:cNvSpPr>
            <a:spLocks noGrp="1"/>
          </p:cNvSpPr>
          <p:nvPr>
            <p:ph type="dt" idx="30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151.xml><?xml version="1.0" encoding="utf-8"?>
<p:sldLayout xmlns:a="http://schemas.openxmlformats.org/drawingml/2006/main" xmlns:r="http://schemas.openxmlformats.org/officeDocument/2006/relationships" xmlns:p="http://schemas.openxmlformats.org/presentationml/2006/main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7" name="PlaceHolder 1"/>
          <p:cNvSpPr>
            <a:spLocks noGrp="1"/>
          </p:cNvSpPr>
          <p:nvPr>
            <p:ph type="subTitle"/>
          </p:nvPr>
        </p:nvSpPr>
        <p:spPr>
          <a:xfrm>
            <a:off x="609480" y="273600"/>
            <a:ext cx="10972440" cy="5307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</a:pPr>
            <a:endParaRPr lang="en-US" sz="3200" b="0" strike="noStrike" spc="-1"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31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32"/>
          </p:nvPr>
        </p:nvSpPr>
        <p:spPr/>
        <p:txBody>
          <a:bodyPr/>
          <a:lstStyle/>
          <a:p>
            <a:fld id="{746CC480-7077-4633-B737-CD8D8C6DED80}" type="slidenum">
              <a:rPr/>
              <a:t>‹#›</a:t>
            </a:fld>
            <a:endParaRPr/>
          </a:p>
        </p:txBody>
      </p:sp>
      <p:sp>
        <p:nvSpPr>
          <p:cNvPr id="5" name="PlaceHolder 4"/>
          <p:cNvSpPr>
            <a:spLocks noGrp="1"/>
          </p:cNvSpPr>
          <p:nvPr>
            <p:ph type="dt" idx="30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152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8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59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60" name="PlaceHolder 3"/>
          <p:cNvSpPr>
            <a:spLocks noGrp="1"/>
          </p:cNvSpPr>
          <p:nvPr>
            <p:ph/>
          </p:nvPr>
        </p:nvSpPr>
        <p:spPr>
          <a:xfrm>
            <a:off x="10737720" y="0"/>
            <a:ext cx="93636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61" name="PlaceHolder 4"/>
          <p:cNvSpPr>
            <a:spLocks noGrp="1"/>
          </p:cNvSpPr>
          <p:nvPr>
            <p:ph/>
          </p:nvPr>
        </p:nvSpPr>
        <p:spPr>
          <a:xfrm>
            <a:off x="9754200" y="358200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31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32"/>
          </p:nvPr>
        </p:nvSpPr>
        <p:spPr/>
        <p:txBody>
          <a:bodyPr/>
          <a:lstStyle/>
          <a:p>
            <a:fld id="{CD68B178-51CC-4418-9F6A-6D498169EE87}" type="slidenum">
              <a:rPr/>
              <a:t>‹#›</a:t>
            </a:fld>
            <a:endParaRPr/>
          </a:p>
        </p:txBody>
      </p:sp>
      <p:sp>
        <p:nvSpPr>
          <p:cNvPr id="8" name="PlaceHolder 7"/>
          <p:cNvSpPr>
            <a:spLocks noGrp="1"/>
          </p:cNvSpPr>
          <p:nvPr>
            <p:ph type="dt" idx="30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153.xml><?xml version="1.0" encoding="utf-8"?>
<p:sldLayout xmlns:a="http://schemas.openxmlformats.org/drawingml/2006/main" xmlns:r="http://schemas.openxmlformats.org/officeDocument/2006/relationships" xmlns:p="http://schemas.openxmlformats.org/presentationml/2006/main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2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63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93636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64" name="PlaceHolder 3"/>
          <p:cNvSpPr>
            <a:spLocks noGrp="1"/>
          </p:cNvSpPr>
          <p:nvPr>
            <p:ph/>
          </p:nvPr>
        </p:nvSpPr>
        <p:spPr>
          <a:xfrm>
            <a:off x="1073772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65" name="PlaceHolder 4"/>
          <p:cNvSpPr>
            <a:spLocks noGrp="1"/>
          </p:cNvSpPr>
          <p:nvPr>
            <p:ph/>
          </p:nvPr>
        </p:nvSpPr>
        <p:spPr>
          <a:xfrm>
            <a:off x="10737720" y="358200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31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32"/>
          </p:nvPr>
        </p:nvSpPr>
        <p:spPr/>
        <p:txBody>
          <a:bodyPr/>
          <a:lstStyle/>
          <a:p>
            <a:fld id="{4BCBACB7-03B8-4E5B-BDE3-2F516BEC15A6}" type="slidenum">
              <a:rPr/>
              <a:t>‹#›</a:t>
            </a:fld>
            <a:endParaRPr/>
          </a:p>
        </p:txBody>
      </p:sp>
      <p:sp>
        <p:nvSpPr>
          <p:cNvPr id="8" name="PlaceHolder 7"/>
          <p:cNvSpPr>
            <a:spLocks noGrp="1"/>
          </p:cNvSpPr>
          <p:nvPr>
            <p:ph type="dt" idx="30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15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6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67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68" name="PlaceHolder 3"/>
          <p:cNvSpPr>
            <a:spLocks noGrp="1"/>
          </p:cNvSpPr>
          <p:nvPr>
            <p:ph/>
          </p:nvPr>
        </p:nvSpPr>
        <p:spPr>
          <a:xfrm>
            <a:off x="1073772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69" name="PlaceHolder 4"/>
          <p:cNvSpPr>
            <a:spLocks noGrp="1"/>
          </p:cNvSpPr>
          <p:nvPr>
            <p:ph/>
          </p:nvPr>
        </p:nvSpPr>
        <p:spPr>
          <a:xfrm>
            <a:off x="9754200" y="3582000"/>
            <a:ext cx="191880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31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32"/>
          </p:nvPr>
        </p:nvSpPr>
        <p:spPr/>
        <p:txBody>
          <a:bodyPr/>
          <a:lstStyle/>
          <a:p>
            <a:fld id="{B27CBCF7-2CED-47BE-B860-7A01DE2C2D7D}" type="slidenum">
              <a:rPr/>
              <a:t>‹#›</a:t>
            </a:fld>
            <a:endParaRPr/>
          </a:p>
        </p:txBody>
      </p:sp>
      <p:sp>
        <p:nvSpPr>
          <p:cNvPr id="8" name="PlaceHolder 7"/>
          <p:cNvSpPr>
            <a:spLocks noGrp="1"/>
          </p:cNvSpPr>
          <p:nvPr>
            <p:ph type="dt" idx="30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155.xml><?xml version="1.0" encoding="utf-8"?>
<p:sldLayout xmlns:a="http://schemas.openxmlformats.org/drawingml/2006/main" xmlns:r="http://schemas.openxmlformats.org/officeDocument/2006/relationships" xmlns:p="http://schemas.openxmlformats.org/presentationml/2006/main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0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71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191880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72" name="PlaceHolder 3"/>
          <p:cNvSpPr>
            <a:spLocks noGrp="1"/>
          </p:cNvSpPr>
          <p:nvPr>
            <p:ph/>
          </p:nvPr>
        </p:nvSpPr>
        <p:spPr>
          <a:xfrm>
            <a:off x="9754200" y="3582000"/>
            <a:ext cx="191880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31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32"/>
          </p:nvPr>
        </p:nvSpPr>
        <p:spPr/>
        <p:txBody>
          <a:bodyPr/>
          <a:lstStyle/>
          <a:p>
            <a:fld id="{A36D832C-DD45-476C-8D25-B2A8D5CDE3BD}" type="slidenum">
              <a:rPr/>
              <a:t>‹#›</a:t>
            </a:fld>
            <a:endParaRPr/>
          </a:p>
        </p:txBody>
      </p:sp>
      <p:sp>
        <p:nvSpPr>
          <p:cNvPr id="7" name="PlaceHolder 6"/>
          <p:cNvSpPr>
            <a:spLocks noGrp="1"/>
          </p:cNvSpPr>
          <p:nvPr>
            <p:ph type="dt" idx="30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156.xml><?xml version="1.0" encoding="utf-8"?>
<p:sldLayout xmlns:a="http://schemas.openxmlformats.org/drawingml/2006/main" xmlns:r="http://schemas.openxmlformats.org/officeDocument/2006/relationships" xmlns:p="http://schemas.openxmlformats.org/presentationml/2006/main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3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74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75" name="PlaceHolder 3"/>
          <p:cNvSpPr>
            <a:spLocks noGrp="1"/>
          </p:cNvSpPr>
          <p:nvPr>
            <p:ph/>
          </p:nvPr>
        </p:nvSpPr>
        <p:spPr>
          <a:xfrm>
            <a:off x="1073772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76" name="PlaceHolder 4"/>
          <p:cNvSpPr>
            <a:spLocks noGrp="1"/>
          </p:cNvSpPr>
          <p:nvPr>
            <p:ph/>
          </p:nvPr>
        </p:nvSpPr>
        <p:spPr>
          <a:xfrm>
            <a:off x="9754200" y="358200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77" name="PlaceHolder 5"/>
          <p:cNvSpPr>
            <a:spLocks noGrp="1"/>
          </p:cNvSpPr>
          <p:nvPr>
            <p:ph/>
          </p:nvPr>
        </p:nvSpPr>
        <p:spPr>
          <a:xfrm>
            <a:off x="10737720" y="358200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31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32"/>
          </p:nvPr>
        </p:nvSpPr>
        <p:spPr/>
        <p:txBody>
          <a:bodyPr/>
          <a:lstStyle/>
          <a:p>
            <a:fld id="{2D6110A8-5576-4CC7-A7F9-29B0BD220F21}" type="slidenum">
              <a:rPr/>
              <a:t>‹#›</a:t>
            </a:fld>
            <a:endParaRPr/>
          </a:p>
        </p:txBody>
      </p:sp>
      <p:sp>
        <p:nvSpPr>
          <p:cNvPr id="9" name="PlaceHolder 8"/>
          <p:cNvSpPr>
            <a:spLocks noGrp="1"/>
          </p:cNvSpPr>
          <p:nvPr>
            <p:ph type="dt" idx="30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15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8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79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80" name="PlaceHolder 3"/>
          <p:cNvSpPr>
            <a:spLocks noGrp="1"/>
          </p:cNvSpPr>
          <p:nvPr>
            <p:ph/>
          </p:nvPr>
        </p:nvSpPr>
        <p:spPr>
          <a:xfrm>
            <a:off x="10403280" y="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81" name="PlaceHolder 4"/>
          <p:cNvSpPr>
            <a:spLocks noGrp="1"/>
          </p:cNvSpPr>
          <p:nvPr>
            <p:ph/>
          </p:nvPr>
        </p:nvSpPr>
        <p:spPr>
          <a:xfrm>
            <a:off x="11052360" y="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82" name="PlaceHolder 5"/>
          <p:cNvSpPr>
            <a:spLocks noGrp="1"/>
          </p:cNvSpPr>
          <p:nvPr>
            <p:ph/>
          </p:nvPr>
        </p:nvSpPr>
        <p:spPr>
          <a:xfrm>
            <a:off x="9754200" y="358200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83" name="PlaceHolder 6"/>
          <p:cNvSpPr>
            <a:spLocks noGrp="1"/>
          </p:cNvSpPr>
          <p:nvPr>
            <p:ph/>
          </p:nvPr>
        </p:nvSpPr>
        <p:spPr>
          <a:xfrm>
            <a:off x="10403280" y="358200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84" name="PlaceHolder 7"/>
          <p:cNvSpPr>
            <a:spLocks noGrp="1"/>
          </p:cNvSpPr>
          <p:nvPr>
            <p:ph/>
          </p:nvPr>
        </p:nvSpPr>
        <p:spPr>
          <a:xfrm>
            <a:off x="11052360" y="358200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31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32"/>
          </p:nvPr>
        </p:nvSpPr>
        <p:spPr/>
        <p:txBody>
          <a:bodyPr/>
          <a:lstStyle/>
          <a:p>
            <a:fld id="{13A85BCE-962A-4077-B4A9-989BC3792183}" type="slidenum">
              <a:rPr/>
              <a:t>‹#›</a:t>
            </a:fld>
            <a:endParaRPr/>
          </a:p>
        </p:txBody>
      </p:sp>
      <p:sp>
        <p:nvSpPr>
          <p:cNvPr id="11" name="PlaceHolder 10"/>
          <p:cNvSpPr>
            <a:spLocks noGrp="1"/>
          </p:cNvSpPr>
          <p:nvPr>
            <p:ph type="dt" idx="30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15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34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35"/>
          </p:nvPr>
        </p:nvSpPr>
        <p:spPr/>
        <p:txBody>
          <a:bodyPr/>
          <a:lstStyle/>
          <a:p>
            <a:fld id="{FFD4FDB4-D9EF-47E8-B5CA-CA97FB3C84EF}" type="slidenum">
              <a:rPr/>
              <a:t>‹#›</a:t>
            </a:fld>
            <a:endParaRPr/>
          </a:p>
        </p:txBody>
      </p:sp>
      <p:sp>
        <p:nvSpPr>
          <p:cNvPr id="4" name="PlaceHolder 3"/>
          <p:cNvSpPr>
            <a:spLocks noGrp="1"/>
          </p:cNvSpPr>
          <p:nvPr>
            <p:ph type="dt" idx="33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159.xml><?xml version="1.0" encoding="utf-8"?>
<p:sldLayout xmlns:a="http://schemas.openxmlformats.org/drawingml/2006/main" xmlns:r="http://schemas.openxmlformats.org/officeDocument/2006/relationships" xmlns:p="http://schemas.openxmlformats.org/presentationml/2006/main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5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96" name="PlaceHolder 2"/>
          <p:cNvSpPr>
            <a:spLocks noGrp="1"/>
          </p:cNvSpPr>
          <p:nvPr>
            <p:ph type="subTitle"/>
          </p:nvPr>
        </p:nvSpPr>
        <p:spPr>
          <a:xfrm>
            <a:off x="9754200" y="0"/>
            <a:ext cx="191880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</a:pPr>
            <a:endParaRPr lang="en-US" sz="3200" b="0" strike="noStrike" spc="-1"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34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35"/>
          </p:nvPr>
        </p:nvSpPr>
        <p:spPr/>
        <p:txBody>
          <a:bodyPr/>
          <a:lstStyle/>
          <a:p>
            <a:fld id="{926627D8-683F-4981-BF16-EE08E7D7FA82}" type="slidenum">
              <a:rPr/>
              <a:t>‹#›</a:t>
            </a:fld>
            <a:endParaRPr/>
          </a:p>
        </p:txBody>
      </p:sp>
      <p:sp>
        <p:nvSpPr>
          <p:cNvPr id="6" name="PlaceHolder 5"/>
          <p:cNvSpPr>
            <a:spLocks noGrp="1"/>
          </p:cNvSpPr>
          <p:nvPr>
            <p:ph type="dt" idx="33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160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7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98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191880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34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35"/>
          </p:nvPr>
        </p:nvSpPr>
        <p:spPr/>
        <p:txBody>
          <a:bodyPr/>
          <a:lstStyle/>
          <a:p>
            <a:fld id="{302495F8-365D-42B9-9C6A-5871E59EE590}" type="slidenum">
              <a:rPr/>
              <a:t>‹#›</a:t>
            </a:fld>
            <a:endParaRPr/>
          </a:p>
        </p:txBody>
      </p:sp>
      <p:sp>
        <p:nvSpPr>
          <p:cNvPr id="6" name="PlaceHolder 5"/>
          <p:cNvSpPr>
            <a:spLocks noGrp="1"/>
          </p:cNvSpPr>
          <p:nvPr>
            <p:ph type="dt" idx="33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161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9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00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93636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01" name="PlaceHolder 3"/>
          <p:cNvSpPr>
            <a:spLocks noGrp="1"/>
          </p:cNvSpPr>
          <p:nvPr>
            <p:ph/>
          </p:nvPr>
        </p:nvSpPr>
        <p:spPr>
          <a:xfrm>
            <a:off x="10737720" y="0"/>
            <a:ext cx="93636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34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35"/>
          </p:nvPr>
        </p:nvSpPr>
        <p:spPr/>
        <p:txBody>
          <a:bodyPr/>
          <a:lstStyle/>
          <a:p>
            <a:fld id="{33D45E7C-4CC0-40C6-A057-F7B417A87815}" type="slidenum">
              <a:rPr/>
              <a:t>‹#›</a:t>
            </a:fld>
            <a:endParaRPr/>
          </a:p>
        </p:txBody>
      </p:sp>
      <p:sp>
        <p:nvSpPr>
          <p:cNvPr id="7" name="PlaceHolder 6"/>
          <p:cNvSpPr>
            <a:spLocks noGrp="1"/>
          </p:cNvSpPr>
          <p:nvPr>
            <p:ph type="dt" idx="33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16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2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34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35"/>
          </p:nvPr>
        </p:nvSpPr>
        <p:spPr/>
        <p:txBody>
          <a:bodyPr/>
          <a:lstStyle/>
          <a:p>
            <a:fld id="{250E59AC-16B9-4400-B4C9-8780AA7AB48B}" type="slidenum">
              <a:rPr/>
              <a:t>‹#›</a:t>
            </a:fld>
            <a:endParaRPr/>
          </a:p>
        </p:txBody>
      </p:sp>
      <p:sp>
        <p:nvSpPr>
          <p:cNvPr id="5" name="PlaceHolder 4"/>
          <p:cNvSpPr>
            <a:spLocks noGrp="1"/>
          </p:cNvSpPr>
          <p:nvPr>
            <p:ph type="dt" idx="33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163.xml><?xml version="1.0" encoding="utf-8"?>
<p:sldLayout xmlns:a="http://schemas.openxmlformats.org/drawingml/2006/main" xmlns:r="http://schemas.openxmlformats.org/officeDocument/2006/relationships" xmlns:p="http://schemas.openxmlformats.org/presentationml/2006/main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3" name="PlaceHolder 1"/>
          <p:cNvSpPr>
            <a:spLocks noGrp="1"/>
          </p:cNvSpPr>
          <p:nvPr>
            <p:ph type="subTitle"/>
          </p:nvPr>
        </p:nvSpPr>
        <p:spPr>
          <a:xfrm>
            <a:off x="609480" y="273600"/>
            <a:ext cx="10972440" cy="5307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</a:pPr>
            <a:endParaRPr lang="en-US" sz="3200" b="0" strike="noStrike" spc="-1"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34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35"/>
          </p:nvPr>
        </p:nvSpPr>
        <p:spPr/>
        <p:txBody>
          <a:bodyPr/>
          <a:lstStyle/>
          <a:p>
            <a:fld id="{D22D7BB1-8893-46C9-855E-5B3921CBB812}" type="slidenum">
              <a:rPr/>
              <a:t>‹#›</a:t>
            </a:fld>
            <a:endParaRPr/>
          </a:p>
        </p:txBody>
      </p:sp>
      <p:sp>
        <p:nvSpPr>
          <p:cNvPr id="5" name="PlaceHolder 4"/>
          <p:cNvSpPr>
            <a:spLocks noGrp="1"/>
          </p:cNvSpPr>
          <p:nvPr>
            <p:ph type="dt" idx="33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16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4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05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06" name="PlaceHolder 3"/>
          <p:cNvSpPr>
            <a:spLocks noGrp="1"/>
          </p:cNvSpPr>
          <p:nvPr>
            <p:ph/>
          </p:nvPr>
        </p:nvSpPr>
        <p:spPr>
          <a:xfrm>
            <a:off x="10737720" y="0"/>
            <a:ext cx="93636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07" name="PlaceHolder 4"/>
          <p:cNvSpPr>
            <a:spLocks noGrp="1"/>
          </p:cNvSpPr>
          <p:nvPr>
            <p:ph/>
          </p:nvPr>
        </p:nvSpPr>
        <p:spPr>
          <a:xfrm>
            <a:off x="9754200" y="358200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34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35"/>
          </p:nvPr>
        </p:nvSpPr>
        <p:spPr/>
        <p:txBody>
          <a:bodyPr/>
          <a:lstStyle/>
          <a:p>
            <a:fld id="{20FA0CFA-35D0-4728-BF3D-27E0F8C4B2EB}" type="slidenum">
              <a:rPr/>
              <a:t>‹#›</a:t>
            </a:fld>
            <a:endParaRPr/>
          </a:p>
        </p:txBody>
      </p:sp>
      <p:sp>
        <p:nvSpPr>
          <p:cNvPr id="8" name="PlaceHolder 7"/>
          <p:cNvSpPr>
            <a:spLocks noGrp="1"/>
          </p:cNvSpPr>
          <p:nvPr>
            <p:ph type="dt" idx="33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165.xml><?xml version="1.0" encoding="utf-8"?>
<p:sldLayout xmlns:a="http://schemas.openxmlformats.org/drawingml/2006/main" xmlns:r="http://schemas.openxmlformats.org/officeDocument/2006/relationships" xmlns:p="http://schemas.openxmlformats.org/presentationml/2006/main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8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09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93636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10" name="PlaceHolder 3"/>
          <p:cNvSpPr>
            <a:spLocks noGrp="1"/>
          </p:cNvSpPr>
          <p:nvPr>
            <p:ph/>
          </p:nvPr>
        </p:nvSpPr>
        <p:spPr>
          <a:xfrm>
            <a:off x="1073772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11" name="PlaceHolder 4"/>
          <p:cNvSpPr>
            <a:spLocks noGrp="1"/>
          </p:cNvSpPr>
          <p:nvPr>
            <p:ph/>
          </p:nvPr>
        </p:nvSpPr>
        <p:spPr>
          <a:xfrm>
            <a:off x="10737720" y="358200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34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35"/>
          </p:nvPr>
        </p:nvSpPr>
        <p:spPr/>
        <p:txBody>
          <a:bodyPr/>
          <a:lstStyle/>
          <a:p>
            <a:fld id="{6706A93B-69BE-4E4B-89D9-0C0BD897BB82}" type="slidenum">
              <a:rPr/>
              <a:t>‹#›</a:t>
            </a:fld>
            <a:endParaRPr/>
          </a:p>
        </p:txBody>
      </p:sp>
      <p:sp>
        <p:nvSpPr>
          <p:cNvPr id="8" name="PlaceHolder 7"/>
          <p:cNvSpPr>
            <a:spLocks noGrp="1"/>
          </p:cNvSpPr>
          <p:nvPr>
            <p:ph type="dt" idx="33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166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2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13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14" name="PlaceHolder 3"/>
          <p:cNvSpPr>
            <a:spLocks noGrp="1"/>
          </p:cNvSpPr>
          <p:nvPr>
            <p:ph/>
          </p:nvPr>
        </p:nvSpPr>
        <p:spPr>
          <a:xfrm>
            <a:off x="1073772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15" name="PlaceHolder 4"/>
          <p:cNvSpPr>
            <a:spLocks noGrp="1"/>
          </p:cNvSpPr>
          <p:nvPr>
            <p:ph/>
          </p:nvPr>
        </p:nvSpPr>
        <p:spPr>
          <a:xfrm>
            <a:off x="9754200" y="3582000"/>
            <a:ext cx="191880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34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35"/>
          </p:nvPr>
        </p:nvSpPr>
        <p:spPr/>
        <p:txBody>
          <a:bodyPr/>
          <a:lstStyle/>
          <a:p>
            <a:fld id="{A2CC26FC-DE91-4D7A-99E9-120D101CC953}" type="slidenum">
              <a:rPr/>
              <a:t>‹#›</a:t>
            </a:fld>
            <a:endParaRPr/>
          </a:p>
        </p:txBody>
      </p:sp>
      <p:sp>
        <p:nvSpPr>
          <p:cNvPr id="8" name="PlaceHolder 7"/>
          <p:cNvSpPr>
            <a:spLocks noGrp="1"/>
          </p:cNvSpPr>
          <p:nvPr>
            <p:ph type="dt" idx="33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167.xml><?xml version="1.0" encoding="utf-8"?>
<p:sldLayout xmlns:a="http://schemas.openxmlformats.org/drawingml/2006/main" xmlns:r="http://schemas.openxmlformats.org/officeDocument/2006/relationships" xmlns:p="http://schemas.openxmlformats.org/presentationml/2006/main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6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17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191880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18" name="PlaceHolder 3"/>
          <p:cNvSpPr>
            <a:spLocks noGrp="1"/>
          </p:cNvSpPr>
          <p:nvPr>
            <p:ph/>
          </p:nvPr>
        </p:nvSpPr>
        <p:spPr>
          <a:xfrm>
            <a:off x="9754200" y="3582000"/>
            <a:ext cx="191880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34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35"/>
          </p:nvPr>
        </p:nvSpPr>
        <p:spPr/>
        <p:txBody>
          <a:bodyPr/>
          <a:lstStyle/>
          <a:p>
            <a:fld id="{7AA8D58A-3686-4870-805B-12B4FCC4E415}" type="slidenum">
              <a:rPr/>
              <a:t>‹#›</a:t>
            </a:fld>
            <a:endParaRPr/>
          </a:p>
        </p:txBody>
      </p:sp>
      <p:sp>
        <p:nvSpPr>
          <p:cNvPr id="7" name="PlaceHolder 6"/>
          <p:cNvSpPr>
            <a:spLocks noGrp="1"/>
          </p:cNvSpPr>
          <p:nvPr>
            <p:ph type="dt" idx="33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168.xml><?xml version="1.0" encoding="utf-8"?>
<p:sldLayout xmlns:a="http://schemas.openxmlformats.org/drawingml/2006/main" xmlns:r="http://schemas.openxmlformats.org/officeDocument/2006/relationships" xmlns:p="http://schemas.openxmlformats.org/presentationml/2006/main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9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20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21" name="PlaceHolder 3"/>
          <p:cNvSpPr>
            <a:spLocks noGrp="1"/>
          </p:cNvSpPr>
          <p:nvPr>
            <p:ph/>
          </p:nvPr>
        </p:nvSpPr>
        <p:spPr>
          <a:xfrm>
            <a:off x="1073772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22" name="PlaceHolder 4"/>
          <p:cNvSpPr>
            <a:spLocks noGrp="1"/>
          </p:cNvSpPr>
          <p:nvPr>
            <p:ph/>
          </p:nvPr>
        </p:nvSpPr>
        <p:spPr>
          <a:xfrm>
            <a:off x="9754200" y="358200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23" name="PlaceHolder 5"/>
          <p:cNvSpPr>
            <a:spLocks noGrp="1"/>
          </p:cNvSpPr>
          <p:nvPr>
            <p:ph/>
          </p:nvPr>
        </p:nvSpPr>
        <p:spPr>
          <a:xfrm>
            <a:off x="10737720" y="358200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34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35"/>
          </p:nvPr>
        </p:nvSpPr>
        <p:spPr/>
        <p:txBody>
          <a:bodyPr/>
          <a:lstStyle/>
          <a:p>
            <a:fld id="{5236B316-BD67-40EF-87C4-A7416FF19FD5}" type="slidenum">
              <a:rPr/>
              <a:t>‹#›</a:t>
            </a:fld>
            <a:endParaRPr/>
          </a:p>
        </p:txBody>
      </p:sp>
      <p:sp>
        <p:nvSpPr>
          <p:cNvPr id="9" name="PlaceHolder 8"/>
          <p:cNvSpPr>
            <a:spLocks noGrp="1"/>
          </p:cNvSpPr>
          <p:nvPr>
            <p:ph type="dt" idx="33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16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4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25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26" name="PlaceHolder 3"/>
          <p:cNvSpPr>
            <a:spLocks noGrp="1"/>
          </p:cNvSpPr>
          <p:nvPr>
            <p:ph/>
          </p:nvPr>
        </p:nvSpPr>
        <p:spPr>
          <a:xfrm>
            <a:off x="10403280" y="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27" name="PlaceHolder 4"/>
          <p:cNvSpPr>
            <a:spLocks noGrp="1"/>
          </p:cNvSpPr>
          <p:nvPr>
            <p:ph/>
          </p:nvPr>
        </p:nvSpPr>
        <p:spPr>
          <a:xfrm>
            <a:off x="11052360" y="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28" name="PlaceHolder 5"/>
          <p:cNvSpPr>
            <a:spLocks noGrp="1"/>
          </p:cNvSpPr>
          <p:nvPr>
            <p:ph/>
          </p:nvPr>
        </p:nvSpPr>
        <p:spPr>
          <a:xfrm>
            <a:off x="9754200" y="358200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29" name="PlaceHolder 6"/>
          <p:cNvSpPr>
            <a:spLocks noGrp="1"/>
          </p:cNvSpPr>
          <p:nvPr>
            <p:ph/>
          </p:nvPr>
        </p:nvSpPr>
        <p:spPr>
          <a:xfrm>
            <a:off x="10403280" y="358200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30" name="PlaceHolder 7"/>
          <p:cNvSpPr>
            <a:spLocks noGrp="1"/>
          </p:cNvSpPr>
          <p:nvPr>
            <p:ph/>
          </p:nvPr>
        </p:nvSpPr>
        <p:spPr>
          <a:xfrm>
            <a:off x="11052360" y="358200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34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35"/>
          </p:nvPr>
        </p:nvSpPr>
        <p:spPr/>
        <p:txBody>
          <a:bodyPr/>
          <a:lstStyle/>
          <a:p>
            <a:fld id="{5C25BC0D-4CA4-439B-BB7D-A50AFCBA541D}" type="slidenum">
              <a:rPr/>
              <a:t>‹#›</a:t>
            </a:fld>
            <a:endParaRPr/>
          </a:p>
        </p:txBody>
      </p:sp>
      <p:sp>
        <p:nvSpPr>
          <p:cNvPr id="11" name="PlaceHolder 10"/>
          <p:cNvSpPr>
            <a:spLocks noGrp="1"/>
          </p:cNvSpPr>
          <p:nvPr>
            <p:ph type="dt" idx="33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170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37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38"/>
          </p:nvPr>
        </p:nvSpPr>
        <p:spPr/>
        <p:txBody>
          <a:bodyPr/>
          <a:lstStyle/>
          <a:p>
            <a:fld id="{AF070CDD-DD76-4084-9BF3-62BA0FF21DF5}" type="slidenum">
              <a:rPr/>
              <a:t>‹#›</a:t>
            </a:fld>
            <a:endParaRPr/>
          </a:p>
        </p:txBody>
      </p:sp>
      <p:sp>
        <p:nvSpPr>
          <p:cNvPr id="4" name="PlaceHolder 3"/>
          <p:cNvSpPr>
            <a:spLocks noGrp="1"/>
          </p:cNvSpPr>
          <p:nvPr>
            <p:ph type="dt" idx="36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171.xml><?xml version="1.0" encoding="utf-8"?>
<p:sldLayout xmlns:a="http://schemas.openxmlformats.org/drawingml/2006/main" xmlns:r="http://schemas.openxmlformats.org/officeDocument/2006/relationships" xmlns:p="http://schemas.openxmlformats.org/presentationml/2006/main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9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40" name="PlaceHolder 2"/>
          <p:cNvSpPr>
            <a:spLocks noGrp="1"/>
          </p:cNvSpPr>
          <p:nvPr>
            <p:ph type="subTitle"/>
          </p:nvPr>
        </p:nvSpPr>
        <p:spPr>
          <a:xfrm>
            <a:off x="9754200" y="0"/>
            <a:ext cx="191880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</a:pPr>
            <a:endParaRPr lang="en-US" sz="3200" b="0" strike="noStrike" spc="-1"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37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38"/>
          </p:nvPr>
        </p:nvSpPr>
        <p:spPr/>
        <p:txBody>
          <a:bodyPr/>
          <a:lstStyle/>
          <a:p>
            <a:fld id="{914B97E0-C0F9-4439-B1C0-E21BE15A4817}" type="slidenum">
              <a:rPr/>
              <a:t>‹#›</a:t>
            </a:fld>
            <a:endParaRPr/>
          </a:p>
        </p:txBody>
      </p:sp>
      <p:sp>
        <p:nvSpPr>
          <p:cNvPr id="6" name="PlaceHolder 5"/>
          <p:cNvSpPr>
            <a:spLocks noGrp="1"/>
          </p:cNvSpPr>
          <p:nvPr>
            <p:ph type="dt" idx="36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17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1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42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191880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37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38"/>
          </p:nvPr>
        </p:nvSpPr>
        <p:spPr/>
        <p:txBody>
          <a:bodyPr/>
          <a:lstStyle/>
          <a:p>
            <a:fld id="{610E677E-4130-4E4B-B145-C136E76D1DAB}" type="slidenum">
              <a:rPr/>
              <a:t>‹#›</a:t>
            </a:fld>
            <a:endParaRPr/>
          </a:p>
        </p:txBody>
      </p:sp>
      <p:sp>
        <p:nvSpPr>
          <p:cNvPr id="6" name="PlaceHolder 5"/>
          <p:cNvSpPr>
            <a:spLocks noGrp="1"/>
          </p:cNvSpPr>
          <p:nvPr>
            <p:ph type="dt" idx="36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173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3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44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93636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45" name="PlaceHolder 3"/>
          <p:cNvSpPr>
            <a:spLocks noGrp="1"/>
          </p:cNvSpPr>
          <p:nvPr>
            <p:ph/>
          </p:nvPr>
        </p:nvSpPr>
        <p:spPr>
          <a:xfrm>
            <a:off x="10737720" y="0"/>
            <a:ext cx="93636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37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38"/>
          </p:nvPr>
        </p:nvSpPr>
        <p:spPr/>
        <p:txBody>
          <a:bodyPr/>
          <a:lstStyle/>
          <a:p>
            <a:fld id="{267119F9-7AB3-49E7-854D-EBBD7C493FDF}" type="slidenum">
              <a:rPr/>
              <a:t>‹#›</a:t>
            </a:fld>
            <a:endParaRPr/>
          </a:p>
        </p:txBody>
      </p:sp>
      <p:sp>
        <p:nvSpPr>
          <p:cNvPr id="7" name="PlaceHolder 6"/>
          <p:cNvSpPr>
            <a:spLocks noGrp="1"/>
          </p:cNvSpPr>
          <p:nvPr>
            <p:ph type="dt" idx="36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17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6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37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38"/>
          </p:nvPr>
        </p:nvSpPr>
        <p:spPr/>
        <p:txBody>
          <a:bodyPr/>
          <a:lstStyle/>
          <a:p>
            <a:fld id="{F82C9C84-D5C2-4E35-893A-150DB2A37DD2}" type="slidenum">
              <a:rPr/>
              <a:t>‹#›</a:t>
            </a:fld>
            <a:endParaRPr/>
          </a:p>
        </p:txBody>
      </p:sp>
      <p:sp>
        <p:nvSpPr>
          <p:cNvPr id="5" name="PlaceHolder 4"/>
          <p:cNvSpPr>
            <a:spLocks noGrp="1"/>
          </p:cNvSpPr>
          <p:nvPr>
            <p:ph type="dt" idx="36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175.xml><?xml version="1.0" encoding="utf-8"?>
<p:sldLayout xmlns:a="http://schemas.openxmlformats.org/drawingml/2006/main" xmlns:r="http://schemas.openxmlformats.org/officeDocument/2006/relationships" xmlns:p="http://schemas.openxmlformats.org/presentationml/2006/main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7" name="PlaceHolder 1"/>
          <p:cNvSpPr>
            <a:spLocks noGrp="1"/>
          </p:cNvSpPr>
          <p:nvPr>
            <p:ph type="subTitle"/>
          </p:nvPr>
        </p:nvSpPr>
        <p:spPr>
          <a:xfrm>
            <a:off x="609480" y="273600"/>
            <a:ext cx="10972440" cy="5307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</a:pPr>
            <a:endParaRPr lang="en-US" sz="3200" b="0" strike="noStrike" spc="-1"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37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38"/>
          </p:nvPr>
        </p:nvSpPr>
        <p:spPr/>
        <p:txBody>
          <a:bodyPr/>
          <a:lstStyle/>
          <a:p>
            <a:fld id="{D5FCC628-3056-4708-9DF6-22D99998B1DD}" type="slidenum">
              <a:rPr/>
              <a:t>‹#›</a:t>
            </a:fld>
            <a:endParaRPr/>
          </a:p>
        </p:txBody>
      </p:sp>
      <p:sp>
        <p:nvSpPr>
          <p:cNvPr id="5" name="PlaceHolder 4"/>
          <p:cNvSpPr>
            <a:spLocks noGrp="1"/>
          </p:cNvSpPr>
          <p:nvPr>
            <p:ph type="dt" idx="36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176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8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49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50" name="PlaceHolder 3"/>
          <p:cNvSpPr>
            <a:spLocks noGrp="1"/>
          </p:cNvSpPr>
          <p:nvPr>
            <p:ph/>
          </p:nvPr>
        </p:nvSpPr>
        <p:spPr>
          <a:xfrm>
            <a:off x="10737720" y="0"/>
            <a:ext cx="93636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51" name="PlaceHolder 4"/>
          <p:cNvSpPr>
            <a:spLocks noGrp="1"/>
          </p:cNvSpPr>
          <p:nvPr>
            <p:ph/>
          </p:nvPr>
        </p:nvSpPr>
        <p:spPr>
          <a:xfrm>
            <a:off x="9754200" y="358200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37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38"/>
          </p:nvPr>
        </p:nvSpPr>
        <p:spPr/>
        <p:txBody>
          <a:bodyPr/>
          <a:lstStyle/>
          <a:p>
            <a:fld id="{88BEBBCF-FF8E-48EE-9D05-866F514734B5}" type="slidenum">
              <a:rPr/>
              <a:t>‹#›</a:t>
            </a:fld>
            <a:endParaRPr/>
          </a:p>
        </p:txBody>
      </p:sp>
      <p:sp>
        <p:nvSpPr>
          <p:cNvPr id="8" name="PlaceHolder 7"/>
          <p:cNvSpPr>
            <a:spLocks noGrp="1"/>
          </p:cNvSpPr>
          <p:nvPr>
            <p:ph type="dt" idx="36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177.xml><?xml version="1.0" encoding="utf-8"?>
<p:sldLayout xmlns:a="http://schemas.openxmlformats.org/drawingml/2006/main" xmlns:r="http://schemas.openxmlformats.org/officeDocument/2006/relationships" xmlns:p="http://schemas.openxmlformats.org/presentationml/2006/main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2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53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93636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54" name="PlaceHolder 3"/>
          <p:cNvSpPr>
            <a:spLocks noGrp="1"/>
          </p:cNvSpPr>
          <p:nvPr>
            <p:ph/>
          </p:nvPr>
        </p:nvSpPr>
        <p:spPr>
          <a:xfrm>
            <a:off x="1073772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55" name="PlaceHolder 4"/>
          <p:cNvSpPr>
            <a:spLocks noGrp="1"/>
          </p:cNvSpPr>
          <p:nvPr>
            <p:ph/>
          </p:nvPr>
        </p:nvSpPr>
        <p:spPr>
          <a:xfrm>
            <a:off x="10737720" y="358200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37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38"/>
          </p:nvPr>
        </p:nvSpPr>
        <p:spPr/>
        <p:txBody>
          <a:bodyPr/>
          <a:lstStyle/>
          <a:p>
            <a:fld id="{9D867649-9F44-43CD-9684-9AA68E759C0A}" type="slidenum">
              <a:rPr/>
              <a:t>‹#›</a:t>
            </a:fld>
            <a:endParaRPr/>
          </a:p>
        </p:txBody>
      </p:sp>
      <p:sp>
        <p:nvSpPr>
          <p:cNvPr id="8" name="PlaceHolder 7"/>
          <p:cNvSpPr>
            <a:spLocks noGrp="1"/>
          </p:cNvSpPr>
          <p:nvPr>
            <p:ph type="dt" idx="36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178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6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57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58" name="PlaceHolder 3"/>
          <p:cNvSpPr>
            <a:spLocks noGrp="1"/>
          </p:cNvSpPr>
          <p:nvPr>
            <p:ph/>
          </p:nvPr>
        </p:nvSpPr>
        <p:spPr>
          <a:xfrm>
            <a:off x="1073772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59" name="PlaceHolder 4"/>
          <p:cNvSpPr>
            <a:spLocks noGrp="1"/>
          </p:cNvSpPr>
          <p:nvPr>
            <p:ph/>
          </p:nvPr>
        </p:nvSpPr>
        <p:spPr>
          <a:xfrm>
            <a:off x="9754200" y="3582000"/>
            <a:ext cx="191880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37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38"/>
          </p:nvPr>
        </p:nvSpPr>
        <p:spPr/>
        <p:txBody>
          <a:bodyPr/>
          <a:lstStyle/>
          <a:p>
            <a:fld id="{217841CF-4FE5-49AD-A693-2E71A1738397}" type="slidenum">
              <a:rPr/>
              <a:t>‹#›</a:t>
            </a:fld>
            <a:endParaRPr/>
          </a:p>
        </p:txBody>
      </p:sp>
      <p:sp>
        <p:nvSpPr>
          <p:cNvPr id="8" name="PlaceHolder 7"/>
          <p:cNvSpPr>
            <a:spLocks noGrp="1"/>
          </p:cNvSpPr>
          <p:nvPr>
            <p:ph type="dt" idx="36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179.xml><?xml version="1.0" encoding="utf-8"?>
<p:sldLayout xmlns:a="http://schemas.openxmlformats.org/drawingml/2006/main" xmlns:r="http://schemas.openxmlformats.org/officeDocument/2006/relationships" xmlns:p="http://schemas.openxmlformats.org/presentationml/2006/main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0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61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191880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62" name="PlaceHolder 3"/>
          <p:cNvSpPr>
            <a:spLocks noGrp="1"/>
          </p:cNvSpPr>
          <p:nvPr>
            <p:ph/>
          </p:nvPr>
        </p:nvSpPr>
        <p:spPr>
          <a:xfrm>
            <a:off x="9754200" y="3582000"/>
            <a:ext cx="191880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37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38"/>
          </p:nvPr>
        </p:nvSpPr>
        <p:spPr/>
        <p:txBody>
          <a:bodyPr/>
          <a:lstStyle/>
          <a:p>
            <a:fld id="{A55B075C-DBB1-4F80-A796-38D269EC8845}" type="slidenum">
              <a:rPr/>
              <a:t>‹#›</a:t>
            </a:fld>
            <a:endParaRPr/>
          </a:p>
        </p:txBody>
      </p:sp>
      <p:sp>
        <p:nvSpPr>
          <p:cNvPr id="7" name="PlaceHolder 6"/>
          <p:cNvSpPr>
            <a:spLocks noGrp="1"/>
          </p:cNvSpPr>
          <p:nvPr>
            <p:ph type="dt" idx="36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180.xml><?xml version="1.0" encoding="utf-8"?>
<p:sldLayout xmlns:a="http://schemas.openxmlformats.org/drawingml/2006/main" xmlns:r="http://schemas.openxmlformats.org/officeDocument/2006/relationships" xmlns:p="http://schemas.openxmlformats.org/presentationml/2006/main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3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64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65" name="PlaceHolder 3"/>
          <p:cNvSpPr>
            <a:spLocks noGrp="1"/>
          </p:cNvSpPr>
          <p:nvPr>
            <p:ph/>
          </p:nvPr>
        </p:nvSpPr>
        <p:spPr>
          <a:xfrm>
            <a:off x="1073772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66" name="PlaceHolder 4"/>
          <p:cNvSpPr>
            <a:spLocks noGrp="1"/>
          </p:cNvSpPr>
          <p:nvPr>
            <p:ph/>
          </p:nvPr>
        </p:nvSpPr>
        <p:spPr>
          <a:xfrm>
            <a:off x="9754200" y="358200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67" name="PlaceHolder 5"/>
          <p:cNvSpPr>
            <a:spLocks noGrp="1"/>
          </p:cNvSpPr>
          <p:nvPr>
            <p:ph/>
          </p:nvPr>
        </p:nvSpPr>
        <p:spPr>
          <a:xfrm>
            <a:off x="10737720" y="358200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37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38"/>
          </p:nvPr>
        </p:nvSpPr>
        <p:spPr/>
        <p:txBody>
          <a:bodyPr/>
          <a:lstStyle/>
          <a:p>
            <a:fld id="{C43F1A18-F216-4536-ADA3-0B1586B8BD5B}" type="slidenum">
              <a:rPr/>
              <a:t>‹#›</a:t>
            </a:fld>
            <a:endParaRPr/>
          </a:p>
        </p:txBody>
      </p:sp>
      <p:sp>
        <p:nvSpPr>
          <p:cNvPr id="9" name="PlaceHolder 8"/>
          <p:cNvSpPr>
            <a:spLocks noGrp="1"/>
          </p:cNvSpPr>
          <p:nvPr>
            <p:ph type="dt" idx="36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18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8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69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70" name="PlaceHolder 3"/>
          <p:cNvSpPr>
            <a:spLocks noGrp="1"/>
          </p:cNvSpPr>
          <p:nvPr>
            <p:ph/>
          </p:nvPr>
        </p:nvSpPr>
        <p:spPr>
          <a:xfrm>
            <a:off x="10403280" y="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71" name="PlaceHolder 4"/>
          <p:cNvSpPr>
            <a:spLocks noGrp="1"/>
          </p:cNvSpPr>
          <p:nvPr>
            <p:ph/>
          </p:nvPr>
        </p:nvSpPr>
        <p:spPr>
          <a:xfrm>
            <a:off x="11052360" y="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72" name="PlaceHolder 5"/>
          <p:cNvSpPr>
            <a:spLocks noGrp="1"/>
          </p:cNvSpPr>
          <p:nvPr>
            <p:ph/>
          </p:nvPr>
        </p:nvSpPr>
        <p:spPr>
          <a:xfrm>
            <a:off x="9754200" y="358200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73" name="PlaceHolder 6"/>
          <p:cNvSpPr>
            <a:spLocks noGrp="1"/>
          </p:cNvSpPr>
          <p:nvPr>
            <p:ph/>
          </p:nvPr>
        </p:nvSpPr>
        <p:spPr>
          <a:xfrm>
            <a:off x="10403280" y="358200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74" name="PlaceHolder 7"/>
          <p:cNvSpPr>
            <a:spLocks noGrp="1"/>
          </p:cNvSpPr>
          <p:nvPr>
            <p:ph/>
          </p:nvPr>
        </p:nvSpPr>
        <p:spPr>
          <a:xfrm>
            <a:off x="11052360" y="358200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37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38"/>
          </p:nvPr>
        </p:nvSpPr>
        <p:spPr/>
        <p:txBody>
          <a:bodyPr/>
          <a:lstStyle/>
          <a:p>
            <a:fld id="{E564F226-3077-47C5-AB48-CC98EA17B993}" type="slidenum">
              <a:rPr/>
              <a:t>‹#›</a:t>
            </a:fld>
            <a:endParaRPr/>
          </a:p>
        </p:txBody>
      </p:sp>
      <p:sp>
        <p:nvSpPr>
          <p:cNvPr id="11" name="PlaceHolder 10"/>
          <p:cNvSpPr>
            <a:spLocks noGrp="1"/>
          </p:cNvSpPr>
          <p:nvPr>
            <p:ph type="dt" idx="36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18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40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41"/>
          </p:nvPr>
        </p:nvSpPr>
        <p:spPr/>
        <p:txBody>
          <a:bodyPr/>
          <a:lstStyle/>
          <a:p>
            <a:fld id="{CC8B43B0-6E9D-4FC1-96EF-77F594FCD8B5}" type="slidenum">
              <a:rPr/>
              <a:t>‹#›</a:t>
            </a:fld>
            <a:endParaRPr/>
          </a:p>
        </p:txBody>
      </p:sp>
      <p:sp>
        <p:nvSpPr>
          <p:cNvPr id="4" name="PlaceHolder 3"/>
          <p:cNvSpPr>
            <a:spLocks noGrp="1"/>
          </p:cNvSpPr>
          <p:nvPr>
            <p:ph type="dt" idx="39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183.xml><?xml version="1.0" encoding="utf-8"?>
<p:sldLayout xmlns:a="http://schemas.openxmlformats.org/drawingml/2006/main" xmlns:r="http://schemas.openxmlformats.org/officeDocument/2006/relationships" xmlns:p="http://schemas.openxmlformats.org/presentationml/2006/main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0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91" name="PlaceHolder 2"/>
          <p:cNvSpPr>
            <a:spLocks noGrp="1"/>
          </p:cNvSpPr>
          <p:nvPr>
            <p:ph type="subTitle"/>
          </p:nvPr>
        </p:nvSpPr>
        <p:spPr>
          <a:xfrm>
            <a:off x="9754200" y="0"/>
            <a:ext cx="191880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</a:pPr>
            <a:endParaRPr lang="en-US" sz="3200" b="0" strike="noStrike" spc="-1"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40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41"/>
          </p:nvPr>
        </p:nvSpPr>
        <p:spPr/>
        <p:txBody>
          <a:bodyPr/>
          <a:lstStyle/>
          <a:p>
            <a:fld id="{9DF69649-F474-4F7F-B8C5-CC3106068DE9}" type="slidenum">
              <a:rPr/>
              <a:t>‹#›</a:t>
            </a:fld>
            <a:endParaRPr/>
          </a:p>
        </p:txBody>
      </p:sp>
      <p:sp>
        <p:nvSpPr>
          <p:cNvPr id="6" name="PlaceHolder 5"/>
          <p:cNvSpPr>
            <a:spLocks noGrp="1"/>
          </p:cNvSpPr>
          <p:nvPr>
            <p:ph type="dt" idx="39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18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2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93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191880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40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41"/>
          </p:nvPr>
        </p:nvSpPr>
        <p:spPr/>
        <p:txBody>
          <a:bodyPr/>
          <a:lstStyle/>
          <a:p>
            <a:fld id="{265F83E5-3D1A-4B49-A4A8-788B51F23816}" type="slidenum">
              <a:rPr/>
              <a:t>‹#›</a:t>
            </a:fld>
            <a:endParaRPr/>
          </a:p>
        </p:txBody>
      </p:sp>
      <p:sp>
        <p:nvSpPr>
          <p:cNvPr id="6" name="PlaceHolder 5"/>
          <p:cNvSpPr>
            <a:spLocks noGrp="1"/>
          </p:cNvSpPr>
          <p:nvPr>
            <p:ph type="dt" idx="39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18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4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95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93636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96" name="PlaceHolder 3"/>
          <p:cNvSpPr>
            <a:spLocks noGrp="1"/>
          </p:cNvSpPr>
          <p:nvPr>
            <p:ph/>
          </p:nvPr>
        </p:nvSpPr>
        <p:spPr>
          <a:xfrm>
            <a:off x="10737720" y="0"/>
            <a:ext cx="93636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40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41"/>
          </p:nvPr>
        </p:nvSpPr>
        <p:spPr/>
        <p:txBody>
          <a:bodyPr/>
          <a:lstStyle/>
          <a:p>
            <a:fld id="{5AB75D4F-FB36-40DA-9245-B2053DA3EE78}" type="slidenum">
              <a:rPr/>
              <a:t>‹#›</a:t>
            </a:fld>
            <a:endParaRPr/>
          </a:p>
        </p:txBody>
      </p:sp>
      <p:sp>
        <p:nvSpPr>
          <p:cNvPr id="7" name="PlaceHolder 6"/>
          <p:cNvSpPr>
            <a:spLocks noGrp="1"/>
          </p:cNvSpPr>
          <p:nvPr>
            <p:ph type="dt" idx="39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18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7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40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41"/>
          </p:nvPr>
        </p:nvSpPr>
        <p:spPr/>
        <p:txBody>
          <a:bodyPr/>
          <a:lstStyle/>
          <a:p>
            <a:fld id="{0A163F75-2D61-435C-8719-124915180BA8}" type="slidenum">
              <a:rPr/>
              <a:t>‹#›</a:t>
            </a:fld>
            <a:endParaRPr/>
          </a:p>
        </p:txBody>
      </p:sp>
      <p:sp>
        <p:nvSpPr>
          <p:cNvPr id="5" name="PlaceHolder 4"/>
          <p:cNvSpPr>
            <a:spLocks noGrp="1"/>
          </p:cNvSpPr>
          <p:nvPr>
            <p:ph type="dt" idx="39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187.xml><?xml version="1.0" encoding="utf-8"?>
<p:sldLayout xmlns:a="http://schemas.openxmlformats.org/drawingml/2006/main" xmlns:r="http://schemas.openxmlformats.org/officeDocument/2006/relationships" xmlns:p="http://schemas.openxmlformats.org/presentationml/2006/main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8" name="PlaceHolder 1"/>
          <p:cNvSpPr>
            <a:spLocks noGrp="1"/>
          </p:cNvSpPr>
          <p:nvPr>
            <p:ph type="subTitle"/>
          </p:nvPr>
        </p:nvSpPr>
        <p:spPr>
          <a:xfrm>
            <a:off x="609480" y="273600"/>
            <a:ext cx="10972440" cy="5307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</a:pPr>
            <a:endParaRPr lang="en-US" sz="3200" b="0" strike="noStrike" spc="-1"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40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41"/>
          </p:nvPr>
        </p:nvSpPr>
        <p:spPr/>
        <p:txBody>
          <a:bodyPr/>
          <a:lstStyle/>
          <a:p>
            <a:fld id="{7E43D8C4-5E5D-4AB8-A074-4DA2D5AA9E1E}" type="slidenum">
              <a:rPr/>
              <a:t>‹#›</a:t>
            </a:fld>
            <a:endParaRPr/>
          </a:p>
        </p:txBody>
      </p:sp>
      <p:sp>
        <p:nvSpPr>
          <p:cNvPr id="5" name="PlaceHolder 4"/>
          <p:cNvSpPr>
            <a:spLocks noGrp="1"/>
          </p:cNvSpPr>
          <p:nvPr>
            <p:ph type="dt" idx="39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188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9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700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701" name="PlaceHolder 3"/>
          <p:cNvSpPr>
            <a:spLocks noGrp="1"/>
          </p:cNvSpPr>
          <p:nvPr>
            <p:ph/>
          </p:nvPr>
        </p:nvSpPr>
        <p:spPr>
          <a:xfrm>
            <a:off x="10737720" y="0"/>
            <a:ext cx="93636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702" name="PlaceHolder 4"/>
          <p:cNvSpPr>
            <a:spLocks noGrp="1"/>
          </p:cNvSpPr>
          <p:nvPr>
            <p:ph/>
          </p:nvPr>
        </p:nvSpPr>
        <p:spPr>
          <a:xfrm>
            <a:off x="9754200" y="358200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40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41"/>
          </p:nvPr>
        </p:nvSpPr>
        <p:spPr/>
        <p:txBody>
          <a:bodyPr/>
          <a:lstStyle/>
          <a:p>
            <a:fld id="{1310559E-DB54-45B0-957B-C8B1805093D4}" type="slidenum">
              <a:rPr/>
              <a:t>‹#›</a:t>
            </a:fld>
            <a:endParaRPr/>
          </a:p>
        </p:txBody>
      </p:sp>
      <p:sp>
        <p:nvSpPr>
          <p:cNvPr id="8" name="PlaceHolder 7"/>
          <p:cNvSpPr>
            <a:spLocks noGrp="1"/>
          </p:cNvSpPr>
          <p:nvPr>
            <p:ph type="dt" idx="39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189.xml><?xml version="1.0" encoding="utf-8"?>
<p:sldLayout xmlns:a="http://schemas.openxmlformats.org/drawingml/2006/main" xmlns:r="http://schemas.openxmlformats.org/officeDocument/2006/relationships" xmlns:p="http://schemas.openxmlformats.org/presentationml/2006/main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3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704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93636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705" name="PlaceHolder 3"/>
          <p:cNvSpPr>
            <a:spLocks noGrp="1"/>
          </p:cNvSpPr>
          <p:nvPr>
            <p:ph/>
          </p:nvPr>
        </p:nvSpPr>
        <p:spPr>
          <a:xfrm>
            <a:off x="1073772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706" name="PlaceHolder 4"/>
          <p:cNvSpPr>
            <a:spLocks noGrp="1"/>
          </p:cNvSpPr>
          <p:nvPr>
            <p:ph/>
          </p:nvPr>
        </p:nvSpPr>
        <p:spPr>
          <a:xfrm>
            <a:off x="10737720" y="358200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40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41"/>
          </p:nvPr>
        </p:nvSpPr>
        <p:spPr/>
        <p:txBody>
          <a:bodyPr/>
          <a:lstStyle/>
          <a:p>
            <a:fld id="{CB38E76F-4F91-4A37-9B6E-B4B5C8628C6A}" type="slidenum">
              <a:rPr/>
              <a:t>‹#›</a:t>
            </a:fld>
            <a:endParaRPr/>
          </a:p>
        </p:txBody>
      </p:sp>
      <p:sp>
        <p:nvSpPr>
          <p:cNvPr id="8" name="PlaceHolder 7"/>
          <p:cNvSpPr>
            <a:spLocks noGrp="1"/>
          </p:cNvSpPr>
          <p:nvPr>
            <p:ph type="dt" idx="39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190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7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708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709" name="PlaceHolder 3"/>
          <p:cNvSpPr>
            <a:spLocks noGrp="1"/>
          </p:cNvSpPr>
          <p:nvPr>
            <p:ph/>
          </p:nvPr>
        </p:nvSpPr>
        <p:spPr>
          <a:xfrm>
            <a:off x="1073772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710" name="PlaceHolder 4"/>
          <p:cNvSpPr>
            <a:spLocks noGrp="1"/>
          </p:cNvSpPr>
          <p:nvPr>
            <p:ph/>
          </p:nvPr>
        </p:nvSpPr>
        <p:spPr>
          <a:xfrm>
            <a:off x="9754200" y="3582000"/>
            <a:ext cx="191880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40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41"/>
          </p:nvPr>
        </p:nvSpPr>
        <p:spPr/>
        <p:txBody>
          <a:bodyPr/>
          <a:lstStyle/>
          <a:p>
            <a:fld id="{6899ADF2-E6EC-40D4-9337-C6E9F26B28B7}" type="slidenum">
              <a:rPr/>
              <a:t>‹#›</a:t>
            </a:fld>
            <a:endParaRPr/>
          </a:p>
        </p:txBody>
      </p:sp>
      <p:sp>
        <p:nvSpPr>
          <p:cNvPr id="8" name="PlaceHolder 7"/>
          <p:cNvSpPr>
            <a:spLocks noGrp="1"/>
          </p:cNvSpPr>
          <p:nvPr>
            <p:ph type="dt" idx="39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191.xml><?xml version="1.0" encoding="utf-8"?>
<p:sldLayout xmlns:a="http://schemas.openxmlformats.org/drawingml/2006/main" xmlns:r="http://schemas.openxmlformats.org/officeDocument/2006/relationships" xmlns:p="http://schemas.openxmlformats.org/presentationml/2006/main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1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712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191880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713" name="PlaceHolder 3"/>
          <p:cNvSpPr>
            <a:spLocks noGrp="1"/>
          </p:cNvSpPr>
          <p:nvPr>
            <p:ph/>
          </p:nvPr>
        </p:nvSpPr>
        <p:spPr>
          <a:xfrm>
            <a:off x="9754200" y="3582000"/>
            <a:ext cx="191880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40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41"/>
          </p:nvPr>
        </p:nvSpPr>
        <p:spPr/>
        <p:txBody>
          <a:bodyPr/>
          <a:lstStyle/>
          <a:p>
            <a:fld id="{F5B25E82-DD19-4BBC-9216-41E7D1431392}" type="slidenum">
              <a:rPr/>
              <a:t>‹#›</a:t>
            </a:fld>
            <a:endParaRPr/>
          </a:p>
        </p:txBody>
      </p:sp>
      <p:sp>
        <p:nvSpPr>
          <p:cNvPr id="7" name="PlaceHolder 6"/>
          <p:cNvSpPr>
            <a:spLocks noGrp="1"/>
          </p:cNvSpPr>
          <p:nvPr>
            <p:ph type="dt" idx="39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192.xml><?xml version="1.0" encoding="utf-8"?>
<p:sldLayout xmlns:a="http://schemas.openxmlformats.org/drawingml/2006/main" xmlns:r="http://schemas.openxmlformats.org/officeDocument/2006/relationships" xmlns:p="http://schemas.openxmlformats.org/presentationml/2006/main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4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715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716" name="PlaceHolder 3"/>
          <p:cNvSpPr>
            <a:spLocks noGrp="1"/>
          </p:cNvSpPr>
          <p:nvPr>
            <p:ph/>
          </p:nvPr>
        </p:nvSpPr>
        <p:spPr>
          <a:xfrm>
            <a:off x="1073772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717" name="PlaceHolder 4"/>
          <p:cNvSpPr>
            <a:spLocks noGrp="1"/>
          </p:cNvSpPr>
          <p:nvPr>
            <p:ph/>
          </p:nvPr>
        </p:nvSpPr>
        <p:spPr>
          <a:xfrm>
            <a:off x="9754200" y="358200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718" name="PlaceHolder 5"/>
          <p:cNvSpPr>
            <a:spLocks noGrp="1"/>
          </p:cNvSpPr>
          <p:nvPr>
            <p:ph/>
          </p:nvPr>
        </p:nvSpPr>
        <p:spPr>
          <a:xfrm>
            <a:off x="10737720" y="358200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40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41"/>
          </p:nvPr>
        </p:nvSpPr>
        <p:spPr/>
        <p:txBody>
          <a:bodyPr/>
          <a:lstStyle/>
          <a:p>
            <a:fld id="{3CC33846-3FFF-4334-A504-E342F5A8367E}" type="slidenum">
              <a:rPr/>
              <a:t>‹#›</a:t>
            </a:fld>
            <a:endParaRPr/>
          </a:p>
        </p:txBody>
      </p:sp>
      <p:sp>
        <p:nvSpPr>
          <p:cNvPr id="9" name="PlaceHolder 8"/>
          <p:cNvSpPr>
            <a:spLocks noGrp="1"/>
          </p:cNvSpPr>
          <p:nvPr>
            <p:ph type="dt" idx="39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193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9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720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721" name="PlaceHolder 3"/>
          <p:cNvSpPr>
            <a:spLocks noGrp="1"/>
          </p:cNvSpPr>
          <p:nvPr>
            <p:ph/>
          </p:nvPr>
        </p:nvSpPr>
        <p:spPr>
          <a:xfrm>
            <a:off x="10403280" y="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722" name="PlaceHolder 4"/>
          <p:cNvSpPr>
            <a:spLocks noGrp="1"/>
          </p:cNvSpPr>
          <p:nvPr>
            <p:ph/>
          </p:nvPr>
        </p:nvSpPr>
        <p:spPr>
          <a:xfrm>
            <a:off x="11052360" y="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723" name="PlaceHolder 5"/>
          <p:cNvSpPr>
            <a:spLocks noGrp="1"/>
          </p:cNvSpPr>
          <p:nvPr>
            <p:ph/>
          </p:nvPr>
        </p:nvSpPr>
        <p:spPr>
          <a:xfrm>
            <a:off x="9754200" y="358200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724" name="PlaceHolder 6"/>
          <p:cNvSpPr>
            <a:spLocks noGrp="1"/>
          </p:cNvSpPr>
          <p:nvPr>
            <p:ph/>
          </p:nvPr>
        </p:nvSpPr>
        <p:spPr>
          <a:xfrm>
            <a:off x="10403280" y="358200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725" name="PlaceHolder 7"/>
          <p:cNvSpPr>
            <a:spLocks noGrp="1"/>
          </p:cNvSpPr>
          <p:nvPr>
            <p:ph/>
          </p:nvPr>
        </p:nvSpPr>
        <p:spPr>
          <a:xfrm>
            <a:off x="11052360" y="358200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40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41"/>
          </p:nvPr>
        </p:nvSpPr>
        <p:spPr/>
        <p:txBody>
          <a:bodyPr/>
          <a:lstStyle/>
          <a:p>
            <a:fld id="{4F5B98EE-58F0-46C4-B6C8-6A436EA728BD}" type="slidenum">
              <a:rPr/>
              <a:t>‹#›</a:t>
            </a:fld>
            <a:endParaRPr/>
          </a:p>
        </p:txBody>
      </p:sp>
      <p:sp>
        <p:nvSpPr>
          <p:cNvPr id="11" name="PlaceHolder 10"/>
          <p:cNvSpPr>
            <a:spLocks noGrp="1"/>
          </p:cNvSpPr>
          <p:nvPr>
            <p:ph type="dt" idx="39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194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43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44"/>
          </p:nvPr>
        </p:nvSpPr>
        <p:spPr/>
        <p:txBody>
          <a:bodyPr/>
          <a:lstStyle/>
          <a:p>
            <a:fld id="{773C898F-ECA6-4F1C-8D43-5AA644FB9C8E}" type="slidenum">
              <a:rPr/>
              <a:t>‹#›</a:t>
            </a:fld>
            <a:endParaRPr/>
          </a:p>
        </p:txBody>
      </p:sp>
      <p:sp>
        <p:nvSpPr>
          <p:cNvPr id="4" name="PlaceHolder 3"/>
          <p:cNvSpPr>
            <a:spLocks noGrp="1"/>
          </p:cNvSpPr>
          <p:nvPr>
            <p:ph type="dt" idx="42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195.xml><?xml version="1.0" encoding="utf-8"?>
<p:sldLayout xmlns:a="http://schemas.openxmlformats.org/drawingml/2006/main" xmlns:r="http://schemas.openxmlformats.org/officeDocument/2006/relationships" xmlns:p="http://schemas.openxmlformats.org/presentationml/2006/main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2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743" name="PlaceHolder 2"/>
          <p:cNvSpPr>
            <a:spLocks noGrp="1"/>
          </p:cNvSpPr>
          <p:nvPr>
            <p:ph type="subTitle"/>
          </p:nvPr>
        </p:nvSpPr>
        <p:spPr>
          <a:xfrm>
            <a:off x="9754200" y="0"/>
            <a:ext cx="191880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</a:pPr>
            <a:endParaRPr lang="en-US" sz="3200" b="0" strike="noStrike" spc="-1"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43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44"/>
          </p:nvPr>
        </p:nvSpPr>
        <p:spPr/>
        <p:txBody>
          <a:bodyPr/>
          <a:lstStyle/>
          <a:p>
            <a:fld id="{1EDB267C-8E8A-4C0F-A543-953178F380F5}" type="slidenum">
              <a:rPr/>
              <a:t>‹#›</a:t>
            </a:fld>
            <a:endParaRPr/>
          </a:p>
        </p:txBody>
      </p:sp>
      <p:sp>
        <p:nvSpPr>
          <p:cNvPr id="6" name="PlaceHolder 5"/>
          <p:cNvSpPr>
            <a:spLocks noGrp="1"/>
          </p:cNvSpPr>
          <p:nvPr>
            <p:ph type="dt" idx="42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196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4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745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191880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43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44"/>
          </p:nvPr>
        </p:nvSpPr>
        <p:spPr/>
        <p:txBody>
          <a:bodyPr/>
          <a:lstStyle/>
          <a:p>
            <a:fld id="{1A9EFEBE-AA0E-475E-8D57-EAFB19C7A617}" type="slidenum">
              <a:rPr/>
              <a:t>‹#›</a:t>
            </a:fld>
            <a:endParaRPr/>
          </a:p>
        </p:txBody>
      </p:sp>
      <p:sp>
        <p:nvSpPr>
          <p:cNvPr id="6" name="PlaceHolder 5"/>
          <p:cNvSpPr>
            <a:spLocks noGrp="1"/>
          </p:cNvSpPr>
          <p:nvPr>
            <p:ph type="dt" idx="42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197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6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747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93636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748" name="PlaceHolder 3"/>
          <p:cNvSpPr>
            <a:spLocks noGrp="1"/>
          </p:cNvSpPr>
          <p:nvPr>
            <p:ph/>
          </p:nvPr>
        </p:nvSpPr>
        <p:spPr>
          <a:xfrm>
            <a:off x="10737720" y="0"/>
            <a:ext cx="93636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43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44"/>
          </p:nvPr>
        </p:nvSpPr>
        <p:spPr/>
        <p:txBody>
          <a:bodyPr/>
          <a:lstStyle/>
          <a:p>
            <a:fld id="{BBA8362A-2710-47BF-A6EF-3E4A06C50FE3}" type="slidenum">
              <a:rPr/>
              <a:t>‹#›</a:t>
            </a:fld>
            <a:endParaRPr/>
          </a:p>
        </p:txBody>
      </p:sp>
      <p:sp>
        <p:nvSpPr>
          <p:cNvPr id="7" name="PlaceHolder 6"/>
          <p:cNvSpPr>
            <a:spLocks noGrp="1"/>
          </p:cNvSpPr>
          <p:nvPr>
            <p:ph type="dt" idx="42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19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9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43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44"/>
          </p:nvPr>
        </p:nvSpPr>
        <p:spPr/>
        <p:txBody>
          <a:bodyPr/>
          <a:lstStyle/>
          <a:p>
            <a:fld id="{3E21267E-8341-4426-BE16-689203809475}" type="slidenum">
              <a:rPr/>
              <a:t>‹#›</a:t>
            </a:fld>
            <a:endParaRPr/>
          </a:p>
        </p:txBody>
      </p:sp>
      <p:sp>
        <p:nvSpPr>
          <p:cNvPr id="5" name="PlaceHolder 4"/>
          <p:cNvSpPr>
            <a:spLocks noGrp="1"/>
          </p:cNvSpPr>
          <p:nvPr>
            <p:ph type="dt" idx="42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199.xml><?xml version="1.0" encoding="utf-8"?>
<p:sldLayout xmlns:a="http://schemas.openxmlformats.org/drawingml/2006/main" xmlns:r="http://schemas.openxmlformats.org/officeDocument/2006/relationships" xmlns:p="http://schemas.openxmlformats.org/presentationml/2006/main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0" name="PlaceHolder 1"/>
          <p:cNvSpPr>
            <a:spLocks noGrp="1"/>
          </p:cNvSpPr>
          <p:nvPr>
            <p:ph type="subTitle"/>
          </p:nvPr>
        </p:nvSpPr>
        <p:spPr>
          <a:xfrm>
            <a:off x="609480" y="273600"/>
            <a:ext cx="10972440" cy="5307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</a:pPr>
            <a:endParaRPr lang="en-US" sz="3200" b="0" strike="noStrike" spc="-1"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43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44"/>
          </p:nvPr>
        </p:nvSpPr>
        <p:spPr/>
        <p:txBody>
          <a:bodyPr/>
          <a:lstStyle/>
          <a:p>
            <a:fld id="{DD34964C-46B9-4FAF-8516-7ED43BD362F8}" type="slidenum">
              <a:rPr/>
              <a:t>‹#›</a:t>
            </a:fld>
            <a:endParaRPr/>
          </a:p>
        </p:txBody>
      </p:sp>
      <p:sp>
        <p:nvSpPr>
          <p:cNvPr id="5" name="PlaceHolder 4"/>
          <p:cNvSpPr>
            <a:spLocks noGrp="1"/>
          </p:cNvSpPr>
          <p:nvPr>
            <p:ph type="dt" idx="42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200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1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752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753" name="PlaceHolder 3"/>
          <p:cNvSpPr>
            <a:spLocks noGrp="1"/>
          </p:cNvSpPr>
          <p:nvPr>
            <p:ph/>
          </p:nvPr>
        </p:nvSpPr>
        <p:spPr>
          <a:xfrm>
            <a:off x="10737720" y="0"/>
            <a:ext cx="93636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754" name="PlaceHolder 4"/>
          <p:cNvSpPr>
            <a:spLocks noGrp="1"/>
          </p:cNvSpPr>
          <p:nvPr>
            <p:ph/>
          </p:nvPr>
        </p:nvSpPr>
        <p:spPr>
          <a:xfrm>
            <a:off x="9754200" y="358200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43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44"/>
          </p:nvPr>
        </p:nvSpPr>
        <p:spPr/>
        <p:txBody>
          <a:bodyPr/>
          <a:lstStyle/>
          <a:p>
            <a:fld id="{55AB083C-22D9-4875-B989-2AF6CE3E1149}" type="slidenum">
              <a:rPr/>
              <a:t>‹#›</a:t>
            </a:fld>
            <a:endParaRPr/>
          </a:p>
        </p:txBody>
      </p:sp>
      <p:sp>
        <p:nvSpPr>
          <p:cNvPr id="8" name="PlaceHolder 7"/>
          <p:cNvSpPr>
            <a:spLocks noGrp="1"/>
          </p:cNvSpPr>
          <p:nvPr>
            <p:ph type="dt" idx="42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201.xml><?xml version="1.0" encoding="utf-8"?>
<p:sldLayout xmlns:a="http://schemas.openxmlformats.org/drawingml/2006/main" xmlns:r="http://schemas.openxmlformats.org/officeDocument/2006/relationships" xmlns:p="http://schemas.openxmlformats.org/presentationml/2006/main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5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756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93636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757" name="PlaceHolder 3"/>
          <p:cNvSpPr>
            <a:spLocks noGrp="1"/>
          </p:cNvSpPr>
          <p:nvPr>
            <p:ph/>
          </p:nvPr>
        </p:nvSpPr>
        <p:spPr>
          <a:xfrm>
            <a:off x="1073772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758" name="PlaceHolder 4"/>
          <p:cNvSpPr>
            <a:spLocks noGrp="1"/>
          </p:cNvSpPr>
          <p:nvPr>
            <p:ph/>
          </p:nvPr>
        </p:nvSpPr>
        <p:spPr>
          <a:xfrm>
            <a:off x="10737720" y="358200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43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44"/>
          </p:nvPr>
        </p:nvSpPr>
        <p:spPr/>
        <p:txBody>
          <a:bodyPr/>
          <a:lstStyle/>
          <a:p>
            <a:fld id="{81D6F55A-A446-4F23-86EC-07EA59CC8270}" type="slidenum">
              <a:rPr/>
              <a:t>‹#›</a:t>
            </a:fld>
            <a:endParaRPr/>
          </a:p>
        </p:txBody>
      </p:sp>
      <p:sp>
        <p:nvSpPr>
          <p:cNvPr id="8" name="PlaceHolder 7"/>
          <p:cNvSpPr>
            <a:spLocks noGrp="1"/>
          </p:cNvSpPr>
          <p:nvPr>
            <p:ph type="dt" idx="42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202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9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760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761" name="PlaceHolder 3"/>
          <p:cNvSpPr>
            <a:spLocks noGrp="1"/>
          </p:cNvSpPr>
          <p:nvPr>
            <p:ph/>
          </p:nvPr>
        </p:nvSpPr>
        <p:spPr>
          <a:xfrm>
            <a:off x="1073772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762" name="PlaceHolder 4"/>
          <p:cNvSpPr>
            <a:spLocks noGrp="1"/>
          </p:cNvSpPr>
          <p:nvPr>
            <p:ph/>
          </p:nvPr>
        </p:nvSpPr>
        <p:spPr>
          <a:xfrm>
            <a:off x="9754200" y="3582000"/>
            <a:ext cx="191880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43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44"/>
          </p:nvPr>
        </p:nvSpPr>
        <p:spPr/>
        <p:txBody>
          <a:bodyPr/>
          <a:lstStyle/>
          <a:p>
            <a:fld id="{FB77BCCC-E0CE-4A24-8570-8269E88B732D}" type="slidenum">
              <a:rPr/>
              <a:t>‹#›</a:t>
            </a:fld>
            <a:endParaRPr/>
          </a:p>
        </p:txBody>
      </p:sp>
      <p:sp>
        <p:nvSpPr>
          <p:cNvPr id="8" name="PlaceHolder 7"/>
          <p:cNvSpPr>
            <a:spLocks noGrp="1"/>
          </p:cNvSpPr>
          <p:nvPr>
            <p:ph type="dt" idx="42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203.xml><?xml version="1.0" encoding="utf-8"?>
<p:sldLayout xmlns:a="http://schemas.openxmlformats.org/drawingml/2006/main" xmlns:r="http://schemas.openxmlformats.org/officeDocument/2006/relationships" xmlns:p="http://schemas.openxmlformats.org/presentationml/2006/main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3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764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191880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765" name="PlaceHolder 3"/>
          <p:cNvSpPr>
            <a:spLocks noGrp="1"/>
          </p:cNvSpPr>
          <p:nvPr>
            <p:ph/>
          </p:nvPr>
        </p:nvSpPr>
        <p:spPr>
          <a:xfrm>
            <a:off x="9754200" y="3582000"/>
            <a:ext cx="191880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43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44"/>
          </p:nvPr>
        </p:nvSpPr>
        <p:spPr/>
        <p:txBody>
          <a:bodyPr/>
          <a:lstStyle/>
          <a:p>
            <a:fld id="{4E15ABC0-D453-45DA-8604-6017635F3A26}" type="slidenum">
              <a:rPr/>
              <a:t>‹#›</a:t>
            </a:fld>
            <a:endParaRPr/>
          </a:p>
        </p:txBody>
      </p:sp>
      <p:sp>
        <p:nvSpPr>
          <p:cNvPr id="7" name="PlaceHolder 6"/>
          <p:cNvSpPr>
            <a:spLocks noGrp="1"/>
          </p:cNvSpPr>
          <p:nvPr>
            <p:ph type="dt" idx="42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204.xml><?xml version="1.0" encoding="utf-8"?>
<p:sldLayout xmlns:a="http://schemas.openxmlformats.org/drawingml/2006/main" xmlns:r="http://schemas.openxmlformats.org/officeDocument/2006/relationships" xmlns:p="http://schemas.openxmlformats.org/presentationml/2006/main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6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767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768" name="PlaceHolder 3"/>
          <p:cNvSpPr>
            <a:spLocks noGrp="1"/>
          </p:cNvSpPr>
          <p:nvPr>
            <p:ph/>
          </p:nvPr>
        </p:nvSpPr>
        <p:spPr>
          <a:xfrm>
            <a:off x="1073772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769" name="PlaceHolder 4"/>
          <p:cNvSpPr>
            <a:spLocks noGrp="1"/>
          </p:cNvSpPr>
          <p:nvPr>
            <p:ph/>
          </p:nvPr>
        </p:nvSpPr>
        <p:spPr>
          <a:xfrm>
            <a:off x="9754200" y="358200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770" name="PlaceHolder 5"/>
          <p:cNvSpPr>
            <a:spLocks noGrp="1"/>
          </p:cNvSpPr>
          <p:nvPr>
            <p:ph/>
          </p:nvPr>
        </p:nvSpPr>
        <p:spPr>
          <a:xfrm>
            <a:off x="10737720" y="358200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43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44"/>
          </p:nvPr>
        </p:nvSpPr>
        <p:spPr/>
        <p:txBody>
          <a:bodyPr/>
          <a:lstStyle/>
          <a:p>
            <a:fld id="{05F71E73-43D6-4D9F-AB56-37781E33ED4F}" type="slidenum">
              <a:rPr/>
              <a:t>‹#›</a:t>
            </a:fld>
            <a:endParaRPr/>
          </a:p>
        </p:txBody>
      </p:sp>
      <p:sp>
        <p:nvSpPr>
          <p:cNvPr id="9" name="PlaceHolder 8"/>
          <p:cNvSpPr>
            <a:spLocks noGrp="1"/>
          </p:cNvSpPr>
          <p:nvPr>
            <p:ph type="dt" idx="42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20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1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772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773" name="PlaceHolder 3"/>
          <p:cNvSpPr>
            <a:spLocks noGrp="1"/>
          </p:cNvSpPr>
          <p:nvPr>
            <p:ph/>
          </p:nvPr>
        </p:nvSpPr>
        <p:spPr>
          <a:xfrm>
            <a:off x="10403280" y="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774" name="PlaceHolder 4"/>
          <p:cNvSpPr>
            <a:spLocks noGrp="1"/>
          </p:cNvSpPr>
          <p:nvPr>
            <p:ph/>
          </p:nvPr>
        </p:nvSpPr>
        <p:spPr>
          <a:xfrm>
            <a:off x="11052360" y="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775" name="PlaceHolder 5"/>
          <p:cNvSpPr>
            <a:spLocks noGrp="1"/>
          </p:cNvSpPr>
          <p:nvPr>
            <p:ph/>
          </p:nvPr>
        </p:nvSpPr>
        <p:spPr>
          <a:xfrm>
            <a:off x="9754200" y="358200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776" name="PlaceHolder 6"/>
          <p:cNvSpPr>
            <a:spLocks noGrp="1"/>
          </p:cNvSpPr>
          <p:nvPr>
            <p:ph/>
          </p:nvPr>
        </p:nvSpPr>
        <p:spPr>
          <a:xfrm>
            <a:off x="10403280" y="358200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777" name="PlaceHolder 7"/>
          <p:cNvSpPr>
            <a:spLocks noGrp="1"/>
          </p:cNvSpPr>
          <p:nvPr>
            <p:ph/>
          </p:nvPr>
        </p:nvSpPr>
        <p:spPr>
          <a:xfrm>
            <a:off x="11052360" y="358200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43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44"/>
          </p:nvPr>
        </p:nvSpPr>
        <p:spPr/>
        <p:txBody>
          <a:bodyPr/>
          <a:lstStyle/>
          <a:p>
            <a:fld id="{031EF424-BA3F-45C0-92EB-47323283D3A9}" type="slidenum">
              <a:rPr/>
              <a:t>‹#›</a:t>
            </a:fld>
            <a:endParaRPr/>
          </a:p>
        </p:txBody>
      </p:sp>
      <p:sp>
        <p:nvSpPr>
          <p:cNvPr id="11" name="PlaceHolder 10"/>
          <p:cNvSpPr>
            <a:spLocks noGrp="1"/>
          </p:cNvSpPr>
          <p:nvPr>
            <p:ph type="dt" idx="42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20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sldNum" idx="45"/>
          </p:nvPr>
        </p:nvSpPr>
        <p:spPr/>
        <p:txBody>
          <a:bodyPr/>
          <a:lstStyle/>
          <a:p>
            <a:fld id="{26C34A52-1812-4061-9BA6-456A4D2DCB59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07.xml><?xml version="1.0" encoding="utf-8"?>
<p:sldLayout xmlns:a="http://schemas.openxmlformats.org/drawingml/2006/main" xmlns:r="http://schemas.openxmlformats.org/officeDocument/2006/relationships" xmlns:p="http://schemas.openxmlformats.org/presentationml/2006/main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3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794" name="PlaceHolder 2"/>
          <p:cNvSpPr>
            <a:spLocks noGrp="1"/>
          </p:cNvSpPr>
          <p:nvPr>
            <p:ph type="subTitle"/>
          </p:nvPr>
        </p:nvSpPr>
        <p:spPr>
          <a:xfrm>
            <a:off x="9754200" y="0"/>
            <a:ext cx="191880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</a:pPr>
            <a:endParaRPr lang="en-US" sz="3200" b="0" strike="noStrike" spc="-1"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sldNum" idx="45"/>
          </p:nvPr>
        </p:nvSpPr>
        <p:spPr/>
        <p:txBody>
          <a:bodyPr/>
          <a:lstStyle/>
          <a:p>
            <a:fld id="{4A5EA69F-449F-43C9-BC26-A11BC2352CFF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08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5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796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191880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sldNum" idx="45"/>
          </p:nvPr>
        </p:nvSpPr>
        <p:spPr/>
        <p:txBody>
          <a:bodyPr/>
          <a:lstStyle/>
          <a:p>
            <a:fld id="{DF7DAA14-1D97-4263-BAA0-EC2D5130993A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09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7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798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93636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799" name="PlaceHolder 3"/>
          <p:cNvSpPr>
            <a:spLocks noGrp="1"/>
          </p:cNvSpPr>
          <p:nvPr>
            <p:ph/>
          </p:nvPr>
        </p:nvSpPr>
        <p:spPr>
          <a:xfrm>
            <a:off x="10737720" y="0"/>
            <a:ext cx="93636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sldNum" idx="45"/>
          </p:nvPr>
        </p:nvSpPr>
        <p:spPr/>
        <p:txBody>
          <a:bodyPr/>
          <a:lstStyle/>
          <a:p>
            <a:fld id="{3E3B5005-F614-4C3E-9493-BDA4C59A7AEF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10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0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sldNum" idx="45"/>
          </p:nvPr>
        </p:nvSpPr>
        <p:spPr/>
        <p:txBody>
          <a:bodyPr/>
          <a:lstStyle/>
          <a:p>
            <a:fld id="{9661D59A-4801-4DE0-9AAA-950F2980E270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11.xml><?xml version="1.0" encoding="utf-8"?>
<p:sldLayout xmlns:a="http://schemas.openxmlformats.org/drawingml/2006/main" xmlns:r="http://schemas.openxmlformats.org/officeDocument/2006/relationships" xmlns:p="http://schemas.openxmlformats.org/presentationml/2006/main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1" name="PlaceHolder 1"/>
          <p:cNvSpPr>
            <a:spLocks noGrp="1"/>
          </p:cNvSpPr>
          <p:nvPr>
            <p:ph type="subTitle"/>
          </p:nvPr>
        </p:nvSpPr>
        <p:spPr>
          <a:xfrm>
            <a:off x="609480" y="273600"/>
            <a:ext cx="10972440" cy="5307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</a:pPr>
            <a:endParaRPr lang="en-US" sz="3200" b="0" strike="noStrike" spc="-1"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sldNum" idx="45"/>
          </p:nvPr>
        </p:nvSpPr>
        <p:spPr/>
        <p:txBody>
          <a:bodyPr/>
          <a:lstStyle/>
          <a:p>
            <a:fld id="{F889E8A1-0FB3-4238-86A8-6782E03E4E7C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12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2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803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804" name="PlaceHolder 3"/>
          <p:cNvSpPr>
            <a:spLocks noGrp="1"/>
          </p:cNvSpPr>
          <p:nvPr>
            <p:ph/>
          </p:nvPr>
        </p:nvSpPr>
        <p:spPr>
          <a:xfrm>
            <a:off x="10737720" y="0"/>
            <a:ext cx="93636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805" name="PlaceHolder 4"/>
          <p:cNvSpPr>
            <a:spLocks noGrp="1"/>
          </p:cNvSpPr>
          <p:nvPr>
            <p:ph/>
          </p:nvPr>
        </p:nvSpPr>
        <p:spPr>
          <a:xfrm>
            <a:off x="9754200" y="358200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sldNum" idx="45"/>
          </p:nvPr>
        </p:nvSpPr>
        <p:spPr/>
        <p:txBody>
          <a:bodyPr/>
          <a:lstStyle/>
          <a:p>
            <a:fld id="{7CB9084E-F71A-4E78-887C-F579D751F956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13.xml><?xml version="1.0" encoding="utf-8"?>
<p:sldLayout xmlns:a="http://schemas.openxmlformats.org/drawingml/2006/main" xmlns:r="http://schemas.openxmlformats.org/officeDocument/2006/relationships" xmlns:p="http://schemas.openxmlformats.org/presentationml/2006/main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6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807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93636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808" name="PlaceHolder 3"/>
          <p:cNvSpPr>
            <a:spLocks noGrp="1"/>
          </p:cNvSpPr>
          <p:nvPr>
            <p:ph/>
          </p:nvPr>
        </p:nvSpPr>
        <p:spPr>
          <a:xfrm>
            <a:off x="1073772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809" name="PlaceHolder 4"/>
          <p:cNvSpPr>
            <a:spLocks noGrp="1"/>
          </p:cNvSpPr>
          <p:nvPr>
            <p:ph/>
          </p:nvPr>
        </p:nvSpPr>
        <p:spPr>
          <a:xfrm>
            <a:off x="10737720" y="358200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sldNum" idx="45"/>
          </p:nvPr>
        </p:nvSpPr>
        <p:spPr/>
        <p:txBody>
          <a:bodyPr/>
          <a:lstStyle/>
          <a:p>
            <a:fld id="{48D02CFB-9293-4AD1-AEC1-4605FBBB5EF5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1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0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811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812" name="PlaceHolder 3"/>
          <p:cNvSpPr>
            <a:spLocks noGrp="1"/>
          </p:cNvSpPr>
          <p:nvPr>
            <p:ph/>
          </p:nvPr>
        </p:nvSpPr>
        <p:spPr>
          <a:xfrm>
            <a:off x="1073772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813" name="PlaceHolder 4"/>
          <p:cNvSpPr>
            <a:spLocks noGrp="1"/>
          </p:cNvSpPr>
          <p:nvPr>
            <p:ph/>
          </p:nvPr>
        </p:nvSpPr>
        <p:spPr>
          <a:xfrm>
            <a:off x="9754200" y="3582000"/>
            <a:ext cx="191880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sldNum" idx="45"/>
          </p:nvPr>
        </p:nvSpPr>
        <p:spPr/>
        <p:txBody>
          <a:bodyPr/>
          <a:lstStyle/>
          <a:p>
            <a:fld id="{8B9D1F3B-E474-46BF-A1CD-3F71F06CACF5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15.xml><?xml version="1.0" encoding="utf-8"?>
<p:sldLayout xmlns:a="http://schemas.openxmlformats.org/drawingml/2006/main" xmlns:r="http://schemas.openxmlformats.org/officeDocument/2006/relationships" xmlns:p="http://schemas.openxmlformats.org/presentationml/2006/main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4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815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191880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816" name="PlaceHolder 3"/>
          <p:cNvSpPr>
            <a:spLocks noGrp="1"/>
          </p:cNvSpPr>
          <p:nvPr>
            <p:ph/>
          </p:nvPr>
        </p:nvSpPr>
        <p:spPr>
          <a:xfrm>
            <a:off x="9754200" y="3582000"/>
            <a:ext cx="191880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sldNum" idx="45"/>
          </p:nvPr>
        </p:nvSpPr>
        <p:spPr/>
        <p:txBody>
          <a:bodyPr/>
          <a:lstStyle/>
          <a:p>
            <a:fld id="{1A4E8945-CCB4-471E-A6AD-2343433BB1C7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16.xml><?xml version="1.0" encoding="utf-8"?>
<p:sldLayout xmlns:a="http://schemas.openxmlformats.org/drawingml/2006/main" xmlns:r="http://schemas.openxmlformats.org/officeDocument/2006/relationships" xmlns:p="http://schemas.openxmlformats.org/presentationml/2006/main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7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818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819" name="PlaceHolder 3"/>
          <p:cNvSpPr>
            <a:spLocks noGrp="1"/>
          </p:cNvSpPr>
          <p:nvPr>
            <p:ph/>
          </p:nvPr>
        </p:nvSpPr>
        <p:spPr>
          <a:xfrm>
            <a:off x="1073772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820" name="PlaceHolder 4"/>
          <p:cNvSpPr>
            <a:spLocks noGrp="1"/>
          </p:cNvSpPr>
          <p:nvPr>
            <p:ph/>
          </p:nvPr>
        </p:nvSpPr>
        <p:spPr>
          <a:xfrm>
            <a:off x="9754200" y="358200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821" name="PlaceHolder 5"/>
          <p:cNvSpPr>
            <a:spLocks noGrp="1"/>
          </p:cNvSpPr>
          <p:nvPr>
            <p:ph/>
          </p:nvPr>
        </p:nvSpPr>
        <p:spPr>
          <a:xfrm>
            <a:off x="10737720" y="358200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sldNum" idx="45"/>
          </p:nvPr>
        </p:nvSpPr>
        <p:spPr/>
        <p:txBody>
          <a:bodyPr/>
          <a:lstStyle/>
          <a:p>
            <a:fld id="{0FB8D217-9C7C-4828-BF65-D8FF0FA5682B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1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2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823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824" name="PlaceHolder 3"/>
          <p:cNvSpPr>
            <a:spLocks noGrp="1"/>
          </p:cNvSpPr>
          <p:nvPr>
            <p:ph/>
          </p:nvPr>
        </p:nvSpPr>
        <p:spPr>
          <a:xfrm>
            <a:off x="10403280" y="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825" name="PlaceHolder 4"/>
          <p:cNvSpPr>
            <a:spLocks noGrp="1"/>
          </p:cNvSpPr>
          <p:nvPr>
            <p:ph/>
          </p:nvPr>
        </p:nvSpPr>
        <p:spPr>
          <a:xfrm>
            <a:off x="11052360" y="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826" name="PlaceHolder 5"/>
          <p:cNvSpPr>
            <a:spLocks noGrp="1"/>
          </p:cNvSpPr>
          <p:nvPr>
            <p:ph/>
          </p:nvPr>
        </p:nvSpPr>
        <p:spPr>
          <a:xfrm>
            <a:off x="9754200" y="358200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827" name="PlaceHolder 6"/>
          <p:cNvSpPr>
            <a:spLocks noGrp="1"/>
          </p:cNvSpPr>
          <p:nvPr>
            <p:ph/>
          </p:nvPr>
        </p:nvSpPr>
        <p:spPr>
          <a:xfrm>
            <a:off x="10403280" y="358200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828" name="PlaceHolder 7"/>
          <p:cNvSpPr>
            <a:spLocks noGrp="1"/>
          </p:cNvSpPr>
          <p:nvPr>
            <p:ph/>
          </p:nvPr>
        </p:nvSpPr>
        <p:spPr>
          <a:xfrm>
            <a:off x="11052360" y="358200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sldNum" idx="45"/>
          </p:nvPr>
        </p:nvSpPr>
        <p:spPr/>
        <p:txBody>
          <a:bodyPr/>
          <a:lstStyle/>
          <a:p>
            <a:fld id="{A1BF5181-8586-4A09-8862-FA2AF7C29B26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1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sldNum" idx="46"/>
          </p:nvPr>
        </p:nvSpPr>
        <p:spPr/>
        <p:txBody>
          <a:bodyPr/>
          <a:lstStyle/>
          <a:p>
            <a:fld id="{C55DAC76-8476-43B7-B1E7-D056A94D8DDB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19.xml><?xml version="1.0" encoding="utf-8"?>
<p:sldLayout xmlns:a="http://schemas.openxmlformats.org/drawingml/2006/main" xmlns:r="http://schemas.openxmlformats.org/officeDocument/2006/relationships" xmlns:p="http://schemas.openxmlformats.org/presentationml/2006/main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4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845" name="PlaceHolder 2"/>
          <p:cNvSpPr>
            <a:spLocks noGrp="1"/>
          </p:cNvSpPr>
          <p:nvPr>
            <p:ph type="subTitle"/>
          </p:nvPr>
        </p:nvSpPr>
        <p:spPr>
          <a:xfrm>
            <a:off x="9754200" y="0"/>
            <a:ext cx="191880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</a:pPr>
            <a:endParaRPr lang="en-US" sz="3200" b="0" strike="noStrike" spc="-1"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sldNum" idx="46"/>
          </p:nvPr>
        </p:nvSpPr>
        <p:spPr/>
        <p:txBody>
          <a:bodyPr/>
          <a:lstStyle/>
          <a:p>
            <a:fld id="{E822555D-DB3D-4049-B7D4-47D30C986311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20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6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847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191880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sldNum" idx="46"/>
          </p:nvPr>
        </p:nvSpPr>
        <p:spPr/>
        <p:txBody>
          <a:bodyPr/>
          <a:lstStyle/>
          <a:p>
            <a:fld id="{64693849-EB1E-47EB-958B-E7F4577DD18F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21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8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849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93636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850" name="PlaceHolder 3"/>
          <p:cNvSpPr>
            <a:spLocks noGrp="1"/>
          </p:cNvSpPr>
          <p:nvPr>
            <p:ph/>
          </p:nvPr>
        </p:nvSpPr>
        <p:spPr>
          <a:xfrm>
            <a:off x="10737720" y="0"/>
            <a:ext cx="93636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sldNum" idx="46"/>
          </p:nvPr>
        </p:nvSpPr>
        <p:spPr/>
        <p:txBody>
          <a:bodyPr/>
          <a:lstStyle/>
          <a:p>
            <a:fld id="{B851F71B-B54D-4B73-87F3-C8143BB117D2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2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1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sldNum" idx="46"/>
          </p:nvPr>
        </p:nvSpPr>
        <p:spPr/>
        <p:txBody>
          <a:bodyPr/>
          <a:lstStyle/>
          <a:p>
            <a:fld id="{B872E802-035B-4768-BEFF-7A99CC439B4D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23.xml><?xml version="1.0" encoding="utf-8"?>
<p:sldLayout xmlns:a="http://schemas.openxmlformats.org/drawingml/2006/main" xmlns:r="http://schemas.openxmlformats.org/officeDocument/2006/relationships" xmlns:p="http://schemas.openxmlformats.org/presentationml/2006/main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2" name="PlaceHolder 1"/>
          <p:cNvSpPr>
            <a:spLocks noGrp="1"/>
          </p:cNvSpPr>
          <p:nvPr>
            <p:ph type="subTitle"/>
          </p:nvPr>
        </p:nvSpPr>
        <p:spPr>
          <a:xfrm>
            <a:off x="609480" y="273600"/>
            <a:ext cx="10972440" cy="5307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</a:pPr>
            <a:endParaRPr lang="en-US" sz="3200" b="0" strike="noStrike" spc="-1"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sldNum" idx="46"/>
          </p:nvPr>
        </p:nvSpPr>
        <p:spPr/>
        <p:txBody>
          <a:bodyPr/>
          <a:lstStyle/>
          <a:p>
            <a:fld id="{68CD74BA-A3DD-4036-8CF1-A71678BC563A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2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3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854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855" name="PlaceHolder 3"/>
          <p:cNvSpPr>
            <a:spLocks noGrp="1"/>
          </p:cNvSpPr>
          <p:nvPr>
            <p:ph/>
          </p:nvPr>
        </p:nvSpPr>
        <p:spPr>
          <a:xfrm>
            <a:off x="10737720" y="0"/>
            <a:ext cx="93636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856" name="PlaceHolder 4"/>
          <p:cNvSpPr>
            <a:spLocks noGrp="1"/>
          </p:cNvSpPr>
          <p:nvPr>
            <p:ph/>
          </p:nvPr>
        </p:nvSpPr>
        <p:spPr>
          <a:xfrm>
            <a:off x="9754200" y="358200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sldNum" idx="46"/>
          </p:nvPr>
        </p:nvSpPr>
        <p:spPr/>
        <p:txBody>
          <a:bodyPr/>
          <a:lstStyle/>
          <a:p>
            <a:fld id="{80307249-674F-4F34-8EFB-682AEFDC1143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25.xml><?xml version="1.0" encoding="utf-8"?>
<p:sldLayout xmlns:a="http://schemas.openxmlformats.org/drawingml/2006/main" xmlns:r="http://schemas.openxmlformats.org/officeDocument/2006/relationships" xmlns:p="http://schemas.openxmlformats.org/presentationml/2006/main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7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858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93636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859" name="PlaceHolder 3"/>
          <p:cNvSpPr>
            <a:spLocks noGrp="1"/>
          </p:cNvSpPr>
          <p:nvPr>
            <p:ph/>
          </p:nvPr>
        </p:nvSpPr>
        <p:spPr>
          <a:xfrm>
            <a:off x="1073772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860" name="PlaceHolder 4"/>
          <p:cNvSpPr>
            <a:spLocks noGrp="1"/>
          </p:cNvSpPr>
          <p:nvPr>
            <p:ph/>
          </p:nvPr>
        </p:nvSpPr>
        <p:spPr>
          <a:xfrm>
            <a:off x="10737720" y="358200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sldNum" idx="46"/>
          </p:nvPr>
        </p:nvSpPr>
        <p:spPr/>
        <p:txBody>
          <a:bodyPr/>
          <a:lstStyle/>
          <a:p>
            <a:fld id="{A65CE855-8333-47D9-9F52-9613E5D8B942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26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1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862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863" name="PlaceHolder 3"/>
          <p:cNvSpPr>
            <a:spLocks noGrp="1"/>
          </p:cNvSpPr>
          <p:nvPr>
            <p:ph/>
          </p:nvPr>
        </p:nvSpPr>
        <p:spPr>
          <a:xfrm>
            <a:off x="1073772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864" name="PlaceHolder 4"/>
          <p:cNvSpPr>
            <a:spLocks noGrp="1"/>
          </p:cNvSpPr>
          <p:nvPr>
            <p:ph/>
          </p:nvPr>
        </p:nvSpPr>
        <p:spPr>
          <a:xfrm>
            <a:off x="9754200" y="3582000"/>
            <a:ext cx="191880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sldNum" idx="46"/>
          </p:nvPr>
        </p:nvSpPr>
        <p:spPr/>
        <p:txBody>
          <a:bodyPr/>
          <a:lstStyle/>
          <a:p>
            <a:fld id="{AAEE8EA1-7934-43D8-9454-7787469F1E99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27.xml><?xml version="1.0" encoding="utf-8"?>
<p:sldLayout xmlns:a="http://schemas.openxmlformats.org/drawingml/2006/main" xmlns:r="http://schemas.openxmlformats.org/officeDocument/2006/relationships" xmlns:p="http://schemas.openxmlformats.org/presentationml/2006/main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5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866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191880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867" name="PlaceHolder 3"/>
          <p:cNvSpPr>
            <a:spLocks noGrp="1"/>
          </p:cNvSpPr>
          <p:nvPr>
            <p:ph/>
          </p:nvPr>
        </p:nvSpPr>
        <p:spPr>
          <a:xfrm>
            <a:off x="9754200" y="3582000"/>
            <a:ext cx="191880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sldNum" idx="46"/>
          </p:nvPr>
        </p:nvSpPr>
        <p:spPr/>
        <p:txBody>
          <a:bodyPr/>
          <a:lstStyle/>
          <a:p>
            <a:fld id="{59BD2C75-894C-4498-9D11-99E9DC1AE6BF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28.xml><?xml version="1.0" encoding="utf-8"?>
<p:sldLayout xmlns:a="http://schemas.openxmlformats.org/drawingml/2006/main" xmlns:r="http://schemas.openxmlformats.org/officeDocument/2006/relationships" xmlns:p="http://schemas.openxmlformats.org/presentationml/2006/main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8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869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870" name="PlaceHolder 3"/>
          <p:cNvSpPr>
            <a:spLocks noGrp="1"/>
          </p:cNvSpPr>
          <p:nvPr>
            <p:ph/>
          </p:nvPr>
        </p:nvSpPr>
        <p:spPr>
          <a:xfrm>
            <a:off x="1073772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871" name="PlaceHolder 4"/>
          <p:cNvSpPr>
            <a:spLocks noGrp="1"/>
          </p:cNvSpPr>
          <p:nvPr>
            <p:ph/>
          </p:nvPr>
        </p:nvSpPr>
        <p:spPr>
          <a:xfrm>
            <a:off x="9754200" y="358200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872" name="PlaceHolder 5"/>
          <p:cNvSpPr>
            <a:spLocks noGrp="1"/>
          </p:cNvSpPr>
          <p:nvPr>
            <p:ph/>
          </p:nvPr>
        </p:nvSpPr>
        <p:spPr>
          <a:xfrm>
            <a:off x="10737720" y="358200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sldNum" idx="46"/>
          </p:nvPr>
        </p:nvSpPr>
        <p:spPr/>
        <p:txBody>
          <a:bodyPr/>
          <a:lstStyle/>
          <a:p>
            <a:fld id="{26509EC0-DF35-4932-BE76-1C57BF8B65A4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2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3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874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875" name="PlaceHolder 3"/>
          <p:cNvSpPr>
            <a:spLocks noGrp="1"/>
          </p:cNvSpPr>
          <p:nvPr>
            <p:ph/>
          </p:nvPr>
        </p:nvSpPr>
        <p:spPr>
          <a:xfrm>
            <a:off x="10403280" y="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876" name="PlaceHolder 4"/>
          <p:cNvSpPr>
            <a:spLocks noGrp="1"/>
          </p:cNvSpPr>
          <p:nvPr>
            <p:ph/>
          </p:nvPr>
        </p:nvSpPr>
        <p:spPr>
          <a:xfrm>
            <a:off x="11052360" y="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877" name="PlaceHolder 5"/>
          <p:cNvSpPr>
            <a:spLocks noGrp="1"/>
          </p:cNvSpPr>
          <p:nvPr>
            <p:ph/>
          </p:nvPr>
        </p:nvSpPr>
        <p:spPr>
          <a:xfrm>
            <a:off x="9754200" y="358200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878" name="PlaceHolder 6"/>
          <p:cNvSpPr>
            <a:spLocks noGrp="1"/>
          </p:cNvSpPr>
          <p:nvPr>
            <p:ph/>
          </p:nvPr>
        </p:nvSpPr>
        <p:spPr>
          <a:xfrm>
            <a:off x="10403280" y="358200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879" name="PlaceHolder 7"/>
          <p:cNvSpPr>
            <a:spLocks noGrp="1"/>
          </p:cNvSpPr>
          <p:nvPr>
            <p:ph/>
          </p:nvPr>
        </p:nvSpPr>
        <p:spPr>
          <a:xfrm>
            <a:off x="11052360" y="358200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sldNum" idx="46"/>
          </p:nvPr>
        </p:nvSpPr>
        <p:spPr/>
        <p:txBody>
          <a:bodyPr/>
          <a:lstStyle/>
          <a:p>
            <a:fld id="{299580AC-5F07-40E0-9D30-73EE46354C4C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30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31.xml><?xml version="1.0" encoding="utf-8"?>
<p:sldLayout xmlns:a="http://schemas.openxmlformats.org/drawingml/2006/main" xmlns:r="http://schemas.openxmlformats.org/officeDocument/2006/relationships" xmlns:p="http://schemas.openxmlformats.org/presentationml/2006/main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7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888" name="PlaceHolder 2"/>
          <p:cNvSpPr>
            <a:spLocks noGrp="1"/>
          </p:cNvSpPr>
          <p:nvPr>
            <p:ph type="subTitle"/>
          </p:nvPr>
        </p:nvSpPr>
        <p:spPr>
          <a:xfrm>
            <a:off x="9754200" y="0"/>
            <a:ext cx="191880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</a:pPr>
            <a:endParaRPr lang="en-US" sz="3200" b="0" strike="noStrike" spc="-1">
              <a:latin typeface="Arial"/>
            </a:endParaRPr>
          </a:p>
        </p:txBody>
      </p:sp>
    </p:spTree>
  </p:cSld>
  <p:clrMapOvr>
    <a:masterClrMapping/>
  </p:clrMapOvr>
</p:sldLayout>
</file>

<file path=ppt/slideLayouts/slideLayout23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9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890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191880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Layout>
</file>

<file path=ppt/slideLayouts/slideLayout233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1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892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93636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893" name="PlaceHolder 3"/>
          <p:cNvSpPr>
            <a:spLocks noGrp="1"/>
          </p:cNvSpPr>
          <p:nvPr>
            <p:ph/>
          </p:nvPr>
        </p:nvSpPr>
        <p:spPr>
          <a:xfrm>
            <a:off x="10737720" y="0"/>
            <a:ext cx="93636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Layout>
</file>

<file path=ppt/slideLayouts/slideLayout23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4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Layout>
</file>

<file path=ppt/slideLayouts/slideLayout235.xml><?xml version="1.0" encoding="utf-8"?>
<p:sldLayout xmlns:a="http://schemas.openxmlformats.org/drawingml/2006/main" xmlns:r="http://schemas.openxmlformats.org/officeDocument/2006/relationships" xmlns:p="http://schemas.openxmlformats.org/presentationml/2006/main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5" name="PlaceHolder 1"/>
          <p:cNvSpPr>
            <a:spLocks noGrp="1"/>
          </p:cNvSpPr>
          <p:nvPr>
            <p:ph type="subTitle"/>
          </p:nvPr>
        </p:nvSpPr>
        <p:spPr>
          <a:xfrm>
            <a:off x="609480" y="273600"/>
            <a:ext cx="10972440" cy="5307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</a:pPr>
            <a:endParaRPr lang="en-US" sz="3200" b="0" strike="noStrike" spc="-1">
              <a:latin typeface="Arial"/>
            </a:endParaRPr>
          </a:p>
        </p:txBody>
      </p:sp>
    </p:spTree>
  </p:cSld>
  <p:clrMapOvr>
    <a:masterClrMapping/>
  </p:clrMapOvr>
</p:sldLayout>
</file>

<file path=ppt/slideLayouts/slideLayout236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6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897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898" name="PlaceHolder 3"/>
          <p:cNvSpPr>
            <a:spLocks noGrp="1"/>
          </p:cNvSpPr>
          <p:nvPr>
            <p:ph/>
          </p:nvPr>
        </p:nvSpPr>
        <p:spPr>
          <a:xfrm>
            <a:off x="10737720" y="0"/>
            <a:ext cx="93636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899" name="PlaceHolder 4"/>
          <p:cNvSpPr>
            <a:spLocks noGrp="1"/>
          </p:cNvSpPr>
          <p:nvPr>
            <p:ph/>
          </p:nvPr>
        </p:nvSpPr>
        <p:spPr>
          <a:xfrm>
            <a:off x="9754200" y="358200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Layout>
</file>

<file path=ppt/slideLayouts/slideLayout237.xml><?xml version="1.0" encoding="utf-8"?>
<p:sldLayout xmlns:a="http://schemas.openxmlformats.org/drawingml/2006/main" xmlns:r="http://schemas.openxmlformats.org/officeDocument/2006/relationships" xmlns:p="http://schemas.openxmlformats.org/presentationml/2006/main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0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901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93636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902" name="PlaceHolder 3"/>
          <p:cNvSpPr>
            <a:spLocks noGrp="1"/>
          </p:cNvSpPr>
          <p:nvPr>
            <p:ph/>
          </p:nvPr>
        </p:nvSpPr>
        <p:spPr>
          <a:xfrm>
            <a:off x="1073772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903" name="PlaceHolder 4"/>
          <p:cNvSpPr>
            <a:spLocks noGrp="1"/>
          </p:cNvSpPr>
          <p:nvPr>
            <p:ph/>
          </p:nvPr>
        </p:nvSpPr>
        <p:spPr>
          <a:xfrm>
            <a:off x="10737720" y="358200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Layout>
</file>

<file path=ppt/slideLayouts/slideLayout238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4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905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906" name="PlaceHolder 3"/>
          <p:cNvSpPr>
            <a:spLocks noGrp="1"/>
          </p:cNvSpPr>
          <p:nvPr>
            <p:ph/>
          </p:nvPr>
        </p:nvSpPr>
        <p:spPr>
          <a:xfrm>
            <a:off x="1073772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907" name="PlaceHolder 4"/>
          <p:cNvSpPr>
            <a:spLocks noGrp="1"/>
          </p:cNvSpPr>
          <p:nvPr>
            <p:ph/>
          </p:nvPr>
        </p:nvSpPr>
        <p:spPr>
          <a:xfrm>
            <a:off x="9754200" y="3582000"/>
            <a:ext cx="191880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Layout>
</file>

<file path=ppt/slideLayouts/slideLayout239.xml><?xml version="1.0" encoding="utf-8"?>
<p:sldLayout xmlns:a="http://schemas.openxmlformats.org/drawingml/2006/main" xmlns:r="http://schemas.openxmlformats.org/officeDocument/2006/relationships" xmlns:p="http://schemas.openxmlformats.org/presentationml/2006/main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8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909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191880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910" name="PlaceHolder 3"/>
          <p:cNvSpPr>
            <a:spLocks noGrp="1"/>
          </p:cNvSpPr>
          <p:nvPr>
            <p:ph/>
          </p:nvPr>
        </p:nvSpPr>
        <p:spPr>
          <a:xfrm>
            <a:off x="9754200" y="3582000"/>
            <a:ext cx="191880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Layout>
</file>

<file path=ppt/slideLayouts/slideLayout240.xml><?xml version="1.0" encoding="utf-8"?>
<p:sldLayout xmlns:a="http://schemas.openxmlformats.org/drawingml/2006/main" xmlns:r="http://schemas.openxmlformats.org/officeDocument/2006/relationships" xmlns:p="http://schemas.openxmlformats.org/presentationml/2006/main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1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912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913" name="PlaceHolder 3"/>
          <p:cNvSpPr>
            <a:spLocks noGrp="1"/>
          </p:cNvSpPr>
          <p:nvPr>
            <p:ph/>
          </p:nvPr>
        </p:nvSpPr>
        <p:spPr>
          <a:xfrm>
            <a:off x="1073772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914" name="PlaceHolder 4"/>
          <p:cNvSpPr>
            <a:spLocks noGrp="1"/>
          </p:cNvSpPr>
          <p:nvPr>
            <p:ph/>
          </p:nvPr>
        </p:nvSpPr>
        <p:spPr>
          <a:xfrm>
            <a:off x="9754200" y="358200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915" name="PlaceHolder 5"/>
          <p:cNvSpPr>
            <a:spLocks noGrp="1"/>
          </p:cNvSpPr>
          <p:nvPr>
            <p:ph/>
          </p:nvPr>
        </p:nvSpPr>
        <p:spPr>
          <a:xfrm>
            <a:off x="10737720" y="358200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Layout>
</file>

<file path=ppt/slideLayouts/slideLayout24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6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917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918" name="PlaceHolder 3"/>
          <p:cNvSpPr>
            <a:spLocks noGrp="1"/>
          </p:cNvSpPr>
          <p:nvPr>
            <p:ph/>
          </p:nvPr>
        </p:nvSpPr>
        <p:spPr>
          <a:xfrm>
            <a:off x="10403280" y="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919" name="PlaceHolder 4"/>
          <p:cNvSpPr>
            <a:spLocks noGrp="1"/>
          </p:cNvSpPr>
          <p:nvPr>
            <p:ph/>
          </p:nvPr>
        </p:nvSpPr>
        <p:spPr>
          <a:xfrm>
            <a:off x="11052360" y="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920" name="PlaceHolder 5"/>
          <p:cNvSpPr>
            <a:spLocks noGrp="1"/>
          </p:cNvSpPr>
          <p:nvPr>
            <p:ph/>
          </p:nvPr>
        </p:nvSpPr>
        <p:spPr>
          <a:xfrm>
            <a:off x="9754200" y="358200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921" name="PlaceHolder 6"/>
          <p:cNvSpPr>
            <a:spLocks noGrp="1"/>
          </p:cNvSpPr>
          <p:nvPr>
            <p:ph/>
          </p:nvPr>
        </p:nvSpPr>
        <p:spPr>
          <a:xfrm>
            <a:off x="10403280" y="358200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922" name="PlaceHolder 7"/>
          <p:cNvSpPr>
            <a:spLocks noGrp="1"/>
          </p:cNvSpPr>
          <p:nvPr>
            <p:ph/>
          </p:nvPr>
        </p:nvSpPr>
        <p:spPr>
          <a:xfrm>
            <a:off x="11052360" y="358200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Layout>
</file>

<file path=ppt/slideLayouts/slideLayout24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bla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Cover logo">
            <a:extLst>
              <a:ext uri="{FF2B5EF4-FFF2-40B4-BE49-F238E27FC236}">
                <a16:creationId xmlns:a16="http://schemas.microsoft.com/office/drawing/2014/main" id="{53E90B51-6AB8-431C-94A8-DB69841799D4}"/>
              </a:ext>
            </a:extLst>
          </p:cNvPr>
          <p:cNvSpPr/>
          <p:nvPr userDrawn="1"/>
        </p:nvSpPr>
        <p:spPr>
          <a:xfrm>
            <a:off x="10325101" y="5688413"/>
            <a:ext cx="1866900" cy="1169587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/>
          </a:p>
        </p:txBody>
      </p:sp>
      <p:sp>
        <p:nvSpPr>
          <p:cNvPr id="63" name="Tijdelijke aanduiding voor datum 3">
            <a:extLst>
              <a:ext uri="{FF2B5EF4-FFF2-40B4-BE49-F238E27FC236}">
                <a16:creationId xmlns:a16="http://schemas.microsoft.com/office/drawing/2014/main" id="{C920EDDF-0CF0-40F2-A240-62F1DBE1BD6B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645707" y="7004037"/>
            <a:ext cx="3140325" cy="216909"/>
          </a:xfrm>
        </p:spPr>
        <p:txBody>
          <a:bodyPr/>
          <a:lstStyle/>
          <a:p>
            <a:fld id="{8C867F64-C16A-4958-8FCE-A2FB9753FA85}" type="datetime1">
              <a:rPr lang="nl-NL" smtClean="0"/>
              <a:t>01-04-2025</a:t>
            </a:fld>
            <a:endParaRPr lang="nl-NL"/>
          </a:p>
        </p:txBody>
      </p:sp>
      <p:sp>
        <p:nvSpPr>
          <p:cNvPr id="64" name="Tijdelijke aanduiding voor voettekst 4">
            <a:extLst>
              <a:ext uri="{FF2B5EF4-FFF2-40B4-BE49-F238E27FC236}">
                <a16:creationId xmlns:a16="http://schemas.microsoft.com/office/drawing/2014/main" id="{D9BD7BD9-035F-447F-81D8-F794B396CC5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926910" y="7004037"/>
            <a:ext cx="6718797" cy="216909"/>
          </a:xfrm>
        </p:spPr>
        <p:txBody>
          <a:bodyPr/>
          <a:lstStyle/>
          <a:p>
            <a:r>
              <a:rPr lang="nl-NL"/>
              <a:t>&lt;Plaats hier je voettekst&gt;</a:t>
            </a:r>
          </a:p>
        </p:txBody>
      </p:sp>
      <p:sp>
        <p:nvSpPr>
          <p:cNvPr id="81" name="foto">
            <a:extLst>
              <a:ext uri="{FF2B5EF4-FFF2-40B4-BE49-F238E27FC236}">
                <a16:creationId xmlns:a16="http://schemas.microsoft.com/office/drawing/2014/main" id="{9E6F06BF-EA5C-4854-8C27-73BF65BAF07E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259064" y="261257"/>
            <a:ext cx="11670136" cy="6343604"/>
          </a:xfrm>
          <a:prstGeom prst="roundRect">
            <a:avLst>
              <a:gd name="adj" fmla="val 2210"/>
            </a:avLst>
          </a:prstGeom>
          <a:solidFill>
            <a:schemeClr val="bg1">
              <a:lumMod val="85000"/>
            </a:schemeClr>
          </a:solidFill>
        </p:spPr>
        <p:txBody>
          <a:bodyPr lIns="6480000" tIns="0" anchor="ctr" anchorCtr="0"/>
          <a:lstStyle>
            <a:lvl1pPr marL="0" indent="0" algn="l">
              <a:spcBef>
                <a:spcPts val="0"/>
              </a:spcBef>
              <a:spcAft>
                <a:spcPts val="0"/>
              </a:spcAft>
              <a:buNone/>
              <a:defRPr sz="1050" b="1" baseline="0"/>
            </a:lvl1pPr>
          </a:lstStyle>
          <a:p>
            <a:r>
              <a:rPr lang="nl-NL"/>
              <a:t>Klik op het pictogram hiernaast</a:t>
            </a:r>
            <a:br>
              <a:rPr lang="nl-NL"/>
            </a:br>
            <a:r>
              <a:rPr lang="nl-NL"/>
              <a:t>om een afbeelding in te voegen</a:t>
            </a:r>
          </a:p>
        </p:txBody>
      </p:sp>
      <p:grpSp>
        <p:nvGrpSpPr>
          <p:cNvPr id="3" name="GRID" hidden="1">
            <a:extLst>
              <a:ext uri="{FF2B5EF4-FFF2-40B4-BE49-F238E27FC236}">
                <a16:creationId xmlns:a16="http://schemas.microsoft.com/office/drawing/2014/main" id="{DF9D39C2-2215-4138-8F2D-29B26FF9687E}"/>
              </a:ext>
            </a:extLst>
          </p:cNvPr>
          <p:cNvGrpSpPr/>
          <p:nvPr userDrawn="1"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2" name="Rechthoek 1">
              <a:extLst>
                <a:ext uri="{FF2B5EF4-FFF2-40B4-BE49-F238E27FC236}">
                  <a16:creationId xmlns:a16="http://schemas.microsoft.com/office/drawing/2014/main" id="{88695B46-BCFB-46AE-BDD3-EBC5ED0EF159}"/>
                </a:ext>
              </a:extLst>
            </p:cNvPr>
            <p:cNvSpPr/>
            <p:nvPr userDrawn="1"/>
          </p:nvSpPr>
          <p:spPr>
            <a:xfrm>
              <a:off x="0" y="0"/>
              <a:ext cx="12192000" cy="261256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88" name="Rechthoek 87">
              <a:extLst>
                <a:ext uri="{FF2B5EF4-FFF2-40B4-BE49-F238E27FC236}">
                  <a16:creationId xmlns:a16="http://schemas.microsoft.com/office/drawing/2014/main" id="{F4C4B9B5-431E-4649-8656-9BA6EC80CF9A}"/>
                </a:ext>
              </a:extLst>
            </p:cNvPr>
            <p:cNvSpPr/>
            <p:nvPr userDrawn="1"/>
          </p:nvSpPr>
          <p:spPr>
            <a:xfrm>
              <a:off x="0" y="6596744"/>
              <a:ext cx="12192000" cy="261256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89" name="Rechthoek 88">
              <a:extLst>
                <a:ext uri="{FF2B5EF4-FFF2-40B4-BE49-F238E27FC236}">
                  <a16:creationId xmlns:a16="http://schemas.microsoft.com/office/drawing/2014/main" id="{8F8F300F-40D2-4E56-96C0-6EDCEF308BE4}"/>
                </a:ext>
              </a:extLst>
            </p:cNvPr>
            <p:cNvSpPr/>
            <p:nvPr userDrawn="1"/>
          </p:nvSpPr>
          <p:spPr>
            <a:xfrm>
              <a:off x="0" y="0"/>
              <a:ext cx="262800" cy="68580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90" name="Rechthoek 89">
              <a:extLst>
                <a:ext uri="{FF2B5EF4-FFF2-40B4-BE49-F238E27FC236}">
                  <a16:creationId xmlns:a16="http://schemas.microsoft.com/office/drawing/2014/main" id="{A2736596-913A-45B1-BFD9-BFBAB228CF30}"/>
                </a:ext>
              </a:extLst>
            </p:cNvPr>
            <p:cNvSpPr/>
            <p:nvPr userDrawn="1"/>
          </p:nvSpPr>
          <p:spPr>
            <a:xfrm>
              <a:off x="11929200" y="0"/>
              <a:ext cx="262800" cy="68580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91" name="Rechthoek 90">
              <a:extLst>
                <a:ext uri="{FF2B5EF4-FFF2-40B4-BE49-F238E27FC236}">
                  <a16:creationId xmlns:a16="http://schemas.microsoft.com/office/drawing/2014/main" id="{3E0D08FE-DAC3-4450-B117-863BD3CF4A74}"/>
                </a:ext>
              </a:extLst>
            </p:cNvPr>
            <p:cNvSpPr/>
            <p:nvPr userDrawn="1"/>
          </p:nvSpPr>
          <p:spPr>
            <a:xfrm>
              <a:off x="0" y="262512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92" name="Rechthoek 91">
              <a:extLst>
                <a:ext uri="{FF2B5EF4-FFF2-40B4-BE49-F238E27FC236}">
                  <a16:creationId xmlns:a16="http://schemas.microsoft.com/office/drawing/2014/main" id="{3FAB4B74-1C67-41D3-9B06-C6D45D157F0F}"/>
                </a:ext>
              </a:extLst>
            </p:cNvPr>
            <p:cNvSpPr/>
            <p:nvPr userDrawn="1"/>
          </p:nvSpPr>
          <p:spPr>
            <a:xfrm>
              <a:off x="259064" y="0"/>
              <a:ext cx="262800" cy="6858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93" name="Rechthoek 92">
              <a:extLst>
                <a:ext uri="{FF2B5EF4-FFF2-40B4-BE49-F238E27FC236}">
                  <a16:creationId xmlns:a16="http://schemas.microsoft.com/office/drawing/2014/main" id="{9175AA73-BB14-45AB-8655-3B2853316878}"/>
                </a:ext>
              </a:extLst>
            </p:cNvPr>
            <p:cNvSpPr/>
            <p:nvPr userDrawn="1"/>
          </p:nvSpPr>
          <p:spPr>
            <a:xfrm>
              <a:off x="11668087" y="0"/>
              <a:ext cx="262800" cy="6858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94" name="Rechthoek 93">
              <a:extLst>
                <a:ext uri="{FF2B5EF4-FFF2-40B4-BE49-F238E27FC236}">
                  <a16:creationId xmlns:a16="http://schemas.microsoft.com/office/drawing/2014/main" id="{8A551A27-F963-4330-84CC-1A36F682D208}"/>
                </a:ext>
              </a:extLst>
            </p:cNvPr>
            <p:cNvSpPr/>
            <p:nvPr userDrawn="1"/>
          </p:nvSpPr>
          <p:spPr>
            <a:xfrm>
              <a:off x="0" y="6337267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</p:grpSp>
      <p:sp>
        <p:nvSpPr>
          <p:cNvPr id="7" name="Tekstvak 6">
            <a:extLst>
              <a:ext uri="{FF2B5EF4-FFF2-40B4-BE49-F238E27FC236}">
                <a16:creationId xmlns:a16="http://schemas.microsoft.com/office/drawing/2014/main" id="{A6DE5EA5-27BD-42F3-BD1D-C1E35D802DEE}"/>
              </a:ext>
            </a:extLst>
          </p:cNvPr>
          <p:cNvSpPr txBox="1"/>
          <p:nvPr userDrawn="1"/>
        </p:nvSpPr>
        <p:spPr>
          <a:xfrm>
            <a:off x="5432772" y="-885712"/>
            <a:ext cx="1326491" cy="548182"/>
          </a:xfrm>
          <a:prstGeom prst="rect">
            <a:avLst/>
          </a:prstGeom>
          <a:solidFill>
            <a:schemeClr val="bg1"/>
          </a:solidFill>
        </p:spPr>
        <p:txBody>
          <a:bodyPr wrap="none" lIns="360000" tIns="180000" rIns="360000" bIns="180000" rtlCol="0">
            <a:spAutoFit/>
          </a:bodyPr>
          <a:lstStyle/>
          <a:p>
            <a:pPr algn="ctr"/>
            <a:r>
              <a:rPr lang="nl-NL" sz="1200" b="0" spc="50" baseline="0">
                <a:solidFill>
                  <a:srgbClr val="212121"/>
                </a:solidFill>
                <a:latin typeface="+mn-lt"/>
                <a:cs typeface="Calibri" panose="020F0502020204030204" pitchFamily="34" charset="0"/>
              </a:rPr>
              <a:t>Titelblad</a:t>
            </a:r>
          </a:p>
        </p:txBody>
      </p:sp>
      <p:grpSp>
        <p:nvGrpSpPr>
          <p:cNvPr id="60" name="Groep 59">
            <a:extLst>
              <a:ext uri="{FF2B5EF4-FFF2-40B4-BE49-F238E27FC236}">
                <a16:creationId xmlns:a16="http://schemas.microsoft.com/office/drawing/2014/main" id="{98470357-A3BB-4987-BF3A-0293E1EAD884}"/>
              </a:ext>
            </a:extLst>
          </p:cNvPr>
          <p:cNvGrpSpPr/>
          <p:nvPr userDrawn="1"/>
        </p:nvGrpSpPr>
        <p:grpSpPr>
          <a:xfrm>
            <a:off x="12391601" y="0"/>
            <a:ext cx="3183678" cy="6589569"/>
            <a:chOff x="12391601" y="0"/>
            <a:chExt cx="3183678" cy="6589569"/>
          </a:xfrm>
        </p:grpSpPr>
        <p:grpSp>
          <p:nvGrpSpPr>
            <p:cNvPr id="61" name="Groep 60">
              <a:extLst>
                <a:ext uri="{FF2B5EF4-FFF2-40B4-BE49-F238E27FC236}">
                  <a16:creationId xmlns:a16="http://schemas.microsoft.com/office/drawing/2014/main" id="{7216C5C1-F4B1-4B57-9D51-2B13B48B5C6B}"/>
                </a:ext>
              </a:extLst>
            </p:cNvPr>
            <p:cNvGrpSpPr/>
            <p:nvPr userDrawn="1"/>
          </p:nvGrpSpPr>
          <p:grpSpPr>
            <a:xfrm>
              <a:off x="12757282" y="3100116"/>
              <a:ext cx="1499406" cy="678267"/>
              <a:chOff x="12757283" y="3120781"/>
              <a:chExt cx="1499406" cy="678267"/>
            </a:xfrm>
          </p:grpSpPr>
          <p:sp>
            <p:nvSpPr>
              <p:cNvPr id="163" name="Rechthoek 162">
                <a:extLst>
                  <a:ext uri="{FF2B5EF4-FFF2-40B4-BE49-F238E27FC236}">
                    <a16:creationId xmlns:a16="http://schemas.microsoft.com/office/drawing/2014/main" id="{FC31FD13-F608-4A9F-A9B5-A1DBE021B0F4}"/>
                  </a:ext>
                </a:extLst>
              </p:cNvPr>
              <p:cNvSpPr/>
              <p:nvPr userDrawn="1"/>
            </p:nvSpPr>
            <p:spPr>
              <a:xfrm>
                <a:off x="12757283" y="3120781"/>
                <a:ext cx="1499406" cy="580946"/>
              </a:xfrm>
              <a:prstGeom prst="rect">
                <a:avLst/>
              </a:prstGeom>
              <a:solidFill>
                <a:schemeClr val="bg1"/>
              </a:solidFill>
              <a:ln w="12700">
                <a:solidFill>
                  <a:srgbClr val="D1D1D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10800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endParaRPr lang="nl-NL" sz="800" b="0" noProof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164" name="Rechthoek 163">
                <a:extLst>
                  <a:ext uri="{FF2B5EF4-FFF2-40B4-BE49-F238E27FC236}">
                    <a16:creationId xmlns:a16="http://schemas.microsoft.com/office/drawing/2014/main" id="{CF08CDE9-48F1-47DE-A061-FE0A4BA5FB56}"/>
                  </a:ext>
                </a:extLst>
              </p:cNvPr>
              <p:cNvSpPr/>
              <p:nvPr userDrawn="1"/>
            </p:nvSpPr>
            <p:spPr>
              <a:xfrm>
                <a:off x="12761843" y="3432170"/>
                <a:ext cx="1478943" cy="257235"/>
              </a:xfrm>
              <a:prstGeom prst="rect">
                <a:avLst/>
              </a:prstGeom>
              <a:solidFill>
                <a:srgbClr val="FCE4DC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nl-NL" sz="1000" b="1" noProof="0">
                  <a:solidFill>
                    <a:schemeClr val="tx1"/>
                  </a:solidFill>
                </a:endParaRPr>
              </a:p>
            </p:txBody>
          </p:sp>
          <p:sp>
            <p:nvSpPr>
              <p:cNvPr id="165" name="Tekstvak 164">
                <a:extLst>
                  <a:ext uri="{FF2B5EF4-FFF2-40B4-BE49-F238E27FC236}">
                    <a16:creationId xmlns:a16="http://schemas.microsoft.com/office/drawing/2014/main" id="{2D3759EA-0329-4D2E-B950-F6DEA1DA7463}"/>
                  </a:ext>
                </a:extLst>
              </p:cNvPr>
              <p:cNvSpPr txBox="1"/>
              <p:nvPr userDrawn="1"/>
            </p:nvSpPr>
            <p:spPr>
              <a:xfrm>
                <a:off x="12997648" y="3159891"/>
                <a:ext cx="957818" cy="20313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algn="l" defTabSz="1217512" rtl="0" eaLnBrk="1" latinLnBrk="0" hangingPunct="1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r>
                  <a:rPr lang="nl-NL" sz="800" b="0" kern="1200" noProof="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rPr>
                  <a:t>Naar voorgrond</a:t>
                </a:r>
              </a:p>
            </p:txBody>
          </p:sp>
          <p:sp>
            <p:nvSpPr>
              <p:cNvPr id="166" name="Tekstvak 165">
                <a:extLst>
                  <a:ext uri="{FF2B5EF4-FFF2-40B4-BE49-F238E27FC236}">
                    <a16:creationId xmlns:a16="http://schemas.microsoft.com/office/drawing/2014/main" id="{346A390B-4F04-46FE-AEA9-E9933CF3A16B}"/>
                  </a:ext>
                </a:extLst>
              </p:cNvPr>
              <p:cNvSpPr txBox="1"/>
              <p:nvPr userDrawn="1"/>
            </p:nvSpPr>
            <p:spPr>
              <a:xfrm>
                <a:off x="12984219" y="3481017"/>
                <a:ext cx="1165564" cy="20313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algn="l" defTabSz="1217512" rtl="0" eaLnBrk="1" latinLnBrk="0" hangingPunct="1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r>
                  <a:rPr lang="nl-NL" sz="800" b="0" kern="1200" noProof="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rPr>
                  <a:t>Naar achtergrond</a:t>
                </a:r>
              </a:p>
            </p:txBody>
          </p:sp>
          <p:pic>
            <p:nvPicPr>
              <p:cNvPr id="167" name="Picture 3">
                <a:extLst>
                  <a:ext uri="{FF2B5EF4-FFF2-40B4-BE49-F238E27FC236}">
                    <a16:creationId xmlns:a16="http://schemas.microsoft.com/office/drawing/2014/main" id="{5D959765-4B6B-4C0F-9E1B-41CEB29D9BFB}"/>
                  </a:ext>
                </a:extLst>
              </p:cNvPr>
              <p:cNvPicPr>
                <a:picLocks noChangeAspect="1" noChangeArrowheads="1"/>
              </p:cNvPicPr>
              <p:nvPr userDrawn="1"/>
            </p:nvPicPr>
            <p:blipFill>
              <a:blip r:embed="rId2" cstate="email">
                <a:extLst>
                  <a:ext uri="{28A0092B-C50C-407E-A947-70E740481C1C}">
                    <a14:useLocalDpi xmlns:a14="http://schemas.microsoft.com/office/drawing/2010/main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13938926" y="3567717"/>
                <a:ext cx="143086" cy="231331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</p:pic>
          <p:sp>
            <p:nvSpPr>
              <p:cNvPr id="168" name="Gelijkbenige driehoek 167">
                <a:extLst>
                  <a:ext uri="{FF2B5EF4-FFF2-40B4-BE49-F238E27FC236}">
                    <a16:creationId xmlns:a16="http://schemas.microsoft.com/office/drawing/2014/main" id="{3F8C1FF6-930D-4B1F-883F-C386F95C16CE}"/>
                  </a:ext>
                </a:extLst>
              </p:cNvPr>
              <p:cNvSpPr/>
              <p:nvPr userDrawn="1"/>
            </p:nvSpPr>
            <p:spPr>
              <a:xfrm rot="5400000">
                <a:off x="14094210" y="3548999"/>
                <a:ext cx="86866" cy="51147"/>
              </a:xfrm>
              <a:prstGeom prst="triangle">
                <a:avLst/>
              </a:prstGeom>
              <a:solidFill>
                <a:srgbClr val="00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nl-NL" sz="1000" b="1" noProof="0">
                  <a:solidFill>
                    <a:schemeClr val="tx1"/>
                  </a:solidFill>
                </a:endParaRPr>
              </a:p>
            </p:txBody>
          </p:sp>
          <p:grpSp>
            <p:nvGrpSpPr>
              <p:cNvPr id="169" name="Groep 168">
                <a:extLst>
                  <a:ext uri="{FF2B5EF4-FFF2-40B4-BE49-F238E27FC236}">
                    <a16:creationId xmlns:a16="http://schemas.microsoft.com/office/drawing/2014/main" id="{3C538D33-FDEF-4E14-A185-047D677D69D7}"/>
                  </a:ext>
                </a:extLst>
              </p:cNvPr>
              <p:cNvGrpSpPr/>
              <p:nvPr userDrawn="1"/>
            </p:nvGrpSpPr>
            <p:grpSpPr>
              <a:xfrm>
                <a:off x="12822311" y="3178534"/>
                <a:ext cx="182309" cy="163794"/>
                <a:chOff x="12832541" y="3162395"/>
                <a:chExt cx="219532" cy="197236"/>
              </a:xfrm>
            </p:grpSpPr>
            <p:sp>
              <p:nvSpPr>
                <p:cNvPr id="174" name="Rechthoek 173">
                  <a:extLst>
                    <a:ext uri="{FF2B5EF4-FFF2-40B4-BE49-F238E27FC236}">
                      <a16:creationId xmlns:a16="http://schemas.microsoft.com/office/drawing/2014/main" id="{274FBD21-6828-4B68-913F-584B4B0E1202}"/>
                    </a:ext>
                  </a:extLst>
                </p:cNvPr>
                <p:cNvSpPr/>
                <p:nvPr userDrawn="1"/>
              </p:nvSpPr>
              <p:spPr>
                <a:xfrm>
                  <a:off x="12832541" y="3162395"/>
                  <a:ext cx="81487" cy="81487"/>
                </a:xfrm>
                <a:prstGeom prst="rect">
                  <a:avLst/>
                </a:prstGeom>
                <a:solidFill>
                  <a:schemeClr val="bg1"/>
                </a:solidFill>
                <a:ln w="12700">
                  <a:solidFill>
                    <a:schemeClr val="tx2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  <p:sp>
              <p:nvSpPr>
                <p:cNvPr id="175" name="Rechthoek 174">
                  <a:extLst>
                    <a:ext uri="{FF2B5EF4-FFF2-40B4-BE49-F238E27FC236}">
                      <a16:creationId xmlns:a16="http://schemas.microsoft.com/office/drawing/2014/main" id="{09BA5AE3-A533-4B65-BBD2-1EFCA1EDBE45}"/>
                    </a:ext>
                  </a:extLst>
                </p:cNvPr>
                <p:cNvSpPr/>
                <p:nvPr userDrawn="1"/>
              </p:nvSpPr>
              <p:spPr>
                <a:xfrm>
                  <a:off x="12970586" y="3278144"/>
                  <a:ext cx="81487" cy="81487"/>
                </a:xfrm>
                <a:prstGeom prst="rect">
                  <a:avLst/>
                </a:prstGeom>
                <a:solidFill>
                  <a:schemeClr val="bg1"/>
                </a:solidFill>
                <a:ln w="12700">
                  <a:solidFill>
                    <a:schemeClr val="tx2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  <p:sp>
              <p:nvSpPr>
                <p:cNvPr id="176" name="Rechthoek 175">
                  <a:extLst>
                    <a:ext uri="{FF2B5EF4-FFF2-40B4-BE49-F238E27FC236}">
                      <a16:creationId xmlns:a16="http://schemas.microsoft.com/office/drawing/2014/main" id="{72E84307-5A87-442F-8FF9-7FEBE7B50706}"/>
                    </a:ext>
                  </a:extLst>
                </p:cNvPr>
                <p:cNvSpPr/>
                <p:nvPr userDrawn="1"/>
              </p:nvSpPr>
              <p:spPr>
                <a:xfrm>
                  <a:off x="12873284" y="3191991"/>
                  <a:ext cx="138045" cy="138044"/>
                </a:xfrm>
                <a:prstGeom prst="rect">
                  <a:avLst/>
                </a:prstGeom>
                <a:solidFill>
                  <a:srgbClr val="EABE76"/>
                </a:solidFill>
                <a:ln w="12700">
                  <a:solidFill>
                    <a:schemeClr val="bg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</p:grpSp>
          <p:grpSp>
            <p:nvGrpSpPr>
              <p:cNvPr id="170" name="Groep 169">
                <a:extLst>
                  <a:ext uri="{FF2B5EF4-FFF2-40B4-BE49-F238E27FC236}">
                    <a16:creationId xmlns:a16="http://schemas.microsoft.com/office/drawing/2014/main" id="{495CC8FE-D427-4294-BDD6-26C033F57EBE}"/>
                  </a:ext>
                </a:extLst>
              </p:cNvPr>
              <p:cNvGrpSpPr/>
              <p:nvPr userDrawn="1"/>
            </p:nvGrpSpPr>
            <p:grpSpPr>
              <a:xfrm>
                <a:off x="12822311" y="3480352"/>
                <a:ext cx="182309" cy="163794"/>
                <a:chOff x="12832541" y="3162395"/>
                <a:chExt cx="219532" cy="197236"/>
              </a:xfrm>
            </p:grpSpPr>
            <p:sp>
              <p:nvSpPr>
                <p:cNvPr id="171" name="Rechthoek 170">
                  <a:extLst>
                    <a:ext uri="{FF2B5EF4-FFF2-40B4-BE49-F238E27FC236}">
                      <a16:creationId xmlns:a16="http://schemas.microsoft.com/office/drawing/2014/main" id="{FC68A5C7-E609-41C7-B288-8F2C7EA9B165}"/>
                    </a:ext>
                  </a:extLst>
                </p:cNvPr>
                <p:cNvSpPr/>
                <p:nvPr userDrawn="1"/>
              </p:nvSpPr>
              <p:spPr>
                <a:xfrm>
                  <a:off x="12873284" y="3191991"/>
                  <a:ext cx="138045" cy="138044"/>
                </a:xfrm>
                <a:prstGeom prst="rect">
                  <a:avLst/>
                </a:prstGeom>
                <a:solidFill>
                  <a:srgbClr val="EABE76"/>
                </a:solidFill>
                <a:ln w="12700">
                  <a:solidFill>
                    <a:schemeClr val="bg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  <p:sp>
              <p:nvSpPr>
                <p:cNvPr id="172" name="Rechthoek 171">
                  <a:extLst>
                    <a:ext uri="{FF2B5EF4-FFF2-40B4-BE49-F238E27FC236}">
                      <a16:creationId xmlns:a16="http://schemas.microsoft.com/office/drawing/2014/main" id="{3321C70B-29B3-48B6-A676-0F8E5F570EF1}"/>
                    </a:ext>
                  </a:extLst>
                </p:cNvPr>
                <p:cNvSpPr/>
                <p:nvPr userDrawn="1"/>
              </p:nvSpPr>
              <p:spPr>
                <a:xfrm>
                  <a:off x="12832541" y="3162395"/>
                  <a:ext cx="81487" cy="81487"/>
                </a:xfrm>
                <a:prstGeom prst="rect">
                  <a:avLst/>
                </a:prstGeom>
                <a:solidFill>
                  <a:schemeClr val="bg1"/>
                </a:solidFill>
                <a:ln w="12700">
                  <a:solidFill>
                    <a:schemeClr val="tx2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  <p:sp>
              <p:nvSpPr>
                <p:cNvPr id="173" name="Rechthoek 172">
                  <a:extLst>
                    <a:ext uri="{FF2B5EF4-FFF2-40B4-BE49-F238E27FC236}">
                      <a16:creationId xmlns:a16="http://schemas.microsoft.com/office/drawing/2014/main" id="{417364DA-3A21-4534-B44E-7A3B1ADE2C81}"/>
                    </a:ext>
                  </a:extLst>
                </p:cNvPr>
                <p:cNvSpPr/>
                <p:nvPr userDrawn="1"/>
              </p:nvSpPr>
              <p:spPr>
                <a:xfrm>
                  <a:off x="12970586" y="3278144"/>
                  <a:ext cx="81487" cy="81487"/>
                </a:xfrm>
                <a:prstGeom prst="rect">
                  <a:avLst/>
                </a:prstGeom>
                <a:solidFill>
                  <a:schemeClr val="bg1"/>
                </a:solidFill>
                <a:ln w="12700">
                  <a:solidFill>
                    <a:schemeClr val="tx2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</p:grpSp>
        </p:grpSp>
        <p:grpSp>
          <p:nvGrpSpPr>
            <p:cNvPr id="62" name="Meer informatie">
              <a:extLst>
                <a:ext uri="{FF2B5EF4-FFF2-40B4-BE49-F238E27FC236}">
                  <a16:creationId xmlns:a16="http://schemas.microsoft.com/office/drawing/2014/main" id="{650CD994-0CE0-4FE2-99FF-9744C95370A3}"/>
                </a:ext>
              </a:extLst>
            </p:cNvPr>
            <p:cNvGrpSpPr/>
            <p:nvPr userDrawn="1"/>
          </p:nvGrpSpPr>
          <p:grpSpPr>
            <a:xfrm>
              <a:off x="12396764" y="5806296"/>
              <a:ext cx="3178515" cy="783273"/>
              <a:chOff x="-3741486" y="3386444"/>
              <a:chExt cx="3178515" cy="783273"/>
            </a:xfrm>
          </p:grpSpPr>
          <p:sp>
            <p:nvSpPr>
              <p:cNvPr id="160" name="Freeform 101">
                <a:extLst>
                  <a:ext uri="{FF2B5EF4-FFF2-40B4-BE49-F238E27FC236}">
                    <a16:creationId xmlns:a16="http://schemas.microsoft.com/office/drawing/2014/main" id="{B75B8996-C368-4210-8D25-5937B697B9EB}"/>
                  </a:ext>
                </a:extLst>
              </p:cNvPr>
              <p:cNvSpPr>
                <a:spLocks noEditPoints="1"/>
              </p:cNvSpPr>
              <p:nvPr/>
            </p:nvSpPr>
            <p:spPr bwMode="auto">
              <a:xfrm>
                <a:off x="-3741486" y="3386444"/>
                <a:ext cx="255753" cy="255753"/>
              </a:xfrm>
              <a:custGeom>
                <a:avLst/>
                <a:gdLst>
                  <a:gd name="T0" fmla="*/ 0 w 292"/>
                  <a:gd name="T1" fmla="*/ 146 h 292"/>
                  <a:gd name="T2" fmla="*/ 4 w 292"/>
                  <a:gd name="T3" fmla="*/ 113 h 292"/>
                  <a:gd name="T4" fmla="*/ 14 w 292"/>
                  <a:gd name="T5" fmla="*/ 82 h 292"/>
                  <a:gd name="T6" fmla="*/ 31 w 292"/>
                  <a:gd name="T7" fmla="*/ 55 h 292"/>
                  <a:gd name="T8" fmla="*/ 53 w 292"/>
                  <a:gd name="T9" fmla="*/ 32 h 292"/>
                  <a:gd name="T10" fmla="*/ 81 w 292"/>
                  <a:gd name="T11" fmla="*/ 15 h 292"/>
                  <a:gd name="T12" fmla="*/ 112 w 292"/>
                  <a:gd name="T13" fmla="*/ 4 h 292"/>
                  <a:gd name="T14" fmla="*/ 145 w 292"/>
                  <a:gd name="T15" fmla="*/ 0 h 292"/>
                  <a:gd name="T16" fmla="*/ 179 w 292"/>
                  <a:gd name="T17" fmla="*/ 4 h 292"/>
                  <a:gd name="T18" fmla="*/ 209 w 292"/>
                  <a:gd name="T19" fmla="*/ 15 h 292"/>
                  <a:gd name="T20" fmla="*/ 237 w 292"/>
                  <a:gd name="T21" fmla="*/ 32 h 292"/>
                  <a:gd name="T22" fmla="*/ 259 w 292"/>
                  <a:gd name="T23" fmla="*/ 55 h 292"/>
                  <a:gd name="T24" fmla="*/ 276 w 292"/>
                  <a:gd name="T25" fmla="*/ 82 h 292"/>
                  <a:gd name="T26" fmla="*/ 288 w 292"/>
                  <a:gd name="T27" fmla="*/ 113 h 292"/>
                  <a:gd name="T28" fmla="*/ 292 w 292"/>
                  <a:gd name="T29" fmla="*/ 146 h 292"/>
                  <a:gd name="T30" fmla="*/ 288 w 292"/>
                  <a:gd name="T31" fmla="*/ 180 h 292"/>
                  <a:gd name="T32" fmla="*/ 276 w 292"/>
                  <a:gd name="T33" fmla="*/ 210 h 292"/>
                  <a:gd name="T34" fmla="*/ 259 w 292"/>
                  <a:gd name="T35" fmla="*/ 237 h 292"/>
                  <a:gd name="T36" fmla="*/ 237 w 292"/>
                  <a:gd name="T37" fmla="*/ 260 h 292"/>
                  <a:gd name="T38" fmla="*/ 209 w 292"/>
                  <a:gd name="T39" fmla="*/ 278 h 292"/>
                  <a:gd name="T40" fmla="*/ 179 w 292"/>
                  <a:gd name="T41" fmla="*/ 288 h 292"/>
                  <a:gd name="T42" fmla="*/ 145 w 292"/>
                  <a:gd name="T43" fmla="*/ 292 h 292"/>
                  <a:gd name="T44" fmla="*/ 112 w 292"/>
                  <a:gd name="T45" fmla="*/ 288 h 292"/>
                  <a:gd name="T46" fmla="*/ 81 w 292"/>
                  <a:gd name="T47" fmla="*/ 278 h 292"/>
                  <a:gd name="T48" fmla="*/ 53 w 292"/>
                  <a:gd name="T49" fmla="*/ 260 h 292"/>
                  <a:gd name="T50" fmla="*/ 31 w 292"/>
                  <a:gd name="T51" fmla="*/ 237 h 292"/>
                  <a:gd name="T52" fmla="*/ 14 w 292"/>
                  <a:gd name="T53" fmla="*/ 210 h 292"/>
                  <a:gd name="T54" fmla="*/ 4 w 292"/>
                  <a:gd name="T55" fmla="*/ 180 h 292"/>
                  <a:gd name="T56" fmla="*/ 0 w 292"/>
                  <a:gd name="T57" fmla="*/ 146 h 292"/>
                  <a:gd name="T58" fmla="*/ 102 w 292"/>
                  <a:gd name="T59" fmla="*/ 121 h 292"/>
                  <a:gd name="T60" fmla="*/ 102 w 292"/>
                  <a:gd name="T61" fmla="*/ 142 h 292"/>
                  <a:gd name="T62" fmla="*/ 120 w 292"/>
                  <a:gd name="T63" fmla="*/ 142 h 292"/>
                  <a:gd name="T64" fmla="*/ 120 w 292"/>
                  <a:gd name="T65" fmla="*/ 223 h 292"/>
                  <a:gd name="T66" fmla="*/ 102 w 292"/>
                  <a:gd name="T67" fmla="*/ 223 h 292"/>
                  <a:gd name="T68" fmla="*/ 102 w 292"/>
                  <a:gd name="T69" fmla="*/ 244 h 292"/>
                  <a:gd name="T70" fmla="*/ 188 w 292"/>
                  <a:gd name="T71" fmla="*/ 244 h 292"/>
                  <a:gd name="T72" fmla="*/ 188 w 292"/>
                  <a:gd name="T73" fmla="*/ 223 h 292"/>
                  <a:gd name="T74" fmla="*/ 170 w 292"/>
                  <a:gd name="T75" fmla="*/ 223 h 292"/>
                  <a:gd name="T76" fmla="*/ 170 w 292"/>
                  <a:gd name="T77" fmla="*/ 142 h 292"/>
                  <a:gd name="T78" fmla="*/ 188 w 292"/>
                  <a:gd name="T79" fmla="*/ 142 h 292"/>
                  <a:gd name="T80" fmla="*/ 188 w 292"/>
                  <a:gd name="T81" fmla="*/ 121 h 292"/>
                  <a:gd name="T82" fmla="*/ 102 w 292"/>
                  <a:gd name="T83" fmla="*/ 121 h 292"/>
                  <a:gd name="T84" fmla="*/ 115 w 292"/>
                  <a:gd name="T85" fmla="*/ 79 h 292"/>
                  <a:gd name="T86" fmla="*/ 117 w 292"/>
                  <a:gd name="T87" fmla="*/ 92 h 292"/>
                  <a:gd name="T88" fmla="*/ 124 w 292"/>
                  <a:gd name="T89" fmla="*/ 101 h 292"/>
                  <a:gd name="T90" fmla="*/ 133 w 292"/>
                  <a:gd name="T91" fmla="*/ 108 h 292"/>
                  <a:gd name="T92" fmla="*/ 145 w 292"/>
                  <a:gd name="T93" fmla="*/ 110 h 292"/>
                  <a:gd name="T94" fmla="*/ 157 w 292"/>
                  <a:gd name="T95" fmla="*/ 108 h 292"/>
                  <a:gd name="T96" fmla="*/ 167 w 292"/>
                  <a:gd name="T97" fmla="*/ 101 h 292"/>
                  <a:gd name="T98" fmla="*/ 174 w 292"/>
                  <a:gd name="T99" fmla="*/ 92 h 292"/>
                  <a:gd name="T100" fmla="*/ 176 w 292"/>
                  <a:gd name="T101" fmla="*/ 79 h 292"/>
                  <a:gd name="T102" fmla="*/ 174 w 292"/>
                  <a:gd name="T103" fmla="*/ 67 h 292"/>
                  <a:gd name="T104" fmla="*/ 167 w 292"/>
                  <a:gd name="T105" fmla="*/ 58 h 292"/>
                  <a:gd name="T106" fmla="*/ 157 w 292"/>
                  <a:gd name="T107" fmla="*/ 51 h 292"/>
                  <a:gd name="T108" fmla="*/ 145 w 292"/>
                  <a:gd name="T109" fmla="*/ 49 h 292"/>
                  <a:gd name="T110" fmla="*/ 133 w 292"/>
                  <a:gd name="T111" fmla="*/ 51 h 292"/>
                  <a:gd name="T112" fmla="*/ 124 w 292"/>
                  <a:gd name="T113" fmla="*/ 58 h 292"/>
                  <a:gd name="T114" fmla="*/ 117 w 292"/>
                  <a:gd name="T115" fmla="*/ 67 h 292"/>
                  <a:gd name="T116" fmla="*/ 115 w 292"/>
                  <a:gd name="T117" fmla="*/ 79 h 29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  <a:cxn ang="0">
                    <a:pos x="T90" y="T91"/>
                  </a:cxn>
                  <a:cxn ang="0">
                    <a:pos x="T92" y="T93"/>
                  </a:cxn>
                  <a:cxn ang="0">
                    <a:pos x="T94" y="T95"/>
                  </a:cxn>
                  <a:cxn ang="0">
                    <a:pos x="T96" y="T97"/>
                  </a:cxn>
                  <a:cxn ang="0">
                    <a:pos x="T98" y="T99"/>
                  </a:cxn>
                  <a:cxn ang="0">
                    <a:pos x="T100" y="T101"/>
                  </a:cxn>
                  <a:cxn ang="0">
                    <a:pos x="T102" y="T103"/>
                  </a:cxn>
                  <a:cxn ang="0">
                    <a:pos x="T104" y="T105"/>
                  </a:cxn>
                  <a:cxn ang="0">
                    <a:pos x="T106" y="T107"/>
                  </a:cxn>
                  <a:cxn ang="0">
                    <a:pos x="T108" y="T109"/>
                  </a:cxn>
                  <a:cxn ang="0">
                    <a:pos x="T110" y="T111"/>
                  </a:cxn>
                  <a:cxn ang="0">
                    <a:pos x="T112" y="T113"/>
                  </a:cxn>
                  <a:cxn ang="0">
                    <a:pos x="T114" y="T115"/>
                  </a:cxn>
                  <a:cxn ang="0">
                    <a:pos x="T116" y="T117"/>
                  </a:cxn>
                </a:cxnLst>
                <a:rect l="0" t="0" r="r" b="b"/>
                <a:pathLst>
                  <a:path w="292" h="292">
                    <a:moveTo>
                      <a:pt x="0" y="146"/>
                    </a:moveTo>
                    <a:lnTo>
                      <a:pt x="4" y="113"/>
                    </a:lnTo>
                    <a:lnTo>
                      <a:pt x="14" y="82"/>
                    </a:lnTo>
                    <a:lnTo>
                      <a:pt x="31" y="55"/>
                    </a:lnTo>
                    <a:lnTo>
                      <a:pt x="53" y="32"/>
                    </a:lnTo>
                    <a:lnTo>
                      <a:pt x="81" y="15"/>
                    </a:lnTo>
                    <a:lnTo>
                      <a:pt x="112" y="4"/>
                    </a:lnTo>
                    <a:lnTo>
                      <a:pt x="145" y="0"/>
                    </a:lnTo>
                    <a:lnTo>
                      <a:pt x="179" y="4"/>
                    </a:lnTo>
                    <a:lnTo>
                      <a:pt x="209" y="15"/>
                    </a:lnTo>
                    <a:lnTo>
                      <a:pt x="237" y="32"/>
                    </a:lnTo>
                    <a:lnTo>
                      <a:pt x="259" y="55"/>
                    </a:lnTo>
                    <a:lnTo>
                      <a:pt x="276" y="82"/>
                    </a:lnTo>
                    <a:lnTo>
                      <a:pt x="288" y="113"/>
                    </a:lnTo>
                    <a:lnTo>
                      <a:pt x="292" y="146"/>
                    </a:lnTo>
                    <a:lnTo>
                      <a:pt x="288" y="180"/>
                    </a:lnTo>
                    <a:lnTo>
                      <a:pt x="276" y="210"/>
                    </a:lnTo>
                    <a:lnTo>
                      <a:pt x="259" y="237"/>
                    </a:lnTo>
                    <a:lnTo>
                      <a:pt x="237" y="260"/>
                    </a:lnTo>
                    <a:lnTo>
                      <a:pt x="209" y="278"/>
                    </a:lnTo>
                    <a:lnTo>
                      <a:pt x="179" y="288"/>
                    </a:lnTo>
                    <a:lnTo>
                      <a:pt x="145" y="292"/>
                    </a:lnTo>
                    <a:lnTo>
                      <a:pt x="112" y="288"/>
                    </a:lnTo>
                    <a:lnTo>
                      <a:pt x="81" y="278"/>
                    </a:lnTo>
                    <a:lnTo>
                      <a:pt x="53" y="260"/>
                    </a:lnTo>
                    <a:lnTo>
                      <a:pt x="31" y="237"/>
                    </a:lnTo>
                    <a:lnTo>
                      <a:pt x="14" y="210"/>
                    </a:lnTo>
                    <a:lnTo>
                      <a:pt x="4" y="180"/>
                    </a:lnTo>
                    <a:lnTo>
                      <a:pt x="0" y="146"/>
                    </a:lnTo>
                    <a:close/>
                    <a:moveTo>
                      <a:pt x="102" y="121"/>
                    </a:moveTo>
                    <a:lnTo>
                      <a:pt x="102" y="142"/>
                    </a:lnTo>
                    <a:lnTo>
                      <a:pt x="120" y="142"/>
                    </a:lnTo>
                    <a:lnTo>
                      <a:pt x="120" y="223"/>
                    </a:lnTo>
                    <a:lnTo>
                      <a:pt x="102" y="223"/>
                    </a:lnTo>
                    <a:lnTo>
                      <a:pt x="102" y="244"/>
                    </a:lnTo>
                    <a:lnTo>
                      <a:pt x="188" y="244"/>
                    </a:lnTo>
                    <a:lnTo>
                      <a:pt x="188" y="223"/>
                    </a:lnTo>
                    <a:lnTo>
                      <a:pt x="170" y="223"/>
                    </a:lnTo>
                    <a:lnTo>
                      <a:pt x="170" y="142"/>
                    </a:lnTo>
                    <a:lnTo>
                      <a:pt x="188" y="142"/>
                    </a:lnTo>
                    <a:lnTo>
                      <a:pt x="188" y="121"/>
                    </a:lnTo>
                    <a:lnTo>
                      <a:pt x="102" y="121"/>
                    </a:lnTo>
                    <a:close/>
                    <a:moveTo>
                      <a:pt x="115" y="79"/>
                    </a:moveTo>
                    <a:lnTo>
                      <a:pt x="117" y="92"/>
                    </a:lnTo>
                    <a:lnTo>
                      <a:pt x="124" y="101"/>
                    </a:lnTo>
                    <a:lnTo>
                      <a:pt x="133" y="108"/>
                    </a:lnTo>
                    <a:lnTo>
                      <a:pt x="145" y="110"/>
                    </a:lnTo>
                    <a:lnTo>
                      <a:pt x="157" y="108"/>
                    </a:lnTo>
                    <a:lnTo>
                      <a:pt x="167" y="101"/>
                    </a:lnTo>
                    <a:lnTo>
                      <a:pt x="174" y="92"/>
                    </a:lnTo>
                    <a:lnTo>
                      <a:pt x="176" y="79"/>
                    </a:lnTo>
                    <a:lnTo>
                      <a:pt x="174" y="67"/>
                    </a:lnTo>
                    <a:lnTo>
                      <a:pt x="167" y="58"/>
                    </a:lnTo>
                    <a:lnTo>
                      <a:pt x="157" y="51"/>
                    </a:lnTo>
                    <a:lnTo>
                      <a:pt x="145" y="49"/>
                    </a:lnTo>
                    <a:lnTo>
                      <a:pt x="133" y="51"/>
                    </a:lnTo>
                    <a:lnTo>
                      <a:pt x="124" y="58"/>
                    </a:lnTo>
                    <a:lnTo>
                      <a:pt x="117" y="67"/>
                    </a:lnTo>
                    <a:lnTo>
                      <a:pt x="115" y="79"/>
                    </a:lnTo>
                    <a:close/>
                  </a:path>
                </a:pathLst>
              </a:custGeom>
              <a:solidFill>
                <a:srgbClr val="FF7800"/>
              </a:solidFill>
              <a:ln w="0">
                <a:noFill/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nl-NL" sz="1100" noProof="0"/>
              </a:p>
            </p:txBody>
          </p:sp>
          <p:sp>
            <p:nvSpPr>
              <p:cNvPr id="161" name="Rechthoek 160">
                <a:extLst>
                  <a:ext uri="{FF2B5EF4-FFF2-40B4-BE49-F238E27FC236}">
                    <a16:creationId xmlns:a16="http://schemas.microsoft.com/office/drawing/2014/main" id="{E05D4D07-5FB3-4EC9-86F9-4E9D6220A1A1}"/>
                  </a:ext>
                </a:extLst>
              </p:cNvPr>
              <p:cNvSpPr/>
              <p:nvPr userDrawn="1"/>
            </p:nvSpPr>
            <p:spPr>
              <a:xfrm>
                <a:off x="-3380966" y="3458473"/>
                <a:ext cx="2817995" cy="592123"/>
              </a:xfrm>
              <a:prstGeom prst="rect">
                <a:avLst/>
              </a:prstGeom>
              <a:noFill/>
              <a:ln w="25400" cap="flat" cmpd="sng" algn="ctr">
                <a:noFill/>
                <a:prstDash val="solid"/>
              </a:ln>
              <a:effectLst/>
            </p:spPr>
            <p:txBody>
              <a:bodyPr lIns="0" tIns="0" rIns="0" bIns="0" rtlCol="0" anchor="t"/>
              <a:lstStyle/>
              <a:p>
                <a:pPr marL="0" marR="0" lvl="0" indent="0" defTabSz="914400" eaLnBrk="1" fontAlgn="auto" latinLnBrk="0" hangingPunct="1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nl-NL" sz="1100" b="0" i="0" u="none" strike="noStrike" kern="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+mn-lt"/>
                    <a:cs typeface="Segoe UI Light" panose="020B0502040204020203" pitchFamily="34" charset="0"/>
                  </a:rPr>
                  <a:t>Meer weten?</a:t>
                </a:r>
                <a:br>
                  <a:rPr kumimoji="0" lang="nl-NL" sz="1100" b="0" i="0" u="none" strike="noStrike" kern="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+mn-lt"/>
                    <a:cs typeface="Segoe UI Light" panose="020B0502040204020203" pitchFamily="34" charset="0"/>
                  </a:rPr>
                </a:br>
                <a:r>
                  <a:rPr kumimoji="0" lang="nl-NL" sz="1100" b="0" i="0" u="none" strike="noStrike" kern="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+mn-lt"/>
                    <a:cs typeface="Segoe UI Light" panose="020B0502040204020203" pitchFamily="34" charset="0"/>
                  </a:rPr>
                  <a:t>Ga naar dia </a:t>
                </a:r>
                <a:r>
                  <a:rPr kumimoji="0" lang="nl-NL" sz="1100" b="1" i="0" u="none" strike="noStrike" kern="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+mn-lt"/>
                    <a:cs typeface="Segoe UI Light" panose="020B0502040204020203" pitchFamily="34" charset="0"/>
                  </a:rPr>
                  <a:t>‘Instructie dia: YouTube links’</a:t>
                </a:r>
                <a:r>
                  <a:rPr kumimoji="0" lang="nl-NL" sz="1100" b="0" i="0" u="none" strike="noStrike" kern="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+mn-lt"/>
                    <a:cs typeface="Segoe UI Light" panose="020B0502040204020203" pitchFamily="34" charset="0"/>
                  </a:rPr>
                  <a:t>, open deze in de diavoorstelling en klik op de gewenste video link.</a:t>
                </a:r>
              </a:p>
            </p:txBody>
          </p:sp>
          <p:cxnSp>
            <p:nvCxnSpPr>
              <p:cNvPr id="162" name="Rechte verbindingslijn 161">
                <a:extLst>
                  <a:ext uri="{FF2B5EF4-FFF2-40B4-BE49-F238E27FC236}">
                    <a16:creationId xmlns:a16="http://schemas.microsoft.com/office/drawing/2014/main" id="{C5897805-9BF7-466B-90B4-122E11DA9C89}"/>
                  </a:ext>
                </a:extLst>
              </p:cNvPr>
              <p:cNvCxnSpPr>
                <a:cxnSpLocks/>
              </p:cNvCxnSpPr>
              <p:nvPr userDrawn="1"/>
            </p:nvCxnSpPr>
            <p:spPr>
              <a:xfrm>
                <a:off x="-3740987" y="4169717"/>
                <a:ext cx="3178016" cy="0"/>
              </a:xfrm>
              <a:prstGeom prst="line">
                <a:avLst/>
              </a:prstGeom>
              <a:noFill/>
              <a:ln w="3175" cap="flat" cmpd="sng" algn="ctr">
                <a:solidFill>
                  <a:schemeClr val="accent1"/>
                </a:solidFill>
                <a:prstDash val="solid"/>
              </a:ln>
              <a:effectLst/>
            </p:spPr>
          </p:cxnSp>
        </p:grpSp>
        <p:sp>
          <p:nvSpPr>
            <p:cNvPr id="67" name="Rechthoek 66">
              <a:extLst>
                <a:ext uri="{FF2B5EF4-FFF2-40B4-BE49-F238E27FC236}">
                  <a16:creationId xmlns:a16="http://schemas.microsoft.com/office/drawing/2014/main" id="{8A2936BC-0D2F-4DEC-9A36-D49BB4790B82}"/>
                </a:ext>
              </a:extLst>
            </p:cNvPr>
            <p:cNvSpPr/>
            <p:nvPr userDrawn="1"/>
          </p:nvSpPr>
          <p:spPr>
            <a:xfrm>
              <a:off x="12397262" y="0"/>
              <a:ext cx="3178016" cy="191611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ctr"/>
            <a:lstStyle/>
            <a:p>
              <a:pPr marL="0" marR="0" lvl="0" indent="0" defTabSz="914400" eaLnBrk="1" fontAlgn="auto" latinLnBrk="0" hangingPunct="1">
                <a:lnSpc>
                  <a:spcPct val="8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nl-NL" sz="1400" b="1" i="0" u="none" strike="noStrike" kern="0" cap="all" spc="0" normalizeH="0" baseline="0" noProof="0">
                  <a:ln>
                    <a:noFill/>
                  </a:ln>
                  <a:solidFill>
                    <a:schemeClr val="accent1"/>
                  </a:solidFill>
                  <a:effectLst/>
                  <a:uLnTx/>
                  <a:uFillTx/>
                  <a:latin typeface="+mj-lt"/>
                  <a:cs typeface="Segoe UI Light" panose="020B0502040204020203" pitchFamily="34" charset="0"/>
                </a:rPr>
                <a:t>Afbeelding invoegen/veranderen</a:t>
              </a:r>
            </a:p>
          </p:txBody>
        </p:sp>
        <p:sp>
          <p:nvSpPr>
            <p:cNvPr id="69" name="Ovaal 68">
              <a:extLst>
                <a:ext uri="{FF2B5EF4-FFF2-40B4-BE49-F238E27FC236}">
                  <a16:creationId xmlns:a16="http://schemas.microsoft.com/office/drawing/2014/main" id="{D8479DE8-58D3-4BD6-8B33-1D342945635A}"/>
                </a:ext>
              </a:extLst>
            </p:cNvPr>
            <p:cNvSpPr/>
            <p:nvPr userDrawn="1"/>
          </p:nvSpPr>
          <p:spPr>
            <a:xfrm>
              <a:off x="12391601" y="366490"/>
              <a:ext cx="260914" cy="259683"/>
            </a:xfrm>
            <a:prstGeom prst="ellipse">
              <a:avLst/>
            </a:prstGeom>
            <a:solidFill>
              <a:schemeClr val="accent1"/>
            </a:solidFill>
            <a:ln w="25400" cap="flat" cmpd="sng" algn="ctr">
              <a:noFill/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1</a:t>
              </a:r>
            </a:p>
          </p:txBody>
        </p:sp>
        <p:cxnSp>
          <p:nvCxnSpPr>
            <p:cNvPr id="70" name="Rechte verbindingslijn 69">
              <a:extLst>
                <a:ext uri="{FF2B5EF4-FFF2-40B4-BE49-F238E27FC236}">
                  <a16:creationId xmlns:a16="http://schemas.microsoft.com/office/drawing/2014/main" id="{F68F612D-E2FE-438B-AF6C-D650A11D6173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2397261" y="241635"/>
              <a:ext cx="3178017" cy="0"/>
            </a:xfrm>
            <a:prstGeom prst="line">
              <a:avLst/>
            </a:prstGeom>
            <a:noFill/>
            <a:ln w="3175" cap="flat" cmpd="sng" algn="ctr">
              <a:solidFill>
                <a:schemeClr val="accent1"/>
              </a:solidFill>
              <a:prstDash val="solid"/>
            </a:ln>
            <a:effectLst/>
          </p:spPr>
        </p:cxnSp>
        <p:cxnSp>
          <p:nvCxnSpPr>
            <p:cNvPr id="71" name="Rechte verbindingslijn 70">
              <a:extLst>
                <a:ext uri="{FF2B5EF4-FFF2-40B4-BE49-F238E27FC236}">
                  <a16:creationId xmlns:a16="http://schemas.microsoft.com/office/drawing/2014/main" id="{1719104B-BFD6-4F99-ACB0-76A6B91F6BF1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2397261" y="1577933"/>
              <a:ext cx="3178017" cy="0"/>
            </a:xfrm>
            <a:prstGeom prst="line">
              <a:avLst/>
            </a:prstGeom>
            <a:noFill/>
            <a:ln w="3175" cap="flat" cmpd="sng" algn="ctr">
              <a:solidFill>
                <a:schemeClr val="accent1"/>
              </a:solidFill>
              <a:prstDash val="solid"/>
            </a:ln>
            <a:effectLst/>
          </p:spPr>
        </p:cxnSp>
        <p:sp>
          <p:nvSpPr>
            <p:cNvPr id="72" name="Rechthoek 71">
              <a:extLst>
                <a:ext uri="{FF2B5EF4-FFF2-40B4-BE49-F238E27FC236}">
                  <a16:creationId xmlns:a16="http://schemas.microsoft.com/office/drawing/2014/main" id="{6A76C2CE-5F20-4EB2-9A6F-65D70EA662D3}"/>
                </a:ext>
              </a:extLst>
            </p:cNvPr>
            <p:cNvSpPr/>
            <p:nvPr userDrawn="1"/>
          </p:nvSpPr>
          <p:spPr>
            <a:xfrm>
              <a:off x="12757282" y="432552"/>
              <a:ext cx="2817995" cy="595423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t"/>
            <a:lstStyle/>
            <a:p>
              <a:pPr marL="0" marR="0" lvl="0" indent="0" defTabSz="914400" eaLnBrk="1" fontAlgn="auto" latinLnBrk="0" hangingPunct="1">
                <a:lnSpc>
                  <a:spcPct val="90000"/>
                </a:lnSpc>
                <a:spcBef>
                  <a:spcPts val="600"/>
                </a:spcBef>
                <a:spcAft>
                  <a:spcPts val="600"/>
                </a:spcAft>
                <a:buClr>
                  <a:schemeClr val="accent1"/>
                </a:buClr>
                <a:buSzTx/>
                <a:buFont typeface="Arial" panose="020B0604020202020204" pitchFamily="34" charset="0"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Wanneer nodig, verwijder de bestaande afbeelding d.m.v. de </a:t>
              </a:r>
              <a:r>
                <a:rPr kumimoji="0" lang="nl-NL" sz="1100" b="1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‘Delete’-knop</a:t>
              </a: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. Klik op het pictogram om een nieuwe afbeelding in te voegen. </a:t>
              </a:r>
              <a:r>
                <a:rPr kumimoji="0" lang="nl-NL" sz="1100" b="0" i="1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(zie onderstaand voorbeeld).</a:t>
              </a:r>
              <a:endParaRPr kumimoji="0" lang="nl-NL" sz="11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cs typeface="Segoe UI Light" panose="020B0502040204020203" pitchFamily="34" charset="0"/>
              </a:endParaRPr>
            </a:p>
          </p:txBody>
        </p:sp>
        <p:cxnSp>
          <p:nvCxnSpPr>
            <p:cNvPr id="73" name="Rechte verbindingslijn 72">
              <a:extLst>
                <a:ext uri="{FF2B5EF4-FFF2-40B4-BE49-F238E27FC236}">
                  <a16:creationId xmlns:a16="http://schemas.microsoft.com/office/drawing/2014/main" id="{B642726B-5625-41A3-97FD-51B3ADC166E2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2397261" y="5688413"/>
              <a:ext cx="3178017" cy="0"/>
            </a:xfrm>
            <a:prstGeom prst="line">
              <a:avLst/>
            </a:prstGeom>
            <a:noFill/>
            <a:ln w="3175" cap="flat" cmpd="sng" algn="ctr">
              <a:solidFill>
                <a:schemeClr val="accent1"/>
              </a:solidFill>
              <a:prstDash val="solid"/>
            </a:ln>
            <a:effectLst/>
          </p:spPr>
        </p:cxnSp>
        <p:sp>
          <p:nvSpPr>
            <p:cNvPr id="75" name="Ovaal 74">
              <a:extLst>
                <a:ext uri="{FF2B5EF4-FFF2-40B4-BE49-F238E27FC236}">
                  <a16:creationId xmlns:a16="http://schemas.microsoft.com/office/drawing/2014/main" id="{6A1D5F81-2CCD-4841-A8BC-C55424790FDA}"/>
                </a:ext>
              </a:extLst>
            </p:cNvPr>
            <p:cNvSpPr/>
            <p:nvPr userDrawn="1"/>
          </p:nvSpPr>
          <p:spPr>
            <a:xfrm>
              <a:off x="12391601" y="1706398"/>
              <a:ext cx="260914" cy="259683"/>
            </a:xfrm>
            <a:prstGeom prst="ellipse">
              <a:avLst/>
            </a:prstGeom>
            <a:solidFill>
              <a:schemeClr val="accent1"/>
            </a:solidFill>
            <a:ln w="25400" cap="flat" cmpd="sng" algn="ctr">
              <a:noFill/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2</a:t>
              </a:r>
            </a:p>
          </p:txBody>
        </p:sp>
        <p:sp>
          <p:nvSpPr>
            <p:cNvPr id="76" name="Rechthoek 75">
              <a:extLst>
                <a:ext uri="{FF2B5EF4-FFF2-40B4-BE49-F238E27FC236}">
                  <a16:creationId xmlns:a16="http://schemas.microsoft.com/office/drawing/2014/main" id="{51DEED6B-8A75-4CCC-B153-B4C182E02F93}"/>
                </a:ext>
              </a:extLst>
            </p:cNvPr>
            <p:cNvSpPr/>
            <p:nvPr userDrawn="1"/>
          </p:nvSpPr>
          <p:spPr>
            <a:xfrm>
              <a:off x="12757282" y="1772461"/>
              <a:ext cx="2817995" cy="318048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t"/>
            <a:lstStyle/>
            <a:p>
              <a:pPr marL="0" marR="0" lvl="0" indent="0" defTabSz="914400" eaLnBrk="1" fontAlgn="auto" latinLnBrk="0" hangingPunct="1">
                <a:lnSpc>
                  <a:spcPct val="90000"/>
                </a:lnSpc>
                <a:spcBef>
                  <a:spcPts val="600"/>
                </a:spcBef>
                <a:spcAft>
                  <a:spcPts val="600"/>
                </a:spcAft>
                <a:buClr>
                  <a:schemeClr val="accent1"/>
                </a:buClr>
                <a:buSzTx/>
                <a:buFont typeface="Arial" panose="020B0604020202020204" pitchFamily="34" charset="0"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Selecteer de gewenste afbeelding</a:t>
              </a:r>
              <a:b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</a:b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en klik op </a:t>
              </a:r>
              <a:r>
                <a:rPr kumimoji="0" lang="nl-NL" sz="1100" b="1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‘Invoegen’</a:t>
              </a: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.</a:t>
              </a:r>
              <a:endParaRPr kumimoji="0" lang="nl-NL" sz="1100" b="1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cs typeface="Segoe UI Light" panose="020B0502040204020203" pitchFamily="34" charset="0"/>
              </a:endParaRPr>
            </a:p>
          </p:txBody>
        </p:sp>
        <p:grpSp>
          <p:nvGrpSpPr>
            <p:cNvPr id="77" name="Groep 76">
              <a:extLst>
                <a:ext uri="{FF2B5EF4-FFF2-40B4-BE49-F238E27FC236}">
                  <a16:creationId xmlns:a16="http://schemas.microsoft.com/office/drawing/2014/main" id="{39404035-A07A-4071-8C0F-8FC1846C53EC}"/>
                </a:ext>
              </a:extLst>
            </p:cNvPr>
            <p:cNvGrpSpPr/>
            <p:nvPr userDrawn="1"/>
          </p:nvGrpSpPr>
          <p:grpSpPr>
            <a:xfrm>
              <a:off x="12757282" y="2184550"/>
              <a:ext cx="825500" cy="209550"/>
              <a:chOff x="13504624" y="2482850"/>
              <a:chExt cx="825500" cy="209550"/>
            </a:xfrm>
          </p:grpSpPr>
          <p:sp>
            <p:nvSpPr>
              <p:cNvPr id="157" name="Rechthoek 156">
                <a:extLst>
                  <a:ext uri="{FF2B5EF4-FFF2-40B4-BE49-F238E27FC236}">
                    <a16:creationId xmlns:a16="http://schemas.microsoft.com/office/drawing/2014/main" id="{B9FCAFAF-FDFA-45FE-8FB4-A95BFDF2CA00}"/>
                  </a:ext>
                </a:extLst>
              </p:cNvPr>
              <p:cNvSpPr/>
              <p:nvPr userDrawn="1"/>
            </p:nvSpPr>
            <p:spPr>
              <a:xfrm>
                <a:off x="13504624" y="2482850"/>
                <a:ext cx="825500" cy="209550"/>
              </a:xfrm>
              <a:prstGeom prst="rect">
                <a:avLst/>
              </a:prstGeom>
              <a:solidFill>
                <a:srgbClr val="E5F1FB"/>
              </a:solidFill>
              <a:ln w="12700">
                <a:solidFill>
                  <a:srgbClr val="0B7ED9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10800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r>
                  <a:rPr lang="nl-NL" sz="800" b="0" noProof="0">
                    <a:solidFill>
                      <a:schemeClr val="tx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Invoegen</a:t>
                </a:r>
              </a:p>
            </p:txBody>
          </p:sp>
          <p:cxnSp>
            <p:nvCxnSpPr>
              <p:cNvPr id="158" name="Rechte verbindingslijn 157">
                <a:extLst>
                  <a:ext uri="{FF2B5EF4-FFF2-40B4-BE49-F238E27FC236}">
                    <a16:creationId xmlns:a16="http://schemas.microsoft.com/office/drawing/2014/main" id="{937B9EA0-1740-4175-BB87-E60F9BF3440D}"/>
                  </a:ext>
                </a:extLst>
              </p:cNvPr>
              <p:cNvCxnSpPr/>
              <p:nvPr userDrawn="1"/>
            </p:nvCxnSpPr>
            <p:spPr>
              <a:xfrm>
                <a:off x="14155269" y="2515250"/>
                <a:ext cx="0" cy="142717"/>
              </a:xfrm>
              <a:prstGeom prst="line">
                <a:avLst/>
              </a:prstGeom>
              <a:noFill/>
              <a:ln w="3175" cap="flat" cmpd="sng" algn="ctr">
                <a:solidFill>
                  <a:srgbClr val="44546A"/>
                </a:solidFill>
                <a:prstDash val="solid"/>
              </a:ln>
              <a:effectLst/>
            </p:spPr>
          </p:cxnSp>
          <p:sp>
            <p:nvSpPr>
              <p:cNvPr id="159" name="Gelijkbenige driehoek 158">
                <a:extLst>
                  <a:ext uri="{FF2B5EF4-FFF2-40B4-BE49-F238E27FC236}">
                    <a16:creationId xmlns:a16="http://schemas.microsoft.com/office/drawing/2014/main" id="{AD5D6E17-3679-4ECD-BB9A-094F5E0E7170}"/>
                  </a:ext>
                </a:extLst>
              </p:cNvPr>
              <p:cNvSpPr/>
              <p:nvPr userDrawn="1"/>
            </p:nvSpPr>
            <p:spPr>
              <a:xfrm rot="10800000">
                <a:off x="14196089" y="2566904"/>
                <a:ext cx="86866" cy="51147"/>
              </a:xfrm>
              <a:prstGeom prst="triangle">
                <a:avLst/>
              </a:prstGeom>
              <a:solidFill>
                <a:srgbClr val="00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nl-NL" sz="1000" b="1" noProof="0">
                  <a:solidFill>
                    <a:schemeClr val="tx1"/>
                  </a:solidFill>
                </a:endParaRPr>
              </a:p>
            </p:txBody>
          </p:sp>
        </p:grpSp>
        <p:grpSp>
          <p:nvGrpSpPr>
            <p:cNvPr id="78" name="Groep 77">
              <a:extLst>
                <a:ext uri="{FF2B5EF4-FFF2-40B4-BE49-F238E27FC236}">
                  <a16:creationId xmlns:a16="http://schemas.microsoft.com/office/drawing/2014/main" id="{31D6A9A0-2C04-45EC-9FC9-53A66589F59A}"/>
                </a:ext>
              </a:extLst>
            </p:cNvPr>
            <p:cNvGrpSpPr/>
            <p:nvPr userDrawn="1"/>
          </p:nvGrpSpPr>
          <p:grpSpPr>
            <a:xfrm>
              <a:off x="12757282" y="1141626"/>
              <a:ext cx="294789" cy="318834"/>
              <a:chOff x="14466489" y="1001522"/>
              <a:chExt cx="290627" cy="314333"/>
            </a:xfrm>
          </p:grpSpPr>
          <p:sp>
            <p:nvSpPr>
              <p:cNvPr id="151" name="Rechthoek 150">
                <a:extLst>
                  <a:ext uri="{FF2B5EF4-FFF2-40B4-BE49-F238E27FC236}">
                    <a16:creationId xmlns:a16="http://schemas.microsoft.com/office/drawing/2014/main" id="{7537D14E-3145-41AA-8BA6-E2DA4792DAB5}"/>
                  </a:ext>
                </a:extLst>
              </p:cNvPr>
              <p:cNvSpPr/>
              <p:nvPr userDrawn="1"/>
            </p:nvSpPr>
            <p:spPr>
              <a:xfrm>
                <a:off x="14466489" y="1001522"/>
                <a:ext cx="257935" cy="254168"/>
              </a:xfrm>
              <a:prstGeom prst="rect">
                <a:avLst/>
              </a:prstGeom>
              <a:solidFill>
                <a:schemeClr val="bg1"/>
              </a:solidFill>
              <a:ln w="12700">
                <a:solidFill>
                  <a:srgbClr val="C0C0C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10800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lvl="0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endParaRPr lang="nl-NL" sz="800" b="0" noProof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152" name="Ovaal 151">
                <a:extLst>
                  <a:ext uri="{FF2B5EF4-FFF2-40B4-BE49-F238E27FC236}">
                    <a16:creationId xmlns:a16="http://schemas.microsoft.com/office/drawing/2014/main" id="{5A063F0D-3016-4D67-A80E-A2ACE05C76A0}"/>
                  </a:ext>
                </a:extLst>
              </p:cNvPr>
              <p:cNvSpPr/>
              <p:nvPr userDrawn="1"/>
            </p:nvSpPr>
            <p:spPr>
              <a:xfrm>
                <a:off x="14623626" y="1033630"/>
                <a:ext cx="71169" cy="71169"/>
              </a:xfrm>
              <a:prstGeom prst="ellipse">
                <a:avLst/>
              </a:prstGeom>
              <a:solidFill>
                <a:srgbClr val="F1D8A5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nl-NL" sz="1000" b="1" noProof="0">
                  <a:solidFill>
                    <a:schemeClr val="tx1"/>
                  </a:solidFill>
                </a:endParaRPr>
              </a:p>
            </p:txBody>
          </p:sp>
          <p:sp>
            <p:nvSpPr>
              <p:cNvPr id="153" name="Vrije vorm: vorm 152">
                <a:extLst>
                  <a:ext uri="{FF2B5EF4-FFF2-40B4-BE49-F238E27FC236}">
                    <a16:creationId xmlns:a16="http://schemas.microsoft.com/office/drawing/2014/main" id="{B6672389-7339-4818-917A-210CB31A7851}"/>
                  </a:ext>
                </a:extLst>
              </p:cNvPr>
              <p:cNvSpPr/>
              <p:nvPr userDrawn="1"/>
            </p:nvSpPr>
            <p:spPr>
              <a:xfrm rot="2700000">
                <a:off x="14498877" y="1157846"/>
                <a:ext cx="168558" cy="147459"/>
              </a:xfrm>
              <a:custGeom>
                <a:avLst/>
                <a:gdLst>
                  <a:gd name="connsiteX0" fmla="*/ 12837 w 168558"/>
                  <a:gd name="connsiteY0" fmla="*/ 12836 h 147459"/>
                  <a:gd name="connsiteX1" fmla="*/ 43826 w 168558"/>
                  <a:gd name="connsiteY1" fmla="*/ 0 h 147459"/>
                  <a:gd name="connsiteX2" fmla="*/ 168558 w 168558"/>
                  <a:gd name="connsiteY2" fmla="*/ 0 h 147459"/>
                  <a:gd name="connsiteX3" fmla="*/ 21099 w 168558"/>
                  <a:gd name="connsiteY3" fmla="*/ 147459 h 147459"/>
                  <a:gd name="connsiteX4" fmla="*/ 0 w 168558"/>
                  <a:gd name="connsiteY4" fmla="*/ 126361 h 147459"/>
                  <a:gd name="connsiteX5" fmla="*/ 0 w 168558"/>
                  <a:gd name="connsiteY5" fmla="*/ 43826 h 147459"/>
                  <a:gd name="connsiteX6" fmla="*/ 12837 w 168558"/>
                  <a:gd name="connsiteY6" fmla="*/ 12836 h 14745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68558" h="147459">
                    <a:moveTo>
                      <a:pt x="12837" y="12836"/>
                    </a:moveTo>
                    <a:cubicBezTo>
                      <a:pt x="20768" y="4905"/>
                      <a:pt x="31724" y="0"/>
                      <a:pt x="43826" y="0"/>
                    </a:cubicBezTo>
                    <a:lnTo>
                      <a:pt x="168558" y="0"/>
                    </a:lnTo>
                    <a:lnTo>
                      <a:pt x="21099" y="147459"/>
                    </a:lnTo>
                    <a:lnTo>
                      <a:pt x="0" y="126361"/>
                    </a:lnTo>
                    <a:lnTo>
                      <a:pt x="0" y="43826"/>
                    </a:lnTo>
                    <a:cubicBezTo>
                      <a:pt x="1" y="31723"/>
                      <a:pt x="4906" y="20767"/>
                      <a:pt x="12837" y="12836"/>
                    </a:cubicBezTo>
                    <a:close/>
                  </a:path>
                </a:pathLst>
              </a:custGeom>
              <a:solidFill>
                <a:srgbClr val="C9D8E9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nl-NL" sz="1000" b="1" noProof="0">
                  <a:solidFill>
                    <a:schemeClr val="tx1"/>
                  </a:solidFill>
                </a:endParaRPr>
              </a:p>
            </p:txBody>
          </p:sp>
          <p:sp>
            <p:nvSpPr>
              <p:cNvPr id="154" name="Rechthoek: afgeronde hoeken 153">
                <a:extLst>
                  <a:ext uri="{FF2B5EF4-FFF2-40B4-BE49-F238E27FC236}">
                    <a16:creationId xmlns:a16="http://schemas.microsoft.com/office/drawing/2014/main" id="{CC87DF75-C992-4B02-97F4-10B66F4FCBB5}"/>
                  </a:ext>
                </a:extLst>
              </p:cNvPr>
              <p:cNvSpPr/>
              <p:nvPr userDrawn="1"/>
            </p:nvSpPr>
            <p:spPr>
              <a:xfrm>
                <a:off x="14601150" y="1145314"/>
                <a:ext cx="155966" cy="116816"/>
              </a:xfrm>
              <a:prstGeom prst="roundRect">
                <a:avLst/>
              </a:prstGeom>
              <a:solidFill>
                <a:schemeClr val="bg1"/>
              </a:solidFill>
              <a:ln w="19050">
                <a:solidFill>
                  <a:srgbClr val="8AADD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10800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lvl="0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endParaRPr lang="nl-NL" sz="800" b="0" noProof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cxnSp>
            <p:nvCxnSpPr>
              <p:cNvPr id="155" name="Rechte verbindingslijn 154">
                <a:extLst>
                  <a:ext uri="{FF2B5EF4-FFF2-40B4-BE49-F238E27FC236}">
                    <a16:creationId xmlns:a16="http://schemas.microsoft.com/office/drawing/2014/main" id="{A594B960-EC39-48A1-BD3B-8BDE1CEA55DC}"/>
                  </a:ext>
                </a:extLst>
              </p:cNvPr>
              <p:cNvCxnSpPr>
                <a:cxnSpLocks/>
              </p:cNvCxnSpPr>
              <p:nvPr userDrawn="1"/>
            </p:nvCxnSpPr>
            <p:spPr>
              <a:xfrm>
                <a:off x="14637490" y="1308665"/>
                <a:ext cx="83286" cy="0"/>
              </a:xfrm>
              <a:prstGeom prst="line">
                <a:avLst/>
              </a:prstGeom>
              <a:solidFill>
                <a:schemeClr val="bg1"/>
              </a:solidFill>
              <a:ln w="19050">
                <a:solidFill>
                  <a:srgbClr val="8AADD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156" name="Rechte verbindingslijn 155">
                <a:extLst>
                  <a:ext uri="{FF2B5EF4-FFF2-40B4-BE49-F238E27FC236}">
                    <a16:creationId xmlns:a16="http://schemas.microsoft.com/office/drawing/2014/main" id="{29E4933F-B681-40E9-81E6-4BFE50351C8B}"/>
                  </a:ext>
                </a:extLst>
              </p:cNvPr>
              <p:cNvCxnSpPr>
                <a:cxnSpLocks/>
                <a:stCxn id="154" idx="2"/>
              </p:cNvCxnSpPr>
              <p:nvPr userDrawn="1"/>
            </p:nvCxnSpPr>
            <p:spPr>
              <a:xfrm flipH="1">
                <a:off x="14678717" y="1262130"/>
                <a:ext cx="416" cy="43573"/>
              </a:xfrm>
              <a:prstGeom prst="line">
                <a:avLst/>
              </a:prstGeom>
              <a:solidFill>
                <a:schemeClr val="bg1"/>
              </a:solidFill>
              <a:ln w="19050">
                <a:solidFill>
                  <a:srgbClr val="8AADD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</p:grpSp>
        <p:sp>
          <p:nvSpPr>
            <p:cNvPr id="79" name="Ovaal 78">
              <a:extLst>
                <a:ext uri="{FF2B5EF4-FFF2-40B4-BE49-F238E27FC236}">
                  <a16:creationId xmlns:a16="http://schemas.microsoft.com/office/drawing/2014/main" id="{95ADBB4B-DB43-4B95-BBB1-4EF78D913B23}"/>
                </a:ext>
              </a:extLst>
            </p:cNvPr>
            <p:cNvSpPr/>
            <p:nvPr userDrawn="1"/>
          </p:nvSpPr>
          <p:spPr>
            <a:xfrm>
              <a:off x="12391601" y="2617951"/>
              <a:ext cx="260914" cy="259683"/>
            </a:xfrm>
            <a:prstGeom prst="ellipse">
              <a:avLst/>
            </a:prstGeom>
            <a:solidFill>
              <a:schemeClr val="accent1"/>
            </a:solidFill>
            <a:ln w="25400" cap="flat" cmpd="sng" algn="ctr">
              <a:noFill/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3</a:t>
              </a:r>
            </a:p>
          </p:txBody>
        </p:sp>
        <p:sp>
          <p:nvSpPr>
            <p:cNvPr id="80" name="Rechthoek 79">
              <a:extLst>
                <a:ext uri="{FF2B5EF4-FFF2-40B4-BE49-F238E27FC236}">
                  <a16:creationId xmlns:a16="http://schemas.microsoft.com/office/drawing/2014/main" id="{28504821-72A2-4CEA-9D50-70679CC2C0B7}"/>
                </a:ext>
              </a:extLst>
            </p:cNvPr>
            <p:cNvSpPr/>
            <p:nvPr userDrawn="1"/>
          </p:nvSpPr>
          <p:spPr>
            <a:xfrm>
              <a:off x="12757283" y="2684015"/>
              <a:ext cx="2817996" cy="316612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t"/>
            <a:lstStyle/>
            <a:p>
              <a:pPr marL="0" marR="0" lvl="0" indent="0" defTabSz="914400" eaLnBrk="1" fontAlgn="auto" latinLnBrk="0" hangingPunct="1">
                <a:lnSpc>
                  <a:spcPct val="90000"/>
                </a:lnSpc>
                <a:spcBef>
                  <a:spcPts val="600"/>
                </a:spcBef>
                <a:spcAft>
                  <a:spcPts val="600"/>
                </a:spcAft>
                <a:buClr>
                  <a:schemeClr val="accent1"/>
                </a:buClr>
                <a:buSzTx/>
                <a:buFont typeface="Arial" panose="020B0604020202020204" pitchFamily="34" charset="0"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Klik met de rechter muisknop op de afbeelding en kies </a:t>
              </a:r>
              <a:r>
                <a:rPr kumimoji="0" lang="nl-NL" sz="1100" b="1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´Naar achtergrond´</a:t>
              </a: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.</a:t>
              </a:r>
              <a:endParaRPr kumimoji="0" lang="nl-NL" sz="1100" b="1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cs typeface="Segoe UI Light" panose="020B0502040204020203" pitchFamily="34" charset="0"/>
              </a:endParaRPr>
            </a:p>
          </p:txBody>
        </p:sp>
        <p:cxnSp>
          <p:nvCxnSpPr>
            <p:cNvPr id="82" name="Rechte verbindingslijn 81">
              <a:extLst>
                <a:ext uri="{FF2B5EF4-FFF2-40B4-BE49-F238E27FC236}">
                  <a16:creationId xmlns:a16="http://schemas.microsoft.com/office/drawing/2014/main" id="{240EAD0F-2F2B-4096-9FD4-D4694C040511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2397261" y="2499789"/>
              <a:ext cx="3178017" cy="0"/>
            </a:xfrm>
            <a:prstGeom prst="line">
              <a:avLst/>
            </a:prstGeom>
            <a:noFill/>
            <a:ln w="3175" cap="flat" cmpd="sng" algn="ctr">
              <a:solidFill>
                <a:schemeClr val="accent1"/>
              </a:solidFill>
              <a:prstDash val="solid"/>
            </a:ln>
            <a:effectLst/>
          </p:spPr>
        </p:cxnSp>
        <p:grpSp>
          <p:nvGrpSpPr>
            <p:cNvPr id="83" name="Groep 82">
              <a:extLst>
                <a:ext uri="{FF2B5EF4-FFF2-40B4-BE49-F238E27FC236}">
                  <a16:creationId xmlns:a16="http://schemas.microsoft.com/office/drawing/2014/main" id="{21918E90-E0C4-4A19-B70F-77772F93CCCE}"/>
                </a:ext>
              </a:extLst>
            </p:cNvPr>
            <p:cNvGrpSpPr/>
            <p:nvPr userDrawn="1"/>
          </p:nvGrpSpPr>
          <p:grpSpPr>
            <a:xfrm>
              <a:off x="12757282" y="4967075"/>
              <a:ext cx="1499406" cy="580946"/>
              <a:chOff x="12757283" y="3120781"/>
              <a:chExt cx="1499406" cy="580946"/>
            </a:xfrm>
          </p:grpSpPr>
          <p:sp>
            <p:nvSpPr>
              <p:cNvPr id="137" name="Rechthoek 136">
                <a:extLst>
                  <a:ext uri="{FF2B5EF4-FFF2-40B4-BE49-F238E27FC236}">
                    <a16:creationId xmlns:a16="http://schemas.microsoft.com/office/drawing/2014/main" id="{C505D121-7242-4280-A811-F9654B7259E3}"/>
                  </a:ext>
                </a:extLst>
              </p:cNvPr>
              <p:cNvSpPr/>
              <p:nvPr userDrawn="1"/>
            </p:nvSpPr>
            <p:spPr>
              <a:xfrm>
                <a:off x="12757283" y="3120781"/>
                <a:ext cx="1499406" cy="580946"/>
              </a:xfrm>
              <a:prstGeom prst="rect">
                <a:avLst/>
              </a:prstGeom>
              <a:solidFill>
                <a:schemeClr val="bg1"/>
              </a:solidFill>
              <a:ln w="12700">
                <a:solidFill>
                  <a:srgbClr val="D1D1D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10800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endParaRPr lang="nl-NL" sz="800" b="0" noProof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138" name="Rechthoek 137">
                <a:extLst>
                  <a:ext uri="{FF2B5EF4-FFF2-40B4-BE49-F238E27FC236}">
                    <a16:creationId xmlns:a16="http://schemas.microsoft.com/office/drawing/2014/main" id="{9E207B54-A356-463F-BDD8-988B2933314B}"/>
                  </a:ext>
                </a:extLst>
              </p:cNvPr>
              <p:cNvSpPr/>
              <p:nvPr userDrawn="1"/>
            </p:nvSpPr>
            <p:spPr>
              <a:xfrm>
                <a:off x="12761843" y="3146420"/>
                <a:ext cx="1478943" cy="257235"/>
              </a:xfrm>
              <a:prstGeom prst="rect">
                <a:avLst/>
              </a:prstGeom>
              <a:solidFill>
                <a:srgbClr val="FCE4DC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nl-NL" sz="700" b="1" noProof="0">
                  <a:solidFill>
                    <a:schemeClr val="tx1"/>
                  </a:solidFill>
                </a:endParaRPr>
              </a:p>
            </p:txBody>
          </p:sp>
          <p:sp>
            <p:nvSpPr>
              <p:cNvPr id="139" name="Tekstvak 138">
                <a:extLst>
                  <a:ext uri="{FF2B5EF4-FFF2-40B4-BE49-F238E27FC236}">
                    <a16:creationId xmlns:a16="http://schemas.microsoft.com/office/drawing/2014/main" id="{030C3FAC-57AC-41A4-B754-252703D57B58}"/>
                  </a:ext>
                </a:extLst>
              </p:cNvPr>
              <p:cNvSpPr txBox="1"/>
              <p:nvPr userDrawn="1"/>
            </p:nvSpPr>
            <p:spPr>
              <a:xfrm>
                <a:off x="12997648" y="3173471"/>
                <a:ext cx="957818" cy="20313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algn="l" defTabSz="1217512" rtl="0" eaLnBrk="1" latinLnBrk="0" hangingPunct="1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r>
                  <a:rPr lang="nl-NL" sz="800" b="0" kern="1200" noProof="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rPr>
                  <a:t>Naar voorgrond</a:t>
                </a:r>
              </a:p>
            </p:txBody>
          </p:sp>
          <p:sp>
            <p:nvSpPr>
              <p:cNvPr id="140" name="Tekstvak 139">
                <a:extLst>
                  <a:ext uri="{FF2B5EF4-FFF2-40B4-BE49-F238E27FC236}">
                    <a16:creationId xmlns:a16="http://schemas.microsoft.com/office/drawing/2014/main" id="{5C11FAC4-4C9D-4DED-B58C-8B3C3878D53D}"/>
                  </a:ext>
                </a:extLst>
              </p:cNvPr>
              <p:cNvSpPr txBox="1"/>
              <p:nvPr userDrawn="1"/>
            </p:nvSpPr>
            <p:spPr>
              <a:xfrm>
                <a:off x="12984219" y="3481017"/>
                <a:ext cx="1165564" cy="20313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algn="l" defTabSz="1217512" rtl="0" eaLnBrk="1" latinLnBrk="0" hangingPunct="1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r>
                  <a:rPr lang="nl-NL" sz="800" b="0" kern="1200" noProof="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rPr>
                  <a:t>Naar achtergrond</a:t>
                </a:r>
              </a:p>
            </p:txBody>
          </p:sp>
          <p:pic>
            <p:nvPicPr>
              <p:cNvPr id="141" name="Picture 3">
                <a:extLst>
                  <a:ext uri="{FF2B5EF4-FFF2-40B4-BE49-F238E27FC236}">
                    <a16:creationId xmlns:a16="http://schemas.microsoft.com/office/drawing/2014/main" id="{05F88D51-A991-4386-ADA4-11EDA59DD8E6}"/>
                  </a:ext>
                </a:extLst>
              </p:cNvPr>
              <p:cNvPicPr>
                <a:picLocks noChangeAspect="1" noChangeArrowheads="1"/>
              </p:cNvPicPr>
              <p:nvPr userDrawn="1"/>
            </p:nvPicPr>
            <p:blipFill>
              <a:blip r:embed="rId2" cstate="email">
                <a:extLst>
                  <a:ext uri="{28A0092B-C50C-407E-A947-70E740481C1C}">
                    <a14:useLocalDpi xmlns:a14="http://schemas.microsoft.com/office/drawing/2010/main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13938926" y="3243867"/>
                <a:ext cx="143086" cy="231331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</p:pic>
          <p:sp>
            <p:nvSpPr>
              <p:cNvPr id="142" name="Gelijkbenige driehoek 141">
                <a:extLst>
                  <a:ext uri="{FF2B5EF4-FFF2-40B4-BE49-F238E27FC236}">
                    <a16:creationId xmlns:a16="http://schemas.microsoft.com/office/drawing/2014/main" id="{8DE089DD-599B-460B-9DAE-D75E57CA5E25}"/>
                  </a:ext>
                </a:extLst>
              </p:cNvPr>
              <p:cNvSpPr/>
              <p:nvPr userDrawn="1"/>
            </p:nvSpPr>
            <p:spPr>
              <a:xfrm rot="5400000">
                <a:off x="14094210" y="3244199"/>
                <a:ext cx="86866" cy="51147"/>
              </a:xfrm>
              <a:prstGeom prst="triangle">
                <a:avLst/>
              </a:prstGeom>
              <a:solidFill>
                <a:srgbClr val="00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nl-NL" sz="1000" b="1" noProof="0">
                  <a:solidFill>
                    <a:schemeClr val="tx1"/>
                  </a:solidFill>
                </a:endParaRPr>
              </a:p>
            </p:txBody>
          </p:sp>
          <p:grpSp>
            <p:nvGrpSpPr>
              <p:cNvPr id="143" name="Groep 142">
                <a:extLst>
                  <a:ext uri="{FF2B5EF4-FFF2-40B4-BE49-F238E27FC236}">
                    <a16:creationId xmlns:a16="http://schemas.microsoft.com/office/drawing/2014/main" id="{A5951D05-6D0B-4634-A3CD-03C4848054FA}"/>
                  </a:ext>
                </a:extLst>
              </p:cNvPr>
              <p:cNvGrpSpPr/>
              <p:nvPr userDrawn="1"/>
            </p:nvGrpSpPr>
            <p:grpSpPr>
              <a:xfrm>
                <a:off x="12822311" y="3178534"/>
                <a:ext cx="182309" cy="163794"/>
                <a:chOff x="12832541" y="3162395"/>
                <a:chExt cx="219532" cy="197236"/>
              </a:xfrm>
            </p:grpSpPr>
            <p:sp>
              <p:nvSpPr>
                <p:cNvPr id="148" name="Rechthoek 147">
                  <a:extLst>
                    <a:ext uri="{FF2B5EF4-FFF2-40B4-BE49-F238E27FC236}">
                      <a16:creationId xmlns:a16="http://schemas.microsoft.com/office/drawing/2014/main" id="{07BDD439-596B-4C5D-A74F-A713FEB706E9}"/>
                    </a:ext>
                  </a:extLst>
                </p:cNvPr>
                <p:cNvSpPr/>
                <p:nvPr userDrawn="1"/>
              </p:nvSpPr>
              <p:spPr>
                <a:xfrm>
                  <a:off x="12832541" y="3162395"/>
                  <a:ext cx="81487" cy="81487"/>
                </a:xfrm>
                <a:prstGeom prst="rect">
                  <a:avLst/>
                </a:prstGeom>
                <a:solidFill>
                  <a:schemeClr val="bg1"/>
                </a:solidFill>
                <a:ln w="12700">
                  <a:solidFill>
                    <a:schemeClr val="tx2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  <p:sp>
              <p:nvSpPr>
                <p:cNvPr id="149" name="Rechthoek 148">
                  <a:extLst>
                    <a:ext uri="{FF2B5EF4-FFF2-40B4-BE49-F238E27FC236}">
                      <a16:creationId xmlns:a16="http://schemas.microsoft.com/office/drawing/2014/main" id="{3981B1DD-F789-4EA5-B4C6-9CEFC733AEC2}"/>
                    </a:ext>
                  </a:extLst>
                </p:cNvPr>
                <p:cNvSpPr/>
                <p:nvPr userDrawn="1"/>
              </p:nvSpPr>
              <p:spPr>
                <a:xfrm>
                  <a:off x="12970586" y="3278144"/>
                  <a:ext cx="81487" cy="81487"/>
                </a:xfrm>
                <a:prstGeom prst="rect">
                  <a:avLst/>
                </a:prstGeom>
                <a:solidFill>
                  <a:schemeClr val="bg1"/>
                </a:solidFill>
                <a:ln w="12700">
                  <a:solidFill>
                    <a:schemeClr val="tx2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  <p:sp>
              <p:nvSpPr>
                <p:cNvPr id="150" name="Rechthoek 149">
                  <a:extLst>
                    <a:ext uri="{FF2B5EF4-FFF2-40B4-BE49-F238E27FC236}">
                      <a16:creationId xmlns:a16="http://schemas.microsoft.com/office/drawing/2014/main" id="{842F42B4-4878-410D-904A-E73DA089926C}"/>
                    </a:ext>
                  </a:extLst>
                </p:cNvPr>
                <p:cNvSpPr/>
                <p:nvPr userDrawn="1"/>
              </p:nvSpPr>
              <p:spPr>
                <a:xfrm>
                  <a:off x="12873284" y="3191991"/>
                  <a:ext cx="138045" cy="138044"/>
                </a:xfrm>
                <a:prstGeom prst="rect">
                  <a:avLst/>
                </a:prstGeom>
                <a:solidFill>
                  <a:srgbClr val="EABE76"/>
                </a:solidFill>
                <a:ln w="12700">
                  <a:solidFill>
                    <a:schemeClr val="bg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</p:grpSp>
          <p:grpSp>
            <p:nvGrpSpPr>
              <p:cNvPr id="144" name="Groep 143">
                <a:extLst>
                  <a:ext uri="{FF2B5EF4-FFF2-40B4-BE49-F238E27FC236}">
                    <a16:creationId xmlns:a16="http://schemas.microsoft.com/office/drawing/2014/main" id="{4E12BE22-FB15-497E-9873-919D343F0EBF}"/>
                  </a:ext>
                </a:extLst>
              </p:cNvPr>
              <p:cNvGrpSpPr/>
              <p:nvPr userDrawn="1"/>
            </p:nvGrpSpPr>
            <p:grpSpPr>
              <a:xfrm>
                <a:off x="12822311" y="3480352"/>
                <a:ext cx="182309" cy="163794"/>
                <a:chOff x="12832541" y="3162395"/>
                <a:chExt cx="219532" cy="197236"/>
              </a:xfrm>
            </p:grpSpPr>
            <p:sp>
              <p:nvSpPr>
                <p:cNvPr id="145" name="Rechthoek 144">
                  <a:extLst>
                    <a:ext uri="{FF2B5EF4-FFF2-40B4-BE49-F238E27FC236}">
                      <a16:creationId xmlns:a16="http://schemas.microsoft.com/office/drawing/2014/main" id="{041B8852-528A-4DE0-90D1-89383BC87B3E}"/>
                    </a:ext>
                  </a:extLst>
                </p:cNvPr>
                <p:cNvSpPr/>
                <p:nvPr userDrawn="1"/>
              </p:nvSpPr>
              <p:spPr>
                <a:xfrm>
                  <a:off x="12873284" y="3191991"/>
                  <a:ext cx="138045" cy="138044"/>
                </a:xfrm>
                <a:prstGeom prst="rect">
                  <a:avLst/>
                </a:prstGeom>
                <a:solidFill>
                  <a:srgbClr val="EABE76"/>
                </a:solidFill>
                <a:ln w="12700">
                  <a:solidFill>
                    <a:schemeClr val="bg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  <p:sp>
              <p:nvSpPr>
                <p:cNvPr id="146" name="Rechthoek 145">
                  <a:extLst>
                    <a:ext uri="{FF2B5EF4-FFF2-40B4-BE49-F238E27FC236}">
                      <a16:creationId xmlns:a16="http://schemas.microsoft.com/office/drawing/2014/main" id="{DA209949-23BB-4725-8472-A7C4CE10DDFB}"/>
                    </a:ext>
                  </a:extLst>
                </p:cNvPr>
                <p:cNvSpPr/>
                <p:nvPr userDrawn="1"/>
              </p:nvSpPr>
              <p:spPr>
                <a:xfrm>
                  <a:off x="12832541" y="3162395"/>
                  <a:ext cx="81487" cy="81487"/>
                </a:xfrm>
                <a:prstGeom prst="rect">
                  <a:avLst/>
                </a:prstGeom>
                <a:solidFill>
                  <a:schemeClr val="bg1"/>
                </a:solidFill>
                <a:ln w="12700">
                  <a:solidFill>
                    <a:schemeClr val="tx2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  <p:sp>
              <p:nvSpPr>
                <p:cNvPr id="147" name="Rechthoek 146">
                  <a:extLst>
                    <a:ext uri="{FF2B5EF4-FFF2-40B4-BE49-F238E27FC236}">
                      <a16:creationId xmlns:a16="http://schemas.microsoft.com/office/drawing/2014/main" id="{C024A17F-57DA-4CE8-8CFB-620696FBEB80}"/>
                    </a:ext>
                  </a:extLst>
                </p:cNvPr>
                <p:cNvSpPr/>
                <p:nvPr userDrawn="1"/>
              </p:nvSpPr>
              <p:spPr>
                <a:xfrm>
                  <a:off x="12970586" y="3278144"/>
                  <a:ext cx="81487" cy="81487"/>
                </a:xfrm>
                <a:prstGeom prst="rect">
                  <a:avLst/>
                </a:prstGeom>
                <a:solidFill>
                  <a:schemeClr val="bg1"/>
                </a:solidFill>
                <a:ln w="12700">
                  <a:solidFill>
                    <a:schemeClr val="tx2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</p:grpSp>
        </p:grpSp>
        <p:sp>
          <p:nvSpPr>
            <p:cNvPr id="84" name="Ovaal 83">
              <a:extLst>
                <a:ext uri="{FF2B5EF4-FFF2-40B4-BE49-F238E27FC236}">
                  <a16:creationId xmlns:a16="http://schemas.microsoft.com/office/drawing/2014/main" id="{6B404E5B-A21A-48CD-9633-E950FE14BC16}"/>
                </a:ext>
              </a:extLst>
            </p:cNvPr>
            <p:cNvSpPr/>
            <p:nvPr userDrawn="1"/>
          </p:nvSpPr>
          <p:spPr>
            <a:xfrm>
              <a:off x="12391601" y="4027651"/>
              <a:ext cx="260914" cy="259683"/>
            </a:xfrm>
            <a:prstGeom prst="ellipse">
              <a:avLst/>
            </a:prstGeom>
            <a:solidFill>
              <a:schemeClr val="accent1"/>
            </a:solidFill>
            <a:ln w="25400" cap="flat" cmpd="sng" algn="ctr">
              <a:noFill/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4</a:t>
              </a:r>
            </a:p>
          </p:txBody>
        </p:sp>
        <p:sp>
          <p:nvSpPr>
            <p:cNvPr id="85" name="Rechthoek 84">
              <a:extLst>
                <a:ext uri="{FF2B5EF4-FFF2-40B4-BE49-F238E27FC236}">
                  <a16:creationId xmlns:a16="http://schemas.microsoft.com/office/drawing/2014/main" id="{3BD891F5-8C9E-4D5F-9723-D81EB874E023}"/>
                </a:ext>
              </a:extLst>
            </p:cNvPr>
            <p:cNvSpPr/>
            <p:nvPr userDrawn="1"/>
          </p:nvSpPr>
          <p:spPr>
            <a:xfrm>
              <a:off x="12757283" y="4093714"/>
              <a:ext cx="2817996" cy="628659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t"/>
            <a:lstStyle/>
            <a:p>
              <a:pPr marL="0" marR="0" lvl="0" indent="0" defTabSz="914400" eaLnBrk="1" fontAlgn="auto" latinLnBrk="0" hangingPunct="1">
                <a:lnSpc>
                  <a:spcPct val="90000"/>
                </a:lnSpc>
                <a:spcBef>
                  <a:spcPts val="600"/>
                </a:spcBef>
                <a:spcAft>
                  <a:spcPts val="600"/>
                </a:spcAft>
                <a:buClr>
                  <a:schemeClr val="accent1"/>
                </a:buClr>
                <a:buSzTx/>
                <a:buFont typeface="Arial" panose="020B0604020202020204" pitchFamily="34" charset="0"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Staat het invoegvenster achter de oranje lijn? Klik dan op de rechtermuisknop en kies </a:t>
              </a:r>
              <a:b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</a:b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‘</a:t>
              </a:r>
              <a:r>
                <a:rPr kumimoji="0" lang="nl-NL" sz="1100" b="1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naar voorgrond</a:t>
              </a: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’ om deze naar voren </a:t>
              </a:r>
              <a:b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</a:b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te halen. Klik na het invoegen op </a:t>
              </a:r>
              <a:b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</a:b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‘</a:t>
              </a:r>
              <a:r>
                <a:rPr kumimoji="0" lang="nl-NL" sz="1100" b="1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Naar achtergrond</a:t>
              </a: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’.</a:t>
              </a:r>
              <a:endParaRPr kumimoji="0" lang="nl-NL" sz="1100" b="1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cs typeface="Segoe UI Light" panose="020B0502040204020203" pitchFamily="34" charset="0"/>
              </a:endParaRPr>
            </a:p>
          </p:txBody>
        </p:sp>
        <p:cxnSp>
          <p:nvCxnSpPr>
            <p:cNvPr id="135" name="Rechte verbindingslijn 134">
              <a:extLst>
                <a:ext uri="{FF2B5EF4-FFF2-40B4-BE49-F238E27FC236}">
                  <a16:creationId xmlns:a16="http://schemas.microsoft.com/office/drawing/2014/main" id="{A8CAD07D-6BEC-4525-A385-59CA6FD1ACC3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2397261" y="3909489"/>
              <a:ext cx="3178017" cy="0"/>
            </a:xfrm>
            <a:prstGeom prst="line">
              <a:avLst/>
            </a:prstGeom>
            <a:noFill/>
            <a:ln w="3175" cap="flat" cmpd="sng" algn="ctr">
              <a:solidFill>
                <a:schemeClr val="accent1"/>
              </a:solidFill>
              <a:prstDash val="solid"/>
            </a:ln>
            <a:effectLst/>
          </p:spPr>
        </p:cxnSp>
      </p:grpSp>
      <p:sp>
        <p:nvSpPr>
          <p:cNvPr id="86" name="wolk">
            <a:extLst>
              <a:ext uri="{FF2B5EF4-FFF2-40B4-BE49-F238E27FC236}">
                <a16:creationId xmlns:a16="http://schemas.microsoft.com/office/drawing/2014/main" id="{7BD14135-453A-4E43-96D6-867167DD967F}"/>
              </a:ext>
            </a:extLst>
          </p:cNvPr>
          <p:cNvSpPr>
            <a:spLocks noGrp="1"/>
          </p:cNvSpPr>
          <p:nvPr>
            <p:ph type="body" sz="quarter" idx="61" hasCustomPrompt="1"/>
          </p:nvPr>
        </p:nvSpPr>
        <p:spPr>
          <a:xfrm>
            <a:off x="423435" y="524498"/>
            <a:ext cx="5556741" cy="2645107"/>
          </a:xfrm>
          <a:blipFill dpi="0" rotWithShape="1">
            <a:blip r:embed="rId3" cstate="email">
              <a:alphaModFix amt="90000"/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>
              <a:fillRect l="1580" r="1580"/>
            </a:stretch>
          </a:blipFill>
        </p:spPr>
        <p:txBody>
          <a:bodyPr wrap="square" lIns="900000" tIns="720000" rIns="288000" bIns="1800000" anchor="t"/>
          <a:lstStyle>
            <a:lvl1pPr marL="0" marR="0" indent="0" algn="l" defTabSz="914400" rtl="0" eaLnBrk="1" fontAlgn="auto" latinLnBrk="0" hangingPunct="1">
              <a:lnSpc>
                <a:spcPct val="80000"/>
              </a:lnSpc>
              <a:spcBef>
                <a:spcPts val="600"/>
              </a:spcBef>
              <a:spcAft>
                <a:spcPts val="6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  <a:defRPr sz="3400" b="1" cap="all" baseline="0">
                <a:solidFill>
                  <a:schemeClr val="tx1"/>
                </a:solidFill>
                <a:effectLst/>
                <a:latin typeface="+mj-lt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80000"/>
              </a:lnSpc>
              <a:spcBef>
                <a:spcPts val="600"/>
              </a:spcBef>
              <a:spcAft>
                <a:spcPts val="6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  <a:defRPr/>
            </a:pPr>
            <a:r>
              <a:rPr lang="nl-NL" noProof="0"/>
              <a:t>Plaats hier de titel van de presentatie</a:t>
            </a:r>
            <a:endParaRPr lang="en-US"/>
          </a:p>
        </p:txBody>
      </p:sp>
      <p:sp>
        <p:nvSpPr>
          <p:cNvPr id="87" name="tekst">
            <a:extLst>
              <a:ext uri="{FF2B5EF4-FFF2-40B4-BE49-F238E27FC236}">
                <a16:creationId xmlns:a16="http://schemas.microsoft.com/office/drawing/2014/main" id="{95CEE5E6-3AA7-411A-9A5D-B22740BCD27D}"/>
              </a:ext>
            </a:extLst>
          </p:cNvPr>
          <p:cNvSpPr>
            <a:spLocks noGrp="1"/>
          </p:cNvSpPr>
          <p:nvPr>
            <p:ph type="body" sz="quarter" idx="53" hasCustomPrompt="1"/>
          </p:nvPr>
        </p:nvSpPr>
        <p:spPr>
          <a:xfrm>
            <a:off x="1013091" y="2183753"/>
            <a:ext cx="4875645" cy="974116"/>
          </a:xfrm>
        </p:spPr>
        <p:txBody>
          <a:bodyPr lIns="324000" rIns="252000" anchor="t"/>
          <a:lstStyle>
            <a:lvl1pPr marL="0" indent="0" algn="l">
              <a:lnSpc>
                <a:spcPct val="90000"/>
              </a:lnSpc>
              <a:spcBef>
                <a:spcPts val="100"/>
              </a:spcBef>
              <a:spcAft>
                <a:spcPts val="100"/>
              </a:spcAft>
              <a:buNone/>
              <a:defRPr sz="1800" b="0" cap="none" baseline="0">
                <a:solidFill>
                  <a:schemeClr val="tx1"/>
                </a:solidFill>
                <a:effectLst/>
                <a:latin typeface="+mj-lt"/>
              </a:defRPr>
            </a:lvl1pPr>
          </a:lstStyle>
          <a:p>
            <a:pPr lvl="0"/>
            <a:r>
              <a:rPr lang="nl-NL"/>
              <a:t>Plaats hier de naam van </a:t>
            </a:r>
            <a:br>
              <a:rPr lang="nl-NL"/>
            </a:br>
            <a:r>
              <a:rPr lang="nl-NL"/>
              <a:t>De spreker óf subtitel</a:t>
            </a:r>
            <a:endParaRPr lang="en-US"/>
          </a:p>
        </p:txBody>
      </p:sp>
      <p:sp>
        <p:nvSpPr>
          <p:cNvPr id="74" name="logo">
            <a:extLst>
              <a:ext uri="{FF2B5EF4-FFF2-40B4-BE49-F238E27FC236}">
                <a16:creationId xmlns:a16="http://schemas.microsoft.com/office/drawing/2014/main" id="{458ED21E-36CB-428F-A21D-04589AFD8EE0}"/>
              </a:ext>
            </a:extLst>
          </p:cNvPr>
          <p:cNvSpPr>
            <a:spLocks noGrp="1"/>
          </p:cNvSpPr>
          <p:nvPr>
            <p:ph type="body" sz="quarter" idx="64" hasCustomPrompt="1"/>
          </p:nvPr>
        </p:nvSpPr>
        <p:spPr>
          <a:xfrm>
            <a:off x="10691963" y="5852007"/>
            <a:ext cx="991742" cy="486603"/>
          </a:xfrm>
          <a:blipFill>
            <a:blip r:embed="rId4" cstate="email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>
              <a:fillRect l="1580" r="1580"/>
            </a:stretch>
          </a:blipFill>
        </p:spPr>
        <p:txBody>
          <a:bodyPr anchor="t"/>
          <a:lstStyle>
            <a:lvl1pPr marL="0" indent="0" algn="ctr">
              <a:lnSpc>
                <a:spcPct val="80000"/>
              </a:lnSpc>
              <a:buNone/>
              <a:defRPr sz="1600" b="0">
                <a:solidFill>
                  <a:schemeClr val="tx1"/>
                </a:solidFill>
                <a:effectLst/>
                <a:latin typeface="+mj-lt"/>
              </a:defRPr>
            </a:lvl1pPr>
          </a:lstStyle>
          <a:p>
            <a:pPr lvl="0"/>
            <a:r>
              <a:rPr lang="nl-NL"/>
              <a:t>  </a:t>
            </a:r>
          </a:p>
        </p:txBody>
      </p:sp>
      <p:sp>
        <p:nvSpPr>
          <p:cNvPr id="104" name="Tijdelijke aanduiding voor tekst 103">
            <a:extLst>
              <a:ext uri="{FF2B5EF4-FFF2-40B4-BE49-F238E27FC236}">
                <a16:creationId xmlns:a16="http://schemas.microsoft.com/office/drawing/2014/main" id="{C95E6A41-0DB4-405A-B296-ED86636C6275}"/>
              </a:ext>
            </a:extLst>
          </p:cNvPr>
          <p:cNvSpPr>
            <a:spLocks noGrp="1"/>
          </p:cNvSpPr>
          <p:nvPr>
            <p:ph type="body" sz="quarter" idx="65"/>
          </p:nvPr>
        </p:nvSpPr>
        <p:spPr>
          <a:xfrm>
            <a:off x="9754069" y="0"/>
            <a:ext cx="1919032" cy="6858000"/>
          </a:xfrm>
          <a:custGeom>
            <a:avLst/>
            <a:gdLst>
              <a:gd name="connsiteX0" fmla="*/ 2209313 w 2219324"/>
              <a:gd name="connsiteY0" fmla="*/ 0 h 7931150"/>
              <a:gd name="connsiteX1" fmla="*/ 2219324 w 2219324"/>
              <a:gd name="connsiteY1" fmla="*/ 9968 h 7931150"/>
              <a:gd name="connsiteX2" fmla="*/ 2219324 w 2219324"/>
              <a:gd name="connsiteY2" fmla="*/ 2491982 h 7931150"/>
              <a:gd name="connsiteX3" fmla="*/ 1528497 w 2219324"/>
              <a:gd name="connsiteY3" fmla="*/ 3179770 h 7931150"/>
              <a:gd name="connsiteX4" fmla="*/ 690827 w 2219324"/>
              <a:gd name="connsiteY4" fmla="*/ 3179770 h 7931150"/>
              <a:gd name="connsiteX5" fmla="*/ 20024 w 2219324"/>
              <a:gd name="connsiteY5" fmla="*/ 3847621 h 7931150"/>
              <a:gd name="connsiteX6" fmla="*/ 20024 w 2219324"/>
              <a:gd name="connsiteY6" fmla="*/ 7921182 h 7931150"/>
              <a:gd name="connsiteX7" fmla="*/ 10012 w 2219324"/>
              <a:gd name="connsiteY7" fmla="*/ 7931150 h 7931150"/>
              <a:gd name="connsiteX8" fmla="*/ 0 w 2219324"/>
              <a:gd name="connsiteY8" fmla="*/ 7921182 h 7931150"/>
              <a:gd name="connsiteX9" fmla="*/ 0 w 2219324"/>
              <a:gd name="connsiteY9" fmla="*/ 3847621 h 7931150"/>
              <a:gd name="connsiteX10" fmla="*/ 690827 w 2219324"/>
              <a:gd name="connsiteY10" fmla="*/ 3159834 h 7931150"/>
              <a:gd name="connsiteX11" fmla="*/ 1528497 w 2219324"/>
              <a:gd name="connsiteY11" fmla="*/ 3159834 h 7931150"/>
              <a:gd name="connsiteX12" fmla="*/ 2199301 w 2219324"/>
              <a:gd name="connsiteY12" fmla="*/ 2491982 h 7931150"/>
              <a:gd name="connsiteX13" fmla="*/ 2199301 w 2219324"/>
              <a:gd name="connsiteY13" fmla="*/ 9968 h 7931150"/>
              <a:gd name="connsiteX14" fmla="*/ 2209313 w 2219324"/>
              <a:gd name="connsiteY14" fmla="*/ 0 h 79311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</a:cxnLst>
            <a:rect l="l" t="t" r="r" b="b"/>
            <a:pathLst>
              <a:path w="2219324" h="7931150">
                <a:moveTo>
                  <a:pt x="2209313" y="0"/>
                </a:moveTo>
                <a:cubicBezTo>
                  <a:pt x="2215987" y="0"/>
                  <a:pt x="2219324" y="3322"/>
                  <a:pt x="2219324" y="9968"/>
                </a:cubicBezTo>
                <a:cubicBezTo>
                  <a:pt x="2219324" y="2491982"/>
                  <a:pt x="2219324" y="2491982"/>
                  <a:pt x="2219324" y="2491982"/>
                </a:cubicBezTo>
                <a:cubicBezTo>
                  <a:pt x="2219324" y="2870764"/>
                  <a:pt x="1908953" y="3179770"/>
                  <a:pt x="1528497" y="3179770"/>
                </a:cubicBezTo>
                <a:cubicBezTo>
                  <a:pt x="690827" y="3179770"/>
                  <a:pt x="690827" y="3179770"/>
                  <a:pt x="690827" y="3179770"/>
                </a:cubicBezTo>
                <a:cubicBezTo>
                  <a:pt x="320383" y="3179770"/>
                  <a:pt x="20024" y="3478808"/>
                  <a:pt x="20024" y="3847621"/>
                </a:cubicBezTo>
                <a:cubicBezTo>
                  <a:pt x="20024" y="7921182"/>
                  <a:pt x="20024" y="7921182"/>
                  <a:pt x="20024" y="7921182"/>
                </a:cubicBezTo>
                <a:cubicBezTo>
                  <a:pt x="20024" y="7924504"/>
                  <a:pt x="16686" y="7931150"/>
                  <a:pt x="10012" y="7931150"/>
                </a:cubicBezTo>
                <a:cubicBezTo>
                  <a:pt x="3337" y="7931150"/>
                  <a:pt x="0" y="7924504"/>
                  <a:pt x="0" y="7921182"/>
                </a:cubicBezTo>
                <a:cubicBezTo>
                  <a:pt x="0" y="3847621"/>
                  <a:pt x="0" y="3847621"/>
                  <a:pt x="0" y="3847621"/>
                </a:cubicBezTo>
                <a:cubicBezTo>
                  <a:pt x="0" y="3468840"/>
                  <a:pt x="310371" y="3159834"/>
                  <a:pt x="690827" y="3159834"/>
                </a:cubicBezTo>
                <a:cubicBezTo>
                  <a:pt x="1528497" y="3159834"/>
                  <a:pt x="1528497" y="3159834"/>
                  <a:pt x="1528497" y="3159834"/>
                </a:cubicBezTo>
                <a:cubicBezTo>
                  <a:pt x="1898941" y="3159834"/>
                  <a:pt x="2199301" y="2860796"/>
                  <a:pt x="2199301" y="2491982"/>
                </a:cubicBezTo>
                <a:cubicBezTo>
                  <a:pt x="2199301" y="9968"/>
                  <a:pt x="2199301" y="9968"/>
                  <a:pt x="2199301" y="9968"/>
                </a:cubicBezTo>
                <a:cubicBezTo>
                  <a:pt x="2199301" y="3322"/>
                  <a:pt x="2202638" y="0"/>
                  <a:pt x="2209313" y="0"/>
                </a:cubicBezTo>
                <a:close/>
              </a:path>
            </a:pathLst>
          </a:custGeom>
          <a:solidFill>
            <a:schemeClr val="accent1"/>
          </a:solidFill>
        </p:spPr>
        <p:txBody>
          <a:bodyPr wrap="square">
            <a:noAutofit/>
          </a:bodyPr>
          <a:lstStyle>
            <a:lvl1pPr marL="0" indent="0">
              <a:buNone/>
              <a:defRPr sz="100">
                <a:solidFill>
                  <a:schemeClr val="tx1">
                    <a:alpha val="0"/>
                  </a:schemeClr>
                </a:solidFill>
              </a:defRPr>
            </a:lvl1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96" name="Tijdelijke aanduiding voor dianummer 5">
            <a:extLst>
              <a:ext uri="{FF2B5EF4-FFF2-40B4-BE49-F238E27FC236}">
                <a16:creationId xmlns:a16="http://schemas.microsoft.com/office/drawing/2014/main" id="{D6A528FE-D3FB-4684-8AA2-43392FC2038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16362" y="6376061"/>
            <a:ext cx="392576" cy="216909"/>
          </a:xfrm>
        </p:spPr>
        <p:txBody>
          <a:bodyPr/>
          <a:lstStyle/>
          <a:p>
            <a:fld id="{7AD0FE45-509C-4BDF-9EDE-64426F8DF3D2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05103371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800">
        <p:fade/>
      </p:transition>
    </mc:Choice>
    <mc:Fallback xmlns="">
      <p:transition spd="slow">
        <p:fade/>
      </p:transition>
    </mc:Fallback>
  </mc:AlternateContent>
</p:sldLayout>
</file>

<file path=ppt/slideLayouts/slideLayout24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KST DIA (100%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GRID" hidden="1">
            <a:extLst>
              <a:ext uri="{FF2B5EF4-FFF2-40B4-BE49-F238E27FC236}">
                <a16:creationId xmlns:a16="http://schemas.microsoft.com/office/drawing/2014/main" id="{B2685EF9-3068-415F-B9ED-225316426223}"/>
              </a:ext>
            </a:extLst>
          </p:cNvPr>
          <p:cNvGrpSpPr/>
          <p:nvPr userDrawn="1"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14" name="Rechthoek 13">
              <a:extLst>
                <a:ext uri="{FF2B5EF4-FFF2-40B4-BE49-F238E27FC236}">
                  <a16:creationId xmlns:a16="http://schemas.microsoft.com/office/drawing/2014/main" id="{BDCA59AB-4ADA-46B6-9123-8D4DCD9CD56B}"/>
                </a:ext>
              </a:extLst>
            </p:cNvPr>
            <p:cNvSpPr/>
            <p:nvPr userDrawn="1"/>
          </p:nvSpPr>
          <p:spPr>
            <a:xfrm>
              <a:off x="0" y="0"/>
              <a:ext cx="12192000" cy="261256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15" name="Rechthoek 14">
              <a:extLst>
                <a:ext uri="{FF2B5EF4-FFF2-40B4-BE49-F238E27FC236}">
                  <a16:creationId xmlns:a16="http://schemas.microsoft.com/office/drawing/2014/main" id="{DB8D413C-4CA9-4404-93FC-29E5D7246E0F}"/>
                </a:ext>
              </a:extLst>
            </p:cNvPr>
            <p:cNvSpPr/>
            <p:nvPr userDrawn="1"/>
          </p:nvSpPr>
          <p:spPr>
            <a:xfrm>
              <a:off x="0" y="6596744"/>
              <a:ext cx="12192000" cy="261256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16" name="Rechthoek 15">
              <a:extLst>
                <a:ext uri="{FF2B5EF4-FFF2-40B4-BE49-F238E27FC236}">
                  <a16:creationId xmlns:a16="http://schemas.microsoft.com/office/drawing/2014/main" id="{83BCEF68-DD53-4A2F-B64F-76565655293E}"/>
                </a:ext>
              </a:extLst>
            </p:cNvPr>
            <p:cNvSpPr/>
            <p:nvPr userDrawn="1"/>
          </p:nvSpPr>
          <p:spPr>
            <a:xfrm>
              <a:off x="0" y="0"/>
              <a:ext cx="262800" cy="68580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17" name="Rechthoek 16">
              <a:extLst>
                <a:ext uri="{FF2B5EF4-FFF2-40B4-BE49-F238E27FC236}">
                  <a16:creationId xmlns:a16="http://schemas.microsoft.com/office/drawing/2014/main" id="{450183A5-53A5-4F6B-9678-058FE56731F3}"/>
                </a:ext>
              </a:extLst>
            </p:cNvPr>
            <p:cNvSpPr/>
            <p:nvPr userDrawn="1"/>
          </p:nvSpPr>
          <p:spPr>
            <a:xfrm>
              <a:off x="11929200" y="0"/>
              <a:ext cx="262800" cy="68580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18" name="Rechthoek 17">
              <a:extLst>
                <a:ext uri="{FF2B5EF4-FFF2-40B4-BE49-F238E27FC236}">
                  <a16:creationId xmlns:a16="http://schemas.microsoft.com/office/drawing/2014/main" id="{AA426062-2C36-4321-8992-B3E86D034500}"/>
                </a:ext>
              </a:extLst>
            </p:cNvPr>
            <p:cNvSpPr/>
            <p:nvPr userDrawn="1"/>
          </p:nvSpPr>
          <p:spPr>
            <a:xfrm>
              <a:off x="0" y="262512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19" name="Rechthoek 18">
              <a:extLst>
                <a:ext uri="{FF2B5EF4-FFF2-40B4-BE49-F238E27FC236}">
                  <a16:creationId xmlns:a16="http://schemas.microsoft.com/office/drawing/2014/main" id="{47E730E5-8A0C-434A-8E0D-683DD4073CCC}"/>
                </a:ext>
              </a:extLst>
            </p:cNvPr>
            <p:cNvSpPr/>
            <p:nvPr userDrawn="1"/>
          </p:nvSpPr>
          <p:spPr>
            <a:xfrm>
              <a:off x="259064" y="0"/>
              <a:ext cx="262800" cy="6858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20" name="Rechthoek 19">
              <a:extLst>
                <a:ext uri="{FF2B5EF4-FFF2-40B4-BE49-F238E27FC236}">
                  <a16:creationId xmlns:a16="http://schemas.microsoft.com/office/drawing/2014/main" id="{8F612C4F-9DCB-400A-9E73-A8B1A519C351}"/>
                </a:ext>
              </a:extLst>
            </p:cNvPr>
            <p:cNvSpPr/>
            <p:nvPr userDrawn="1"/>
          </p:nvSpPr>
          <p:spPr>
            <a:xfrm>
              <a:off x="11668087" y="0"/>
              <a:ext cx="262800" cy="6858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21" name="Rechthoek 20">
              <a:extLst>
                <a:ext uri="{FF2B5EF4-FFF2-40B4-BE49-F238E27FC236}">
                  <a16:creationId xmlns:a16="http://schemas.microsoft.com/office/drawing/2014/main" id="{9E202C06-6636-4C1D-90FA-AD215F67B955}"/>
                </a:ext>
              </a:extLst>
            </p:cNvPr>
            <p:cNvSpPr/>
            <p:nvPr userDrawn="1"/>
          </p:nvSpPr>
          <p:spPr>
            <a:xfrm>
              <a:off x="0" y="6337267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23" name="Rechthoek 22">
              <a:extLst>
                <a:ext uri="{FF2B5EF4-FFF2-40B4-BE49-F238E27FC236}">
                  <a16:creationId xmlns:a16="http://schemas.microsoft.com/office/drawing/2014/main" id="{3DB3D0D4-7D42-4D7D-8685-1E9FC523F053}"/>
                </a:ext>
              </a:extLst>
            </p:cNvPr>
            <p:cNvSpPr/>
            <p:nvPr userDrawn="1"/>
          </p:nvSpPr>
          <p:spPr>
            <a:xfrm>
              <a:off x="9491269" y="0"/>
              <a:ext cx="262800" cy="6858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24" name="Rechthoek 23">
              <a:extLst>
                <a:ext uri="{FF2B5EF4-FFF2-40B4-BE49-F238E27FC236}">
                  <a16:creationId xmlns:a16="http://schemas.microsoft.com/office/drawing/2014/main" id="{F03B15F9-32B4-4F44-B944-8279A7BCF7E8}"/>
                </a:ext>
              </a:extLst>
            </p:cNvPr>
            <p:cNvSpPr/>
            <p:nvPr userDrawn="1"/>
          </p:nvSpPr>
          <p:spPr>
            <a:xfrm>
              <a:off x="0" y="1132976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25" name="Rechthoek 24">
              <a:extLst>
                <a:ext uri="{FF2B5EF4-FFF2-40B4-BE49-F238E27FC236}">
                  <a16:creationId xmlns:a16="http://schemas.microsoft.com/office/drawing/2014/main" id="{35407207-177C-4EFF-B9AC-E7BBB9E12D8F}"/>
                </a:ext>
              </a:extLst>
            </p:cNvPr>
            <p:cNvSpPr/>
            <p:nvPr userDrawn="1"/>
          </p:nvSpPr>
          <p:spPr>
            <a:xfrm>
              <a:off x="0" y="5859033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</p:grpSp>
      <p:sp>
        <p:nvSpPr>
          <p:cNvPr id="27" name="Onder balkje">
            <a:extLst>
              <a:ext uri="{FF2B5EF4-FFF2-40B4-BE49-F238E27FC236}">
                <a16:creationId xmlns:a16="http://schemas.microsoft.com/office/drawing/2014/main" id="{EC338F84-A3AF-48F4-A412-8D1363198E1A}"/>
              </a:ext>
            </a:extLst>
          </p:cNvPr>
          <p:cNvSpPr/>
          <p:nvPr userDrawn="1"/>
        </p:nvSpPr>
        <p:spPr>
          <a:xfrm>
            <a:off x="-2507" y="6785940"/>
            <a:ext cx="12192000" cy="76919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/>
          </a:p>
        </p:txBody>
      </p:sp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0DA75972-73CC-4A0A-9567-F2B4412F0205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645707" y="7045418"/>
            <a:ext cx="3140325" cy="216909"/>
          </a:xfrm>
        </p:spPr>
        <p:txBody>
          <a:bodyPr/>
          <a:lstStyle/>
          <a:p>
            <a:fld id="{282E6B19-C172-4760-8A97-D66BFBC0201A}" type="datetime1">
              <a:rPr lang="nl-NL" smtClean="0"/>
              <a:t>01-04-2025</a:t>
            </a:fld>
            <a:endParaRPr lang="nl-NL"/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D07A43D8-7ED9-442E-BF69-FF8902703C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926910" y="7045418"/>
            <a:ext cx="6718797" cy="216909"/>
          </a:xfrm>
        </p:spPr>
        <p:txBody>
          <a:bodyPr/>
          <a:lstStyle/>
          <a:p>
            <a:r>
              <a:rPr lang="nl-NL"/>
              <a:t>&lt;Plaats hier je voettekst&gt;</a:t>
            </a:r>
          </a:p>
        </p:txBody>
      </p:sp>
      <p:sp>
        <p:nvSpPr>
          <p:cNvPr id="2" name="titel">
            <a:extLst>
              <a:ext uri="{FF2B5EF4-FFF2-40B4-BE49-F238E27FC236}">
                <a16:creationId xmlns:a16="http://schemas.microsoft.com/office/drawing/2014/main" id="{2AEFA4AD-513F-4FA2-94D5-B906A27FAEC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18899" y="272177"/>
            <a:ext cx="11149188" cy="600744"/>
          </a:xfrm>
        </p:spPr>
        <p:txBody>
          <a:bodyPr tIns="72000"/>
          <a:lstStyle>
            <a:lvl1pPr>
              <a:defRPr/>
            </a:lvl1pPr>
          </a:lstStyle>
          <a:p>
            <a:r>
              <a:rPr lang="nl-NL" noProof="0"/>
              <a:t>Plaats hier je titel</a:t>
            </a:r>
            <a:endParaRPr lang="nl-NL"/>
          </a:p>
        </p:txBody>
      </p:sp>
      <p:sp>
        <p:nvSpPr>
          <p:cNvPr id="3" name="tekst">
            <a:extLst>
              <a:ext uri="{FF2B5EF4-FFF2-40B4-BE49-F238E27FC236}">
                <a16:creationId xmlns:a16="http://schemas.microsoft.com/office/drawing/2014/main" id="{FDD826C5-0082-44A8-A23D-491166C08D5B}"/>
              </a:ext>
            </a:extLst>
          </p:cNvPr>
          <p:cNvSpPr>
            <a:spLocks noGrp="1"/>
          </p:cNvSpPr>
          <p:nvPr>
            <p:ph type="body" orient="vert" idx="1" hasCustomPrompt="1"/>
          </p:nvPr>
        </p:nvSpPr>
        <p:spPr>
          <a:xfrm>
            <a:off x="523807" y="1400483"/>
            <a:ext cx="8974163" cy="4456846"/>
          </a:xfrm>
        </p:spPr>
        <p:txBody>
          <a:bodyPr vert="horz"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  <a:lvl6pPr>
              <a:defRPr/>
            </a:lvl6pPr>
            <a:lvl7pPr>
              <a:defRPr/>
            </a:lvl7pPr>
            <a:lvl8pPr>
              <a:defRPr/>
            </a:lvl8pPr>
            <a:lvl9pPr>
              <a:defRPr/>
            </a:lvl9pPr>
          </a:lstStyle>
          <a:p>
            <a:pPr lvl="0"/>
            <a:r>
              <a:rPr lang="nl-NL" noProof="0"/>
              <a:t>Klik hier om een </a:t>
            </a:r>
            <a:r>
              <a:rPr lang="nl-NL" noProof="0" err="1"/>
              <a:t>bullet</a:t>
            </a:r>
            <a:r>
              <a:rPr lang="nl-NL" noProof="0"/>
              <a:t> te plaatsen. Andere </a:t>
            </a:r>
            <a:r>
              <a:rPr lang="nl-NL" noProof="0" err="1"/>
              <a:t>bullet</a:t>
            </a:r>
            <a:r>
              <a:rPr lang="nl-NL" noProof="0"/>
              <a:t> of tekststijl nodig? Gebruik het menu Tekstopmaak.</a:t>
            </a:r>
          </a:p>
          <a:p>
            <a:pPr lvl="1"/>
            <a:r>
              <a:rPr lang="nl-NL" noProof="0"/>
              <a:t>Sub-</a:t>
            </a:r>
            <a:r>
              <a:rPr lang="nl-NL" noProof="0" err="1"/>
              <a:t>bullet</a:t>
            </a:r>
            <a:endParaRPr lang="nl-NL" noProof="0"/>
          </a:p>
          <a:p>
            <a:pPr lvl="2"/>
            <a:r>
              <a:rPr lang="nl-NL" noProof="0"/>
              <a:t>Leestekst</a:t>
            </a:r>
          </a:p>
          <a:p>
            <a:pPr lvl="3"/>
            <a:r>
              <a:rPr lang="nl-NL" noProof="0"/>
              <a:t>Subtitel</a:t>
            </a:r>
          </a:p>
          <a:p>
            <a:pPr lvl="4"/>
            <a:r>
              <a:rPr lang="nl-NL" noProof="0"/>
              <a:t>Numerieke </a:t>
            </a:r>
            <a:r>
              <a:rPr lang="nl-NL" noProof="0" err="1"/>
              <a:t>bullet</a:t>
            </a:r>
            <a:endParaRPr lang="nl-NL" noProof="0"/>
          </a:p>
          <a:p>
            <a:pPr lvl="5"/>
            <a:r>
              <a:rPr lang="nl-NL" noProof="0" err="1"/>
              <a:t>Bullet</a:t>
            </a:r>
            <a:endParaRPr lang="nl-NL" noProof="0"/>
          </a:p>
          <a:p>
            <a:pPr lvl="6"/>
            <a:r>
              <a:rPr lang="nl-NL" noProof="0"/>
              <a:t>Sub-</a:t>
            </a:r>
            <a:r>
              <a:rPr lang="nl-NL" noProof="0" err="1"/>
              <a:t>bullet</a:t>
            </a:r>
            <a:endParaRPr lang="nl-NL" noProof="0"/>
          </a:p>
          <a:p>
            <a:pPr lvl="7"/>
            <a:r>
              <a:rPr lang="nl-NL" noProof="0"/>
              <a:t>Leestekst</a:t>
            </a:r>
          </a:p>
          <a:p>
            <a:pPr lvl="8"/>
            <a:r>
              <a:rPr lang="nl-NL" noProof="0"/>
              <a:t>Subtitel</a:t>
            </a:r>
          </a:p>
        </p:txBody>
      </p:sp>
      <p:sp>
        <p:nvSpPr>
          <p:cNvPr id="7" name="Tekstvak">
            <a:extLst>
              <a:ext uri="{FF2B5EF4-FFF2-40B4-BE49-F238E27FC236}">
                <a16:creationId xmlns:a16="http://schemas.microsoft.com/office/drawing/2014/main" id="{A6DE5EA5-27BD-42F3-BD1D-C1E35D802DEE}"/>
              </a:ext>
            </a:extLst>
          </p:cNvPr>
          <p:cNvSpPr txBox="1"/>
          <p:nvPr userDrawn="1"/>
        </p:nvSpPr>
        <p:spPr>
          <a:xfrm>
            <a:off x="5035995" y="-885712"/>
            <a:ext cx="2120041" cy="548182"/>
          </a:xfrm>
          <a:prstGeom prst="rect">
            <a:avLst/>
          </a:prstGeom>
          <a:solidFill>
            <a:schemeClr val="bg1"/>
          </a:solidFill>
        </p:spPr>
        <p:txBody>
          <a:bodyPr wrap="none" lIns="360000" tIns="180000" rIns="360000" bIns="180000" rtlCol="0">
            <a:spAutoFit/>
          </a:bodyPr>
          <a:lstStyle/>
          <a:p>
            <a:pPr algn="ctr"/>
            <a:r>
              <a:rPr lang="nl-NL" sz="1200" b="0" spc="50" baseline="0">
                <a:solidFill>
                  <a:srgbClr val="212121"/>
                </a:solidFill>
                <a:latin typeface="+mn-lt"/>
                <a:cs typeface="Calibri" panose="020F0502020204030204" pitchFamily="34" charset="0"/>
              </a:rPr>
              <a:t>TEKST DIA (100%)</a:t>
            </a:r>
          </a:p>
        </p:txBody>
      </p:sp>
      <p:sp>
        <p:nvSpPr>
          <p:cNvPr id="22" name="Tijdelijke aanduiding voor tekst 21">
            <a:extLst>
              <a:ext uri="{FF2B5EF4-FFF2-40B4-BE49-F238E27FC236}">
                <a16:creationId xmlns:a16="http://schemas.microsoft.com/office/drawing/2014/main" id="{EA3F018E-3681-4180-9C3F-F5324D11154E}"/>
              </a:ext>
            </a:extLst>
          </p:cNvPr>
          <p:cNvSpPr>
            <a:spLocks noGrp="1"/>
          </p:cNvSpPr>
          <p:nvPr>
            <p:ph type="body" sz="quarter" idx="65"/>
          </p:nvPr>
        </p:nvSpPr>
        <p:spPr>
          <a:xfrm>
            <a:off x="10706470" y="0"/>
            <a:ext cx="1480516" cy="6858000"/>
          </a:xfrm>
          <a:custGeom>
            <a:avLst/>
            <a:gdLst>
              <a:gd name="connsiteX0" fmla="*/ 2209313 w 2219324"/>
              <a:gd name="connsiteY0" fmla="*/ 0 h 7931150"/>
              <a:gd name="connsiteX1" fmla="*/ 2219324 w 2219324"/>
              <a:gd name="connsiteY1" fmla="*/ 9968 h 7931150"/>
              <a:gd name="connsiteX2" fmla="*/ 2219324 w 2219324"/>
              <a:gd name="connsiteY2" fmla="*/ 2491982 h 7931150"/>
              <a:gd name="connsiteX3" fmla="*/ 1528497 w 2219324"/>
              <a:gd name="connsiteY3" fmla="*/ 3179770 h 7931150"/>
              <a:gd name="connsiteX4" fmla="*/ 690827 w 2219324"/>
              <a:gd name="connsiteY4" fmla="*/ 3179770 h 7931150"/>
              <a:gd name="connsiteX5" fmla="*/ 20024 w 2219324"/>
              <a:gd name="connsiteY5" fmla="*/ 3847621 h 7931150"/>
              <a:gd name="connsiteX6" fmla="*/ 20024 w 2219324"/>
              <a:gd name="connsiteY6" fmla="*/ 7921182 h 7931150"/>
              <a:gd name="connsiteX7" fmla="*/ 10012 w 2219324"/>
              <a:gd name="connsiteY7" fmla="*/ 7931150 h 7931150"/>
              <a:gd name="connsiteX8" fmla="*/ 0 w 2219324"/>
              <a:gd name="connsiteY8" fmla="*/ 7921182 h 7931150"/>
              <a:gd name="connsiteX9" fmla="*/ 0 w 2219324"/>
              <a:gd name="connsiteY9" fmla="*/ 3847621 h 7931150"/>
              <a:gd name="connsiteX10" fmla="*/ 690827 w 2219324"/>
              <a:gd name="connsiteY10" fmla="*/ 3159834 h 7931150"/>
              <a:gd name="connsiteX11" fmla="*/ 1528497 w 2219324"/>
              <a:gd name="connsiteY11" fmla="*/ 3159834 h 7931150"/>
              <a:gd name="connsiteX12" fmla="*/ 2199301 w 2219324"/>
              <a:gd name="connsiteY12" fmla="*/ 2491982 h 7931150"/>
              <a:gd name="connsiteX13" fmla="*/ 2199301 w 2219324"/>
              <a:gd name="connsiteY13" fmla="*/ 9968 h 7931150"/>
              <a:gd name="connsiteX14" fmla="*/ 2209313 w 2219324"/>
              <a:gd name="connsiteY14" fmla="*/ 0 h 79311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</a:cxnLst>
            <a:rect l="l" t="t" r="r" b="b"/>
            <a:pathLst>
              <a:path w="2219324" h="7931150">
                <a:moveTo>
                  <a:pt x="2209313" y="0"/>
                </a:moveTo>
                <a:cubicBezTo>
                  <a:pt x="2215987" y="0"/>
                  <a:pt x="2219324" y="3322"/>
                  <a:pt x="2219324" y="9968"/>
                </a:cubicBezTo>
                <a:cubicBezTo>
                  <a:pt x="2219324" y="2491982"/>
                  <a:pt x="2219324" y="2491982"/>
                  <a:pt x="2219324" y="2491982"/>
                </a:cubicBezTo>
                <a:cubicBezTo>
                  <a:pt x="2219324" y="2870764"/>
                  <a:pt x="1908953" y="3179770"/>
                  <a:pt x="1528497" y="3179770"/>
                </a:cubicBezTo>
                <a:cubicBezTo>
                  <a:pt x="690827" y="3179770"/>
                  <a:pt x="690827" y="3179770"/>
                  <a:pt x="690827" y="3179770"/>
                </a:cubicBezTo>
                <a:cubicBezTo>
                  <a:pt x="320383" y="3179770"/>
                  <a:pt x="20024" y="3478808"/>
                  <a:pt x="20024" y="3847621"/>
                </a:cubicBezTo>
                <a:cubicBezTo>
                  <a:pt x="20024" y="7921182"/>
                  <a:pt x="20024" y="7921182"/>
                  <a:pt x="20024" y="7921182"/>
                </a:cubicBezTo>
                <a:cubicBezTo>
                  <a:pt x="20024" y="7924504"/>
                  <a:pt x="16686" y="7931150"/>
                  <a:pt x="10012" y="7931150"/>
                </a:cubicBezTo>
                <a:cubicBezTo>
                  <a:pt x="3337" y="7931150"/>
                  <a:pt x="0" y="7924504"/>
                  <a:pt x="0" y="7921182"/>
                </a:cubicBezTo>
                <a:cubicBezTo>
                  <a:pt x="0" y="3847621"/>
                  <a:pt x="0" y="3847621"/>
                  <a:pt x="0" y="3847621"/>
                </a:cubicBezTo>
                <a:cubicBezTo>
                  <a:pt x="0" y="3468840"/>
                  <a:pt x="310371" y="3159834"/>
                  <a:pt x="690827" y="3159834"/>
                </a:cubicBezTo>
                <a:cubicBezTo>
                  <a:pt x="1528497" y="3159834"/>
                  <a:pt x="1528497" y="3159834"/>
                  <a:pt x="1528497" y="3159834"/>
                </a:cubicBezTo>
                <a:cubicBezTo>
                  <a:pt x="1898941" y="3159834"/>
                  <a:pt x="2199301" y="2860796"/>
                  <a:pt x="2199301" y="2491982"/>
                </a:cubicBezTo>
                <a:cubicBezTo>
                  <a:pt x="2199301" y="9968"/>
                  <a:pt x="2199301" y="9968"/>
                  <a:pt x="2199301" y="9968"/>
                </a:cubicBezTo>
                <a:cubicBezTo>
                  <a:pt x="2199301" y="3322"/>
                  <a:pt x="2202638" y="0"/>
                  <a:pt x="2209313" y="0"/>
                </a:cubicBezTo>
                <a:close/>
              </a:path>
            </a:pathLst>
          </a:custGeom>
          <a:solidFill>
            <a:schemeClr val="accent1"/>
          </a:solidFill>
        </p:spPr>
        <p:txBody>
          <a:bodyPr wrap="square">
            <a:noAutofit/>
          </a:bodyPr>
          <a:lstStyle>
            <a:lvl1pPr marL="0" indent="0">
              <a:buNone/>
              <a:defRPr sz="100">
                <a:solidFill>
                  <a:schemeClr val="tx1">
                    <a:alpha val="0"/>
                  </a:schemeClr>
                </a:solidFill>
              </a:defRPr>
            </a:lvl1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26" name="Tijdelijke aanduiding voor dianummer 5">
            <a:extLst>
              <a:ext uri="{FF2B5EF4-FFF2-40B4-BE49-F238E27FC236}">
                <a16:creationId xmlns:a16="http://schemas.microsoft.com/office/drawing/2014/main" id="{77CA6B8A-BEB2-49FD-AE28-FD44272268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16362" y="6376061"/>
            <a:ext cx="392576" cy="216909"/>
          </a:xfrm>
        </p:spPr>
        <p:txBody>
          <a:bodyPr/>
          <a:lstStyle/>
          <a:p>
            <a:fld id="{7AD0FE45-509C-4BDF-9EDE-64426F8DF3D2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67306955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800">
        <p:fade/>
      </p:transition>
    </mc:Choice>
    <mc:Fallback xmlns="">
      <p:transition spd="slow">
        <p:fade/>
      </p:transition>
    </mc:Fallback>
  </mc:AlternateContent>
</p:sldLayout>
</file>

<file path=ppt/slideLayouts/slideLayout24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KST DIA (100%) (2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GRID" hidden="1">
            <a:extLst>
              <a:ext uri="{FF2B5EF4-FFF2-40B4-BE49-F238E27FC236}">
                <a16:creationId xmlns:a16="http://schemas.microsoft.com/office/drawing/2014/main" id="{B2685EF9-3068-415F-B9ED-225316426223}"/>
              </a:ext>
            </a:extLst>
          </p:cNvPr>
          <p:cNvGrpSpPr/>
          <p:nvPr userDrawn="1"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14" name="Rechthoek 13">
              <a:extLst>
                <a:ext uri="{FF2B5EF4-FFF2-40B4-BE49-F238E27FC236}">
                  <a16:creationId xmlns:a16="http://schemas.microsoft.com/office/drawing/2014/main" id="{BDCA59AB-4ADA-46B6-9123-8D4DCD9CD56B}"/>
                </a:ext>
              </a:extLst>
            </p:cNvPr>
            <p:cNvSpPr/>
            <p:nvPr userDrawn="1"/>
          </p:nvSpPr>
          <p:spPr>
            <a:xfrm>
              <a:off x="0" y="0"/>
              <a:ext cx="12192000" cy="261256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15" name="Rechthoek 14">
              <a:extLst>
                <a:ext uri="{FF2B5EF4-FFF2-40B4-BE49-F238E27FC236}">
                  <a16:creationId xmlns:a16="http://schemas.microsoft.com/office/drawing/2014/main" id="{DB8D413C-4CA9-4404-93FC-29E5D7246E0F}"/>
                </a:ext>
              </a:extLst>
            </p:cNvPr>
            <p:cNvSpPr/>
            <p:nvPr userDrawn="1"/>
          </p:nvSpPr>
          <p:spPr>
            <a:xfrm>
              <a:off x="0" y="6596744"/>
              <a:ext cx="12192000" cy="261256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16" name="Rechthoek 15">
              <a:extLst>
                <a:ext uri="{FF2B5EF4-FFF2-40B4-BE49-F238E27FC236}">
                  <a16:creationId xmlns:a16="http://schemas.microsoft.com/office/drawing/2014/main" id="{83BCEF68-DD53-4A2F-B64F-76565655293E}"/>
                </a:ext>
              </a:extLst>
            </p:cNvPr>
            <p:cNvSpPr/>
            <p:nvPr userDrawn="1"/>
          </p:nvSpPr>
          <p:spPr>
            <a:xfrm>
              <a:off x="0" y="0"/>
              <a:ext cx="262800" cy="68580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17" name="Rechthoek 16">
              <a:extLst>
                <a:ext uri="{FF2B5EF4-FFF2-40B4-BE49-F238E27FC236}">
                  <a16:creationId xmlns:a16="http://schemas.microsoft.com/office/drawing/2014/main" id="{450183A5-53A5-4F6B-9678-058FE56731F3}"/>
                </a:ext>
              </a:extLst>
            </p:cNvPr>
            <p:cNvSpPr/>
            <p:nvPr userDrawn="1"/>
          </p:nvSpPr>
          <p:spPr>
            <a:xfrm>
              <a:off x="11929200" y="0"/>
              <a:ext cx="262800" cy="68580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18" name="Rechthoek 17">
              <a:extLst>
                <a:ext uri="{FF2B5EF4-FFF2-40B4-BE49-F238E27FC236}">
                  <a16:creationId xmlns:a16="http://schemas.microsoft.com/office/drawing/2014/main" id="{AA426062-2C36-4321-8992-B3E86D034500}"/>
                </a:ext>
              </a:extLst>
            </p:cNvPr>
            <p:cNvSpPr/>
            <p:nvPr userDrawn="1"/>
          </p:nvSpPr>
          <p:spPr>
            <a:xfrm>
              <a:off x="0" y="262512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19" name="Rechthoek 18">
              <a:extLst>
                <a:ext uri="{FF2B5EF4-FFF2-40B4-BE49-F238E27FC236}">
                  <a16:creationId xmlns:a16="http://schemas.microsoft.com/office/drawing/2014/main" id="{47E730E5-8A0C-434A-8E0D-683DD4073CCC}"/>
                </a:ext>
              </a:extLst>
            </p:cNvPr>
            <p:cNvSpPr/>
            <p:nvPr userDrawn="1"/>
          </p:nvSpPr>
          <p:spPr>
            <a:xfrm>
              <a:off x="259064" y="0"/>
              <a:ext cx="262800" cy="6858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20" name="Rechthoek 19">
              <a:extLst>
                <a:ext uri="{FF2B5EF4-FFF2-40B4-BE49-F238E27FC236}">
                  <a16:creationId xmlns:a16="http://schemas.microsoft.com/office/drawing/2014/main" id="{8F612C4F-9DCB-400A-9E73-A8B1A519C351}"/>
                </a:ext>
              </a:extLst>
            </p:cNvPr>
            <p:cNvSpPr/>
            <p:nvPr userDrawn="1"/>
          </p:nvSpPr>
          <p:spPr>
            <a:xfrm>
              <a:off x="11668087" y="0"/>
              <a:ext cx="262800" cy="6858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21" name="Rechthoek 20">
              <a:extLst>
                <a:ext uri="{FF2B5EF4-FFF2-40B4-BE49-F238E27FC236}">
                  <a16:creationId xmlns:a16="http://schemas.microsoft.com/office/drawing/2014/main" id="{9E202C06-6636-4C1D-90FA-AD215F67B955}"/>
                </a:ext>
              </a:extLst>
            </p:cNvPr>
            <p:cNvSpPr/>
            <p:nvPr userDrawn="1"/>
          </p:nvSpPr>
          <p:spPr>
            <a:xfrm>
              <a:off x="0" y="6337267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23" name="Rechthoek 22">
              <a:extLst>
                <a:ext uri="{FF2B5EF4-FFF2-40B4-BE49-F238E27FC236}">
                  <a16:creationId xmlns:a16="http://schemas.microsoft.com/office/drawing/2014/main" id="{3DB3D0D4-7D42-4D7D-8685-1E9FC523F053}"/>
                </a:ext>
              </a:extLst>
            </p:cNvPr>
            <p:cNvSpPr/>
            <p:nvPr userDrawn="1"/>
          </p:nvSpPr>
          <p:spPr>
            <a:xfrm>
              <a:off x="9491269" y="0"/>
              <a:ext cx="262800" cy="6858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24" name="Rechthoek 23">
              <a:extLst>
                <a:ext uri="{FF2B5EF4-FFF2-40B4-BE49-F238E27FC236}">
                  <a16:creationId xmlns:a16="http://schemas.microsoft.com/office/drawing/2014/main" id="{F03B15F9-32B4-4F44-B944-8279A7BCF7E8}"/>
                </a:ext>
              </a:extLst>
            </p:cNvPr>
            <p:cNvSpPr/>
            <p:nvPr userDrawn="1"/>
          </p:nvSpPr>
          <p:spPr>
            <a:xfrm>
              <a:off x="0" y="1132976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25" name="Rechthoek 24">
              <a:extLst>
                <a:ext uri="{FF2B5EF4-FFF2-40B4-BE49-F238E27FC236}">
                  <a16:creationId xmlns:a16="http://schemas.microsoft.com/office/drawing/2014/main" id="{35407207-177C-4EFF-B9AC-E7BBB9E12D8F}"/>
                </a:ext>
              </a:extLst>
            </p:cNvPr>
            <p:cNvSpPr/>
            <p:nvPr userDrawn="1"/>
          </p:nvSpPr>
          <p:spPr>
            <a:xfrm>
              <a:off x="0" y="5859033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28" name="Rechthoek 27">
              <a:extLst>
                <a:ext uri="{FF2B5EF4-FFF2-40B4-BE49-F238E27FC236}">
                  <a16:creationId xmlns:a16="http://schemas.microsoft.com/office/drawing/2014/main" id="{A3AEE279-B9C9-47AF-B390-560A26DDE35A}"/>
                </a:ext>
              </a:extLst>
            </p:cNvPr>
            <p:cNvSpPr/>
            <p:nvPr userDrawn="1"/>
          </p:nvSpPr>
          <p:spPr>
            <a:xfrm>
              <a:off x="4857129" y="0"/>
              <a:ext cx="262800" cy="6858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</p:grpSp>
      <p:sp>
        <p:nvSpPr>
          <p:cNvPr id="27" name="Onder balkje">
            <a:extLst>
              <a:ext uri="{FF2B5EF4-FFF2-40B4-BE49-F238E27FC236}">
                <a16:creationId xmlns:a16="http://schemas.microsoft.com/office/drawing/2014/main" id="{EC338F84-A3AF-48F4-A412-8D1363198E1A}"/>
              </a:ext>
            </a:extLst>
          </p:cNvPr>
          <p:cNvSpPr/>
          <p:nvPr userDrawn="1"/>
        </p:nvSpPr>
        <p:spPr>
          <a:xfrm>
            <a:off x="-2507" y="6785940"/>
            <a:ext cx="12192000" cy="76919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/>
          </a:p>
        </p:txBody>
      </p:sp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0DA75972-73CC-4A0A-9567-F2B4412F0205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645707" y="7045418"/>
            <a:ext cx="3140325" cy="216909"/>
          </a:xfrm>
        </p:spPr>
        <p:txBody>
          <a:bodyPr/>
          <a:lstStyle/>
          <a:p>
            <a:fld id="{4B9DCFDA-5821-4714-A7A4-43465064099D}" type="datetime1">
              <a:rPr lang="nl-NL" smtClean="0"/>
              <a:t>01-04-2025</a:t>
            </a:fld>
            <a:endParaRPr lang="nl-NL"/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D07A43D8-7ED9-442E-BF69-FF8902703C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926910" y="7045418"/>
            <a:ext cx="6718797" cy="216909"/>
          </a:xfrm>
        </p:spPr>
        <p:txBody>
          <a:bodyPr/>
          <a:lstStyle/>
          <a:p>
            <a:r>
              <a:rPr lang="nl-NL"/>
              <a:t>&lt;Plaats hier je voettekst&gt;</a:t>
            </a:r>
          </a:p>
        </p:txBody>
      </p:sp>
      <p:sp>
        <p:nvSpPr>
          <p:cNvPr id="2" name="titel">
            <a:extLst>
              <a:ext uri="{FF2B5EF4-FFF2-40B4-BE49-F238E27FC236}">
                <a16:creationId xmlns:a16="http://schemas.microsoft.com/office/drawing/2014/main" id="{2AEFA4AD-513F-4FA2-94D5-B906A27FAEC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18899" y="272177"/>
            <a:ext cx="11149188" cy="600744"/>
          </a:xfrm>
        </p:spPr>
        <p:txBody>
          <a:bodyPr/>
          <a:lstStyle>
            <a:lvl1pPr>
              <a:defRPr/>
            </a:lvl1pPr>
          </a:lstStyle>
          <a:p>
            <a:r>
              <a:rPr lang="nl-NL" noProof="0"/>
              <a:t>Plaats hier je titel</a:t>
            </a:r>
            <a:endParaRPr lang="nl-NL"/>
          </a:p>
        </p:txBody>
      </p:sp>
      <p:sp>
        <p:nvSpPr>
          <p:cNvPr id="3" name="tekst">
            <a:extLst>
              <a:ext uri="{FF2B5EF4-FFF2-40B4-BE49-F238E27FC236}">
                <a16:creationId xmlns:a16="http://schemas.microsoft.com/office/drawing/2014/main" id="{FDD826C5-0082-44A8-A23D-491166C08D5B}"/>
              </a:ext>
            </a:extLst>
          </p:cNvPr>
          <p:cNvSpPr>
            <a:spLocks noGrp="1"/>
          </p:cNvSpPr>
          <p:nvPr>
            <p:ph type="body" orient="vert" idx="1" hasCustomPrompt="1"/>
          </p:nvPr>
        </p:nvSpPr>
        <p:spPr>
          <a:xfrm>
            <a:off x="523808" y="1400483"/>
            <a:ext cx="4320000" cy="4456846"/>
          </a:xfrm>
        </p:spPr>
        <p:txBody>
          <a:bodyPr vert="horz"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  <a:lvl6pPr>
              <a:defRPr/>
            </a:lvl6pPr>
            <a:lvl7pPr>
              <a:defRPr/>
            </a:lvl7pPr>
            <a:lvl8pPr>
              <a:defRPr/>
            </a:lvl8pPr>
            <a:lvl9pPr>
              <a:defRPr/>
            </a:lvl9pPr>
          </a:lstStyle>
          <a:p>
            <a:pPr lvl="0"/>
            <a:r>
              <a:rPr lang="nl-NL" noProof="0"/>
              <a:t>Klik hier om een </a:t>
            </a:r>
            <a:r>
              <a:rPr lang="nl-NL" noProof="0" err="1"/>
              <a:t>bullet</a:t>
            </a:r>
            <a:r>
              <a:rPr lang="nl-NL" noProof="0"/>
              <a:t> te plaatsen. Andere </a:t>
            </a:r>
            <a:r>
              <a:rPr lang="nl-NL" noProof="0" err="1"/>
              <a:t>bullet</a:t>
            </a:r>
            <a:r>
              <a:rPr lang="nl-NL" noProof="0"/>
              <a:t> of tekststijl nodig? Gebruik het menu Tekstopmaak.</a:t>
            </a:r>
          </a:p>
          <a:p>
            <a:pPr lvl="1"/>
            <a:r>
              <a:rPr lang="nl-NL" noProof="0"/>
              <a:t>Sub-</a:t>
            </a:r>
            <a:r>
              <a:rPr lang="nl-NL" noProof="0" err="1"/>
              <a:t>bullet</a:t>
            </a:r>
            <a:endParaRPr lang="nl-NL" noProof="0"/>
          </a:p>
          <a:p>
            <a:pPr lvl="2"/>
            <a:r>
              <a:rPr lang="nl-NL" noProof="0"/>
              <a:t>Leestekst</a:t>
            </a:r>
          </a:p>
          <a:p>
            <a:pPr lvl="3"/>
            <a:r>
              <a:rPr lang="nl-NL" noProof="0"/>
              <a:t>Subtitel</a:t>
            </a:r>
          </a:p>
          <a:p>
            <a:pPr lvl="4"/>
            <a:r>
              <a:rPr lang="nl-NL" noProof="0"/>
              <a:t>Numerieke </a:t>
            </a:r>
            <a:r>
              <a:rPr lang="nl-NL" noProof="0" err="1"/>
              <a:t>bullet</a:t>
            </a:r>
            <a:endParaRPr lang="nl-NL" noProof="0"/>
          </a:p>
          <a:p>
            <a:pPr lvl="5"/>
            <a:r>
              <a:rPr lang="nl-NL" noProof="0" err="1"/>
              <a:t>Bullet</a:t>
            </a:r>
            <a:endParaRPr lang="nl-NL" noProof="0"/>
          </a:p>
          <a:p>
            <a:pPr lvl="6"/>
            <a:r>
              <a:rPr lang="nl-NL" noProof="0"/>
              <a:t>Sub-</a:t>
            </a:r>
            <a:r>
              <a:rPr lang="nl-NL" noProof="0" err="1"/>
              <a:t>bullet</a:t>
            </a:r>
            <a:endParaRPr lang="nl-NL" noProof="0"/>
          </a:p>
          <a:p>
            <a:pPr lvl="7"/>
            <a:r>
              <a:rPr lang="nl-NL" noProof="0"/>
              <a:t>Leestekst</a:t>
            </a:r>
          </a:p>
          <a:p>
            <a:pPr lvl="8"/>
            <a:r>
              <a:rPr lang="nl-NL" noProof="0"/>
              <a:t>Subtitel</a:t>
            </a:r>
          </a:p>
        </p:txBody>
      </p:sp>
      <p:sp>
        <p:nvSpPr>
          <p:cNvPr id="7" name="Tekstvak">
            <a:extLst>
              <a:ext uri="{FF2B5EF4-FFF2-40B4-BE49-F238E27FC236}">
                <a16:creationId xmlns:a16="http://schemas.microsoft.com/office/drawing/2014/main" id="{A6DE5EA5-27BD-42F3-BD1D-C1E35D802DEE}"/>
              </a:ext>
            </a:extLst>
          </p:cNvPr>
          <p:cNvSpPr txBox="1"/>
          <p:nvPr userDrawn="1"/>
        </p:nvSpPr>
        <p:spPr>
          <a:xfrm>
            <a:off x="5035995" y="-885712"/>
            <a:ext cx="2120041" cy="548182"/>
          </a:xfrm>
          <a:prstGeom prst="rect">
            <a:avLst/>
          </a:prstGeom>
          <a:solidFill>
            <a:schemeClr val="bg1"/>
          </a:solidFill>
        </p:spPr>
        <p:txBody>
          <a:bodyPr wrap="none" lIns="360000" tIns="180000" rIns="360000" bIns="180000" rtlCol="0">
            <a:spAutoFit/>
          </a:bodyPr>
          <a:lstStyle/>
          <a:p>
            <a:pPr algn="ctr"/>
            <a:r>
              <a:rPr lang="nl-NL" sz="1200" b="0" spc="50" baseline="0">
                <a:solidFill>
                  <a:srgbClr val="212121"/>
                </a:solidFill>
                <a:latin typeface="+mn-lt"/>
                <a:cs typeface="Calibri" panose="020F0502020204030204" pitchFamily="34" charset="0"/>
              </a:rPr>
              <a:t>TEKST DIA (100%)</a:t>
            </a:r>
          </a:p>
        </p:txBody>
      </p:sp>
      <p:sp>
        <p:nvSpPr>
          <p:cNvPr id="26" name="tekst">
            <a:extLst>
              <a:ext uri="{FF2B5EF4-FFF2-40B4-BE49-F238E27FC236}">
                <a16:creationId xmlns:a16="http://schemas.microsoft.com/office/drawing/2014/main" id="{B8C88FFE-EF7A-4AB4-BA5A-008DBDC15DA4}"/>
              </a:ext>
            </a:extLst>
          </p:cNvPr>
          <p:cNvSpPr>
            <a:spLocks noGrp="1"/>
          </p:cNvSpPr>
          <p:nvPr>
            <p:ph type="body" orient="vert" idx="66" hasCustomPrompt="1"/>
          </p:nvPr>
        </p:nvSpPr>
        <p:spPr>
          <a:xfrm>
            <a:off x="5156423" y="1385957"/>
            <a:ext cx="4320000" cy="4456846"/>
          </a:xfrm>
        </p:spPr>
        <p:txBody>
          <a:bodyPr vert="horz"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  <a:lvl6pPr>
              <a:defRPr/>
            </a:lvl6pPr>
            <a:lvl7pPr>
              <a:defRPr/>
            </a:lvl7pPr>
            <a:lvl8pPr>
              <a:defRPr/>
            </a:lvl8pPr>
            <a:lvl9pPr>
              <a:defRPr/>
            </a:lvl9pPr>
          </a:lstStyle>
          <a:p>
            <a:pPr lvl="0"/>
            <a:r>
              <a:rPr lang="nl-NL" noProof="0"/>
              <a:t>Klik hier om een </a:t>
            </a:r>
            <a:r>
              <a:rPr lang="nl-NL" noProof="0" err="1"/>
              <a:t>bullet</a:t>
            </a:r>
            <a:r>
              <a:rPr lang="nl-NL" noProof="0"/>
              <a:t> te plaatsen. Andere </a:t>
            </a:r>
            <a:r>
              <a:rPr lang="nl-NL" noProof="0" err="1"/>
              <a:t>bullet</a:t>
            </a:r>
            <a:r>
              <a:rPr lang="nl-NL" noProof="0"/>
              <a:t> of tekststijl nodig? Gebruik het menu Tekstopmaak.</a:t>
            </a:r>
          </a:p>
          <a:p>
            <a:pPr lvl="1"/>
            <a:r>
              <a:rPr lang="nl-NL" noProof="0"/>
              <a:t>Sub-</a:t>
            </a:r>
            <a:r>
              <a:rPr lang="nl-NL" noProof="0" err="1"/>
              <a:t>bullet</a:t>
            </a:r>
            <a:endParaRPr lang="nl-NL" noProof="0"/>
          </a:p>
          <a:p>
            <a:pPr lvl="2"/>
            <a:r>
              <a:rPr lang="nl-NL" noProof="0"/>
              <a:t>Leestekst</a:t>
            </a:r>
          </a:p>
          <a:p>
            <a:pPr lvl="3"/>
            <a:r>
              <a:rPr lang="nl-NL" noProof="0"/>
              <a:t>Subtitel</a:t>
            </a:r>
          </a:p>
          <a:p>
            <a:pPr lvl="4"/>
            <a:r>
              <a:rPr lang="nl-NL" noProof="0"/>
              <a:t>Numerieke </a:t>
            </a:r>
            <a:r>
              <a:rPr lang="nl-NL" noProof="0" err="1"/>
              <a:t>bullet</a:t>
            </a:r>
            <a:endParaRPr lang="nl-NL" noProof="0"/>
          </a:p>
          <a:p>
            <a:pPr lvl="5"/>
            <a:r>
              <a:rPr lang="nl-NL" noProof="0" err="1"/>
              <a:t>Bullet</a:t>
            </a:r>
            <a:endParaRPr lang="nl-NL" noProof="0"/>
          </a:p>
          <a:p>
            <a:pPr lvl="6"/>
            <a:r>
              <a:rPr lang="nl-NL" noProof="0"/>
              <a:t>Sub-</a:t>
            </a:r>
            <a:r>
              <a:rPr lang="nl-NL" noProof="0" err="1"/>
              <a:t>bullet</a:t>
            </a:r>
            <a:endParaRPr lang="nl-NL" noProof="0"/>
          </a:p>
          <a:p>
            <a:pPr lvl="7"/>
            <a:r>
              <a:rPr lang="nl-NL" noProof="0"/>
              <a:t>Leestekst</a:t>
            </a:r>
          </a:p>
          <a:p>
            <a:pPr lvl="8"/>
            <a:r>
              <a:rPr lang="nl-NL" noProof="0"/>
              <a:t>Subtitel</a:t>
            </a:r>
          </a:p>
        </p:txBody>
      </p:sp>
      <p:sp>
        <p:nvSpPr>
          <p:cNvPr id="29" name="Tijdelijke aanduiding voor dianummer 5">
            <a:extLst>
              <a:ext uri="{FF2B5EF4-FFF2-40B4-BE49-F238E27FC236}">
                <a16:creationId xmlns:a16="http://schemas.microsoft.com/office/drawing/2014/main" id="{E8C4C3C6-686A-490D-B361-C02FAC648B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16362" y="6376061"/>
            <a:ext cx="392576" cy="216909"/>
          </a:xfrm>
        </p:spPr>
        <p:txBody>
          <a:bodyPr/>
          <a:lstStyle/>
          <a:p>
            <a:fld id="{7AD0FE45-509C-4BDF-9EDE-64426F8DF3D2}" type="slidenum">
              <a:rPr lang="nl-NL" smtClean="0"/>
              <a:t>‹#›</a:t>
            </a:fld>
            <a:endParaRPr lang="nl-NL"/>
          </a:p>
        </p:txBody>
      </p:sp>
      <p:sp>
        <p:nvSpPr>
          <p:cNvPr id="30" name="Tijdelijke aanduiding voor tekst 21">
            <a:extLst>
              <a:ext uri="{FF2B5EF4-FFF2-40B4-BE49-F238E27FC236}">
                <a16:creationId xmlns:a16="http://schemas.microsoft.com/office/drawing/2014/main" id="{EA3F018E-3681-4180-9C3F-F5324D11154E}"/>
              </a:ext>
            </a:extLst>
          </p:cNvPr>
          <p:cNvSpPr>
            <a:spLocks noGrp="1"/>
          </p:cNvSpPr>
          <p:nvPr>
            <p:ph type="body" sz="quarter" idx="65"/>
          </p:nvPr>
        </p:nvSpPr>
        <p:spPr>
          <a:xfrm>
            <a:off x="10786032" y="0"/>
            <a:ext cx="1400953" cy="6858000"/>
          </a:xfrm>
          <a:custGeom>
            <a:avLst/>
            <a:gdLst>
              <a:gd name="connsiteX0" fmla="*/ 2209313 w 2219324"/>
              <a:gd name="connsiteY0" fmla="*/ 0 h 7931150"/>
              <a:gd name="connsiteX1" fmla="*/ 2219324 w 2219324"/>
              <a:gd name="connsiteY1" fmla="*/ 9968 h 7931150"/>
              <a:gd name="connsiteX2" fmla="*/ 2219324 w 2219324"/>
              <a:gd name="connsiteY2" fmla="*/ 2491982 h 7931150"/>
              <a:gd name="connsiteX3" fmla="*/ 1528497 w 2219324"/>
              <a:gd name="connsiteY3" fmla="*/ 3179770 h 7931150"/>
              <a:gd name="connsiteX4" fmla="*/ 690827 w 2219324"/>
              <a:gd name="connsiteY4" fmla="*/ 3179770 h 7931150"/>
              <a:gd name="connsiteX5" fmla="*/ 20024 w 2219324"/>
              <a:gd name="connsiteY5" fmla="*/ 3847621 h 7931150"/>
              <a:gd name="connsiteX6" fmla="*/ 20024 w 2219324"/>
              <a:gd name="connsiteY6" fmla="*/ 7921182 h 7931150"/>
              <a:gd name="connsiteX7" fmla="*/ 10012 w 2219324"/>
              <a:gd name="connsiteY7" fmla="*/ 7931150 h 7931150"/>
              <a:gd name="connsiteX8" fmla="*/ 0 w 2219324"/>
              <a:gd name="connsiteY8" fmla="*/ 7921182 h 7931150"/>
              <a:gd name="connsiteX9" fmla="*/ 0 w 2219324"/>
              <a:gd name="connsiteY9" fmla="*/ 3847621 h 7931150"/>
              <a:gd name="connsiteX10" fmla="*/ 690827 w 2219324"/>
              <a:gd name="connsiteY10" fmla="*/ 3159834 h 7931150"/>
              <a:gd name="connsiteX11" fmla="*/ 1528497 w 2219324"/>
              <a:gd name="connsiteY11" fmla="*/ 3159834 h 7931150"/>
              <a:gd name="connsiteX12" fmla="*/ 2199301 w 2219324"/>
              <a:gd name="connsiteY12" fmla="*/ 2491982 h 7931150"/>
              <a:gd name="connsiteX13" fmla="*/ 2199301 w 2219324"/>
              <a:gd name="connsiteY13" fmla="*/ 9968 h 7931150"/>
              <a:gd name="connsiteX14" fmla="*/ 2209313 w 2219324"/>
              <a:gd name="connsiteY14" fmla="*/ 0 h 79311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</a:cxnLst>
            <a:rect l="l" t="t" r="r" b="b"/>
            <a:pathLst>
              <a:path w="2219324" h="7931150">
                <a:moveTo>
                  <a:pt x="2209313" y="0"/>
                </a:moveTo>
                <a:cubicBezTo>
                  <a:pt x="2215987" y="0"/>
                  <a:pt x="2219324" y="3322"/>
                  <a:pt x="2219324" y="9968"/>
                </a:cubicBezTo>
                <a:cubicBezTo>
                  <a:pt x="2219324" y="2491982"/>
                  <a:pt x="2219324" y="2491982"/>
                  <a:pt x="2219324" y="2491982"/>
                </a:cubicBezTo>
                <a:cubicBezTo>
                  <a:pt x="2219324" y="2870764"/>
                  <a:pt x="1908953" y="3179770"/>
                  <a:pt x="1528497" y="3179770"/>
                </a:cubicBezTo>
                <a:cubicBezTo>
                  <a:pt x="690827" y="3179770"/>
                  <a:pt x="690827" y="3179770"/>
                  <a:pt x="690827" y="3179770"/>
                </a:cubicBezTo>
                <a:cubicBezTo>
                  <a:pt x="320383" y="3179770"/>
                  <a:pt x="20024" y="3478808"/>
                  <a:pt x="20024" y="3847621"/>
                </a:cubicBezTo>
                <a:cubicBezTo>
                  <a:pt x="20024" y="7921182"/>
                  <a:pt x="20024" y="7921182"/>
                  <a:pt x="20024" y="7921182"/>
                </a:cubicBezTo>
                <a:cubicBezTo>
                  <a:pt x="20024" y="7924504"/>
                  <a:pt x="16686" y="7931150"/>
                  <a:pt x="10012" y="7931150"/>
                </a:cubicBezTo>
                <a:cubicBezTo>
                  <a:pt x="3337" y="7931150"/>
                  <a:pt x="0" y="7924504"/>
                  <a:pt x="0" y="7921182"/>
                </a:cubicBezTo>
                <a:cubicBezTo>
                  <a:pt x="0" y="3847621"/>
                  <a:pt x="0" y="3847621"/>
                  <a:pt x="0" y="3847621"/>
                </a:cubicBezTo>
                <a:cubicBezTo>
                  <a:pt x="0" y="3468840"/>
                  <a:pt x="310371" y="3159834"/>
                  <a:pt x="690827" y="3159834"/>
                </a:cubicBezTo>
                <a:cubicBezTo>
                  <a:pt x="1528497" y="3159834"/>
                  <a:pt x="1528497" y="3159834"/>
                  <a:pt x="1528497" y="3159834"/>
                </a:cubicBezTo>
                <a:cubicBezTo>
                  <a:pt x="1898941" y="3159834"/>
                  <a:pt x="2199301" y="2860796"/>
                  <a:pt x="2199301" y="2491982"/>
                </a:cubicBezTo>
                <a:cubicBezTo>
                  <a:pt x="2199301" y="9968"/>
                  <a:pt x="2199301" y="9968"/>
                  <a:pt x="2199301" y="9968"/>
                </a:cubicBezTo>
                <a:cubicBezTo>
                  <a:pt x="2199301" y="3322"/>
                  <a:pt x="2202638" y="0"/>
                  <a:pt x="2209313" y="0"/>
                </a:cubicBezTo>
                <a:close/>
              </a:path>
            </a:pathLst>
          </a:custGeom>
          <a:solidFill>
            <a:schemeClr val="accent1"/>
          </a:solidFill>
        </p:spPr>
        <p:txBody>
          <a:bodyPr wrap="square">
            <a:noAutofit/>
          </a:bodyPr>
          <a:lstStyle>
            <a:lvl1pPr marL="0" indent="0">
              <a:buNone/>
              <a:defRPr sz="100">
                <a:solidFill>
                  <a:schemeClr val="tx1">
                    <a:alpha val="0"/>
                  </a:schemeClr>
                </a:solidFill>
              </a:defRPr>
            </a:lvl1pPr>
          </a:lstStyle>
          <a:p>
            <a:pPr lvl="0"/>
            <a:r>
              <a:rPr lang="en-US"/>
              <a:t>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163104304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800">
        <p:fade/>
      </p:transition>
    </mc:Choice>
    <mc:Fallback xmlns="">
      <p:transition spd="slow">
        <p:fade/>
      </p:transition>
    </mc:Fallback>
  </mc:AlternateContent>
</p:sldLayout>
</file>

<file path=ppt/slideLayouts/slideLayout24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KST MET FOTO (50% / 50%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4" name="GRID" hidden="1">
            <a:extLst>
              <a:ext uri="{FF2B5EF4-FFF2-40B4-BE49-F238E27FC236}">
                <a16:creationId xmlns:a16="http://schemas.microsoft.com/office/drawing/2014/main" id="{C2A45CA0-1358-48B6-9E48-303D89490780}"/>
              </a:ext>
            </a:extLst>
          </p:cNvPr>
          <p:cNvGrpSpPr/>
          <p:nvPr userDrawn="1"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115" name="Rechthoek 114">
              <a:extLst>
                <a:ext uri="{FF2B5EF4-FFF2-40B4-BE49-F238E27FC236}">
                  <a16:creationId xmlns:a16="http://schemas.microsoft.com/office/drawing/2014/main" id="{94FEA51A-4C32-44E3-AC61-EDC99F0769AA}"/>
                </a:ext>
              </a:extLst>
            </p:cNvPr>
            <p:cNvSpPr/>
            <p:nvPr userDrawn="1"/>
          </p:nvSpPr>
          <p:spPr>
            <a:xfrm>
              <a:off x="0" y="0"/>
              <a:ext cx="12192000" cy="261256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116" name="Rechthoek 115">
              <a:extLst>
                <a:ext uri="{FF2B5EF4-FFF2-40B4-BE49-F238E27FC236}">
                  <a16:creationId xmlns:a16="http://schemas.microsoft.com/office/drawing/2014/main" id="{03EE3AEF-44B8-4223-9C77-0E2127CED24F}"/>
                </a:ext>
              </a:extLst>
            </p:cNvPr>
            <p:cNvSpPr/>
            <p:nvPr userDrawn="1"/>
          </p:nvSpPr>
          <p:spPr>
            <a:xfrm>
              <a:off x="0" y="6596744"/>
              <a:ext cx="12192000" cy="261256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117" name="Rechthoek 116">
              <a:extLst>
                <a:ext uri="{FF2B5EF4-FFF2-40B4-BE49-F238E27FC236}">
                  <a16:creationId xmlns:a16="http://schemas.microsoft.com/office/drawing/2014/main" id="{D5E7D763-288B-488C-9031-77784358A6AE}"/>
                </a:ext>
              </a:extLst>
            </p:cNvPr>
            <p:cNvSpPr/>
            <p:nvPr userDrawn="1"/>
          </p:nvSpPr>
          <p:spPr>
            <a:xfrm>
              <a:off x="0" y="0"/>
              <a:ext cx="262800" cy="68580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118" name="Rechthoek 117">
              <a:extLst>
                <a:ext uri="{FF2B5EF4-FFF2-40B4-BE49-F238E27FC236}">
                  <a16:creationId xmlns:a16="http://schemas.microsoft.com/office/drawing/2014/main" id="{642B446A-0298-4E14-8348-7FA75F33B885}"/>
                </a:ext>
              </a:extLst>
            </p:cNvPr>
            <p:cNvSpPr/>
            <p:nvPr userDrawn="1"/>
          </p:nvSpPr>
          <p:spPr>
            <a:xfrm>
              <a:off x="11929200" y="0"/>
              <a:ext cx="262800" cy="68580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119" name="Rechthoek 118">
              <a:extLst>
                <a:ext uri="{FF2B5EF4-FFF2-40B4-BE49-F238E27FC236}">
                  <a16:creationId xmlns:a16="http://schemas.microsoft.com/office/drawing/2014/main" id="{7EE50644-4155-4D50-A90D-5C7D37B4F735}"/>
                </a:ext>
              </a:extLst>
            </p:cNvPr>
            <p:cNvSpPr/>
            <p:nvPr userDrawn="1"/>
          </p:nvSpPr>
          <p:spPr>
            <a:xfrm>
              <a:off x="0" y="262512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120" name="Rechthoek 119">
              <a:extLst>
                <a:ext uri="{FF2B5EF4-FFF2-40B4-BE49-F238E27FC236}">
                  <a16:creationId xmlns:a16="http://schemas.microsoft.com/office/drawing/2014/main" id="{0A4B7EEE-2920-40A2-8623-02C666C7EA13}"/>
                </a:ext>
              </a:extLst>
            </p:cNvPr>
            <p:cNvSpPr/>
            <p:nvPr userDrawn="1"/>
          </p:nvSpPr>
          <p:spPr>
            <a:xfrm>
              <a:off x="259064" y="0"/>
              <a:ext cx="262800" cy="6858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121" name="Rechthoek 120">
              <a:extLst>
                <a:ext uri="{FF2B5EF4-FFF2-40B4-BE49-F238E27FC236}">
                  <a16:creationId xmlns:a16="http://schemas.microsoft.com/office/drawing/2014/main" id="{B6ADDAAD-37B7-4932-8284-8CA1B65A834F}"/>
                </a:ext>
              </a:extLst>
            </p:cNvPr>
            <p:cNvSpPr/>
            <p:nvPr userDrawn="1"/>
          </p:nvSpPr>
          <p:spPr>
            <a:xfrm>
              <a:off x="11668087" y="0"/>
              <a:ext cx="262800" cy="6858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122" name="Rechthoek 121">
              <a:extLst>
                <a:ext uri="{FF2B5EF4-FFF2-40B4-BE49-F238E27FC236}">
                  <a16:creationId xmlns:a16="http://schemas.microsoft.com/office/drawing/2014/main" id="{9E67493A-5BA0-4DF1-9B84-F8F83E520824}"/>
                </a:ext>
              </a:extLst>
            </p:cNvPr>
            <p:cNvSpPr/>
            <p:nvPr userDrawn="1"/>
          </p:nvSpPr>
          <p:spPr>
            <a:xfrm>
              <a:off x="0" y="6337267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123" name="Rechthoek 122">
              <a:extLst>
                <a:ext uri="{FF2B5EF4-FFF2-40B4-BE49-F238E27FC236}">
                  <a16:creationId xmlns:a16="http://schemas.microsoft.com/office/drawing/2014/main" id="{B88026CC-8DA0-48DB-940A-DB85A4CA7060}"/>
                </a:ext>
              </a:extLst>
            </p:cNvPr>
            <p:cNvSpPr/>
            <p:nvPr userDrawn="1"/>
          </p:nvSpPr>
          <p:spPr>
            <a:xfrm>
              <a:off x="9491269" y="0"/>
              <a:ext cx="262800" cy="6858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124" name="Rechthoek 123">
              <a:extLst>
                <a:ext uri="{FF2B5EF4-FFF2-40B4-BE49-F238E27FC236}">
                  <a16:creationId xmlns:a16="http://schemas.microsoft.com/office/drawing/2014/main" id="{6BD45FED-6518-48FC-8244-888D5D4D1A4E}"/>
                </a:ext>
              </a:extLst>
            </p:cNvPr>
            <p:cNvSpPr/>
            <p:nvPr userDrawn="1"/>
          </p:nvSpPr>
          <p:spPr>
            <a:xfrm>
              <a:off x="0" y="1132976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125" name="Rechthoek 124">
              <a:extLst>
                <a:ext uri="{FF2B5EF4-FFF2-40B4-BE49-F238E27FC236}">
                  <a16:creationId xmlns:a16="http://schemas.microsoft.com/office/drawing/2014/main" id="{51DD2445-94EA-4A3A-97C8-776EC4562D42}"/>
                </a:ext>
              </a:extLst>
            </p:cNvPr>
            <p:cNvSpPr/>
            <p:nvPr userDrawn="1"/>
          </p:nvSpPr>
          <p:spPr>
            <a:xfrm>
              <a:off x="0" y="5859033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126" name="Rechthoek 125">
              <a:extLst>
                <a:ext uri="{FF2B5EF4-FFF2-40B4-BE49-F238E27FC236}">
                  <a16:creationId xmlns:a16="http://schemas.microsoft.com/office/drawing/2014/main" id="{6407C404-EE88-46C2-9A32-2ECE9764CA7E}"/>
                </a:ext>
              </a:extLst>
            </p:cNvPr>
            <p:cNvSpPr/>
            <p:nvPr userDrawn="1"/>
          </p:nvSpPr>
          <p:spPr>
            <a:xfrm>
              <a:off x="5964600" y="0"/>
              <a:ext cx="262800" cy="6858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</p:grpSp>
      <p:sp>
        <p:nvSpPr>
          <p:cNvPr id="129" name="Onder balkje">
            <a:extLst>
              <a:ext uri="{FF2B5EF4-FFF2-40B4-BE49-F238E27FC236}">
                <a16:creationId xmlns:a16="http://schemas.microsoft.com/office/drawing/2014/main" id="{93B821B0-D9C3-453C-B3CB-E51133442ABC}"/>
              </a:ext>
            </a:extLst>
          </p:cNvPr>
          <p:cNvSpPr/>
          <p:nvPr userDrawn="1"/>
        </p:nvSpPr>
        <p:spPr>
          <a:xfrm>
            <a:off x="-2507" y="6785940"/>
            <a:ext cx="12192000" cy="76919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/>
          </a:p>
        </p:txBody>
      </p:sp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0DA75972-73CC-4A0A-9567-F2B4412F0205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645707" y="6995151"/>
            <a:ext cx="3140325" cy="216909"/>
          </a:xfrm>
        </p:spPr>
        <p:txBody>
          <a:bodyPr/>
          <a:lstStyle/>
          <a:p>
            <a:fld id="{98BFDA63-73B4-4601-904F-E0AB02FDFF7A}" type="datetime1">
              <a:rPr lang="nl-NL" smtClean="0"/>
              <a:t>01-04-2025</a:t>
            </a:fld>
            <a:endParaRPr lang="nl-NL"/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D07A43D8-7ED9-442E-BF69-FF8902703C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926910" y="6995151"/>
            <a:ext cx="7193507" cy="216909"/>
          </a:xfrm>
        </p:spPr>
        <p:txBody>
          <a:bodyPr/>
          <a:lstStyle/>
          <a:p>
            <a:r>
              <a:rPr lang="nl-NL"/>
              <a:t>&lt;Plaats hier je voettekst&gt;</a:t>
            </a:r>
          </a:p>
        </p:txBody>
      </p:sp>
      <p:sp>
        <p:nvSpPr>
          <p:cNvPr id="17" name="foto">
            <a:extLst>
              <a:ext uri="{FF2B5EF4-FFF2-40B4-BE49-F238E27FC236}">
                <a16:creationId xmlns:a16="http://schemas.microsoft.com/office/drawing/2014/main" id="{9A29AFAD-46EE-42D3-AE33-64CC662FC00A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6227400" y="259477"/>
            <a:ext cx="6078361" cy="6526464"/>
          </a:xfrm>
          <a:prstGeom prst="round2SameRect">
            <a:avLst>
              <a:gd name="adj1" fmla="val 2120"/>
              <a:gd name="adj2" fmla="val 0"/>
            </a:avLst>
          </a:prstGeom>
          <a:solidFill>
            <a:schemeClr val="bg1">
              <a:lumMod val="95000"/>
            </a:schemeClr>
          </a:solidFill>
        </p:spPr>
        <p:txBody>
          <a:bodyPr tIns="2880000"/>
          <a:lstStyle>
            <a:lvl1pPr marL="0" indent="0" algn="ctr">
              <a:spcBef>
                <a:spcPts val="0"/>
              </a:spcBef>
              <a:spcAft>
                <a:spcPts val="0"/>
              </a:spcAft>
              <a:buNone/>
              <a:defRPr sz="1050" b="1" baseline="0"/>
            </a:lvl1pPr>
          </a:lstStyle>
          <a:p>
            <a:r>
              <a:rPr lang="nl-NL"/>
              <a:t>Klik op onderstaand pictogram</a:t>
            </a:r>
            <a:br>
              <a:rPr lang="nl-NL"/>
            </a:br>
            <a:r>
              <a:rPr lang="nl-NL"/>
              <a:t>om een afbeelding in te voegen</a:t>
            </a:r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2AEFA4AD-513F-4FA2-94D5-B906A27FAEC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21864" y="272177"/>
            <a:ext cx="5424706" cy="600744"/>
          </a:xfrm>
        </p:spPr>
        <p:txBody>
          <a:bodyPr/>
          <a:lstStyle>
            <a:lvl1pPr>
              <a:defRPr/>
            </a:lvl1pPr>
          </a:lstStyle>
          <a:p>
            <a:r>
              <a:rPr lang="nl-NL" noProof="0"/>
              <a:t>Plaats hier je titel</a:t>
            </a:r>
            <a:endParaRPr lang="nl-NL"/>
          </a:p>
        </p:txBody>
      </p:sp>
      <p:sp>
        <p:nvSpPr>
          <p:cNvPr id="3" name="tekst">
            <a:extLst>
              <a:ext uri="{FF2B5EF4-FFF2-40B4-BE49-F238E27FC236}">
                <a16:creationId xmlns:a16="http://schemas.microsoft.com/office/drawing/2014/main" id="{FDD826C5-0082-44A8-A23D-491166C08D5B}"/>
              </a:ext>
            </a:extLst>
          </p:cNvPr>
          <p:cNvSpPr>
            <a:spLocks noGrp="1"/>
          </p:cNvSpPr>
          <p:nvPr>
            <p:ph type="body" orient="vert" idx="1" hasCustomPrompt="1"/>
          </p:nvPr>
        </p:nvSpPr>
        <p:spPr>
          <a:xfrm>
            <a:off x="523133" y="1396613"/>
            <a:ext cx="5424706" cy="4469349"/>
          </a:xfrm>
        </p:spPr>
        <p:txBody>
          <a:bodyPr vert="horz"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  <a:lvl6pPr>
              <a:defRPr/>
            </a:lvl6pPr>
            <a:lvl7pPr>
              <a:defRPr/>
            </a:lvl7pPr>
            <a:lvl8pPr>
              <a:defRPr/>
            </a:lvl8pPr>
            <a:lvl9pPr>
              <a:defRPr/>
            </a:lvl9pPr>
          </a:lstStyle>
          <a:p>
            <a:pPr lvl="0"/>
            <a:r>
              <a:rPr lang="nl-NL" noProof="0"/>
              <a:t>Klik hier om een </a:t>
            </a:r>
            <a:r>
              <a:rPr lang="nl-NL" noProof="0" err="1"/>
              <a:t>bullet</a:t>
            </a:r>
            <a:r>
              <a:rPr lang="nl-NL" noProof="0"/>
              <a:t> te plaatsen. Andere </a:t>
            </a:r>
            <a:r>
              <a:rPr lang="nl-NL" noProof="0" err="1"/>
              <a:t>bullet</a:t>
            </a:r>
            <a:r>
              <a:rPr lang="nl-NL" noProof="0"/>
              <a:t> of tekststijl nodig? Gebruik het menu Tekstopmaak.</a:t>
            </a:r>
          </a:p>
          <a:p>
            <a:pPr lvl="1"/>
            <a:r>
              <a:rPr lang="nl-NL" noProof="0"/>
              <a:t>Sub-</a:t>
            </a:r>
            <a:r>
              <a:rPr lang="nl-NL" noProof="0" err="1"/>
              <a:t>bullet</a:t>
            </a:r>
            <a:endParaRPr lang="nl-NL" noProof="0"/>
          </a:p>
          <a:p>
            <a:pPr lvl="2"/>
            <a:r>
              <a:rPr lang="nl-NL" noProof="0"/>
              <a:t>Leestekst</a:t>
            </a:r>
          </a:p>
          <a:p>
            <a:pPr lvl="3"/>
            <a:r>
              <a:rPr lang="nl-NL" noProof="0"/>
              <a:t>Subtitel</a:t>
            </a:r>
          </a:p>
          <a:p>
            <a:pPr lvl="4"/>
            <a:r>
              <a:rPr lang="nl-NL" noProof="0"/>
              <a:t>Numerieke </a:t>
            </a:r>
            <a:r>
              <a:rPr lang="nl-NL" noProof="0" err="1"/>
              <a:t>bullet</a:t>
            </a:r>
            <a:endParaRPr lang="nl-NL" noProof="0"/>
          </a:p>
          <a:p>
            <a:pPr lvl="5"/>
            <a:r>
              <a:rPr lang="nl-NL" noProof="0" err="1"/>
              <a:t>Bullet</a:t>
            </a:r>
            <a:endParaRPr lang="nl-NL" noProof="0"/>
          </a:p>
          <a:p>
            <a:pPr lvl="6"/>
            <a:r>
              <a:rPr lang="nl-NL" noProof="0"/>
              <a:t>Sub-</a:t>
            </a:r>
            <a:r>
              <a:rPr lang="nl-NL" noProof="0" err="1"/>
              <a:t>bullet</a:t>
            </a:r>
            <a:endParaRPr lang="nl-NL" noProof="0"/>
          </a:p>
          <a:p>
            <a:pPr lvl="7"/>
            <a:r>
              <a:rPr lang="nl-NL" noProof="0"/>
              <a:t>Leestekst</a:t>
            </a:r>
          </a:p>
          <a:p>
            <a:pPr lvl="8"/>
            <a:r>
              <a:rPr lang="nl-NL" noProof="0"/>
              <a:t>Subtitel</a:t>
            </a:r>
          </a:p>
        </p:txBody>
      </p:sp>
      <p:sp>
        <p:nvSpPr>
          <p:cNvPr id="7" name="Tekstvak 6">
            <a:extLst>
              <a:ext uri="{FF2B5EF4-FFF2-40B4-BE49-F238E27FC236}">
                <a16:creationId xmlns:a16="http://schemas.microsoft.com/office/drawing/2014/main" id="{A6DE5EA5-27BD-42F3-BD1D-C1E35D802DEE}"/>
              </a:ext>
            </a:extLst>
          </p:cNvPr>
          <p:cNvSpPr txBox="1"/>
          <p:nvPr userDrawn="1"/>
        </p:nvSpPr>
        <p:spPr>
          <a:xfrm>
            <a:off x="4624023" y="-885712"/>
            <a:ext cx="2943985" cy="548182"/>
          </a:xfrm>
          <a:prstGeom prst="rect">
            <a:avLst/>
          </a:prstGeom>
          <a:solidFill>
            <a:schemeClr val="bg1"/>
          </a:solidFill>
        </p:spPr>
        <p:txBody>
          <a:bodyPr wrap="none" lIns="360000" tIns="180000" rIns="360000" bIns="180000" rtlCol="0">
            <a:spAutoFit/>
          </a:bodyPr>
          <a:lstStyle/>
          <a:p>
            <a:pPr algn="ctr"/>
            <a:r>
              <a:rPr lang="nl-NL" sz="1200" b="0" spc="50" baseline="0">
                <a:solidFill>
                  <a:srgbClr val="212121"/>
                </a:solidFill>
                <a:latin typeface="+mn-lt"/>
                <a:cs typeface="Calibri" panose="020F0502020204030204" pitchFamily="34" charset="0"/>
              </a:rPr>
              <a:t>TEKST MET FOTO (50% / 50%)</a:t>
            </a:r>
          </a:p>
        </p:txBody>
      </p:sp>
      <p:grpSp>
        <p:nvGrpSpPr>
          <p:cNvPr id="53" name="Instructies">
            <a:extLst>
              <a:ext uri="{FF2B5EF4-FFF2-40B4-BE49-F238E27FC236}">
                <a16:creationId xmlns:a16="http://schemas.microsoft.com/office/drawing/2014/main" id="{C78CB953-7AC8-4C76-B70C-B4341CD578B5}"/>
              </a:ext>
            </a:extLst>
          </p:cNvPr>
          <p:cNvGrpSpPr/>
          <p:nvPr userDrawn="1"/>
        </p:nvGrpSpPr>
        <p:grpSpPr>
          <a:xfrm>
            <a:off x="12391601" y="0"/>
            <a:ext cx="3183678" cy="6589569"/>
            <a:chOff x="12391601" y="0"/>
            <a:chExt cx="3183678" cy="6589569"/>
          </a:xfrm>
        </p:grpSpPr>
        <p:grpSp>
          <p:nvGrpSpPr>
            <p:cNvPr id="54" name="Groep 53">
              <a:extLst>
                <a:ext uri="{FF2B5EF4-FFF2-40B4-BE49-F238E27FC236}">
                  <a16:creationId xmlns:a16="http://schemas.microsoft.com/office/drawing/2014/main" id="{0FB13C0E-6A45-4CF7-BCAD-A3EC4D99032E}"/>
                </a:ext>
              </a:extLst>
            </p:cNvPr>
            <p:cNvGrpSpPr/>
            <p:nvPr userDrawn="1"/>
          </p:nvGrpSpPr>
          <p:grpSpPr>
            <a:xfrm>
              <a:off x="12757282" y="3100116"/>
              <a:ext cx="1499406" cy="678267"/>
              <a:chOff x="12757283" y="3120781"/>
              <a:chExt cx="1499406" cy="678267"/>
            </a:xfrm>
          </p:grpSpPr>
          <p:sp>
            <p:nvSpPr>
              <p:cNvPr id="99" name="Rechthoek 98">
                <a:extLst>
                  <a:ext uri="{FF2B5EF4-FFF2-40B4-BE49-F238E27FC236}">
                    <a16:creationId xmlns:a16="http://schemas.microsoft.com/office/drawing/2014/main" id="{04CCC6A4-C9F1-4CE6-AAB0-80DE7C432FD0}"/>
                  </a:ext>
                </a:extLst>
              </p:cNvPr>
              <p:cNvSpPr/>
              <p:nvPr userDrawn="1"/>
            </p:nvSpPr>
            <p:spPr>
              <a:xfrm>
                <a:off x="12757283" y="3120781"/>
                <a:ext cx="1499406" cy="580946"/>
              </a:xfrm>
              <a:prstGeom prst="rect">
                <a:avLst/>
              </a:prstGeom>
              <a:solidFill>
                <a:schemeClr val="bg1"/>
              </a:solidFill>
              <a:ln w="12700">
                <a:solidFill>
                  <a:srgbClr val="D1D1D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10800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endParaRPr lang="nl-NL" sz="800" b="0" noProof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100" name="Rechthoek 99">
                <a:extLst>
                  <a:ext uri="{FF2B5EF4-FFF2-40B4-BE49-F238E27FC236}">
                    <a16:creationId xmlns:a16="http://schemas.microsoft.com/office/drawing/2014/main" id="{EB98EA50-0E55-4EF6-9D8A-22E4C2F79E6E}"/>
                  </a:ext>
                </a:extLst>
              </p:cNvPr>
              <p:cNvSpPr/>
              <p:nvPr userDrawn="1"/>
            </p:nvSpPr>
            <p:spPr>
              <a:xfrm>
                <a:off x="12761843" y="3432170"/>
                <a:ext cx="1478943" cy="257235"/>
              </a:xfrm>
              <a:prstGeom prst="rect">
                <a:avLst/>
              </a:prstGeom>
              <a:solidFill>
                <a:srgbClr val="FCE4DC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nl-NL" sz="1000" b="1" noProof="0">
                  <a:solidFill>
                    <a:schemeClr val="tx1"/>
                  </a:solidFill>
                </a:endParaRPr>
              </a:p>
            </p:txBody>
          </p:sp>
          <p:sp>
            <p:nvSpPr>
              <p:cNvPr id="101" name="Tekstvak 100">
                <a:extLst>
                  <a:ext uri="{FF2B5EF4-FFF2-40B4-BE49-F238E27FC236}">
                    <a16:creationId xmlns:a16="http://schemas.microsoft.com/office/drawing/2014/main" id="{E1E749AA-9B45-4626-997F-C6A50B3336FD}"/>
                  </a:ext>
                </a:extLst>
              </p:cNvPr>
              <p:cNvSpPr txBox="1"/>
              <p:nvPr userDrawn="1"/>
            </p:nvSpPr>
            <p:spPr>
              <a:xfrm>
                <a:off x="12997648" y="3159891"/>
                <a:ext cx="957818" cy="20313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algn="l" defTabSz="1217512" rtl="0" eaLnBrk="1" latinLnBrk="0" hangingPunct="1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r>
                  <a:rPr lang="nl-NL" sz="800" b="0" kern="1200" noProof="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rPr>
                  <a:t>Naar voorgrond</a:t>
                </a:r>
              </a:p>
            </p:txBody>
          </p:sp>
          <p:sp>
            <p:nvSpPr>
              <p:cNvPr id="102" name="Tekstvak 101">
                <a:extLst>
                  <a:ext uri="{FF2B5EF4-FFF2-40B4-BE49-F238E27FC236}">
                    <a16:creationId xmlns:a16="http://schemas.microsoft.com/office/drawing/2014/main" id="{7DE5A2AA-47EC-4F72-AC73-252B98993AE2}"/>
                  </a:ext>
                </a:extLst>
              </p:cNvPr>
              <p:cNvSpPr txBox="1"/>
              <p:nvPr userDrawn="1"/>
            </p:nvSpPr>
            <p:spPr>
              <a:xfrm>
                <a:off x="12984219" y="3481017"/>
                <a:ext cx="1165564" cy="20313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algn="l" defTabSz="1217512" rtl="0" eaLnBrk="1" latinLnBrk="0" hangingPunct="1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r>
                  <a:rPr lang="nl-NL" sz="800" b="0" kern="1200" noProof="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rPr>
                  <a:t>Naar achtergrond</a:t>
                </a:r>
              </a:p>
            </p:txBody>
          </p:sp>
          <p:pic>
            <p:nvPicPr>
              <p:cNvPr id="103" name="Picture 3">
                <a:extLst>
                  <a:ext uri="{FF2B5EF4-FFF2-40B4-BE49-F238E27FC236}">
                    <a16:creationId xmlns:a16="http://schemas.microsoft.com/office/drawing/2014/main" id="{40E7DD23-B1EA-431E-8035-49D0FA5A5D6E}"/>
                  </a:ext>
                </a:extLst>
              </p:cNvPr>
              <p:cNvPicPr>
                <a:picLocks noChangeAspect="1" noChangeArrowheads="1"/>
              </p:cNvPicPr>
              <p:nvPr userDrawn="1"/>
            </p:nvPicPr>
            <p:blipFill>
              <a:blip r:embed="rId2" cstate="email">
                <a:extLst>
                  <a:ext uri="{28A0092B-C50C-407E-A947-70E740481C1C}">
                    <a14:useLocalDpi xmlns:a14="http://schemas.microsoft.com/office/drawing/2010/main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13938926" y="3567717"/>
                <a:ext cx="143086" cy="231331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</p:pic>
          <p:sp>
            <p:nvSpPr>
              <p:cNvPr id="104" name="Gelijkbenige driehoek 103">
                <a:extLst>
                  <a:ext uri="{FF2B5EF4-FFF2-40B4-BE49-F238E27FC236}">
                    <a16:creationId xmlns:a16="http://schemas.microsoft.com/office/drawing/2014/main" id="{00ADC6F2-9DE9-4F3D-88AA-320CE87CAAC0}"/>
                  </a:ext>
                </a:extLst>
              </p:cNvPr>
              <p:cNvSpPr/>
              <p:nvPr userDrawn="1"/>
            </p:nvSpPr>
            <p:spPr>
              <a:xfrm rot="5400000">
                <a:off x="14094210" y="3548999"/>
                <a:ext cx="86866" cy="51147"/>
              </a:xfrm>
              <a:prstGeom prst="triangle">
                <a:avLst/>
              </a:prstGeom>
              <a:solidFill>
                <a:srgbClr val="00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nl-NL" sz="1000" b="1" noProof="0">
                  <a:solidFill>
                    <a:schemeClr val="tx1"/>
                  </a:solidFill>
                </a:endParaRPr>
              </a:p>
            </p:txBody>
          </p:sp>
          <p:grpSp>
            <p:nvGrpSpPr>
              <p:cNvPr id="105" name="Groep 104">
                <a:extLst>
                  <a:ext uri="{FF2B5EF4-FFF2-40B4-BE49-F238E27FC236}">
                    <a16:creationId xmlns:a16="http://schemas.microsoft.com/office/drawing/2014/main" id="{A8ED3291-7B27-4A9E-AE75-A9ACCCD14380}"/>
                  </a:ext>
                </a:extLst>
              </p:cNvPr>
              <p:cNvGrpSpPr/>
              <p:nvPr userDrawn="1"/>
            </p:nvGrpSpPr>
            <p:grpSpPr>
              <a:xfrm>
                <a:off x="12822311" y="3178534"/>
                <a:ext cx="182309" cy="163794"/>
                <a:chOff x="12832541" y="3162395"/>
                <a:chExt cx="219532" cy="197236"/>
              </a:xfrm>
            </p:grpSpPr>
            <p:sp>
              <p:nvSpPr>
                <p:cNvPr id="110" name="Rechthoek 109">
                  <a:extLst>
                    <a:ext uri="{FF2B5EF4-FFF2-40B4-BE49-F238E27FC236}">
                      <a16:creationId xmlns:a16="http://schemas.microsoft.com/office/drawing/2014/main" id="{B9FE3F69-5FAB-4125-95D0-A7E0A4705BBA}"/>
                    </a:ext>
                  </a:extLst>
                </p:cNvPr>
                <p:cNvSpPr/>
                <p:nvPr userDrawn="1"/>
              </p:nvSpPr>
              <p:spPr>
                <a:xfrm>
                  <a:off x="12832541" y="3162395"/>
                  <a:ext cx="81487" cy="81487"/>
                </a:xfrm>
                <a:prstGeom prst="rect">
                  <a:avLst/>
                </a:prstGeom>
                <a:solidFill>
                  <a:schemeClr val="bg1"/>
                </a:solidFill>
                <a:ln w="12700">
                  <a:solidFill>
                    <a:schemeClr val="tx2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  <p:sp>
              <p:nvSpPr>
                <p:cNvPr id="111" name="Rechthoek 110">
                  <a:extLst>
                    <a:ext uri="{FF2B5EF4-FFF2-40B4-BE49-F238E27FC236}">
                      <a16:creationId xmlns:a16="http://schemas.microsoft.com/office/drawing/2014/main" id="{E2183DEB-B1D6-420A-9354-8654B3BB1E53}"/>
                    </a:ext>
                  </a:extLst>
                </p:cNvPr>
                <p:cNvSpPr/>
                <p:nvPr userDrawn="1"/>
              </p:nvSpPr>
              <p:spPr>
                <a:xfrm>
                  <a:off x="12970586" y="3278144"/>
                  <a:ext cx="81487" cy="81487"/>
                </a:xfrm>
                <a:prstGeom prst="rect">
                  <a:avLst/>
                </a:prstGeom>
                <a:solidFill>
                  <a:schemeClr val="bg1"/>
                </a:solidFill>
                <a:ln w="12700">
                  <a:solidFill>
                    <a:schemeClr val="tx2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  <p:sp>
              <p:nvSpPr>
                <p:cNvPr id="112" name="Rechthoek 111">
                  <a:extLst>
                    <a:ext uri="{FF2B5EF4-FFF2-40B4-BE49-F238E27FC236}">
                      <a16:creationId xmlns:a16="http://schemas.microsoft.com/office/drawing/2014/main" id="{FE584A5F-B34E-4097-A334-481ADD3A62F9}"/>
                    </a:ext>
                  </a:extLst>
                </p:cNvPr>
                <p:cNvSpPr/>
                <p:nvPr userDrawn="1"/>
              </p:nvSpPr>
              <p:spPr>
                <a:xfrm>
                  <a:off x="12873284" y="3191991"/>
                  <a:ext cx="138045" cy="138044"/>
                </a:xfrm>
                <a:prstGeom prst="rect">
                  <a:avLst/>
                </a:prstGeom>
                <a:solidFill>
                  <a:srgbClr val="EABE76"/>
                </a:solidFill>
                <a:ln w="12700">
                  <a:solidFill>
                    <a:schemeClr val="bg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</p:grpSp>
          <p:grpSp>
            <p:nvGrpSpPr>
              <p:cNvPr id="106" name="Groep 105">
                <a:extLst>
                  <a:ext uri="{FF2B5EF4-FFF2-40B4-BE49-F238E27FC236}">
                    <a16:creationId xmlns:a16="http://schemas.microsoft.com/office/drawing/2014/main" id="{A3F08D64-D2AA-4B6A-A387-AA09167ED07B}"/>
                  </a:ext>
                </a:extLst>
              </p:cNvPr>
              <p:cNvGrpSpPr/>
              <p:nvPr userDrawn="1"/>
            </p:nvGrpSpPr>
            <p:grpSpPr>
              <a:xfrm>
                <a:off x="12822311" y="3480352"/>
                <a:ext cx="182309" cy="163794"/>
                <a:chOff x="12832541" y="3162395"/>
                <a:chExt cx="219532" cy="197236"/>
              </a:xfrm>
            </p:grpSpPr>
            <p:sp>
              <p:nvSpPr>
                <p:cNvPr id="107" name="Rechthoek 106">
                  <a:extLst>
                    <a:ext uri="{FF2B5EF4-FFF2-40B4-BE49-F238E27FC236}">
                      <a16:creationId xmlns:a16="http://schemas.microsoft.com/office/drawing/2014/main" id="{18D986A8-CB40-4204-937C-6A99FA00BE7E}"/>
                    </a:ext>
                  </a:extLst>
                </p:cNvPr>
                <p:cNvSpPr/>
                <p:nvPr userDrawn="1"/>
              </p:nvSpPr>
              <p:spPr>
                <a:xfrm>
                  <a:off x="12873284" y="3191991"/>
                  <a:ext cx="138045" cy="138044"/>
                </a:xfrm>
                <a:prstGeom prst="rect">
                  <a:avLst/>
                </a:prstGeom>
                <a:solidFill>
                  <a:srgbClr val="EABE76"/>
                </a:solidFill>
                <a:ln w="12700">
                  <a:solidFill>
                    <a:schemeClr val="bg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  <p:sp>
              <p:nvSpPr>
                <p:cNvPr id="108" name="Rechthoek 107">
                  <a:extLst>
                    <a:ext uri="{FF2B5EF4-FFF2-40B4-BE49-F238E27FC236}">
                      <a16:creationId xmlns:a16="http://schemas.microsoft.com/office/drawing/2014/main" id="{5ACBC428-979F-4629-803C-60FDD89EED63}"/>
                    </a:ext>
                  </a:extLst>
                </p:cNvPr>
                <p:cNvSpPr/>
                <p:nvPr userDrawn="1"/>
              </p:nvSpPr>
              <p:spPr>
                <a:xfrm>
                  <a:off x="12832541" y="3162395"/>
                  <a:ext cx="81487" cy="81487"/>
                </a:xfrm>
                <a:prstGeom prst="rect">
                  <a:avLst/>
                </a:prstGeom>
                <a:solidFill>
                  <a:schemeClr val="bg1"/>
                </a:solidFill>
                <a:ln w="12700">
                  <a:solidFill>
                    <a:schemeClr val="tx2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  <p:sp>
              <p:nvSpPr>
                <p:cNvPr id="109" name="Rechthoek 108">
                  <a:extLst>
                    <a:ext uri="{FF2B5EF4-FFF2-40B4-BE49-F238E27FC236}">
                      <a16:creationId xmlns:a16="http://schemas.microsoft.com/office/drawing/2014/main" id="{739FA060-8121-444D-B1DD-41ADE514D4B0}"/>
                    </a:ext>
                  </a:extLst>
                </p:cNvPr>
                <p:cNvSpPr/>
                <p:nvPr userDrawn="1"/>
              </p:nvSpPr>
              <p:spPr>
                <a:xfrm>
                  <a:off x="12970586" y="3278144"/>
                  <a:ext cx="81487" cy="81487"/>
                </a:xfrm>
                <a:prstGeom prst="rect">
                  <a:avLst/>
                </a:prstGeom>
                <a:solidFill>
                  <a:schemeClr val="bg1"/>
                </a:solidFill>
                <a:ln w="12700">
                  <a:solidFill>
                    <a:schemeClr val="tx2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</p:grpSp>
        </p:grpSp>
        <p:grpSp>
          <p:nvGrpSpPr>
            <p:cNvPr id="55" name="Meer informatie">
              <a:extLst>
                <a:ext uri="{FF2B5EF4-FFF2-40B4-BE49-F238E27FC236}">
                  <a16:creationId xmlns:a16="http://schemas.microsoft.com/office/drawing/2014/main" id="{B41C59E9-59CF-4C4F-9A8E-332A5A153A52}"/>
                </a:ext>
              </a:extLst>
            </p:cNvPr>
            <p:cNvGrpSpPr/>
            <p:nvPr userDrawn="1"/>
          </p:nvGrpSpPr>
          <p:grpSpPr>
            <a:xfrm>
              <a:off x="12396764" y="5806296"/>
              <a:ext cx="3178515" cy="783273"/>
              <a:chOff x="-3741486" y="3386444"/>
              <a:chExt cx="3178515" cy="783273"/>
            </a:xfrm>
          </p:grpSpPr>
          <p:sp>
            <p:nvSpPr>
              <p:cNvPr id="96" name="Freeform 101">
                <a:extLst>
                  <a:ext uri="{FF2B5EF4-FFF2-40B4-BE49-F238E27FC236}">
                    <a16:creationId xmlns:a16="http://schemas.microsoft.com/office/drawing/2014/main" id="{EB64E5A9-5FFF-4648-BDA6-6E70CB029AE4}"/>
                  </a:ext>
                </a:extLst>
              </p:cNvPr>
              <p:cNvSpPr>
                <a:spLocks noEditPoints="1"/>
              </p:cNvSpPr>
              <p:nvPr/>
            </p:nvSpPr>
            <p:spPr bwMode="auto">
              <a:xfrm>
                <a:off x="-3741486" y="3386444"/>
                <a:ext cx="255753" cy="255753"/>
              </a:xfrm>
              <a:custGeom>
                <a:avLst/>
                <a:gdLst>
                  <a:gd name="T0" fmla="*/ 0 w 292"/>
                  <a:gd name="T1" fmla="*/ 146 h 292"/>
                  <a:gd name="T2" fmla="*/ 4 w 292"/>
                  <a:gd name="T3" fmla="*/ 113 h 292"/>
                  <a:gd name="T4" fmla="*/ 14 w 292"/>
                  <a:gd name="T5" fmla="*/ 82 h 292"/>
                  <a:gd name="T6" fmla="*/ 31 w 292"/>
                  <a:gd name="T7" fmla="*/ 55 h 292"/>
                  <a:gd name="T8" fmla="*/ 53 w 292"/>
                  <a:gd name="T9" fmla="*/ 32 h 292"/>
                  <a:gd name="T10" fmla="*/ 81 w 292"/>
                  <a:gd name="T11" fmla="*/ 15 h 292"/>
                  <a:gd name="T12" fmla="*/ 112 w 292"/>
                  <a:gd name="T13" fmla="*/ 4 h 292"/>
                  <a:gd name="T14" fmla="*/ 145 w 292"/>
                  <a:gd name="T15" fmla="*/ 0 h 292"/>
                  <a:gd name="T16" fmla="*/ 179 w 292"/>
                  <a:gd name="T17" fmla="*/ 4 h 292"/>
                  <a:gd name="T18" fmla="*/ 209 w 292"/>
                  <a:gd name="T19" fmla="*/ 15 h 292"/>
                  <a:gd name="T20" fmla="*/ 237 w 292"/>
                  <a:gd name="T21" fmla="*/ 32 h 292"/>
                  <a:gd name="T22" fmla="*/ 259 w 292"/>
                  <a:gd name="T23" fmla="*/ 55 h 292"/>
                  <a:gd name="T24" fmla="*/ 276 w 292"/>
                  <a:gd name="T25" fmla="*/ 82 h 292"/>
                  <a:gd name="T26" fmla="*/ 288 w 292"/>
                  <a:gd name="T27" fmla="*/ 113 h 292"/>
                  <a:gd name="T28" fmla="*/ 292 w 292"/>
                  <a:gd name="T29" fmla="*/ 146 h 292"/>
                  <a:gd name="T30" fmla="*/ 288 w 292"/>
                  <a:gd name="T31" fmla="*/ 180 h 292"/>
                  <a:gd name="T32" fmla="*/ 276 w 292"/>
                  <a:gd name="T33" fmla="*/ 210 h 292"/>
                  <a:gd name="T34" fmla="*/ 259 w 292"/>
                  <a:gd name="T35" fmla="*/ 237 h 292"/>
                  <a:gd name="T36" fmla="*/ 237 w 292"/>
                  <a:gd name="T37" fmla="*/ 260 h 292"/>
                  <a:gd name="T38" fmla="*/ 209 w 292"/>
                  <a:gd name="T39" fmla="*/ 278 h 292"/>
                  <a:gd name="T40" fmla="*/ 179 w 292"/>
                  <a:gd name="T41" fmla="*/ 288 h 292"/>
                  <a:gd name="T42" fmla="*/ 145 w 292"/>
                  <a:gd name="T43" fmla="*/ 292 h 292"/>
                  <a:gd name="T44" fmla="*/ 112 w 292"/>
                  <a:gd name="T45" fmla="*/ 288 h 292"/>
                  <a:gd name="T46" fmla="*/ 81 w 292"/>
                  <a:gd name="T47" fmla="*/ 278 h 292"/>
                  <a:gd name="T48" fmla="*/ 53 w 292"/>
                  <a:gd name="T49" fmla="*/ 260 h 292"/>
                  <a:gd name="T50" fmla="*/ 31 w 292"/>
                  <a:gd name="T51" fmla="*/ 237 h 292"/>
                  <a:gd name="T52" fmla="*/ 14 w 292"/>
                  <a:gd name="T53" fmla="*/ 210 h 292"/>
                  <a:gd name="T54" fmla="*/ 4 w 292"/>
                  <a:gd name="T55" fmla="*/ 180 h 292"/>
                  <a:gd name="T56" fmla="*/ 0 w 292"/>
                  <a:gd name="T57" fmla="*/ 146 h 292"/>
                  <a:gd name="T58" fmla="*/ 102 w 292"/>
                  <a:gd name="T59" fmla="*/ 121 h 292"/>
                  <a:gd name="T60" fmla="*/ 102 w 292"/>
                  <a:gd name="T61" fmla="*/ 142 h 292"/>
                  <a:gd name="T62" fmla="*/ 120 w 292"/>
                  <a:gd name="T63" fmla="*/ 142 h 292"/>
                  <a:gd name="T64" fmla="*/ 120 w 292"/>
                  <a:gd name="T65" fmla="*/ 223 h 292"/>
                  <a:gd name="T66" fmla="*/ 102 w 292"/>
                  <a:gd name="T67" fmla="*/ 223 h 292"/>
                  <a:gd name="T68" fmla="*/ 102 w 292"/>
                  <a:gd name="T69" fmla="*/ 244 h 292"/>
                  <a:gd name="T70" fmla="*/ 188 w 292"/>
                  <a:gd name="T71" fmla="*/ 244 h 292"/>
                  <a:gd name="T72" fmla="*/ 188 w 292"/>
                  <a:gd name="T73" fmla="*/ 223 h 292"/>
                  <a:gd name="T74" fmla="*/ 170 w 292"/>
                  <a:gd name="T75" fmla="*/ 223 h 292"/>
                  <a:gd name="T76" fmla="*/ 170 w 292"/>
                  <a:gd name="T77" fmla="*/ 142 h 292"/>
                  <a:gd name="T78" fmla="*/ 188 w 292"/>
                  <a:gd name="T79" fmla="*/ 142 h 292"/>
                  <a:gd name="T80" fmla="*/ 188 w 292"/>
                  <a:gd name="T81" fmla="*/ 121 h 292"/>
                  <a:gd name="T82" fmla="*/ 102 w 292"/>
                  <a:gd name="T83" fmla="*/ 121 h 292"/>
                  <a:gd name="T84" fmla="*/ 115 w 292"/>
                  <a:gd name="T85" fmla="*/ 79 h 292"/>
                  <a:gd name="T86" fmla="*/ 117 w 292"/>
                  <a:gd name="T87" fmla="*/ 92 h 292"/>
                  <a:gd name="T88" fmla="*/ 124 w 292"/>
                  <a:gd name="T89" fmla="*/ 101 h 292"/>
                  <a:gd name="T90" fmla="*/ 133 w 292"/>
                  <a:gd name="T91" fmla="*/ 108 h 292"/>
                  <a:gd name="T92" fmla="*/ 145 w 292"/>
                  <a:gd name="T93" fmla="*/ 110 h 292"/>
                  <a:gd name="T94" fmla="*/ 157 w 292"/>
                  <a:gd name="T95" fmla="*/ 108 h 292"/>
                  <a:gd name="T96" fmla="*/ 167 w 292"/>
                  <a:gd name="T97" fmla="*/ 101 h 292"/>
                  <a:gd name="T98" fmla="*/ 174 w 292"/>
                  <a:gd name="T99" fmla="*/ 92 h 292"/>
                  <a:gd name="T100" fmla="*/ 176 w 292"/>
                  <a:gd name="T101" fmla="*/ 79 h 292"/>
                  <a:gd name="T102" fmla="*/ 174 w 292"/>
                  <a:gd name="T103" fmla="*/ 67 h 292"/>
                  <a:gd name="T104" fmla="*/ 167 w 292"/>
                  <a:gd name="T105" fmla="*/ 58 h 292"/>
                  <a:gd name="T106" fmla="*/ 157 w 292"/>
                  <a:gd name="T107" fmla="*/ 51 h 292"/>
                  <a:gd name="T108" fmla="*/ 145 w 292"/>
                  <a:gd name="T109" fmla="*/ 49 h 292"/>
                  <a:gd name="T110" fmla="*/ 133 w 292"/>
                  <a:gd name="T111" fmla="*/ 51 h 292"/>
                  <a:gd name="T112" fmla="*/ 124 w 292"/>
                  <a:gd name="T113" fmla="*/ 58 h 292"/>
                  <a:gd name="T114" fmla="*/ 117 w 292"/>
                  <a:gd name="T115" fmla="*/ 67 h 292"/>
                  <a:gd name="T116" fmla="*/ 115 w 292"/>
                  <a:gd name="T117" fmla="*/ 79 h 29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  <a:cxn ang="0">
                    <a:pos x="T90" y="T91"/>
                  </a:cxn>
                  <a:cxn ang="0">
                    <a:pos x="T92" y="T93"/>
                  </a:cxn>
                  <a:cxn ang="0">
                    <a:pos x="T94" y="T95"/>
                  </a:cxn>
                  <a:cxn ang="0">
                    <a:pos x="T96" y="T97"/>
                  </a:cxn>
                  <a:cxn ang="0">
                    <a:pos x="T98" y="T99"/>
                  </a:cxn>
                  <a:cxn ang="0">
                    <a:pos x="T100" y="T101"/>
                  </a:cxn>
                  <a:cxn ang="0">
                    <a:pos x="T102" y="T103"/>
                  </a:cxn>
                  <a:cxn ang="0">
                    <a:pos x="T104" y="T105"/>
                  </a:cxn>
                  <a:cxn ang="0">
                    <a:pos x="T106" y="T107"/>
                  </a:cxn>
                  <a:cxn ang="0">
                    <a:pos x="T108" y="T109"/>
                  </a:cxn>
                  <a:cxn ang="0">
                    <a:pos x="T110" y="T111"/>
                  </a:cxn>
                  <a:cxn ang="0">
                    <a:pos x="T112" y="T113"/>
                  </a:cxn>
                  <a:cxn ang="0">
                    <a:pos x="T114" y="T115"/>
                  </a:cxn>
                  <a:cxn ang="0">
                    <a:pos x="T116" y="T117"/>
                  </a:cxn>
                </a:cxnLst>
                <a:rect l="0" t="0" r="r" b="b"/>
                <a:pathLst>
                  <a:path w="292" h="292">
                    <a:moveTo>
                      <a:pt x="0" y="146"/>
                    </a:moveTo>
                    <a:lnTo>
                      <a:pt x="4" y="113"/>
                    </a:lnTo>
                    <a:lnTo>
                      <a:pt x="14" y="82"/>
                    </a:lnTo>
                    <a:lnTo>
                      <a:pt x="31" y="55"/>
                    </a:lnTo>
                    <a:lnTo>
                      <a:pt x="53" y="32"/>
                    </a:lnTo>
                    <a:lnTo>
                      <a:pt x="81" y="15"/>
                    </a:lnTo>
                    <a:lnTo>
                      <a:pt x="112" y="4"/>
                    </a:lnTo>
                    <a:lnTo>
                      <a:pt x="145" y="0"/>
                    </a:lnTo>
                    <a:lnTo>
                      <a:pt x="179" y="4"/>
                    </a:lnTo>
                    <a:lnTo>
                      <a:pt x="209" y="15"/>
                    </a:lnTo>
                    <a:lnTo>
                      <a:pt x="237" y="32"/>
                    </a:lnTo>
                    <a:lnTo>
                      <a:pt x="259" y="55"/>
                    </a:lnTo>
                    <a:lnTo>
                      <a:pt x="276" y="82"/>
                    </a:lnTo>
                    <a:lnTo>
                      <a:pt x="288" y="113"/>
                    </a:lnTo>
                    <a:lnTo>
                      <a:pt x="292" y="146"/>
                    </a:lnTo>
                    <a:lnTo>
                      <a:pt x="288" y="180"/>
                    </a:lnTo>
                    <a:lnTo>
                      <a:pt x="276" y="210"/>
                    </a:lnTo>
                    <a:lnTo>
                      <a:pt x="259" y="237"/>
                    </a:lnTo>
                    <a:lnTo>
                      <a:pt x="237" y="260"/>
                    </a:lnTo>
                    <a:lnTo>
                      <a:pt x="209" y="278"/>
                    </a:lnTo>
                    <a:lnTo>
                      <a:pt x="179" y="288"/>
                    </a:lnTo>
                    <a:lnTo>
                      <a:pt x="145" y="292"/>
                    </a:lnTo>
                    <a:lnTo>
                      <a:pt x="112" y="288"/>
                    </a:lnTo>
                    <a:lnTo>
                      <a:pt x="81" y="278"/>
                    </a:lnTo>
                    <a:lnTo>
                      <a:pt x="53" y="260"/>
                    </a:lnTo>
                    <a:lnTo>
                      <a:pt x="31" y="237"/>
                    </a:lnTo>
                    <a:lnTo>
                      <a:pt x="14" y="210"/>
                    </a:lnTo>
                    <a:lnTo>
                      <a:pt x="4" y="180"/>
                    </a:lnTo>
                    <a:lnTo>
                      <a:pt x="0" y="146"/>
                    </a:lnTo>
                    <a:close/>
                    <a:moveTo>
                      <a:pt x="102" y="121"/>
                    </a:moveTo>
                    <a:lnTo>
                      <a:pt x="102" y="142"/>
                    </a:lnTo>
                    <a:lnTo>
                      <a:pt x="120" y="142"/>
                    </a:lnTo>
                    <a:lnTo>
                      <a:pt x="120" y="223"/>
                    </a:lnTo>
                    <a:lnTo>
                      <a:pt x="102" y="223"/>
                    </a:lnTo>
                    <a:lnTo>
                      <a:pt x="102" y="244"/>
                    </a:lnTo>
                    <a:lnTo>
                      <a:pt x="188" y="244"/>
                    </a:lnTo>
                    <a:lnTo>
                      <a:pt x="188" y="223"/>
                    </a:lnTo>
                    <a:lnTo>
                      <a:pt x="170" y="223"/>
                    </a:lnTo>
                    <a:lnTo>
                      <a:pt x="170" y="142"/>
                    </a:lnTo>
                    <a:lnTo>
                      <a:pt x="188" y="142"/>
                    </a:lnTo>
                    <a:lnTo>
                      <a:pt x="188" y="121"/>
                    </a:lnTo>
                    <a:lnTo>
                      <a:pt x="102" y="121"/>
                    </a:lnTo>
                    <a:close/>
                    <a:moveTo>
                      <a:pt x="115" y="79"/>
                    </a:moveTo>
                    <a:lnTo>
                      <a:pt x="117" y="92"/>
                    </a:lnTo>
                    <a:lnTo>
                      <a:pt x="124" y="101"/>
                    </a:lnTo>
                    <a:lnTo>
                      <a:pt x="133" y="108"/>
                    </a:lnTo>
                    <a:lnTo>
                      <a:pt x="145" y="110"/>
                    </a:lnTo>
                    <a:lnTo>
                      <a:pt x="157" y="108"/>
                    </a:lnTo>
                    <a:lnTo>
                      <a:pt x="167" y="101"/>
                    </a:lnTo>
                    <a:lnTo>
                      <a:pt x="174" y="92"/>
                    </a:lnTo>
                    <a:lnTo>
                      <a:pt x="176" y="79"/>
                    </a:lnTo>
                    <a:lnTo>
                      <a:pt x="174" y="67"/>
                    </a:lnTo>
                    <a:lnTo>
                      <a:pt x="167" y="58"/>
                    </a:lnTo>
                    <a:lnTo>
                      <a:pt x="157" y="51"/>
                    </a:lnTo>
                    <a:lnTo>
                      <a:pt x="145" y="49"/>
                    </a:lnTo>
                    <a:lnTo>
                      <a:pt x="133" y="51"/>
                    </a:lnTo>
                    <a:lnTo>
                      <a:pt x="124" y="58"/>
                    </a:lnTo>
                    <a:lnTo>
                      <a:pt x="117" y="67"/>
                    </a:lnTo>
                    <a:lnTo>
                      <a:pt x="115" y="79"/>
                    </a:lnTo>
                    <a:close/>
                  </a:path>
                </a:pathLst>
              </a:custGeom>
              <a:solidFill>
                <a:srgbClr val="FF7800"/>
              </a:solidFill>
              <a:ln w="0">
                <a:noFill/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nl-NL" sz="1100" noProof="0"/>
              </a:p>
            </p:txBody>
          </p:sp>
          <p:sp>
            <p:nvSpPr>
              <p:cNvPr id="97" name="Rechthoek 96">
                <a:extLst>
                  <a:ext uri="{FF2B5EF4-FFF2-40B4-BE49-F238E27FC236}">
                    <a16:creationId xmlns:a16="http://schemas.microsoft.com/office/drawing/2014/main" id="{6B52F795-A2D6-413B-A960-974B6C3A255A}"/>
                  </a:ext>
                </a:extLst>
              </p:cNvPr>
              <p:cNvSpPr/>
              <p:nvPr userDrawn="1"/>
            </p:nvSpPr>
            <p:spPr>
              <a:xfrm>
                <a:off x="-3380966" y="3458473"/>
                <a:ext cx="2817995" cy="592123"/>
              </a:xfrm>
              <a:prstGeom prst="rect">
                <a:avLst/>
              </a:prstGeom>
              <a:noFill/>
              <a:ln w="25400" cap="flat" cmpd="sng" algn="ctr">
                <a:noFill/>
                <a:prstDash val="solid"/>
              </a:ln>
              <a:effectLst/>
            </p:spPr>
            <p:txBody>
              <a:bodyPr lIns="0" tIns="0" rIns="0" bIns="0" rtlCol="0" anchor="t"/>
              <a:lstStyle/>
              <a:p>
                <a:pPr marL="0" marR="0" lvl="0" indent="0" defTabSz="914400" eaLnBrk="1" fontAlgn="auto" latinLnBrk="0" hangingPunct="1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nl-NL" sz="1100" b="0" i="0" u="none" strike="noStrike" kern="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+mn-lt"/>
                    <a:cs typeface="Segoe UI Light" panose="020B0502040204020203" pitchFamily="34" charset="0"/>
                  </a:rPr>
                  <a:t>Meer weten?</a:t>
                </a:r>
                <a:br>
                  <a:rPr kumimoji="0" lang="nl-NL" sz="1100" b="0" i="0" u="none" strike="noStrike" kern="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+mn-lt"/>
                    <a:cs typeface="Segoe UI Light" panose="020B0502040204020203" pitchFamily="34" charset="0"/>
                  </a:rPr>
                </a:br>
                <a:r>
                  <a:rPr kumimoji="0" lang="nl-NL" sz="1100" b="0" i="0" u="none" strike="noStrike" kern="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+mn-lt"/>
                    <a:cs typeface="Segoe UI Light" panose="020B0502040204020203" pitchFamily="34" charset="0"/>
                  </a:rPr>
                  <a:t>Ga naar dia </a:t>
                </a:r>
                <a:r>
                  <a:rPr kumimoji="0" lang="nl-NL" sz="1100" b="1" i="0" u="none" strike="noStrike" kern="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+mn-lt"/>
                    <a:cs typeface="Segoe UI Light" panose="020B0502040204020203" pitchFamily="34" charset="0"/>
                  </a:rPr>
                  <a:t>‘Instructie dia: YouTube links’</a:t>
                </a:r>
                <a:r>
                  <a:rPr kumimoji="0" lang="nl-NL" sz="1100" b="0" i="0" u="none" strike="noStrike" kern="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+mn-lt"/>
                    <a:cs typeface="Segoe UI Light" panose="020B0502040204020203" pitchFamily="34" charset="0"/>
                  </a:rPr>
                  <a:t>, open deze in de diavoorstelling en klik op de gewenste video link.</a:t>
                </a:r>
              </a:p>
            </p:txBody>
          </p:sp>
          <p:cxnSp>
            <p:nvCxnSpPr>
              <p:cNvPr id="98" name="Rechte verbindingslijn 97">
                <a:extLst>
                  <a:ext uri="{FF2B5EF4-FFF2-40B4-BE49-F238E27FC236}">
                    <a16:creationId xmlns:a16="http://schemas.microsoft.com/office/drawing/2014/main" id="{6211734C-E4D3-4D01-AD62-B89EB4A1092D}"/>
                  </a:ext>
                </a:extLst>
              </p:cNvPr>
              <p:cNvCxnSpPr>
                <a:cxnSpLocks/>
              </p:cNvCxnSpPr>
              <p:nvPr userDrawn="1"/>
            </p:nvCxnSpPr>
            <p:spPr>
              <a:xfrm>
                <a:off x="-3740987" y="4169717"/>
                <a:ext cx="3178016" cy="0"/>
              </a:xfrm>
              <a:prstGeom prst="line">
                <a:avLst/>
              </a:prstGeom>
              <a:noFill/>
              <a:ln w="3175" cap="flat" cmpd="sng" algn="ctr">
                <a:solidFill>
                  <a:schemeClr val="accent1"/>
                </a:solidFill>
                <a:prstDash val="solid"/>
              </a:ln>
              <a:effectLst/>
            </p:spPr>
          </p:cxnSp>
        </p:grpSp>
        <p:sp>
          <p:nvSpPr>
            <p:cNvPr id="56" name="Rechthoek 55">
              <a:extLst>
                <a:ext uri="{FF2B5EF4-FFF2-40B4-BE49-F238E27FC236}">
                  <a16:creationId xmlns:a16="http://schemas.microsoft.com/office/drawing/2014/main" id="{572D796F-777F-40DF-AB4C-E8D4CBC7C90F}"/>
                </a:ext>
              </a:extLst>
            </p:cNvPr>
            <p:cNvSpPr/>
            <p:nvPr userDrawn="1"/>
          </p:nvSpPr>
          <p:spPr>
            <a:xfrm>
              <a:off x="12397262" y="0"/>
              <a:ext cx="3178016" cy="191611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ctr"/>
            <a:lstStyle/>
            <a:p>
              <a:pPr marL="0" marR="0" lvl="0" indent="0" defTabSz="914400" eaLnBrk="1" fontAlgn="auto" latinLnBrk="0" hangingPunct="1">
                <a:lnSpc>
                  <a:spcPct val="8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nl-NL" sz="1400" b="1" i="0" u="none" strike="noStrike" kern="0" cap="all" spc="0" normalizeH="0" baseline="0" noProof="0">
                  <a:ln>
                    <a:noFill/>
                  </a:ln>
                  <a:solidFill>
                    <a:schemeClr val="accent1"/>
                  </a:solidFill>
                  <a:effectLst/>
                  <a:uLnTx/>
                  <a:uFillTx/>
                  <a:latin typeface="+mj-lt"/>
                  <a:cs typeface="Segoe UI Light" panose="020B0502040204020203" pitchFamily="34" charset="0"/>
                </a:rPr>
                <a:t>Afbeelding invoegen/veranderen</a:t>
              </a:r>
            </a:p>
          </p:txBody>
        </p:sp>
        <p:sp>
          <p:nvSpPr>
            <p:cNvPr id="57" name="Ovaal 56">
              <a:extLst>
                <a:ext uri="{FF2B5EF4-FFF2-40B4-BE49-F238E27FC236}">
                  <a16:creationId xmlns:a16="http://schemas.microsoft.com/office/drawing/2014/main" id="{E0022A5A-85B0-404F-9D56-18E15B4DDF3D}"/>
                </a:ext>
              </a:extLst>
            </p:cNvPr>
            <p:cNvSpPr/>
            <p:nvPr userDrawn="1"/>
          </p:nvSpPr>
          <p:spPr>
            <a:xfrm>
              <a:off x="12391601" y="366490"/>
              <a:ext cx="260914" cy="259683"/>
            </a:xfrm>
            <a:prstGeom prst="ellipse">
              <a:avLst/>
            </a:prstGeom>
            <a:solidFill>
              <a:schemeClr val="accent1"/>
            </a:solidFill>
            <a:ln w="25400" cap="flat" cmpd="sng" algn="ctr">
              <a:noFill/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1</a:t>
              </a:r>
            </a:p>
          </p:txBody>
        </p:sp>
        <p:cxnSp>
          <p:nvCxnSpPr>
            <p:cNvPr id="58" name="Rechte verbindingslijn 57">
              <a:extLst>
                <a:ext uri="{FF2B5EF4-FFF2-40B4-BE49-F238E27FC236}">
                  <a16:creationId xmlns:a16="http://schemas.microsoft.com/office/drawing/2014/main" id="{0B1847A9-5ADF-47B1-8440-C70FA57AEE60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2397261" y="241635"/>
              <a:ext cx="3178017" cy="0"/>
            </a:xfrm>
            <a:prstGeom prst="line">
              <a:avLst/>
            </a:prstGeom>
            <a:noFill/>
            <a:ln w="3175" cap="flat" cmpd="sng" algn="ctr">
              <a:solidFill>
                <a:schemeClr val="accent1"/>
              </a:solidFill>
              <a:prstDash val="solid"/>
            </a:ln>
            <a:effectLst/>
          </p:spPr>
        </p:cxnSp>
        <p:cxnSp>
          <p:nvCxnSpPr>
            <p:cNvPr id="59" name="Rechte verbindingslijn 58">
              <a:extLst>
                <a:ext uri="{FF2B5EF4-FFF2-40B4-BE49-F238E27FC236}">
                  <a16:creationId xmlns:a16="http://schemas.microsoft.com/office/drawing/2014/main" id="{654E7969-88DA-4944-BD2A-C67BC761072A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2397261" y="1577933"/>
              <a:ext cx="3178017" cy="0"/>
            </a:xfrm>
            <a:prstGeom prst="line">
              <a:avLst/>
            </a:prstGeom>
            <a:noFill/>
            <a:ln w="3175" cap="flat" cmpd="sng" algn="ctr">
              <a:solidFill>
                <a:schemeClr val="accent1"/>
              </a:solidFill>
              <a:prstDash val="solid"/>
            </a:ln>
            <a:effectLst/>
          </p:spPr>
        </p:cxnSp>
        <p:sp>
          <p:nvSpPr>
            <p:cNvPr id="60" name="Rechthoek 59">
              <a:extLst>
                <a:ext uri="{FF2B5EF4-FFF2-40B4-BE49-F238E27FC236}">
                  <a16:creationId xmlns:a16="http://schemas.microsoft.com/office/drawing/2014/main" id="{F0500D62-2CBC-4B9D-B7C1-4D2EFE886FDA}"/>
                </a:ext>
              </a:extLst>
            </p:cNvPr>
            <p:cNvSpPr/>
            <p:nvPr userDrawn="1"/>
          </p:nvSpPr>
          <p:spPr>
            <a:xfrm>
              <a:off x="12757282" y="432552"/>
              <a:ext cx="2817995" cy="595423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t"/>
            <a:lstStyle/>
            <a:p>
              <a:pPr marL="0" marR="0" lvl="0" indent="0" defTabSz="914400" eaLnBrk="1" fontAlgn="auto" latinLnBrk="0" hangingPunct="1">
                <a:lnSpc>
                  <a:spcPct val="90000"/>
                </a:lnSpc>
                <a:spcBef>
                  <a:spcPts val="600"/>
                </a:spcBef>
                <a:spcAft>
                  <a:spcPts val="600"/>
                </a:spcAft>
                <a:buClr>
                  <a:schemeClr val="accent1"/>
                </a:buClr>
                <a:buSzTx/>
                <a:buFont typeface="Arial" panose="020B0604020202020204" pitchFamily="34" charset="0"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Wanneer nodig, verwijder de bestaande afbeelding d.m.v. de </a:t>
              </a:r>
              <a:r>
                <a:rPr kumimoji="0" lang="nl-NL" sz="1100" b="1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‘Delete’-knop</a:t>
              </a: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. Klik op het pictogram om een nieuwe afbeelding in te voegen. </a:t>
              </a:r>
              <a:r>
                <a:rPr kumimoji="0" lang="nl-NL" sz="1100" b="0" i="1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(zie onderstaand voorbeeld).</a:t>
              </a:r>
              <a:endParaRPr kumimoji="0" lang="nl-NL" sz="11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cs typeface="Segoe UI Light" panose="020B0502040204020203" pitchFamily="34" charset="0"/>
              </a:endParaRPr>
            </a:p>
          </p:txBody>
        </p:sp>
        <p:cxnSp>
          <p:nvCxnSpPr>
            <p:cNvPr id="61" name="Rechte verbindingslijn 60">
              <a:extLst>
                <a:ext uri="{FF2B5EF4-FFF2-40B4-BE49-F238E27FC236}">
                  <a16:creationId xmlns:a16="http://schemas.microsoft.com/office/drawing/2014/main" id="{E27C1EFD-A001-40F3-BB88-8B1B466EB22A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2397261" y="5688413"/>
              <a:ext cx="3178017" cy="0"/>
            </a:xfrm>
            <a:prstGeom prst="line">
              <a:avLst/>
            </a:prstGeom>
            <a:noFill/>
            <a:ln w="3175" cap="flat" cmpd="sng" algn="ctr">
              <a:solidFill>
                <a:schemeClr val="accent1"/>
              </a:solidFill>
              <a:prstDash val="solid"/>
            </a:ln>
            <a:effectLst/>
          </p:spPr>
        </p:cxnSp>
        <p:sp>
          <p:nvSpPr>
            <p:cNvPr id="62" name="Ovaal 61">
              <a:extLst>
                <a:ext uri="{FF2B5EF4-FFF2-40B4-BE49-F238E27FC236}">
                  <a16:creationId xmlns:a16="http://schemas.microsoft.com/office/drawing/2014/main" id="{6C69BAB4-F22C-4CBA-9DA0-C0FFE82D8EB6}"/>
                </a:ext>
              </a:extLst>
            </p:cNvPr>
            <p:cNvSpPr/>
            <p:nvPr userDrawn="1"/>
          </p:nvSpPr>
          <p:spPr>
            <a:xfrm>
              <a:off x="12391601" y="1706398"/>
              <a:ext cx="260914" cy="259683"/>
            </a:xfrm>
            <a:prstGeom prst="ellipse">
              <a:avLst/>
            </a:prstGeom>
            <a:solidFill>
              <a:schemeClr val="accent1"/>
            </a:solidFill>
            <a:ln w="25400" cap="flat" cmpd="sng" algn="ctr">
              <a:noFill/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2</a:t>
              </a:r>
            </a:p>
          </p:txBody>
        </p:sp>
        <p:sp>
          <p:nvSpPr>
            <p:cNvPr id="63" name="Rechthoek 62">
              <a:extLst>
                <a:ext uri="{FF2B5EF4-FFF2-40B4-BE49-F238E27FC236}">
                  <a16:creationId xmlns:a16="http://schemas.microsoft.com/office/drawing/2014/main" id="{EF6FDC64-FE1C-43FB-81E6-40A12F849DD0}"/>
                </a:ext>
              </a:extLst>
            </p:cNvPr>
            <p:cNvSpPr/>
            <p:nvPr userDrawn="1"/>
          </p:nvSpPr>
          <p:spPr>
            <a:xfrm>
              <a:off x="12757282" y="1772461"/>
              <a:ext cx="2817995" cy="318048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t"/>
            <a:lstStyle/>
            <a:p>
              <a:pPr marL="0" marR="0" lvl="0" indent="0" defTabSz="914400" eaLnBrk="1" fontAlgn="auto" latinLnBrk="0" hangingPunct="1">
                <a:lnSpc>
                  <a:spcPct val="90000"/>
                </a:lnSpc>
                <a:spcBef>
                  <a:spcPts val="600"/>
                </a:spcBef>
                <a:spcAft>
                  <a:spcPts val="600"/>
                </a:spcAft>
                <a:buClr>
                  <a:schemeClr val="accent1"/>
                </a:buClr>
                <a:buSzTx/>
                <a:buFont typeface="Arial" panose="020B0604020202020204" pitchFamily="34" charset="0"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Selecteer de gewenste afbeelding</a:t>
              </a:r>
              <a:b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</a:b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en klik op </a:t>
              </a:r>
              <a:r>
                <a:rPr kumimoji="0" lang="nl-NL" sz="1100" b="1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‘Invoegen’</a:t>
              </a: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.</a:t>
              </a:r>
              <a:endParaRPr kumimoji="0" lang="nl-NL" sz="1100" b="1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cs typeface="Segoe UI Light" panose="020B0502040204020203" pitchFamily="34" charset="0"/>
              </a:endParaRPr>
            </a:p>
          </p:txBody>
        </p:sp>
        <p:grpSp>
          <p:nvGrpSpPr>
            <p:cNvPr id="64" name="Groep 63">
              <a:extLst>
                <a:ext uri="{FF2B5EF4-FFF2-40B4-BE49-F238E27FC236}">
                  <a16:creationId xmlns:a16="http://schemas.microsoft.com/office/drawing/2014/main" id="{00221C3E-710E-4CBF-889E-F773F2F82C70}"/>
                </a:ext>
              </a:extLst>
            </p:cNvPr>
            <p:cNvGrpSpPr/>
            <p:nvPr userDrawn="1"/>
          </p:nvGrpSpPr>
          <p:grpSpPr>
            <a:xfrm>
              <a:off x="12757282" y="2184550"/>
              <a:ext cx="825500" cy="209550"/>
              <a:chOff x="13504624" y="2482850"/>
              <a:chExt cx="825500" cy="209550"/>
            </a:xfrm>
          </p:grpSpPr>
          <p:sp>
            <p:nvSpPr>
              <p:cNvPr id="93" name="Rechthoek 92">
                <a:extLst>
                  <a:ext uri="{FF2B5EF4-FFF2-40B4-BE49-F238E27FC236}">
                    <a16:creationId xmlns:a16="http://schemas.microsoft.com/office/drawing/2014/main" id="{DDBEB7FD-E8F8-4E65-A647-486E503576D0}"/>
                  </a:ext>
                </a:extLst>
              </p:cNvPr>
              <p:cNvSpPr/>
              <p:nvPr userDrawn="1"/>
            </p:nvSpPr>
            <p:spPr>
              <a:xfrm>
                <a:off x="13504624" y="2482850"/>
                <a:ext cx="825500" cy="209550"/>
              </a:xfrm>
              <a:prstGeom prst="rect">
                <a:avLst/>
              </a:prstGeom>
              <a:solidFill>
                <a:srgbClr val="E5F1FB"/>
              </a:solidFill>
              <a:ln w="12700">
                <a:solidFill>
                  <a:srgbClr val="0B7ED9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10800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r>
                  <a:rPr lang="nl-NL" sz="800" b="0" noProof="0">
                    <a:solidFill>
                      <a:schemeClr val="tx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Invoegen</a:t>
                </a:r>
              </a:p>
            </p:txBody>
          </p:sp>
          <p:cxnSp>
            <p:nvCxnSpPr>
              <p:cNvPr id="94" name="Rechte verbindingslijn 93">
                <a:extLst>
                  <a:ext uri="{FF2B5EF4-FFF2-40B4-BE49-F238E27FC236}">
                    <a16:creationId xmlns:a16="http://schemas.microsoft.com/office/drawing/2014/main" id="{322E8E44-6361-4245-9863-9D6242A1BB12}"/>
                  </a:ext>
                </a:extLst>
              </p:cNvPr>
              <p:cNvCxnSpPr/>
              <p:nvPr userDrawn="1"/>
            </p:nvCxnSpPr>
            <p:spPr>
              <a:xfrm>
                <a:off x="14155269" y="2515250"/>
                <a:ext cx="0" cy="142717"/>
              </a:xfrm>
              <a:prstGeom prst="line">
                <a:avLst/>
              </a:prstGeom>
              <a:noFill/>
              <a:ln w="3175" cap="flat" cmpd="sng" algn="ctr">
                <a:solidFill>
                  <a:srgbClr val="44546A"/>
                </a:solidFill>
                <a:prstDash val="solid"/>
              </a:ln>
              <a:effectLst/>
            </p:spPr>
          </p:cxnSp>
          <p:sp>
            <p:nvSpPr>
              <p:cNvPr id="95" name="Gelijkbenige driehoek 94">
                <a:extLst>
                  <a:ext uri="{FF2B5EF4-FFF2-40B4-BE49-F238E27FC236}">
                    <a16:creationId xmlns:a16="http://schemas.microsoft.com/office/drawing/2014/main" id="{6C9BEC24-B376-4095-AC04-119A469E65FD}"/>
                  </a:ext>
                </a:extLst>
              </p:cNvPr>
              <p:cNvSpPr/>
              <p:nvPr userDrawn="1"/>
            </p:nvSpPr>
            <p:spPr>
              <a:xfrm rot="10800000">
                <a:off x="14196089" y="2566904"/>
                <a:ext cx="86866" cy="51147"/>
              </a:xfrm>
              <a:prstGeom prst="triangle">
                <a:avLst/>
              </a:prstGeom>
              <a:solidFill>
                <a:srgbClr val="00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nl-NL" sz="1000" b="1" noProof="0">
                  <a:solidFill>
                    <a:schemeClr val="tx1"/>
                  </a:solidFill>
                </a:endParaRPr>
              </a:p>
            </p:txBody>
          </p:sp>
        </p:grpSp>
        <p:grpSp>
          <p:nvGrpSpPr>
            <p:cNvPr id="65" name="Groep 64">
              <a:extLst>
                <a:ext uri="{FF2B5EF4-FFF2-40B4-BE49-F238E27FC236}">
                  <a16:creationId xmlns:a16="http://schemas.microsoft.com/office/drawing/2014/main" id="{9F75C778-B918-402E-A7BB-51305D6F3556}"/>
                </a:ext>
              </a:extLst>
            </p:cNvPr>
            <p:cNvGrpSpPr/>
            <p:nvPr userDrawn="1"/>
          </p:nvGrpSpPr>
          <p:grpSpPr>
            <a:xfrm>
              <a:off x="12757282" y="1141626"/>
              <a:ext cx="294789" cy="318834"/>
              <a:chOff x="14466489" y="1001522"/>
              <a:chExt cx="290627" cy="314333"/>
            </a:xfrm>
          </p:grpSpPr>
          <p:sp>
            <p:nvSpPr>
              <p:cNvPr id="87" name="Rechthoek 86">
                <a:extLst>
                  <a:ext uri="{FF2B5EF4-FFF2-40B4-BE49-F238E27FC236}">
                    <a16:creationId xmlns:a16="http://schemas.microsoft.com/office/drawing/2014/main" id="{24F6F8B5-7969-4AC5-9426-510AA67C693B}"/>
                  </a:ext>
                </a:extLst>
              </p:cNvPr>
              <p:cNvSpPr/>
              <p:nvPr userDrawn="1"/>
            </p:nvSpPr>
            <p:spPr>
              <a:xfrm>
                <a:off x="14466489" y="1001522"/>
                <a:ext cx="257935" cy="254168"/>
              </a:xfrm>
              <a:prstGeom prst="rect">
                <a:avLst/>
              </a:prstGeom>
              <a:solidFill>
                <a:schemeClr val="bg1"/>
              </a:solidFill>
              <a:ln w="12700">
                <a:solidFill>
                  <a:srgbClr val="C0C0C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10800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lvl="0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endParaRPr lang="nl-NL" sz="800" b="0" noProof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88" name="Ovaal 87">
                <a:extLst>
                  <a:ext uri="{FF2B5EF4-FFF2-40B4-BE49-F238E27FC236}">
                    <a16:creationId xmlns:a16="http://schemas.microsoft.com/office/drawing/2014/main" id="{464895BF-576C-4006-8C7C-D23C77699A07}"/>
                  </a:ext>
                </a:extLst>
              </p:cNvPr>
              <p:cNvSpPr/>
              <p:nvPr userDrawn="1"/>
            </p:nvSpPr>
            <p:spPr>
              <a:xfrm>
                <a:off x="14623626" y="1033630"/>
                <a:ext cx="71169" cy="71169"/>
              </a:xfrm>
              <a:prstGeom prst="ellipse">
                <a:avLst/>
              </a:prstGeom>
              <a:solidFill>
                <a:srgbClr val="F1D8A5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nl-NL" sz="1000" b="1" noProof="0">
                  <a:solidFill>
                    <a:schemeClr val="tx1"/>
                  </a:solidFill>
                </a:endParaRPr>
              </a:p>
            </p:txBody>
          </p:sp>
          <p:sp>
            <p:nvSpPr>
              <p:cNvPr id="89" name="Vrije vorm: vorm 88">
                <a:extLst>
                  <a:ext uri="{FF2B5EF4-FFF2-40B4-BE49-F238E27FC236}">
                    <a16:creationId xmlns:a16="http://schemas.microsoft.com/office/drawing/2014/main" id="{B049A9F4-D7A4-4D5A-9718-D3F1A55694C2}"/>
                  </a:ext>
                </a:extLst>
              </p:cNvPr>
              <p:cNvSpPr/>
              <p:nvPr userDrawn="1"/>
            </p:nvSpPr>
            <p:spPr>
              <a:xfrm rot="2700000">
                <a:off x="14498877" y="1157846"/>
                <a:ext cx="168558" cy="147459"/>
              </a:xfrm>
              <a:custGeom>
                <a:avLst/>
                <a:gdLst>
                  <a:gd name="connsiteX0" fmla="*/ 12837 w 168558"/>
                  <a:gd name="connsiteY0" fmla="*/ 12836 h 147459"/>
                  <a:gd name="connsiteX1" fmla="*/ 43826 w 168558"/>
                  <a:gd name="connsiteY1" fmla="*/ 0 h 147459"/>
                  <a:gd name="connsiteX2" fmla="*/ 168558 w 168558"/>
                  <a:gd name="connsiteY2" fmla="*/ 0 h 147459"/>
                  <a:gd name="connsiteX3" fmla="*/ 21099 w 168558"/>
                  <a:gd name="connsiteY3" fmla="*/ 147459 h 147459"/>
                  <a:gd name="connsiteX4" fmla="*/ 0 w 168558"/>
                  <a:gd name="connsiteY4" fmla="*/ 126361 h 147459"/>
                  <a:gd name="connsiteX5" fmla="*/ 0 w 168558"/>
                  <a:gd name="connsiteY5" fmla="*/ 43826 h 147459"/>
                  <a:gd name="connsiteX6" fmla="*/ 12837 w 168558"/>
                  <a:gd name="connsiteY6" fmla="*/ 12836 h 14745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68558" h="147459">
                    <a:moveTo>
                      <a:pt x="12837" y="12836"/>
                    </a:moveTo>
                    <a:cubicBezTo>
                      <a:pt x="20768" y="4905"/>
                      <a:pt x="31724" y="0"/>
                      <a:pt x="43826" y="0"/>
                    </a:cubicBezTo>
                    <a:lnTo>
                      <a:pt x="168558" y="0"/>
                    </a:lnTo>
                    <a:lnTo>
                      <a:pt x="21099" y="147459"/>
                    </a:lnTo>
                    <a:lnTo>
                      <a:pt x="0" y="126361"/>
                    </a:lnTo>
                    <a:lnTo>
                      <a:pt x="0" y="43826"/>
                    </a:lnTo>
                    <a:cubicBezTo>
                      <a:pt x="1" y="31723"/>
                      <a:pt x="4906" y="20767"/>
                      <a:pt x="12837" y="12836"/>
                    </a:cubicBezTo>
                    <a:close/>
                  </a:path>
                </a:pathLst>
              </a:custGeom>
              <a:solidFill>
                <a:srgbClr val="C9D8E9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nl-NL" sz="1000" b="1" noProof="0">
                  <a:solidFill>
                    <a:schemeClr val="tx1"/>
                  </a:solidFill>
                </a:endParaRPr>
              </a:p>
            </p:txBody>
          </p:sp>
          <p:sp>
            <p:nvSpPr>
              <p:cNvPr id="90" name="Rechthoek: afgeronde hoeken 89">
                <a:extLst>
                  <a:ext uri="{FF2B5EF4-FFF2-40B4-BE49-F238E27FC236}">
                    <a16:creationId xmlns:a16="http://schemas.microsoft.com/office/drawing/2014/main" id="{9DDB06FF-C555-437D-AC8B-66B9621EF663}"/>
                  </a:ext>
                </a:extLst>
              </p:cNvPr>
              <p:cNvSpPr/>
              <p:nvPr userDrawn="1"/>
            </p:nvSpPr>
            <p:spPr>
              <a:xfrm>
                <a:off x="14601150" y="1145314"/>
                <a:ext cx="155966" cy="116816"/>
              </a:xfrm>
              <a:prstGeom prst="roundRect">
                <a:avLst/>
              </a:prstGeom>
              <a:solidFill>
                <a:schemeClr val="bg1"/>
              </a:solidFill>
              <a:ln w="19050">
                <a:solidFill>
                  <a:srgbClr val="8AADD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10800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lvl="0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endParaRPr lang="nl-NL" sz="800" b="0" noProof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cxnSp>
            <p:nvCxnSpPr>
              <p:cNvPr id="91" name="Rechte verbindingslijn 90">
                <a:extLst>
                  <a:ext uri="{FF2B5EF4-FFF2-40B4-BE49-F238E27FC236}">
                    <a16:creationId xmlns:a16="http://schemas.microsoft.com/office/drawing/2014/main" id="{F068C0F7-C62E-4EEC-9E5E-49FC70864524}"/>
                  </a:ext>
                </a:extLst>
              </p:cNvPr>
              <p:cNvCxnSpPr>
                <a:cxnSpLocks/>
              </p:cNvCxnSpPr>
              <p:nvPr userDrawn="1"/>
            </p:nvCxnSpPr>
            <p:spPr>
              <a:xfrm>
                <a:off x="14637490" y="1308665"/>
                <a:ext cx="83286" cy="0"/>
              </a:xfrm>
              <a:prstGeom prst="line">
                <a:avLst/>
              </a:prstGeom>
              <a:solidFill>
                <a:schemeClr val="bg1"/>
              </a:solidFill>
              <a:ln w="19050">
                <a:solidFill>
                  <a:srgbClr val="8AADD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92" name="Rechte verbindingslijn 91">
                <a:extLst>
                  <a:ext uri="{FF2B5EF4-FFF2-40B4-BE49-F238E27FC236}">
                    <a16:creationId xmlns:a16="http://schemas.microsoft.com/office/drawing/2014/main" id="{A679EF66-67EB-4C52-AF2A-7AB6B5D8A50E}"/>
                  </a:ext>
                </a:extLst>
              </p:cNvPr>
              <p:cNvCxnSpPr>
                <a:cxnSpLocks/>
                <a:stCxn id="90" idx="2"/>
              </p:cNvCxnSpPr>
              <p:nvPr userDrawn="1"/>
            </p:nvCxnSpPr>
            <p:spPr>
              <a:xfrm flipH="1">
                <a:off x="14678717" y="1262130"/>
                <a:ext cx="416" cy="43573"/>
              </a:xfrm>
              <a:prstGeom prst="line">
                <a:avLst/>
              </a:prstGeom>
              <a:solidFill>
                <a:schemeClr val="bg1"/>
              </a:solidFill>
              <a:ln w="19050">
                <a:solidFill>
                  <a:srgbClr val="8AADD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</p:grpSp>
        <p:sp>
          <p:nvSpPr>
            <p:cNvPr id="66" name="Ovaal 65">
              <a:extLst>
                <a:ext uri="{FF2B5EF4-FFF2-40B4-BE49-F238E27FC236}">
                  <a16:creationId xmlns:a16="http://schemas.microsoft.com/office/drawing/2014/main" id="{ABD34FAB-9D32-4FD0-8ABE-B5E3394DE2A7}"/>
                </a:ext>
              </a:extLst>
            </p:cNvPr>
            <p:cNvSpPr/>
            <p:nvPr userDrawn="1"/>
          </p:nvSpPr>
          <p:spPr>
            <a:xfrm>
              <a:off x="12391601" y="2617951"/>
              <a:ext cx="260914" cy="259683"/>
            </a:xfrm>
            <a:prstGeom prst="ellipse">
              <a:avLst/>
            </a:prstGeom>
            <a:solidFill>
              <a:schemeClr val="accent1"/>
            </a:solidFill>
            <a:ln w="25400" cap="flat" cmpd="sng" algn="ctr">
              <a:noFill/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3</a:t>
              </a:r>
            </a:p>
          </p:txBody>
        </p:sp>
        <p:sp>
          <p:nvSpPr>
            <p:cNvPr id="67" name="Rechthoek 66">
              <a:extLst>
                <a:ext uri="{FF2B5EF4-FFF2-40B4-BE49-F238E27FC236}">
                  <a16:creationId xmlns:a16="http://schemas.microsoft.com/office/drawing/2014/main" id="{4C2B9AFA-5979-4269-AB90-EAC548E800FB}"/>
                </a:ext>
              </a:extLst>
            </p:cNvPr>
            <p:cNvSpPr/>
            <p:nvPr userDrawn="1"/>
          </p:nvSpPr>
          <p:spPr>
            <a:xfrm>
              <a:off x="12757283" y="2684015"/>
              <a:ext cx="2817996" cy="316612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t"/>
            <a:lstStyle/>
            <a:p>
              <a:pPr marL="0" marR="0" lvl="0" indent="0" defTabSz="914400" eaLnBrk="1" fontAlgn="auto" latinLnBrk="0" hangingPunct="1">
                <a:lnSpc>
                  <a:spcPct val="90000"/>
                </a:lnSpc>
                <a:spcBef>
                  <a:spcPts val="600"/>
                </a:spcBef>
                <a:spcAft>
                  <a:spcPts val="600"/>
                </a:spcAft>
                <a:buClr>
                  <a:schemeClr val="accent1"/>
                </a:buClr>
                <a:buSzTx/>
                <a:buFont typeface="Arial" panose="020B0604020202020204" pitchFamily="34" charset="0"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Klik met de rechter muisknop op de afbeelding en kies </a:t>
              </a:r>
              <a:r>
                <a:rPr kumimoji="0" lang="nl-NL" sz="1100" b="1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´Naar achtergrond´</a:t>
              </a: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.</a:t>
              </a:r>
              <a:endParaRPr kumimoji="0" lang="nl-NL" sz="1100" b="1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cs typeface="Segoe UI Light" panose="020B0502040204020203" pitchFamily="34" charset="0"/>
              </a:endParaRPr>
            </a:p>
          </p:txBody>
        </p:sp>
        <p:cxnSp>
          <p:nvCxnSpPr>
            <p:cNvPr id="68" name="Rechte verbindingslijn 67">
              <a:extLst>
                <a:ext uri="{FF2B5EF4-FFF2-40B4-BE49-F238E27FC236}">
                  <a16:creationId xmlns:a16="http://schemas.microsoft.com/office/drawing/2014/main" id="{66B5580D-B116-43F0-8EC8-0F2E3209DAB4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2397261" y="2499789"/>
              <a:ext cx="3178017" cy="0"/>
            </a:xfrm>
            <a:prstGeom prst="line">
              <a:avLst/>
            </a:prstGeom>
            <a:noFill/>
            <a:ln w="3175" cap="flat" cmpd="sng" algn="ctr">
              <a:solidFill>
                <a:schemeClr val="accent1"/>
              </a:solidFill>
              <a:prstDash val="solid"/>
            </a:ln>
            <a:effectLst/>
          </p:spPr>
        </p:cxnSp>
        <p:grpSp>
          <p:nvGrpSpPr>
            <p:cNvPr id="69" name="Groep 68">
              <a:extLst>
                <a:ext uri="{FF2B5EF4-FFF2-40B4-BE49-F238E27FC236}">
                  <a16:creationId xmlns:a16="http://schemas.microsoft.com/office/drawing/2014/main" id="{8F788CA4-CF7C-4B1C-A39F-E5653B491DDD}"/>
                </a:ext>
              </a:extLst>
            </p:cNvPr>
            <p:cNvGrpSpPr/>
            <p:nvPr userDrawn="1"/>
          </p:nvGrpSpPr>
          <p:grpSpPr>
            <a:xfrm>
              <a:off x="12757282" y="4967075"/>
              <a:ext cx="1499406" cy="580946"/>
              <a:chOff x="12757283" y="3120781"/>
              <a:chExt cx="1499406" cy="580946"/>
            </a:xfrm>
          </p:grpSpPr>
          <p:sp>
            <p:nvSpPr>
              <p:cNvPr id="73" name="Rechthoek 72">
                <a:extLst>
                  <a:ext uri="{FF2B5EF4-FFF2-40B4-BE49-F238E27FC236}">
                    <a16:creationId xmlns:a16="http://schemas.microsoft.com/office/drawing/2014/main" id="{47BE0BC2-87FD-4161-8BF7-A868E119CE6B}"/>
                  </a:ext>
                </a:extLst>
              </p:cNvPr>
              <p:cNvSpPr/>
              <p:nvPr userDrawn="1"/>
            </p:nvSpPr>
            <p:spPr>
              <a:xfrm>
                <a:off x="12757283" y="3120781"/>
                <a:ext cx="1499406" cy="580946"/>
              </a:xfrm>
              <a:prstGeom prst="rect">
                <a:avLst/>
              </a:prstGeom>
              <a:solidFill>
                <a:schemeClr val="bg1"/>
              </a:solidFill>
              <a:ln w="12700">
                <a:solidFill>
                  <a:srgbClr val="D1D1D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10800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endParaRPr lang="nl-NL" sz="800" b="0" noProof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74" name="Rechthoek 73">
                <a:extLst>
                  <a:ext uri="{FF2B5EF4-FFF2-40B4-BE49-F238E27FC236}">
                    <a16:creationId xmlns:a16="http://schemas.microsoft.com/office/drawing/2014/main" id="{3EB9547E-B291-4198-81C5-F22D774BDB56}"/>
                  </a:ext>
                </a:extLst>
              </p:cNvPr>
              <p:cNvSpPr/>
              <p:nvPr userDrawn="1"/>
            </p:nvSpPr>
            <p:spPr>
              <a:xfrm>
                <a:off x="12761843" y="3146420"/>
                <a:ext cx="1478943" cy="257235"/>
              </a:xfrm>
              <a:prstGeom prst="rect">
                <a:avLst/>
              </a:prstGeom>
              <a:solidFill>
                <a:srgbClr val="FCE4DC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nl-NL" sz="700" b="1" noProof="0">
                  <a:solidFill>
                    <a:schemeClr val="tx1"/>
                  </a:solidFill>
                </a:endParaRPr>
              </a:p>
            </p:txBody>
          </p:sp>
          <p:sp>
            <p:nvSpPr>
              <p:cNvPr id="75" name="Tekstvak 74">
                <a:extLst>
                  <a:ext uri="{FF2B5EF4-FFF2-40B4-BE49-F238E27FC236}">
                    <a16:creationId xmlns:a16="http://schemas.microsoft.com/office/drawing/2014/main" id="{CBC8FEB4-9920-4082-9E4C-0E65648BFDAF}"/>
                  </a:ext>
                </a:extLst>
              </p:cNvPr>
              <p:cNvSpPr txBox="1"/>
              <p:nvPr userDrawn="1"/>
            </p:nvSpPr>
            <p:spPr>
              <a:xfrm>
                <a:off x="12997648" y="3173471"/>
                <a:ext cx="957818" cy="20313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algn="l" defTabSz="1217512" rtl="0" eaLnBrk="1" latinLnBrk="0" hangingPunct="1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r>
                  <a:rPr lang="nl-NL" sz="800" b="0" kern="1200" noProof="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rPr>
                  <a:t>Naar voorgrond</a:t>
                </a:r>
              </a:p>
            </p:txBody>
          </p:sp>
          <p:sp>
            <p:nvSpPr>
              <p:cNvPr id="76" name="Tekstvak 75">
                <a:extLst>
                  <a:ext uri="{FF2B5EF4-FFF2-40B4-BE49-F238E27FC236}">
                    <a16:creationId xmlns:a16="http://schemas.microsoft.com/office/drawing/2014/main" id="{88316C1A-8330-4913-B669-729975C06AE0}"/>
                  </a:ext>
                </a:extLst>
              </p:cNvPr>
              <p:cNvSpPr txBox="1"/>
              <p:nvPr userDrawn="1"/>
            </p:nvSpPr>
            <p:spPr>
              <a:xfrm>
                <a:off x="12984219" y="3481017"/>
                <a:ext cx="1165564" cy="20313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algn="l" defTabSz="1217512" rtl="0" eaLnBrk="1" latinLnBrk="0" hangingPunct="1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r>
                  <a:rPr lang="nl-NL" sz="800" b="0" kern="1200" noProof="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rPr>
                  <a:t>Naar achtergrond</a:t>
                </a:r>
              </a:p>
            </p:txBody>
          </p:sp>
          <p:pic>
            <p:nvPicPr>
              <p:cNvPr id="77" name="Picture 3">
                <a:extLst>
                  <a:ext uri="{FF2B5EF4-FFF2-40B4-BE49-F238E27FC236}">
                    <a16:creationId xmlns:a16="http://schemas.microsoft.com/office/drawing/2014/main" id="{518C41E3-ED28-402C-9A72-9A60A0EF81BE}"/>
                  </a:ext>
                </a:extLst>
              </p:cNvPr>
              <p:cNvPicPr>
                <a:picLocks noChangeAspect="1" noChangeArrowheads="1"/>
              </p:cNvPicPr>
              <p:nvPr userDrawn="1"/>
            </p:nvPicPr>
            <p:blipFill>
              <a:blip r:embed="rId2" cstate="email">
                <a:extLst>
                  <a:ext uri="{28A0092B-C50C-407E-A947-70E740481C1C}">
                    <a14:useLocalDpi xmlns:a14="http://schemas.microsoft.com/office/drawing/2010/main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13938926" y="3243867"/>
                <a:ext cx="143086" cy="231331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</p:pic>
          <p:sp>
            <p:nvSpPr>
              <p:cNvPr id="78" name="Gelijkbenige driehoek 77">
                <a:extLst>
                  <a:ext uri="{FF2B5EF4-FFF2-40B4-BE49-F238E27FC236}">
                    <a16:creationId xmlns:a16="http://schemas.microsoft.com/office/drawing/2014/main" id="{E706970C-15CD-48A7-9A59-4A1E414DA893}"/>
                  </a:ext>
                </a:extLst>
              </p:cNvPr>
              <p:cNvSpPr/>
              <p:nvPr userDrawn="1"/>
            </p:nvSpPr>
            <p:spPr>
              <a:xfrm rot="5400000">
                <a:off x="14094210" y="3244199"/>
                <a:ext cx="86866" cy="51147"/>
              </a:xfrm>
              <a:prstGeom prst="triangle">
                <a:avLst/>
              </a:prstGeom>
              <a:solidFill>
                <a:srgbClr val="00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nl-NL" sz="1000" b="1" noProof="0">
                  <a:solidFill>
                    <a:schemeClr val="tx1"/>
                  </a:solidFill>
                </a:endParaRPr>
              </a:p>
            </p:txBody>
          </p:sp>
          <p:grpSp>
            <p:nvGrpSpPr>
              <p:cNvPr id="79" name="Groep 78">
                <a:extLst>
                  <a:ext uri="{FF2B5EF4-FFF2-40B4-BE49-F238E27FC236}">
                    <a16:creationId xmlns:a16="http://schemas.microsoft.com/office/drawing/2014/main" id="{4FCAE65E-DC79-40B6-B4C5-80F5335565E1}"/>
                  </a:ext>
                </a:extLst>
              </p:cNvPr>
              <p:cNvGrpSpPr/>
              <p:nvPr userDrawn="1"/>
            </p:nvGrpSpPr>
            <p:grpSpPr>
              <a:xfrm>
                <a:off x="12822311" y="3178534"/>
                <a:ext cx="182309" cy="163794"/>
                <a:chOff x="12832541" y="3162395"/>
                <a:chExt cx="219532" cy="197236"/>
              </a:xfrm>
            </p:grpSpPr>
            <p:sp>
              <p:nvSpPr>
                <p:cNvPr id="84" name="Rechthoek 83">
                  <a:extLst>
                    <a:ext uri="{FF2B5EF4-FFF2-40B4-BE49-F238E27FC236}">
                      <a16:creationId xmlns:a16="http://schemas.microsoft.com/office/drawing/2014/main" id="{3F0B40DA-4E24-4FC7-B312-EB73D4B3C8B2}"/>
                    </a:ext>
                  </a:extLst>
                </p:cNvPr>
                <p:cNvSpPr/>
                <p:nvPr userDrawn="1"/>
              </p:nvSpPr>
              <p:spPr>
                <a:xfrm>
                  <a:off x="12832541" y="3162395"/>
                  <a:ext cx="81487" cy="81487"/>
                </a:xfrm>
                <a:prstGeom prst="rect">
                  <a:avLst/>
                </a:prstGeom>
                <a:solidFill>
                  <a:schemeClr val="bg1"/>
                </a:solidFill>
                <a:ln w="12700">
                  <a:solidFill>
                    <a:schemeClr val="tx2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  <p:sp>
              <p:nvSpPr>
                <p:cNvPr id="85" name="Rechthoek 84">
                  <a:extLst>
                    <a:ext uri="{FF2B5EF4-FFF2-40B4-BE49-F238E27FC236}">
                      <a16:creationId xmlns:a16="http://schemas.microsoft.com/office/drawing/2014/main" id="{7249057B-B5AA-4B3D-A7DF-7FEAE2CA1F29}"/>
                    </a:ext>
                  </a:extLst>
                </p:cNvPr>
                <p:cNvSpPr/>
                <p:nvPr userDrawn="1"/>
              </p:nvSpPr>
              <p:spPr>
                <a:xfrm>
                  <a:off x="12970586" y="3278144"/>
                  <a:ext cx="81487" cy="81487"/>
                </a:xfrm>
                <a:prstGeom prst="rect">
                  <a:avLst/>
                </a:prstGeom>
                <a:solidFill>
                  <a:schemeClr val="bg1"/>
                </a:solidFill>
                <a:ln w="12700">
                  <a:solidFill>
                    <a:schemeClr val="tx2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  <p:sp>
              <p:nvSpPr>
                <p:cNvPr id="86" name="Rechthoek 85">
                  <a:extLst>
                    <a:ext uri="{FF2B5EF4-FFF2-40B4-BE49-F238E27FC236}">
                      <a16:creationId xmlns:a16="http://schemas.microsoft.com/office/drawing/2014/main" id="{022141BE-B3AA-42ED-B672-F0BF1A0C45B8}"/>
                    </a:ext>
                  </a:extLst>
                </p:cNvPr>
                <p:cNvSpPr/>
                <p:nvPr userDrawn="1"/>
              </p:nvSpPr>
              <p:spPr>
                <a:xfrm>
                  <a:off x="12873284" y="3191991"/>
                  <a:ext cx="138045" cy="138044"/>
                </a:xfrm>
                <a:prstGeom prst="rect">
                  <a:avLst/>
                </a:prstGeom>
                <a:solidFill>
                  <a:srgbClr val="EABE76"/>
                </a:solidFill>
                <a:ln w="12700">
                  <a:solidFill>
                    <a:schemeClr val="bg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</p:grpSp>
          <p:grpSp>
            <p:nvGrpSpPr>
              <p:cNvPr id="80" name="Groep 79">
                <a:extLst>
                  <a:ext uri="{FF2B5EF4-FFF2-40B4-BE49-F238E27FC236}">
                    <a16:creationId xmlns:a16="http://schemas.microsoft.com/office/drawing/2014/main" id="{27C4DEA3-8AEE-46B2-912B-2E3D83752D91}"/>
                  </a:ext>
                </a:extLst>
              </p:cNvPr>
              <p:cNvGrpSpPr/>
              <p:nvPr userDrawn="1"/>
            </p:nvGrpSpPr>
            <p:grpSpPr>
              <a:xfrm>
                <a:off x="12822311" y="3480352"/>
                <a:ext cx="182309" cy="163794"/>
                <a:chOff x="12832541" y="3162395"/>
                <a:chExt cx="219532" cy="197236"/>
              </a:xfrm>
            </p:grpSpPr>
            <p:sp>
              <p:nvSpPr>
                <p:cNvPr id="81" name="Rechthoek 80">
                  <a:extLst>
                    <a:ext uri="{FF2B5EF4-FFF2-40B4-BE49-F238E27FC236}">
                      <a16:creationId xmlns:a16="http://schemas.microsoft.com/office/drawing/2014/main" id="{575B3DE1-78D6-4445-9B8B-4D9AAD358998}"/>
                    </a:ext>
                  </a:extLst>
                </p:cNvPr>
                <p:cNvSpPr/>
                <p:nvPr userDrawn="1"/>
              </p:nvSpPr>
              <p:spPr>
                <a:xfrm>
                  <a:off x="12873284" y="3191991"/>
                  <a:ext cx="138045" cy="138044"/>
                </a:xfrm>
                <a:prstGeom prst="rect">
                  <a:avLst/>
                </a:prstGeom>
                <a:solidFill>
                  <a:srgbClr val="EABE76"/>
                </a:solidFill>
                <a:ln w="12700">
                  <a:solidFill>
                    <a:schemeClr val="bg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  <p:sp>
              <p:nvSpPr>
                <p:cNvPr id="82" name="Rechthoek 81">
                  <a:extLst>
                    <a:ext uri="{FF2B5EF4-FFF2-40B4-BE49-F238E27FC236}">
                      <a16:creationId xmlns:a16="http://schemas.microsoft.com/office/drawing/2014/main" id="{953D29B4-26F3-4FE9-93B7-94D3B279E0C1}"/>
                    </a:ext>
                  </a:extLst>
                </p:cNvPr>
                <p:cNvSpPr/>
                <p:nvPr userDrawn="1"/>
              </p:nvSpPr>
              <p:spPr>
                <a:xfrm>
                  <a:off x="12832541" y="3162395"/>
                  <a:ext cx="81487" cy="81487"/>
                </a:xfrm>
                <a:prstGeom prst="rect">
                  <a:avLst/>
                </a:prstGeom>
                <a:solidFill>
                  <a:schemeClr val="bg1"/>
                </a:solidFill>
                <a:ln w="12700">
                  <a:solidFill>
                    <a:schemeClr val="tx2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  <p:sp>
              <p:nvSpPr>
                <p:cNvPr id="83" name="Rechthoek 82">
                  <a:extLst>
                    <a:ext uri="{FF2B5EF4-FFF2-40B4-BE49-F238E27FC236}">
                      <a16:creationId xmlns:a16="http://schemas.microsoft.com/office/drawing/2014/main" id="{C4DC1EB7-6BDA-4EAE-AF9D-A6C36D57AAB8}"/>
                    </a:ext>
                  </a:extLst>
                </p:cNvPr>
                <p:cNvSpPr/>
                <p:nvPr userDrawn="1"/>
              </p:nvSpPr>
              <p:spPr>
                <a:xfrm>
                  <a:off x="12970586" y="3278144"/>
                  <a:ext cx="81487" cy="81487"/>
                </a:xfrm>
                <a:prstGeom prst="rect">
                  <a:avLst/>
                </a:prstGeom>
                <a:solidFill>
                  <a:schemeClr val="bg1"/>
                </a:solidFill>
                <a:ln w="12700">
                  <a:solidFill>
                    <a:schemeClr val="tx2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</p:grpSp>
        </p:grpSp>
        <p:sp>
          <p:nvSpPr>
            <p:cNvPr id="70" name="Ovaal 69">
              <a:extLst>
                <a:ext uri="{FF2B5EF4-FFF2-40B4-BE49-F238E27FC236}">
                  <a16:creationId xmlns:a16="http://schemas.microsoft.com/office/drawing/2014/main" id="{E8421EA3-A62A-4BE1-BAF6-27A4542A884F}"/>
                </a:ext>
              </a:extLst>
            </p:cNvPr>
            <p:cNvSpPr/>
            <p:nvPr userDrawn="1"/>
          </p:nvSpPr>
          <p:spPr>
            <a:xfrm>
              <a:off x="12391601" y="4027651"/>
              <a:ext cx="260914" cy="259683"/>
            </a:xfrm>
            <a:prstGeom prst="ellipse">
              <a:avLst/>
            </a:prstGeom>
            <a:solidFill>
              <a:schemeClr val="accent1"/>
            </a:solidFill>
            <a:ln w="25400" cap="flat" cmpd="sng" algn="ctr">
              <a:noFill/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4</a:t>
              </a:r>
            </a:p>
          </p:txBody>
        </p:sp>
        <p:sp>
          <p:nvSpPr>
            <p:cNvPr id="71" name="Rechthoek 70">
              <a:extLst>
                <a:ext uri="{FF2B5EF4-FFF2-40B4-BE49-F238E27FC236}">
                  <a16:creationId xmlns:a16="http://schemas.microsoft.com/office/drawing/2014/main" id="{68C66A47-D732-4F15-AC4C-6E77C6309645}"/>
                </a:ext>
              </a:extLst>
            </p:cNvPr>
            <p:cNvSpPr/>
            <p:nvPr userDrawn="1"/>
          </p:nvSpPr>
          <p:spPr>
            <a:xfrm>
              <a:off x="12757283" y="4093714"/>
              <a:ext cx="2817996" cy="628659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t"/>
            <a:lstStyle/>
            <a:p>
              <a:pPr marL="0" marR="0" lvl="0" indent="0" defTabSz="914400" eaLnBrk="1" fontAlgn="auto" latinLnBrk="0" hangingPunct="1">
                <a:lnSpc>
                  <a:spcPct val="90000"/>
                </a:lnSpc>
                <a:spcBef>
                  <a:spcPts val="600"/>
                </a:spcBef>
                <a:spcAft>
                  <a:spcPts val="600"/>
                </a:spcAft>
                <a:buClr>
                  <a:schemeClr val="accent1"/>
                </a:buClr>
                <a:buSzTx/>
                <a:buFont typeface="Arial" panose="020B0604020202020204" pitchFamily="34" charset="0"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Staat het invoegvenster achter de oranje lijn? Klik dan op de rechtermuisknop en kies </a:t>
              </a:r>
              <a:b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</a:b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‘</a:t>
              </a:r>
              <a:r>
                <a:rPr kumimoji="0" lang="nl-NL" sz="1100" b="1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naar voorgrond</a:t>
              </a: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’ om deze naar voren </a:t>
              </a:r>
              <a:b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</a:b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te halen. Klik na het invoegen op </a:t>
              </a:r>
              <a:b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</a:b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‘</a:t>
              </a:r>
              <a:r>
                <a:rPr kumimoji="0" lang="nl-NL" sz="1100" b="1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Naar achtergrond</a:t>
              </a: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’.</a:t>
              </a:r>
              <a:endParaRPr kumimoji="0" lang="nl-NL" sz="1100" b="1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cs typeface="Segoe UI Light" panose="020B0502040204020203" pitchFamily="34" charset="0"/>
              </a:endParaRPr>
            </a:p>
          </p:txBody>
        </p:sp>
        <p:cxnSp>
          <p:nvCxnSpPr>
            <p:cNvPr id="72" name="Rechte verbindingslijn 71">
              <a:extLst>
                <a:ext uri="{FF2B5EF4-FFF2-40B4-BE49-F238E27FC236}">
                  <a16:creationId xmlns:a16="http://schemas.microsoft.com/office/drawing/2014/main" id="{583A8211-DFDF-4E6A-917E-9E928E3FDAF4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2397261" y="3909489"/>
              <a:ext cx="3178017" cy="0"/>
            </a:xfrm>
            <a:prstGeom prst="line">
              <a:avLst/>
            </a:prstGeom>
            <a:noFill/>
            <a:ln w="3175" cap="flat" cmpd="sng" algn="ctr">
              <a:solidFill>
                <a:schemeClr val="accent1"/>
              </a:solidFill>
              <a:prstDash val="solid"/>
            </a:ln>
            <a:effectLst/>
          </p:spPr>
        </p:cxnSp>
      </p:grpSp>
      <p:sp>
        <p:nvSpPr>
          <p:cNvPr id="133" name="logo">
            <a:extLst>
              <a:ext uri="{FF2B5EF4-FFF2-40B4-BE49-F238E27FC236}">
                <a16:creationId xmlns:a16="http://schemas.microsoft.com/office/drawing/2014/main" id="{090D5C26-76BF-4649-B5F3-50FF33F7EE57}"/>
              </a:ext>
            </a:extLst>
          </p:cNvPr>
          <p:cNvSpPr>
            <a:spLocks noGrp="1"/>
          </p:cNvSpPr>
          <p:nvPr>
            <p:ph type="body" sz="quarter" idx="67" hasCustomPrompt="1"/>
          </p:nvPr>
        </p:nvSpPr>
        <p:spPr>
          <a:xfrm>
            <a:off x="10987512" y="6122285"/>
            <a:ext cx="954000" cy="482400"/>
          </a:xfrm>
          <a:blipFill>
            <a:blip r:embed="rId3" cstate="email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>
              <a:fillRect l="99" r="99"/>
            </a:stretch>
          </a:blipFill>
        </p:spPr>
        <p:txBody>
          <a:bodyPr anchor="t"/>
          <a:lstStyle>
            <a:lvl1pPr marL="0" indent="0" algn="ctr">
              <a:lnSpc>
                <a:spcPct val="80000"/>
              </a:lnSpc>
              <a:buNone/>
              <a:defRPr sz="1600" b="0">
                <a:solidFill>
                  <a:schemeClr val="tx1"/>
                </a:solidFill>
                <a:effectLst/>
                <a:latin typeface="+mj-lt"/>
              </a:defRPr>
            </a:lvl1pPr>
          </a:lstStyle>
          <a:p>
            <a:pPr lvl="0"/>
            <a:r>
              <a:rPr lang="nl-NL"/>
              <a:t>  </a:t>
            </a:r>
          </a:p>
        </p:txBody>
      </p:sp>
      <p:sp>
        <p:nvSpPr>
          <p:cNvPr id="113" name="Tijdelijke aanduiding voor dianummer 5">
            <a:extLst>
              <a:ext uri="{FF2B5EF4-FFF2-40B4-BE49-F238E27FC236}">
                <a16:creationId xmlns:a16="http://schemas.microsoft.com/office/drawing/2014/main" id="{6101DB38-4A0C-405C-9E38-7AF00EC152C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16362" y="6376061"/>
            <a:ext cx="392576" cy="216909"/>
          </a:xfrm>
        </p:spPr>
        <p:txBody>
          <a:bodyPr/>
          <a:lstStyle/>
          <a:p>
            <a:fld id="{7AD0FE45-509C-4BDF-9EDE-64426F8DF3D2}" type="slidenum">
              <a:rPr lang="nl-NL" smtClean="0"/>
              <a:t>‹#›</a:t>
            </a:fld>
            <a:endParaRPr lang="nl-NL"/>
          </a:p>
        </p:txBody>
      </p:sp>
      <p:sp>
        <p:nvSpPr>
          <p:cNvPr id="127" name="Tijdelijke aanduiding voor tekst 21">
            <a:extLst>
              <a:ext uri="{FF2B5EF4-FFF2-40B4-BE49-F238E27FC236}">
                <a16:creationId xmlns:a16="http://schemas.microsoft.com/office/drawing/2014/main" id="{EA3F018E-3681-4180-9C3F-F5324D11154E}"/>
              </a:ext>
            </a:extLst>
          </p:cNvPr>
          <p:cNvSpPr>
            <a:spLocks noGrp="1"/>
          </p:cNvSpPr>
          <p:nvPr>
            <p:ph type="body" sz="quarter" idx="65"/>
          </p:nvPr>
        </p:nvSpPr>
        <p:spPr>
          <a:xfrm>
            <a:off x="10786032" y="0"/>
            <a:ext cx="1400953" cy="6858000"/>
          </a:xfrm>
          <a:custGeom>
            <a:avLst/>
            <a:gdLst>
              <a:gd name="connsiteX0" fmla="*/ 2209313 w 2219324"/>
              <a:gd name="connsiteY0" fmla="*/ 0 h 7931150"/>
              <a:gd name="connsiteX1" fmla="*/ 2219324 w 2219324"/>
              <a:gd name="connsiteY1" fmla="*/ 9968 h 7931150"/>
              <a:gd name="connsiteX2" fmla="*/ 2219324 w 2219324"/>
              <a:gd name="connsiteY2" fmla="*/ 2491982 h 7931150"/>
              <a:gd name="connsiteX3" fmla="*/ 1528497 w 2219324"/>
              <a:gd name="connsiteY3" fmla="*/ 3179770 h 7931150"/>
              <a:gd name="connsiteX4" fmla="*/ 690827 w 2219324"/>
              <a:gd name="connsiteY4" fmla="*/ 3179770 h 7931150"/>
              <a:gd name="connsiteX5" fmla="*/ 20024 w 2219324"/>
              <a:gd name="connsiteY5" fmla="*/ 3847621 h 7931150"/>
              <a:gd name="connsiteX6" fmla="*/ 20024 w 2219324"/>
              <a:gd name="connsiteY6" fmla="*/ 7921182 h 7931150"/>
              <a:gd name="connsiteX7" fmla="*/ 10012 w 2219324"/>
              <a:gd name="connsiteY7" fmla="*/ 7931150 h 7931150"/>
              <a:gd name="connsiteX8" fmla="*/ 0 w 2219324"/>
              <a:gd name="connsiteY8" fmla="*/ 7921182 h 7931150"/>
              <a:gd name="connsiteX9" fmla="*/ 0 w 2219324"/>
              <a:gd name="connsiteY9" fmla="*/ 3847621 h 7931150"/>
              <a:gd name="connsiteX10" fmla="*/ 690827 w 2219324"/>
              <a:gd name="connsiteY10" fmla="*/ 3159834 h 7931150"/>
              <a:gd name="connsiteX11" fmla="*/ 1528497 w 2219324"/>
              <a:gd name="connsiteY11" fmla="*/ 3159834 h 7931150"/>
              <a:gd name="connsiteX12" fmla="*/ 2199301 w 2219324"/>
              <a:gd name="connsiteY12" fmla="*/ 2491982 h 7931150"/>
              <a:gd name="connsiteX13" fmla="*/ 2199301 w 2219324"/>
              <a:gd name="connsiteY13" fmla="*/ 9968 h 7931150"/>
              <a:gd name="connsiteX14" fmla="*/ 2209313 w 2219324"/>
              <a:gd name="connsiteY14" fmla="*/ 0 h 79311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</a:cxnLst>
            <a:rect l="l" t="t" r="r" b="b"/>
            <a:pathLst>
              <a:path w="2219324" h="7931150">
                <a:moveTo>
                  <a:pt x="2209313" y="0"/>
                </a:moveTo>
                <a:cubicBezTo>
                  <a:pt x="2215987" y="0"/>
                  <a:pt x="2219324" y="3322"/>
                  <a:pt x="2219324" y="9968"/>
                </a:cubicBezTo>
                <a:cubicBezTo>
                  <a:pt x="2219324" y="2491982"/>
                  <a:pt x="2219324" y="2491982"/>
                  <a:pt x="2219324" y="2491982"/>
                </a:cubicBezTo>
                <a:cubicBezTo>
                  <a:pt x="2219324" y="2870764"/>
                  <a:pt x="1908953" y="3179770"/>
                  <a:pt x="1528497" y="3179770"/>
                </a:cubicBezTo>
                <a:cubicBezTo>
                  <a:pt x="690827" y="3179770"/>
                  <a:pt x="690827" y="3179770"/>
                  <a:pt x="690827" y="3179770"/>
                </a:cubicBezTo>
                <a:cubicBezTo>
                  <a:pt x="320383" y="3179770"/>
                  <a:pt x="20024" y="3478808"/>
                  <a:pt x="20024" y="3847621"/>
                </a:cubicBezTo>
                <a:cubicBezTo>
                  <a:pt x="20024" y="7921182"/>
                  <a:pt x="20024" y="7921182"/>
                  <a:pt x="20024" y="7921182"/>
                </a:cubicBezTo>
                <a:cubicBezTo>
                  <a:pt x="20024" y="7924504"/>
                  <a:pt x="16686" y="7931150"/>
                  <a:pt x="10012" y="7931150"/>
                </a:cubicBezTo>
                <a:cubicBezTo>
                  <a:pt x="3337" y="7931150"/>
                  <a:pt x="0" y="7924504"/>
                  <a:pt x="0" y="7921182"/>
                </a:cubicBezTo>
                <a:cubicBezTo>
                  <a:pt x="0" y="3847621"/>
                  <a:pt x="0" y="3847621"/>
                  <a:pt x="0" y="3847621"/>
                </a:cubicBezTo>
                <a:cubicBezTo>
                  <a:pt x="0" y="3468840"/>
                  <a:pt x="310371" y="3159834"/>
                  <a:pt x="690827" y="3159834"/>
                </a:cubicBezTo>
                <a:cubicBezTo>
                  <a:pt x="1528497" y="3159834"/>
                  <a:pt x="1528497" y="3159834"/>
                  <a:pt x="1528497" y="3159834"/>
                </a:cubicBezTo>
                <a:cubicBezTo>
                  <a:pt x="1898941" y="3159834"/>
                  <a:pt x="2199301" y="2860796"/>
                  <a:pt x="2199301" y="2491982"/>
                </a:cubicBezTo>
                <a:cubicBezTo>
                  <a:pt x="2199301" y="9968"/>
                  <a:pt x="2199301" y="9968"/>
                  <a:pt x="2199301" y="9968"/>
                </a:cubicBezTo>
                <a:cubicBezTo>
                  <a:pt x="2199301" y="3322"/>
                  <a:pt x="2202638" y="0"/>
                  <a:pt x="2209313" y="0"/>
                </a:cubicBezTo>
                <a:close/>
              </a:path>
            </a:pathLst>
          </a:custGeom>
          <a:solidFill>
            <a:schemeClr val="accent1"/>
          </a:solidFill>
        </p:spPr>
        <p:txBody>
          <a:bodyPr wrap="square">
            <a:noAutofit/>
          </a:bodyPr>
          <a:lstStyle>
            <a:lvl1pPr marL="0" indent="0">
              <a:buNone/>
              <a:defRPr sz="100">
                <a:solidFill>
                  <a:schemeClr val="tx1">
                    <a:alpha val="0"/>
                  </a:schemeClr>
                </a:solidFill>
              </a:defRPr>
            </a:lvl1pPr>
          </a:lstStyle>
          <a:p>
            <a:pPr lvl="0"/>
            <a:r>
              <a:rPr lang="en-US"/>
              <a:t>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38049724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800">
        <p:fade/>
      </p:transition>
    </mc:Choice>
    <mc:Fallback xmlns="">
      <p:transition spd="slow">
        <p:fade/>
      </p:transition>
    </mc:Fallback>
  </mc:AlternateContent>
</p:sldLayout>
</file>

<file path=ppt/slideLayouts/slideLayout24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KST MET FOTO ANDERSOM (70% / 30%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foto">
            <a:extLst>
              <a:ext uri="{FF2B5EF4-FFF2-40B4-BE49-F238E27FC236}">
                <a16:creationId xmlns:a16="http://schemas.microsoft.com/office/drawing/2014/main" id="{8675B554-5CE7-4D5E-8A45-11A43EE64C70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-199601" y="276939"/>
            <a:ext cx="4766416" cy="6508904"/>
          </a:xfrm>
          <a:prstGeom prst="round2SameRect">
            <a:avLst>
              <a:gd name="adj1" fmla="val 2120"/>
              <a:gd name="adj2" fmla="val 0"/>
            </a:avLst>
          </a:prstGeom>
          <a:solidFill>
            <a:schemeClr val="bg1">
              <a:lumMod val="95000"/>
            </a:schemeClr>
          </a:solidFill>
        </p:spPr>
        <p:txBody>
          <a:bodyPr tIns="2880000"/>
          <a:lstStyle>
            <a:lvl1pPr marL="0" indent="0" algn="ctr">
              <a:spcBef>
                <a:spcPts val="0"/>
              </a:spcBef>
              <a:spcAft>
                <a:spcPts val="0"/>
              </a:spcAft>
              <a:buNone/>
              <a:defRPr sz="1050" b="1" baseline="0"/>
            </a:lvl1pPr>
          </a:lstStyle>
          <a:p>
            <a:r>
              <a:rPr lang="nl-NL"/>
              <a:t>Klik op onderstaand pictogram</a:t>
            </a:r>
            <a:br>
              <a:rPr lang="nl-NL"/>
            </a:br>
            <a:r>
              <a:rPr lang="nl-NL"/>
              <a:t>om een afbeelding in te voegen</a:t>
            </a:r>
          </a:p>
        </p:txBody>
      </p:sp>
      <p:sp>
        <p:nvSpPr>
          <p:cNvPr id="128" name="Onder balkje">
            <a:extLst>
              <a:ext uri="{FF2B5EF4-FFF2-40B4-BE49-F238E27FC236}">
                <a16:creationId xmlns:a16="http://schemas.microsoft.com/office/drawing/2014/main" id="{18DBE45D-5F2E-411F-8A68-CD9CD5B31DE9}"/>
              </a:ext>
            </a:extLst>
          </p:cNvPr>
          <p:cNvSpPr/>
          <p:nvPr userDrawn="1"/>
        </p:nvSpPr>
        <p:spPr>
          <a:xfrm>
            <a:off x="-2507" y="6785940"/>
            <a:ext cx="12192000" cy="76919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/>
          </a:p>
        </p:txBody>
      </p:sp>
      <p:grpSp>
        <p:nvGrpSpPr>
          <p:cNvPr id="113" name="GRID" hidden="1">
            <a:extLst>
              <a:ext uri="{FF2B5EF4-FFF2-40B4-BE49-F238E27FC236}">
                <a16:creationId xmlns:a16="http://schemas.microsoft.com/office/drawing/2014/main" id="{5C8A23F1-1E75-4A10-AD96-B836E7052487}"/>
              </a:ext>
            </a:extLst>
          </p:cNvPr>
          <p:cNvGrpSpPr/>
          <p:nvPr userDrawn="1"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114" name="Rechthoek 113">
              <a:extLst>
                <a:ext uri="{FF2B5EF4-FFF2-40B4-BE49-F238E27FC236}">
                  <a16:creationId xmlns:a16="http://schemas.microsoft.com/office/drawing/2014/main" id="{963F726C-6740-4A59-9FA5-9654F83EC49B}"/>
                </a:ext>
              </a:extLst>
            </p:cNvPr>
            <p:cNvSpPr/>
            <p:nvPr userDrawn="1"/>
          </p:nvSpPr>
          <p:spPr>
            <a:xfrm>
              <a:off x="0" y="0"/>
              <a:ext cx="12192000" cy="261256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115" name="Rechthoek 114">
              <a:extLst>
                <a:ext uri="{FF2B5EF4-FFF2-40B4-BE49-F238E27FC236}">
                  <a16:creationId xmlns:a16="http://schemas.microsoft.com/office/drawing/2014/main" id="{F3D46D3D-79D3-4FDB-9AC4-637F1FE5A1D7}"/>
                </a:ext>
              </a:extLst>
            </p:cNvPr>
            <p:cNvSpPr/>
            <p:nvPr userDrawn="1"/>
          </p:nvSpPr>
          <p:spPr>
            <a:xfrm>
              <a:off x="0" y="6596744"/>
              <a:ext cx="12192000" cy="261256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116" name="Rechthoek 115">
              <a:extLst>
                <a:ext uri="{FF2B5EF4-FFF2-40B4-BE49-F238E27FC236}">
                  <a16:creationId xmlns:a16="http://schemas.microsoft.com/office/drawing/2014/main" id="{1098B5C1-F44D-41BE-8E84-2C506CDBDD72}"/>
                </a:ext>
              </a:extLst>
            </p:cNvPr>
            <p:cNvSpPr/>
            <p:nvPr userDrawn="1"/>
          </p:nvSpPr>
          <p:spPr>
            <a:xfrm>
              <a:off x="0" y="0"/>
              <a:ext cx="262800" cy="68580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117" name="Rechthoek 116">
              <a:extLst>
                <a:ext uri="{FF2B5EF4-FFF2-40B4-BE49-F238E27FC236}">
                  <a16:creationId xmlns:a16="http://schemas.microsoft.com/office/drawing/2014/main" id="{BC3B9193-76E6-4709-A725-37C6173B1204}"/>
                </a:ext>
              </a:extLst>
            </p:cNvPr>
            <p:cNvSpPr/>
            <p:nvPr userDrawn="1"/>
          </p:nvSpPr>
          <p:spPr>
            <a:xfrm>
              <a:off x="11929200" y="0"/>
              <a:ext cx="262800" cy="68580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118" name="Rechthoek 117">
              <a:extLst>
                <a:ext uri="{FF2B5EF4-FFF2-40B4-BE49-F238E27FC236}">
                  <a16:creationId xmlns:a16="http://schemas.microsoft.com/office/drawing/2014/main" id="{AF14CAD4-BF2D-465D-8F23-5AED86C43E27}"/>
                </a:ext>
              </a:extLst>
            </p:cNvPr>
            <p:cNvSpPr/>
            <p:nvPr userDrawn="1"/>
          </p:nvSpPr>
          <p:spPr>
            <a:xfrm>
              <a:off x="0" y="262512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119" name="Rechthoek 118">
              <a:extLst>
                <a:ext uri="{FF2B5EF4-FFF2-40B4-BE49-F238E27FC236}">
                  <a16:creationId xmlns:a16="http://schemas.microsoft.com/office/drawing/2014/main" id="{6714C93A-6652-4C11-BCCF-E7355E8CA401}"/>
                </a:ext>
              </a:extLst>
            </p:cNvPr>
            <p:cNvSpPr/>
            <p:nvPr userDrawn="1"/>
          </p:nvSpPr>
          <p:spPr>
            <a:xfrm>
              <a:off x="259064" y="0"/>
              <a:ext cx="262800" cy="6858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120" name="Rechthoek 119">
              <a:extLst>
                <a:ext uri="{FF2B5EF4-FFF2-40B4-BE49-F238E27FC236}">
                  <a16:creationId xmlns:a16="http://schemas.microsoft.com/office/drawing/2014/main" id="{801317D9-2071-472C-91D6-C94E915D4C3D}"/>
                </a:ext>
              </a:extLst>
            </p:cNvPr>
            <p:cNvSpPr/>
            <p:nvPr userDrawn="1"/>
          </p:nvSpPr>
          <p:spPr>
            <a:xfrm>
              <a:off x="11668087" y="0"/>
              <a:ext cx="262800" cy="6858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121" name="Rechthoek 120">
              <a:extLst>
                <a:ext uri="{FF2B5EF4-FFF2-40B4-BE49-F238E27FC236}">
                  <a16:creationId xmlns:a16="http://schemas.microsoft.com/office/drawing/2014/main" id="{41F3BD06-A397-4A44-9685-0328ADAD026F}"/>
                </a:ext>
              </a:extLst>
            </p:cNvPr>
            <p:cNvSpPr/>
            <p:nvPr userDrawn="1"/>
          </p:nvSpPr>
          <p:spPr>
            <a:xfrm>
              <a:off x="0" y="6337267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122" name="Rechthoek 121">
              <a:extLst>
                <a:ext uri="{FF2B5EF4-FFF2-40B4-BE49-F238E27FC236}">
                  <a16:creationId xmlns:a16="http://schemas.microsoft.com/office/drawing/2014/main" id="{30EF1DE9-5821-4EA8-B9BB-893E2349664E}"/>
                </a:ext>
              </a:extLst>
            </p:cNvPr>
            <p:cNvSpPr/>
            <p:nvPr userDrawn="1"/>
          </p:nvSpPr>
          <p:spPr>
            <a:xfrm>
              <a:off x="9491269" y="0"/>
              <a:ext cx="262800" cy="6858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123" name="Rechthoek 122">
              <a:extLst>
                <a:ext uri="{FF2B5EF4-FFF2-40B4-BE49-F238E27FC236}">
                  <a16:creationId xmlns:a16="http://schemas.microsoft.com/office/drawing/2014/main" id="{ADE29A6C-68D5-442D-9137-4901FBA476AB}"/>
                </a:ext>
              </a:extLst>
            </p:cNvPr>
            <p:cNvSpPr/>
            <p:nvPr userDrawn="1"/>
          </p:nvSpPr>
          <p:spPr>
            <a:xfrm>
              <a:off x="0" y="1132976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124" name="Rechthoek 123">
              <a:extLst>
                <a:ext uri="{FF2B5EF4-FFF2-40B4-BE49-F238E27FC236}">
                  <a16:creationId xmlns:a16="http://schemas.microsoft.com/office/drawing/2014/main" id="{1BEA619E-1B3D-4737-967B-BFA76C4342A3}"/>
                </a:ext>
              </a:extLst>
            </p:cNvPr>
            <p:cNvSpPr/>
            <p:nvPr userDrawn="1"/>
          </p:nvSpPr>
          <p:spPr>
            <a:xfrm>
              <a:off x="0" y="5859033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125" name="Rechthoek 124">
              <a:extLst>
                <a:ext uri="{FF2B5EF4-FFF2-40B4-BE49-F238E27FC236}">
                  <a16:creationId xmlns:a16="http://schemas.microsoft.com/office/drawing/2014/main" id="{5BBB84AE-9171-41E7-8081-615B6A2B87DC}"/>
                </a:ext>
              </a:extLst>
            </p:cNvPr>
            <p:cNvSpPr/>
            <p:nvPr userDrawn="1"/>
          </p:nvSpPr>
          <p:spPr>
            <a:xfrm>
              <a:off x="4572418" y="0"/>
              <a:ext cx="262800" cy="6858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</p:grpSp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0DA75972-73CC-4A0A-9567-F2B4412F0205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645707" y="6995151"/>
            <a:ext cx="3140325" cy="216909"/>
          </a:xfrm>
        </p:spPr>
        <p:txBody>
          <a:bodyPr/>
          <a:lstStyle/>
          <a:p>
            <a:fld id="{3172A3D0-8B64-4718-89CF-CC414EA98B08}" type="datetime1">
              <a:rPr lang="nl-NL" smtClean="0"/>
              <a:t>01-04-2025</a:t>
            </a:fld>
            <a:endParaRPr lang="nl-NL"/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D07A43D8-7ED9-442E-BF69-FF8902703C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926910" y="6997532"/>
            <a:ext cx="7193507" cy="216909"/>
          </a:xfrm>
        </p:spPr>
        <p:txBody>
          <a:bodyPr/>
          <a:lstStyle/>
          <a:p>
            <a:r>
              <a:rPr lang="nl-NL"/>
              <a:t>&lt;Plaats hier je voettekst&gt;</a:t>
            </a:r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2AEFA4AD-513F-4FA2-94D5-B906A27FAEC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852135" y="272177"/>
            <a:ext cx="7076234" cy="600744"/>
          </a:xfrm>
        </p:spPr>
        <p:txBody>
          <a:bodyPr/>
          <a:lstStyle>
            <a:lvl1pPr>
              <a:defRPr/>
            </a:lvl1pPr>
          </a:lstStyle>
          <a:p>
            <a:r>
              <a:rPr lang="nl-NL" noProof="0"/>
              <a:t>Plaats hier je titel</a:t>
            </a:r>
            <a:endParaRPr lang="nl-NL"/>
          </a:p>
        </p:txBody>
      </p:sp>
      <p:sp>
        <p:nvSpPr>
          <p:cNvPr id="3" name="tekst">
            <a:extLst>
              <a:ext uri="{FF2B5EF4-FFF2-40B4-BE49-F238E27FC236}">
                <a16:creationId xmlns:a16="http://schemas.microsoft.com/office/drawing/2014/main" id="{FDD826C5-0082-44A8-A23D-491166C08D5B}"/>
              </a:ext>
            </a:extLst>
          </p:cNvPr>
          <p:cNvSpPr>
            <a:spLocks noGrp="1"/>
          </p:cNvSpPr>
          <p:nvPr>
            <p:ph type="body" orient="vert" idx="1" hasCustomPrompt="1"/>
          </p:nvPr>
        </p:nvSpPr>
        <p:spPr>
          <a:xfrm>
            <a:off x="4852135" y="1399433"/>
            <a:ext cx="6815952" cy="4478892"/>
          </a:xfrm>
        </p:spPr>
        <p:txBody>
          <a:bodyPr vert="horz"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  <a:lvl6pPr>
              <a:defRPr/>
            </a:lvl6pPr>
            <a:lvl7pPr>
              <a:defRPr/>
            </a:lvl7pPr>
            <a:lvl8pPr>
              <a:defRPr/>
            </a:lvl8pPr>
            <a:lvl9pPr>
              <a:defRPr/>
            </a:lvl9pPr>
          </a:lstStyle>
          <a:p>
            <a:pPr lvl="0"/>
            <a:r>
              <a:rPr lang="nl-NL" noProof="0"/>
              <a:t>Klik hier om een </a:t>
            </a:r>
            <a:r>
              <a:rPr lang="nl-NL" noProof="0" err="1"/>
              <a:t>bullet</a:t>
            </a:r>
            <a:r>
              <a:rPr lang="nl-NL" noProof="0"/>
              <a:t> te plaatsen. Andere </a:t>
            </a:r>
            <a:r>
              <a:rPr lang="nl-NL" noProof="0" err="1"/>
              <a:t>bullet</a:t>
            </a:r>
            <a:r>
              <a:rPr lang="nl-NL" noProof="0"/>
              <a:t> of tekststijl nodig? Gebruik het menu Tekstopmaak.</a:t>
            </a:r>
          </a:p>
          <a:p>
            <a:pPr lvl="1"/>
            <a:r>
              <a:rPr lang="nl-NL" noProof="0"/>
              <a:t>Sub-</a:t>
            </a:r>
            <a:r>
              <a:rPr lang="nl-NL" noProof="0" err="1"/>
              <a:t>bullet</a:t>
            </a:r>
            <a:endParaRPr lang="nl-NL" noProof="0"/>
          </a:p>
          <a:p>
            <a:pPr lvl="2"/>
            <a:r>
              <a:rPr lang="nl-NL" noProof="0"/>
              <a:t>Leestekst</a:t>
            </a:r>
          </a:p>
          <a:p>
            <a:pPr lvl="3"/>
            <a:r>
              <a:rPr lang="nl-NL" noProof="0"/>
              <a:t>Subtitel</a:t>
            </a:r>
          </a:p>
          <a:p>
            <a:pPr lvl="4"/>
            <a:r>
              <a:rPr lang="nl-NL" noProof="0"/>
              <a:t>Numerieke </a:t>
            </a:r>
            <a:r>
              <a:rPr lang="nl-NL" noProof="0" err="1"/>
              <a:t>bullet</a:t>
            </a:r>
            <a:endParaRPr lang="nl-NL" noProof="0"/>
          </a:p>
          <a:p>
            <a:pPr lvl="5"/>
            <a:r>
              <a:rPr lang="nl-NL" noProof="0" err="1"/>
              <a:t>Bullet</a:t>
            </a:r>
            <a:endParaRPr lang="nl-NL" noProof="0"/>
          </a:p>
          <a:p>
            <a:pPr lvl="6"/>
            <a:r>
              <a:rPr lang="nl-NL" noProof="0"/>
              <a:t>Sub-</a:t>
            </a:r>
            <a:r>
              <a:rPr lang="nl-NL" noProof="0" err="1"/>
              <a:t>bullet</a:t>
            </a:r>
            <a:endParaRPr lang="nl-NL" noProof="0"/>
          </a:p>
          <a:p>
            <a:pPr lvl="7"/>
            <a:r>
              <a:rPr lang="nl-NL" noProof="0"/>
              <a:t>Leestekst</a:t>
            </a:r>
          </a:p>
          <a:p>
            <a:pPr lvl="8"/>
            <a:r>
              <a:rPr lang="nl-NL" noProof="0"/>
              <a:t>Subtitel</a:t>
            </a:r>
          </a:p>
        </p:txBody>
      </p:sp>
      <p:sp>
        <p:nvSpPr>
          <p:cNvPr id="7" name="Tekstvak 6">
            <a:extLst>
              <a:ext uri="{FF2B5EF4-FFF2-40B4-BE49-F238E27FC236}">
                <a16:creationId xmlns:a16="http://schemas.microsoft.com/office/drawing/2014/main" id="{A6DE5EA5-27BD-42F3-BD1D-C1E35D802DEE}"/>
              </a:ext>
            </a:extLst>
          </p:cNvPr>
          <p:cNvSpPr txBox="1"/>
          <p:nvPr userDrawn="1"/>
        </p:nvSpPr>
        <p:spPr>
          <a:xfrm>
            <a:off x="4299323" y="-885712"/>
            <a:ext cx="3593393" cy="548182"/>
          </a:xfrm>
          <a:prstGeom prst="rect">
            <a:avLst/>
          </a:prstGeom>
          <a:solidFill>
            <a:schemeClr val="bg1"/>
          </a:solidFill>
        </p:spPr>
        <p:txBody>
          <a:bodyPr wrap="none" lIns="360000" tIns="180000" rIns="360000" bIns="180000" rtlCol="0">
            <a:spAutoFit/>
          </a:bodyPr>
          <a:lstStyle/>
          <a:p>
            <a:pPr algn="ctr"/>
            <a:r>
              <a:rPr lang="nl-NL" sz="1200" b="0" spc="50" baseline="0">
                <a:solidFill>
                  <a:srgbClr val="212121"/>
                </a:solidFill>
                <a:latin typeface="+mn-lt"/>
                <a:cs typeface="Calibri" panose="020F0502020204030204" pitchFamily="34" charset="0"/>
              </a:rPr>
              <a:t>TEKST MET FOTO ANDERSOM (70% / 30%)</a:t>
            </a:r>
          </a:p>
        </p:txBody>
      </p:sp>
      <p:grpSp>
        <p:nvGrpSpPr>
          <p:cNvPr id="53" name="Groep 52">
            <a:extLst>
              <a:ext uri="{FF2B5EF4-FFF2-40B4-BE49-F238E27FC236}">
                <a16:creationId xmlns:a16="http://schemas.microsoft.com/office/drawing/2014/main" id="{EAA174CE-7517-49A5-923A-21D80CE3DCCB}"/>
              </a:ext>
            </a:extLst>
          </p:cNvPr>
          <p:cNvGrpSpPr/>
          <p:nvPr userDrawn="1"/>
        </p:nvGrpSpPr>
        <p:grpSpPr>
          <a:xfrm>
            <a:off x="12391601" y="0"/>
            <a:ext cx="3183678" cy="6589569"/>
            <a:chOff x="12391601" y="0"/>
            <a:chExt cx="3183678" cy="6589569"/>
          </a:xfrm>
        </p:grpSpPr>
        <p:grpSp>
          <p:nvGrpSpPr>
            <p:cNvPr id="54" name="Groep 53">
              <a:extLst>
                <a:ext uri="{FF2B5EF4-FFF2-40B4-BE49-F238E27FC236}">
                  <a16:creationId xmlns:a16="http://schemas.microsoft.com/office/drawing/2014/main" id="{C4F53567-A556-401C-B626-11693C73B9A8}"/>
                </a:ext>
              </a:extLst>
            </p:cNvPr>
            <p:cNvGrpSpPr/>
            <p:nvPr userDrawn="1"/>
          </p:nvGrpSpPr>
          <p:grpSpPr>
            <a:xfrm>
              <a:off x="12757282" y="3100116"/>
              <a:ext cx="1499406" cy="678267"/>
              <a:chOff x="12757283" y="3120781"/>
              <a:chExt cx="1499406" cy="678267"/>
            </a:xfrm>
          </p:grpSpPr>
          <p:sp>
            <p:nvSpPr>
              <p:cNvPr id="99" name="Rechthoek 98">
                <a:extLst>
                  <a:ext uri="{FF2B5EF4-FFF2-40B4-BE49-F238E27FC236}">
                    <a16:creationId xmlns:a16="http://schemas.microsoft.com/office/drawing/2014/main" id="{A83A254A-5683-4BF6-A966-9820D560BA1E}"/>
                  </a:ext>
                </a:extLst>
              </p:cNvPr>
              <p:cNvSpPr/>
              <p:nvPr userDrawn="1"/>
            </p:nvSpPr>
            <p:spPr>
              <a:xfrm>
                <a:off x="12757283" y="3120781"/>
                <a:ext cx="1499406" cy="580946"/>
              </a:xfrm>
              <a:prstGeom prst="rect">
                <a:avLst/>
              </a:prstGeom>
              <a:solidFill>
                <a:schemeClr val="bg1"/>
              </a:solidFill>
              <a:ln w="12700">
                <a:solidFill>
                  <a:srgbClr val="D1D1D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10800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endParaRPr lang="nl-NL" sz="800" b="0" noProof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100" name="Rechthoek 99">
                <a:extLst>
                  <a:ext uri="{FF2B5EF4-FFF2-40B4-BE49-F238E27FC236}">
                    <a16:creationId xmlns:a16="http://schemas.microsoft.com/office/drawing/2014/main" id="{B1CA2C3C-6159-4210-88E3-756C236B4C75}"/>
                  </a:ext>
                </a:extLst>
              </p:cNvPr>
              <p:cNvSpPr/>
              <p:nvPr userDrawn="1"/>
            </p:nvSpPr>
            <p:spPr>
              <a:xfrm>
                <a:off x="12761843" y="3432170"/>
                <a:ext cx="1478943" cy="257235"/>
              </a:xfrm>
              <a:prstGeom prst="rect">
                <a:avLst/>
              </a:prstGeom>
              <a:solidFill>
                <a:srgbClr val="FCE4DC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nl-NL" sz="1000" b="1" noProof="0">
                  <a:solidFill>
                    <a:schemeClr val="tx1"/>
                  </a:solidFill>
                </a:endParaRPr>
              </a:p>
            </p:txBody>
          </p:sp>
          <p:sp>
            <p:nvSpPr>
              <p:cNvPr id="101" name="Tekstvak 100">
                <a:extLst>
                  <a:ext uri="{FF2B5EF4-FFF2-40B4-BE49-F238E27FC236}">
                    <a16:creationId xmlns:a16="http://schemas.microsoft.com/office/drawing/2014/main" id="{D71FDAE9-5FC9-4745-9DDC-B85E58DD66A6}"/>
                  </a:ext>
                </a:extLst>
              </p:cNvPr>
              <p:cNvSpPr txBox="1"/>
              <p:nvPr userDrawn="1"/>
            </p:nvSpPr>
            <p:spPr>
              <a:xfrm>
                <a:off x="12997648" y="3159891"/>
                <a:ext cx="957818" cy="20313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algn="l" defTabSz="1217512" rtl="0" eaLnBrk="1" latinLnBrk="0" hangingPunct="1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r>
                  <a:rPr lang="nl-NL" sz="800" b="0" kern="1200" noProof="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rPr>
                  <a:t>Naar voorgrond</a:t>
                </a:r>
              </a:p>
            </p:txBody>
          </p:sp>
          <p:sp>
            <p:nvSpPr>
              <p:cNvPr id="102" name="Tekstvak 101">
                <a:extLst>
                  <a:ext uri="{FF2B5EF4-FFF2-40B4-BE49-F238E27FC236}">
                    <a16:creationId xmlns:a16="http://schemas.microsoft.com/office/drawing/2014/main" id="{05190549-D27A-484E-8BBA-360ACF702C32}"/>
                  </a:ext>
                </a:extLst>
              </p:cNvPr>
              <p:cNvSpPr txBox="1"/>
              <p:nvPr userDrawn="1"/>
            </p:nvSpPr>
            <p:spPr>
              <a:xfrm>
                <a:off x="12984219" y="3481017"/>
                <a:ext cx="1165564" cy="20313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algn="l" defTabSz="1217512" rtl="0" eaLnBrk="1" latinLnBrk="0" hangingPunct="1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r>
                  <a:rPr lang="nl-NL" sz="800" b="0" kern="1200" noProof="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rPr>
                  <a:t>Naar achtergrond</a:t>
                </a:r>
              </a:p>
            </p:txBody>
          </p:sp>
          <p:pic>
            <p:nvPicPr>
              <p:cNvPr id="103" name="Picture 3">
                <a:extLst>
                  <a:ext uri="{FF2B5EF4-FFF2-40B4-BE49-F238E27FC236}">
                    <a16:creationId xmlns:a16="http://schemas.microsoft.com/office/drawing/2014/main" id="{CDD5C37B-BFB6-4A23-B7FC-0344FC8E9164}"/>
                  </a:ext>
                </a:extLst>
              </p:cNvPr>
              <p:cNvPicPr>
                <a:picLocks noChangeAspect="1" noChangeArrowheads="1"/>
              </p:cNvPicPr>
              <p:nvPr userDrawn="1"/>
            </p:nvPicPr>
            <p:blipFill>
              <a:blip r:embed="rId2" cstate="email">
                <a:extLst>
                  <a:ext uri="{28A0092B-C50C-407E-A947-70E740481C1C}">
                    <a14:useLocalDpi xmlns:a14="http://schemas.microsoft.com/office/drawing/2010/main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13938926" y="3567717"/>
                <a:ext cx="143086" cy="231331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</p:pic>
          <p:sp>
            <p:nvSpPr>
              <p:cNvPr id="104" name="Gelijkbenige driehoek 103">
                <a:extLst>
                  <a:ext uri="{FF2B5EF4-FFF2-40B4-BE49-F238E27FC236}">
                    <a16:creationId xmlns:a16="http://schemas.microsoft.com/office/drawing/2014/main" id="{628440A2-BEFB-435F-9013-8BEF2C830469}"/>
                  </a:ext>
                </a:extLst>
              </p:cNvPr>
              <p:cNvSpPr/>
              <p:nvPr userDrawn="1"/>
            </p:nvSpPr>
            <p:spPr>
              <a:xfrm rot="5400000">
                <a:off x="14094210" y="3548999"/>
                <a:ext cx="86866" cy="51147"/>
              </a:xfrm>
              <a:prstGeom prst="triangle">
                <a:avLst/>
              </a:prstGeom>
              <a:solidFill>
                <a:srgbClr val="00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nl-NL" sz="1000" b="1" noProof="0">
                  <a:solidFill>
                    <a:schemeClr val="tx1"/>
                  </a:solidFill>
                </a:endParaRPr>
              </a:p>
            </p:txBody>
          </p:sp>
          <p:grpSp>
            <p:nvGrpSpPr>
              <p:cNvPr id="105" name="Groep 104">
                <a:extLst>
                  <a:ext uri="{FF2B5EF4-FFF2-40B4-BE49-F238E27FC236}">
                    <a16:creationId xmlns:a16="http://schemas.microsoft.com/office/drawing/2014/main" id="{D3DC29F3-6362-4DE0-A4E1-45CCCE19FC11}"/>
                  </a:ext>
                </a:extLst>
              </p:cNvPr>
              <p:cNvGrpSpPr/>
              <p:nvPr userDrawn="1"/>
            </p:nvGrpSpPr>
            <p:grpSpPr>
              <a:xfrm>
                <a:off x="12822311" y="3178534"/>
                <a:ext cx="182309" cy="163794"/>
                <a:chOff x="12832541" y="3162395"/>
                <a:chExt cx="219532" cy="197236"/>
              </a:xfrm>
            </p:grpSpPr>
            <p:sp>
              <p:nvSpPr>
                <p:cNvPr id="110" name="Rechthoek 109">
                  <a:extLst>
                    <a:ext uri="{FF2B5EF4-FFF2-40B4-BE49-F238E27FC236}">
                      <a16:creationId xmlns:a16="http://schemas.microsoft.com/office/drawing/2014/main" id="{6E5BF282-2A3F-4291-A880-28FA08D6A5B0}"/>
                    </a:ext>
                  </a:extLst>
                </p:cNvPr>
                <p:cNvSpPr/>
                <p:nvPr userDrawn="1"/>
              </p:nvSpPr>
              <p:spPr>
                <a:xfrm>
                  <a:off x="12832541" y="3162395"/>
                  <a:ext cx="81487" cy="81487"/>
                </a:xfrm>
                <a:prstGeom prst="rect">
                  <a:avLst/>
                </a:prstGeom>
                <a:solidFill>
                  <a:schemeClr val="bg1"/>
                </a:solidFill>
                <a:ln w="12700">
                  <a:solidFill>
                    <a:schemeClr val="tx2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  <p:sp>
              <p:nvSpPr>
                <p:cNvPr id="111" name="Rechthoek 110">
                  <a:extLst>
                    <a:ext uri="{FF2B5EF4-FFF2-40B4-BE49-F238E27FC236}">
                      <a16:creationId xmlns:a16="http://schemas.microsoft.com/office/drawing/2014/main" id="{9CC2ACF3-3802-403E-B0C5-8EF6F8ECDBCF}"/>
                    </a:ext>
                  </a:extLst>
                </p:cNvPr>
                <p:cNvSpPr/>
                <p:nvPr userDrawn="1"/>
              </p:nvSpPr>
              <p:spPr>
                <a:xfrm>
                  <a:off x="12970586" y="3278144"/>
                  <a:ext cx="81487" cy="81487"/>
                </a:xfrm>
                <a:prstGeom prst="rect">
                  <a:avLst/>
                </a:prstGeom>
                <a:solidFill>
                  <a:schemeClr val="bg1"/>
                </a:solidFill>
                <a:ln w="12700">
                  <a:solidFill>
                    <a:schemeClr val="tx2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  <p:sp>
              <p:nvSpPr>
                <p:cNvPr id="112" name="Rechthoek 111">
                  <a:extLst>
                    <a:ext uri="{FF2B5EF4-FFF2-40B4-BE49-F238E27FC236}">
                      <a16:creationId xmlns:a16="http://schemas.microsoft.com/office/drawing/2014/main" id="{15FAD060-A55C-47DF-9A59-23A8C0B0BAA4}"/>
                    </a:ext>
                  </a:extLst>
                </p:cNvPr>
                <p:cNvSpPr/>
                <p:nvPr userDrawn="1"/>
              </p:nvSpPr>
              <p:spPr>
                <a:xfrm>
                  <a:off x="12873284" y="3191991"/>
                  <a:ext cx="138045" cy="138044"/>
                </a:xfrm>
                <a:prstGeom prst="rect">
                  <a:avLst/>
                </a:prstGeom>
                <a:solidFill>
                  <a:srgbClr val="EABE76"/>
                </a:solidFill>
                <a:ln w="12700">
                  <a:solidFill>
                    <a:schemeClr val="bg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</p:grpSp>
          <p:grpSp>
            <p:nvGrpSpPr>
              <p:cNvPr id="106" name="Groep 105">
                <a:extLst>
                  <a:ext uri="{FF2B5EF4-FFF2-40B4-BE49-F238E27FC236}">
                    <a16:creationId xmlns:a16="http://schemas.microsoft.com/office/drawing/2014/main" id="{6BDF7D75-E06B-4C39-8B8A-22C2D65A64B6}"/>
                  </a:ext>
                </a:extLst>
              </p:cNvPr>
              <p:cNvGrpSpPr/>
              <p:nvPr userDrawn="1"/>
            </p:nvGrpSpPr>
            <p:grpSpPr>
              <a:xfrm>
                <a:off x="12822311" y="3480352"/>
                <a:ext cx="182309" cy="163794"/>
                <a:chOff x="12832541" y="3162395"/>
                <a:chExt cx="219532" cy="197236"/>
              </a:xfrm>
            </p:grpSpPr>
            <p:sp>
              <p:nvSpPr>
                <p:cNvPr id="107" name="Rechthoek 106">
                  <a:extLst>
                    <a:ext uri="{FF2B5EF4-FFF2-40B4-BE49-F238E27FC236}">
                      <a16:creationId xmlns:a16="http://schemas.microsoft.com/office/drawing/2014/main" id="{81583AC6-CF71-42E9-A085-6621BE76DFF3}"/>
                    </a:ext>
                  </a:extLst>
                </p:cNvPr>
                <p:cNvSpPr/>
                <p:nvPr userDrawn="1"/>
              </p:nvSpPr>
              <p:spPr>
                <a:xfrm>
                  <a:off x="12873284" y="3191991"/>
                  <a:ext cx="138045" cy="138044"/>
                </a:xfrm>
                <a:prstGeom prst="rect">
                  <a:avLst/>
                </a:prstGeom>
                <a:solidFill>
                  <a:srgbClr val="EABE76"/>
                </a:solidFill>
                <a:ln w="12700">
                  <a:solidFill>
                    <a:schemeClr val="bg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  <p:sp>
              <p:nvSpPr>
                <p:cNvPr id="108" name="Rechthoek 107">
                  <a:extLst>
                    <a:ext uri="{FF2B5EF4-FFF2-40B4-BE49-F238E27FC236}">
                      <a16:creationId xmlns:a16="http://schemas.microsoft.com/office/drawing/2014/main" id="{70F1DF87-BDE4-4799-A9B4-3FF188E56760}"/>
                    </a:ext>
                  </a:extLst>
                </p:cNvPr>
                <p:cNvSpPr/>
                <p:nvPr userDrawn="1"/>
              </p:nvSpPr>
              <p:spPr>
                <a:xfrm>
                  <a:off x="12832541" y="3162395"/>
                  <a:ext cx="81487" cy="81487"/>
                </a:xfrm>
                <a:prstGeom prst="rect">
                  <a:avLst/>
                </a:prstGeom>
                <a:solidFill>
                  <a:schemeClr val="bg1"/>
                </a:solidFill>
                <a:ln w="12700">
                  <a:solidFill>
                    <a:schemeClr val="tx2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  <p:sp>
              <p:nvSpPr>
                <p:cNvPr id="109" name="Rechthoek 108">
                  <a:extLst>
                    <a:ext uri="{FF2B5EF4-FFF2-40B4-BE49-F238E27FC236}">
                      <a16:creationId xmlns:a16="http://schemas.microsoft.com/office/drawing/2014/main" id="{79467046-78AD-4170-A083-85E1EDF4CBDC}"/>
                    </a:ext>
                  </a:extLst>
                </p:cNvPr>
                <p:cNvSpPr/>
                <p:nvPr userDrawn="1"/>
              </p:nvSpPr>
              <p:spPr>
                <a:xfrm>
                  <a:off x="12970586" y="3278144"/>
                  <a:ext cx="81487" cy="81487"/>
                </a:xfrm>
                <a:prstGeom prst="rect">
                  <a:avLst/>
                </a:prstGeom>
                <a:solidFill>
                  <a:schemeClr val="bg1"/>
                </a:solidFill>
                <a:ln w="12700">
                  <a:solidFill>
                    <a:schemeClr val="tx2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</p:grpSp>
        </p:grpSp>
        <p:grpSp>
          <p:nvGrpSpPr>
            <p:cNvPr id="55" name="Meer informatie">
              <a:extLst>
                <a:ext uri="{FF2B5EF4-FFF2-40B4-BE49-F238E27FC236}">
                  <a16:creationId xmlns:a16="http://schemas.microsoft.com/office/drawing/2014/main" id="{D601B2F3-3B16-42C0-8C99-57FC335AA253}"/>
                </a:ext>
              </a:extLst>
            </p:cNvPr>
            <p:cNvGrpSpPr/>
            <p:nvPr userDrawn="1"/>
          </p:nvGrpSpPr>
          <p:grpSpPr>
            <a:xfrm>
              <a:off x="12396764" y="5806296"/>
              <a:ext cx="3178515" cy="783273"/>
              <a:chOff x="-3741486" y="3386444"/>
              <a:chExt cx="3178515" cy="783273"/>
            </a:xfrm>
          </p:grpSpPr>
          <p:sp>
            <p:nvSpPr>
              <p:cNvPr id="96" name="Freeform 101">
                <a:extLst>
                  <a:ext uri="{FF2B5EF4-FFF2-40B4-BE49-F238E27FC236}">
                    <a16:creationId xmlns:a16="http://schemas.microsoft.com/office/drawing/2014/main" id="{5BA0A9D9-5FC2-45BE-B752-DAB789B37D86}"/>
                  </a:ext>
                </a:extLst>
              </p:cNvPr>
              <p:cNvSpPr>
                <a:spLocks noEditPoints="1"/>
              </p:cNvSpPr>
              <p:nvPr/>
            </p:nvSpPr>
            <p:spPr bwMode="auto">
              <a:xfrm>
                <a:off x="-3741486" y="3386444"/>
                <a:ext cx="255753" cy="255753"/>
              </a:xfrm>
              <a:custGeom>
                <a:avLst/>
                <a:gdLst>
                  <a:gd name="T0" fmla="*/ 0 w 292"/>
                  <a:gd name="T1" fmla="*/ 146 h 292"/>
                  <a:gd name="T2" fmla="*/ 4 w 292"/>
                  <a:gd name="T3" fmla="*/ 113 h 292"/>
                  <a:gd name="T4" fmla="*/ 14 w 292"/>
                  <a:gd name="T5" fmla="*/ 82 h 292"/>
                  <a:gd name="T6" fmla="*/ 31 w 292"/>
                  <a:gd name="T7" fmla="*/ 55 h 292"/>
                  <a:gd name="T8" fmla="*/ 53 w 292"/>
                  <a:gd name="T9" fmla="*/ 32 h 292"/>
                  <a:gd name="T10" fmla="*/ 81 w 292"/>
                  <a:gd name="T11" fmla="*/ 15 h 292"/>
                  <a:gd name="T12" fmla="*/ 112 w 292"/>
                  <a:gd name="T13" fmla="*/ 4 h 292"/>
                  <a:gd name="T14" fmla="*/ 145 w 292"/>
                  <a:gd name="T15" fmla="*/ 0 h 292"/>
                  <a:gd name="T16" fmla="*/ 179 w 292"/>
                  <a:gd name="T17" fmla="*/ 4 h 292"/>
                  <a:gd name="T18" fmla="*/ 209 w 292"/>
                  <a:gd name="T19" fmla="*/ 15 h 292"/>
                  <a:gd name="T20" fmla="*/ 237 w 292"/>
                  <a:gd name="T21" fmla="*/ 32 h 292"/>
                  <a:gd name="T22" fmla="*/ 259 w 292"/>
                  <a:gd name="T23" fmla="*/ 55 h 292"/>
                  <a:gd name="T24" fmla="*/ 276 w 292"/>
                  <a:gd name="T25" fmla="*/ 82 h 292"/>
                  <a:gd name="T26" fmla="*/ 288 w 292"/>
                  <a:gd name="T27" fmla="*/ 113 h 292"/>
                  <a:gd name="T28" fmla="*/ 292 w 292"/>
                  <a:gd name="T29" fmla="*/ 146 h 292"/>
                  <a:gd name="T30" fmla="*/ 288 w 292"/>
                  <a:gd name="T31" fmla="*/ 180 h 292"/>
                  <a:gd name="T32" fmla="*/ 276 w 292"/>
                  <a:gd name="T33" fmla="*/ 210 h 292"/>
                  <a:gd name="T34" fmla="*/ 259 w 292"/>
                  <a:gd name="T35" fmla="*/ 237 h 292"/>
                  <a:gd name="T36" fmla="*/ 237 w 292"/>
                  <a:gd name="T37" fmla="*/ 260 h 292"/>
                  <a:gd name="T38" fmla="*/ 209 w 292"/>
                  <a:gd name="T39" fmla="*/ 278 h 292"/>
                  <a:gd name="T40" fmla="*/ 179 w 292"/>
                  <a:gd name="T41" fmla="*/ 288 h 292"/>
                  <a:gd name="T42" fmla="*/ 145 w 292"/>
                  <a:gd name="T43" fmla="*/ 292 h 292"/>
                  <a:gd name="T44" fmla="*/ 112 w 292"/>
                  <a:gd name="T45" fmla="*/ 288 h 292"/>
                  <a:gd name="T46" fmla="*/ 81 w 292"/>
                  <a:gd name="T47" fmla="*/ 278 h 292"/>
                  <a:gd name="T48" fmla="*/ 53 w 292"/>
                  <a:gd name="T49" fmla="*/ 260 h 292"/>
                  <a:gd name="T50" fmla="*/ 31 w 292"/>
                  <a:gd name="T51" fmla="*/ 237 h 292"/>
                  <a:gd name="T52" fmla="*/ 14 w 292"/>
                  <a:gd name="T53" fmla="*/ 210 h 292"/>
                  <a:gd name="T54" fmla="*/ 4 w 292"/>
                  <a:gd name="T55" fmla="*/ 180 h 292"/>
                  <a:gd name="T56" fmla="*/ 0 w 292"/>
                  <a:gd name="T57" fmla="*/ 146 h 292"/>
                  <a:gd name="T58" fmla="*/ 102 w 292"/>
                  <a:gd name="T59" fmla="*/ 121 h 292"/>
                  <a:gd name="T60" fmla="*/ 102 w 292"/>
                  <a:gd name="T61" fmla="*/ 142 h 292"/>
                  <a:gd name="T62" fmla="*/ 120 w 292"/>
                  <a:gd name="T63" fmla="*/ 142 h 292"/>
                  <a:gd name="T64" fmla="*/ 120 w 292"/>
                  <a:gd name="T65" fmla="*/ 223 h 292"/>
                  <a:gd name="T66" fmla="*/ 102 w 292"/>
                  <a:gd name="T67" fmla="*/ 223 h 292"/>
                  <a:gd name="T68" fmla="*/ 102 w 292"/>
                  <a:gd name="T69" fmla="*/ 244 h 292"/>
                  <a:gd name="T70" fmla="*/ 188 w 292"/>
                  <a:gd name="T71" fmla="*/ 244 h 292"/>
                  <a:gd name="T72" fmla="*/ 188 w 292"/>
                  <a:gd name="T73" fmla="*/ 223 h 292"/>
                  <a:gd name="T74" fmla="*/ 170 w 292"/>
                  <a:gd name="T75" fmla="*/ 223 h 292"/>
                  <a:gd name="T76" fmla="*/ 170 w 292"/>
                  <a:gd name="T77" fmla="*/ 142 h 292"/>
                  <a:gd name="T78" fmla="*/ 188 w 292"/>
                  <a:gd name="T79" fmla="*/ 142 h 292"/>
                  <a:gd name="T80" fmla="*/ 188 w 292"/>
                  <a:gd name="T81" fmla="*/ 121 h 292"/>
                  <a:gd name="T82" fmla="*/ 102 w 292"/>
                  <a:gd name="T83" fmla="*/ 121 h 292"/>
                  <a:gd name="T84" fmla="*/ 115 w 292"/>
                  <a:gd name="T85" fmla="*/ 79 h 292"/>
                  <a:gd name="T86" fmla="*/ 117 w 292"/>
                  <a:gd name="T87" fmla="*/ 92 h 292"/>
                  <a:gd name="T88" fmla="*/ 124 w 292"/>
                  <a:gd name="T89" fmla="*/ 101 h 292"/>
                  <a:gd name="T90" fmla="*/ 133 w 292"/>
                  <a:gd name="T91" fmla="*/ 108 h 292"/>
                  <a:gd name="T92" fmla="*/ 145 w 292"/>
                  <a:gd name="T93" fmla="*/ 110 h 292"/>
                  <a:gd name="T94" fmla="*/ 157 w 292"/>
                  <a:gd name="T95" fmla="*/ 108 h 292"/>
                  <a:gd name="T96" fmla="*/ 167 w 292"/>
                  <a:gd name="T97" fmla="*/ 101 h 292"/>
                  <a:gd name="T98" fmla="*/ 174 w 292"/>
                  <a:gd name="T99" fmla="*/ 92 h 292"/>
                  <a:gd name="T100" fmla="*/ 176 w 292"/>
                  <a:gd name="T101" fmla="*/ 79 h 292"/>
                  <a:gd name="T102" fmla="*/ 174 w 292"/>
                  <a:gd name="T103" fmla="*/ 67 h 292"/>
                  <a:gd name="T104" fmla="*/ 167 w 292"/>
                  <a:gd name="T105" fmla="*/ 58 h 292"/>
                  <a:gd name="T106" fmla="*/ 157 w 292"/>
                  <a:gd name="T107" fmla="*/ 51 h 292"/>
                  <a:gd name="T108" fmla="*/ 145 w 292"/>
                  <a:gd name="T109" fmla="*/ 49 h 292"/>
                  <a:gd name="T110" fmla="*/ 133 w 292"/>
                  <a:gd name="T111" fmla="*/ 51 h 292"/>
                  <a:gd name="T112" fmla="*/ 124 w 292"/>
                  <a:gd name="T113" fmla="*/ 58 h 292"/>
                  <a:gd name="T114" fmla="*/ 117 w 292"/>
                  <a:gd name="T115" fmla="*/ 67 h 292"/>
                  <a:gd name="T116" fmla="*/ 115 w 292"/>
                  <a:gd name="T117" fmla="*/ 79 h 29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  <a:cxn ang="0">
                    <a:pos x="T90" y="T91"/>
                  </a:cxn>
                  <a:cxn ang="0">
                    <a:pos x="T92" y="T93"/>
                  </a:cxn>
                  <a:cxn ang="0">
                    <a:pos x="T94" y="T95"/>
                  </a:cxn>
                  <a:cxn ang="0">
                    <a:pos x="T96" y="T97"/>
                  </a:cxn>
                  <a:cxn ang="0">
                    <a:pos x="T98" y="T99"/>
                  </a:cxn>
                  <a:cxn ang="0">
                    <a:pos x="T100" y="T101"/>
                  </a:cxn>
                  <a:cxn ang="0">
                    <a:pos x="T102" y="T103"/>
                  </a:cxn>
                  <a:cxn ang="0">
                    <a:pos x="T104" y="T105"/>
                  </a:cxn>
                  <a:cxn ang="0">
                    <a:pos x="T106" y="T107"/>
                  </a:cxn>
                  <a:cxn ang="0">
                    <a:pos x="T108" y="T109"/>
                  </a:cxn>
                  <a:cxn ang="0">
                    <a:pos x="T110" y="T111"/>
                  </a:cxn>
                  <a:cxn ang="0">
                    <a:pos x="T112" y="T113"/>
                  </a:cxn>
                  <a:cxn ang="0">
                    <a:pos x="T114" y="T115"/>
                  </a:cxn>
                  <a:cxn ang="0">
                    <a:pos x="T116" y="T117"/>
                  </a:cxn>
                </a:cxnLst>
                <a:rect l="0" t="0" r="r" b="b"/>
                <a:pathLst>
                  <a:path w="292" h="292">
                    <a:moveTo>
                      <a:pt x="0" y="146"/>
                    </a:moveTo>
                    <a:lnTo>
                      <a:pt x="4" y="113"/>
                    </a:lnTo>
                    <a:lnTo>
                      <a:pt x="14" y="82"/>
                    </a:lnTo>
                    <a:lnTo>
                      <a:pt x="31" y="55"/>
                    </a:lnTo>
                    <a:lnTo>
                      <a:pt x="53" y="32"/>
                    </a:lnTo>
                    <a:lnTo>
                      <a:pt x="81" y="15"/>
                    </a:lnTo>
                    <a:lnTo>
                      <a:pt x="112" y="4"/>
                    </a:lnTo>
                    <a:lnTo>
                      <a:pt x="145" y="0"/>
                    </a:lnTo>
                    <a:lnTo>
                      <a:pt x="179" y="4"/>
                    </a:lnTo>
                    <a:lnTo>
                      <a:pt x="209" y="15"/>
                    </a:lnTo>
                    <a:lnTo>
                      <a:pt x="237" y="32"/>
                    </a:lnTo>
                    <a:lnTo>
                      <a:pt x="259" y="55"/>
                    </a:lnTo>
                    <a:lnTo>
                      <a:pt x="276" y="82"/>
                    </a:lnTo>
                    <a:lnTo>
                      <a:pt x="288" y="113"/>
                    </a:lnTo>
                    <a:lnTo>
                      <a:pt x="292" y="146"/>
                    </a:lnTo>
                    <a:lnTo>
                      <a:pt x="288" y="180"/>
                    </a:lnTo>
                    <a:lnTo>
                      <a:pt x="276" y="210"/>
                    </a:lnTo>
                    <a:lnTo>
                      <a:pt x="259" y="237"/>
                    </a:lnTo>
                    <a:lnTo>
                      <a:pt x="237" y="260"/>
                    </a:lnTo>
                    <a:lnTo>
                      <a:pt x="209" y="278"/>
                    </a:lnTo>
                    <a:lnTo>
                      <a:pt x="179" y="288"/>
                    </a:lnTo>
                    <a:lnTo>
                      <a:pt x="145" y="292"/>
                    </a:lnTo>
                    <a:lnTo>
                      <a:pt x="112" y="288"/>
                    </a:lnTo>
                    <a:lnTo>
                      <a:pt x="81" y="278"/>
                    </a:lnTo>
                    <a:lnTo>
                      <a:pt x="53" y="260"/>
                    </a:lnTo>
                    <a:lnTo>
                      <a:pt x="31" y="237"/>
                    </a:lnTo>
                    <a:lnTo>
                      <a:pt x="14" y="210"/>
                    </a:lnTo>
                    <a:lnTo>
                      <a:pt x="4" y="180"/>
                    </a:lnTo>
                    <a:lnTo>
                      <a:pt x="0" y="146"/>
                    </a:lnTo>
                    <a:close/>
                    <a:moveTo>
                      <a:pt x="102" y="121"/>
                    </a:moveTo>
                    <a:lnTo>
                      <a:pt x="102" y="142"/>
                    </a:lnTo>
                    <a:lnTo>
                      <a:pt x="120" y="142"/>
                    </a:lnTo>
                    <a:lnTo>
                      <a:pt x="120" y="223"/>
                    </a:lnTo>
                    <a:lnTo>
                      <a:pt x="102" y="223"/>
                    </a:lnTo>
                    <a:lnTo>
                      <a:pt x="102" y="244"/>
                    </a:lnTo>
                    <a:lnTo>
                      <a:pt x="188" y="244"/>
                    </a:lnTo>
                    <a:lnTo>
                      <a:pt x="188" y="223"/>
                    </a:lnTo>
                    <a:lnTo>
                      <a:pt x="170" y="223"/>
                    </a:lnTo>
                    <a:lnTo>
                      <a:pt x="170" y="142"/>
                    </a:lnTo>
                    <a:lnTo>
                      <a:pt x="188" y="142"/>
                    </a:lnTo>
                    <a:lnTo>
                      <a:pt x="188" y="121"/>
                    </a:lnTo>
                    <a:lnTo>
                      <a:pt x="102" y="121"/>
                    </a:lnTo>
                    <a:close/>
                    <a:moveTo>
                      <a:pt x="115" y="79"/>
                    </a:moveTo>
                    <a:lnTo>
                      <a:pt x="117" y="92"/>
                    </a:lnTo>
                    <a:lnTo>
                      <a:pt x="124" y="101"/>
                    </a:lnTo>
                    <a:lnTo>
                      <a:pt x="133" y="108"/>
                    </a:lnTo>
                    <a:lnTo>
                      <a:pt x="145" y="110"/>
                    </a:lnTo>
                    <a:lnTo>
                      <a:pt x="157" y="108"/>
                    </a:lnTo>
                    <a:lnTo>
                      <a:pt x="167" y="101"/>
                    </a:lnTo>
                    <a:lnTo>
                      <a:pt x="174" y="92"/>
                    </a:lnTo>
                    <a:lnTo>
                      <a:pt x="176" y="79"/>
                    </a:lnTo>
                    <a:lnTo>
                      <a:pt x="174" y="67"/>
                    </a:lnTo>
                    <a:lnTo>
                      <a:pt x="167" y="58"/>
                    </a:lnTo>
                    <a:lnTo>
                      <a:pt x="157" y="51"/>
                    </a:lnTo>
                    <a:lnTo>
                      <a:pt x="145" y="49"/>
                    </a:lnTo>
                    <a:lnTo>
                      <a:pt x="133" y="51"/>
                    </a:lnTo>
                    <a:lnTo>
                      <a:pt x="124" y="58"/>
                    </a:lnTo>
                    <a:lnTo>
                      <a:pt x="117" y="67"/>
                    </a:lnTo>
                    <a:lnTo>
                      <a:pt x="115" y="79"/>
                    </a:lnTo>
                    <a:close/>
                  </a:path>
                </a:pathLst>
              </a:custGeom>
              <a:solidFill>
                <a:srgbClr val="FF7800"/>
              </a:solidFill>
              <a:ln w="0">
                <a:noFill/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nl-NL" sz="1100" noProof="0"/>
              </a:p>
            </p:txBody>
          </p:sp>
          <p:sp>
            <p:nvSpPr>
              <p:cNvPr id="97" name="Rechthoek 96">
                <a:extLst>
                  <a:ext uri="{FF2B5EF4-FFF2-40B4-BE49-F238E27FC236}">
                    <a16:creationId xmlns:a16="http://schemas.microsoft.com/office/drawing/2014/main" id="{8F8985AC-F625-4B04-B3C1-9E284F5140F8}"/>
                  </a:ext>
                </a:extLst>
              </p:cNvPr>
              <p:cNvSpPr/>
              <p:nvPr userDrawn="1"/>
            </p:nvSpPr>
            <p:spPr>
              <a:xfrm>
                <a:off x="-3380966" y="3458473"/>
                <a:ext cx="2817995" cy="592123"/>
              </a:xfrm>
              <a:prstGeom prst="rect">
                <a:avLst/>
              </a:prstGeom>
              <a:noFill/>
              <a:ln w="25400" cap="flat" cmpd="sng" algn="ctr">
                <a:noFill/>
                <a:prstDash val="solid"/>
              </a:ln>
              <a:effectLst/>
            </p:spPr>
            <p:txBody>
              <a:bodyPr lIns="0" tIns="0" rIns="0" bIns="0" rtlCol="0" anchor="t"/>
              <a:lstStyle/>
              <a:p>
                <a:pPr marL="0" marR="0" lvl="0" indent="0" defTabSz="914400" eaLnBrk="1" fontAlgn="auto" latinLnBrk="0" hangingPunct="1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nl-NL" sz="1100" b="0" i="0" u="none" strike="noStrike" kern="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+mn-lt"/>
                    <a:cs typeface="Segoe UI Light" panose="020B0502040204020203" pitchFamily="34" charset="0"/>
                  </a:rPr>
                  <a:t>Meer weten?</a:t>
                </a:r>
                <a:br>
                  <a:rPr kumimoji="0" lang="nl-NL" sz="1100" b="0" i="0" u="none" strike="noStrike" kern="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+mn-lt"/>
                    <a:cs typeface="Segoe UI Light" panose="020B0502040204020203" pitchFamily="34" charset="0"/>
                  </a:rPr>
                </a:br>
                <a:r>
                  <a:rPr kumimoji="0" lang="nl-NL" sz="1100" b="0" i="0" u="none" strike="noStrike" kern="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+mn-lt"/>
                    <a:cs typeface="Segoe UI Light" panose="020B0502040204020203" pitchFamily="34" charset="0"/>
                  </a:rPr>
                  <a:t>Ga naar dia </a:t>
                </a:r>
                <a:r>
                  <a:rPr kumimoji="0" lang="nl-NL" sz="1100" b="1" i="0" u="none" strike="noStrike" kern="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+mn-lt"/>
                    <a:cs typeface="Segoe UI Light" panose="020B0502040204020203" pitchFamily="34" charset="0"/>
                  </a:rPr>
                  <a:t>‘Instructie dia: YouTube links’</a:t>
                </a:r>
                <a:r>
                  <a:rPr kumimoji="0" lang="nl-NL" sz="1100" b="0" i="0" u="none" strike="noStrike" kern="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+mn-lt"/>
                    <a:cs typeface="Segoe UI Light" panose="020B0502040204020203" pitchFamily="34" charset="0"/>
                  </a:rPr>
                  <a:t>, open deze in de diavoorstelling en klik op de gewenste video link.</a:t>
                </a:r>
              </a:p>
            </p:txBody>
          </p:sp>
          <p:cxnSp>
            <p:nvCxnSpPr>
              <p:cNvPr id="98" name="Rechte verbindingslijn 97">
                <a:extLst>
                  <a:ext uri="{FF2B5EF4-FFF2-40B4-BE49-F238E27FC236}">
                    <a16:creationId xmlns:a16="http://schemas.microsoft.com/office/drawing/2014/main" id="{4410758E-138D-4273-9B9E-3E72B50230EE}"/>
                  </a:ext>
                </a:extLst>
              </p:cNvPr>
              <p:cNvCxnSpPr>
                <a:cxnSpLocks/>
              </p:cNvCxnSpPr>
              <p:nvPr userDrawn="1"/>
            </p:nvCxnSpPr>
            <p:spPr>
              <a:xfrm>
                <a:off x="-3740987" y="4169717"/>
                <a:ext cx="3178016" cy="0"/>
              </a:xfrm>
              <a:prstGeom prst="line">
                <a:avLst/>
              </a:prstGeom>
              <a:noFill/>
              <a:ln w="3175" cap="flat" cmpd="sng" algn="ctr">
                <a:solidFill>
                  <a:schemeClr val="accent1"/>
                </a:solidFill>
                <a:prstDash val="solid"/>
              </a:ln>
              <a:effectLst/>
            </p:spPr>
          </p:cxnSp>
        </p:grpSp>
        <p:sp>
          <p:nvSpPr>
            <p:cNvPr id="56" name="Rechthoek 55">
              <a:extLst>
                <a:ext uri="{FF2B5EF4-FFF2-40B4-BE49-F238E27FC236}">
                  <a16:creationId xmlns:a16="http://schemas.microsoft.com/office/drawing/2014/main" id="{7874FD59-A20E-433A-8313-E57E00695AEF}"/>
                </a:ext>
              </a:extLst>
            </p:cNvPr>
            <p:cNvSpPr/>
            <p:nvPr userDrawn="1"/>
          </p:nvSpPr>
          <p:spPr>
            <a:xfrm>
              <a:off x="12397262" y="0"/>
              <a:ext cx="3178016" cy="191611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ctr"/>
            <a:lstStyle/>
            <a:p>
              <a:pPr marL="0" marR="0" lvl="0" indent="0" defTabSz="914400" eaLnBrk="1" fontAlgn="auto" latinLnBrk="0" hangingPunct="1">
                <a:lnSpc>
                  <a:spcPct val="8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nl-NL" sz="1400" b="1" i="0" u="none" strike="noStrike" kern="0" cap="all" spc="0" normalizeH="0" baseline="0" noProof="0">
                  <a:ln>
                    <a:noFill/>
                  </a:ln>
                  <a:solidFill>
                    <a:schemeClr val="accent1"/>
                  </a:solidFill>
                  <a:effectLst/>
                  <a:uLnTx/>
                  <a:uFillTx/>
                  <a:latin typeface="+mj-lt"/>
                  <a:cs typeface="Segoe UI Light" panose="020B0502040204020203" pitchFamily="34" charset="0"/>
                </a:rPr>
                <a:t>Afbeelding invoegen/veranderen</a:t>
              </a:r>
            </a:p>
          </p:txBody>
        </p:sp>
        <p:sp>
          <p:nvSpPr>
            <p:cNvPr id="57" name="Ovaal 56">
              <a:extLst>
                <a:ext uri="{FF2B5EF4-FFF2-40B4-BE49-F238E27FC236}">
                  <a16:creationId xmlns:a16="http://schemas.microsoft.com/office/drawing/2014/main" id="{557C4C7A-2B7B-40B1-8FCE-BA14B81218B6}"/>
                </a:ext>
              </a:extLst>
            </p:cNvPr>
            <p:cNvSpPr/>
            <p:nvPr userDrawn="1"/>
          </p:nvSpPr>
          <p:spPr>
            <a:xfrm>
              <a:off x="12391601" y="366490"/>
              <a:ext cx="260914" cy="259683"/>
            </a:xfrm>
            <a:prstGeom prst="ellipse">
              <a:avLst/>
            </a:prstGeom>
            <a:solidFill>
              <a:schemeClr val="accent1"/>
            </a:solidFill>
            <a:ln w="25400" cap="flat" cmpd="sng" algn="ctr">
              <a:noFill/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1</a:t>
              </a:r>
            </a:p>
          </p:txBody>
        </p:sp>
        <p:cxnSp>
          <p:nvCxnSpPr>
            <p:cNvPr id="58" name="Rechte verbindingslijn 57">
              <a:extLst>
                <a:ext uri="{FF2B5EF4-FFF2-40B4-BE49-F238E27FC236}">
                  <a16:creationId xmlns:a16="http://schemas.microsoft.com/office/drawing/2014/main" id="{510E934D-2422-4FF0-AACF-217E8515876D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2397261" y="241635"/>
              <a:ext cx="3178017" cy="0"/>
            </a:xfrm>
            <a:prstGeom prst="line">
              <a:avLst/>
            </a:prstGeom>
            <a:noFill/>
            <a:ln w="3175" cap="flat" cmpd="sng" algn="ctr">
              <a:solidFill>
                <a:schemeClr val="accent1"/>
              </a:solidFill>
              <a:prstDash val="solid"/>
            </a:ln>
            <a:effectLst/>
          </p:spPr>
        </p:cxnSp>
        <p:cxnSp>
          <p:nvCxnSpPr>
            <p:cNvPr id="59" name="Rechte verbindingslijn 58">
              <a:extLst>
                <a:ext uri="{FF2B5EF4-FFF2-40B4-BE49-F238E27FC236}">
                  <a16:creationId xmlns:a16="http://schemas.microsoft.com/office/drawing/2014/main" id="{80477909-00F0-4A1F-B540-BCA5FD517CDD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2397261" y="1577933"/>
              <a:ext cx="3178017" cy="0"/>
            </a:xfrm>
            <a:prstGeom prst="line">
              <a:avLst/>
            </a:prstGeom>
            <a:noFill/>
            <a:ln w="3175" cap="flat" cmpd="sng" algn="ctr">
              <a:solidFill>
                <a:schemeClr val="accent1"/>
              </a:solidFill>
              <a:prstDash val="solid"/>
            </a:ln>
            <a:effectLst/>
          </p:spPr>
        </p:cxnSp>
        <p:sp>
          <p:nvSpPr>
            <p:cNvPr id="60" name="Rechthoek 59">
              <a:extLst>
                <a:ext uri="{FF2B5EF4-FFF2-40B4-BE49-F238E27FC236}">
                  <a16:creationId xmlns:a16="http://schemas.microsoft.com/office/drawing/2014/main" id="{6960CE26-B85B-4000-BD2F-541E65044FA8}"/>
                </a:ext>
              </a:extLst>
            </p:cNvPr>
            <p:cNvSpPr/>
            <p:nvPr userDrawn="1"/>
          </p:nvSpPr>
          <p:spPr>
            <a:xfrm>
              <a:off x="12757282" y="432552"/>
              <a:ext cx="2817995" cy="595423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t"/>
            <a:lstStyle/>
            <a:p>
              <a:pPr marL="0" marR="0" lvl="0" indent="0" defTabSz="914400" eaLnBrk="1" fontAlgn="auto" latinLnBrk="0" hangingPunct="1">
                <a:lnSpc>
                  <a:spcPct val="90000"/>
                </a:lnSpc>
                <a:spcBef>
                  <a:spcPts val="600"/>
                </a:spcBef>
                <a:spcAft>
                  <a:spcPts val="600"/>
                </a:spcAft>
                <a:buClr>
                  <a:schemeClr val="accent1"/>
                </a:buClr>
                <a:buSzTx/>
                <a:buFont typeface="Arial" panose="020B0604020202020204" pitchFamily="34" charset="0"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Wanneer nodig, verwijder de bestaande afbeelding d.m.v. de </a:t>
              </a:r>
              <a:r>
                <a:rPr kumimoji="0" lang="nl-NL" sz="1100" b="1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‘Delete’-knop</a:t>
              </a: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. Klik op het pictogram om een nieuwe afbeelding in te voegen. </a:t>
              </a:r>
              <a:r>
                <a:rPr kumimoji="0" lang="nl-NL" sz="1100" b="0" i="1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(zie onderstaand voorbeeld).</a:t>
              </a:r>
              <a:endParaRPr kumimoji="0" lang="nl-NL" sz="11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cs typeface="Segoe UI Light" panose="020B0502040204020203" pitchFamily="34" charset="0"/>
              </a:endParaRPr>
            </a:p>
          </p:txBody>
        </p:sp>
        <p:cxnSp>
          <p:nvCxnSpPr>
            <p:cNvPr id="61" name="Rechte verbindingslijn 60">
              <a:extLst>
                <a:ext uri="{FF2B5EF4-FFF2-40B4-BE49-F238E27FC236}">
                  <a16:creationId xmlns:a16="http://schemas.microsoft.com/office/drawing/2014/main" id="{A2534C93-5B2C-44FF-BA58-7F92FD7C058D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2397261" y="5688413"/>
              <a:ext cx="3178017" cy="0"/>
            </a:xfrm>
            <a:prstGeom prst="line">
              <a:avLst/>
            </a:prstGeom>
            <a:noFill/>
            <a:ln w="3175" cap="flat" cmpd="sng" algn="ctr">
              <a:solidFill>
                <a:schemeClr val="accent1"/>
              </a:solidFill>
              <a:prstDash val="solid"/>
            </a:ln>
            <a:effectLst/>
          </p:spPr>
        </p:cxnSp>
        <p:sp>
          <p:nvSpPr>
            <p:cNvPr id="62" name="Ovaal 61">
              <a:extLst>
                <a:ext uri="{FF2B5EF4-FFF2-40B4-BE49-F238E27FC236}">
                  <a16:creationId xmlns:a16="http://schemas.microsoft.com/office/drawing/2014/main" id="{441DB6A8-DC59-49F6-BFE9-1B5D5EE76AED}"/>
                </a:ext>
              </a:extLst>
            </p:cNvPr>
            <p:cNvSpPr/>
            <p:nvPr userDrawn="1"/>
          </p:nvSpPr>
          <p:spPr>
            <a:xfrm>
              <a:off x="12391601" y="1706398"/>
              <a:ext cx="260914" cy="259683"/>
            </a:xfrm>
            <a:prstGeom prst="ellipse">
              <a:avLst/>
            </a:prstGeom>
            <a:solidFill>
              <a:schemeClr val="accent1"/>
            </a:solidFill>
            <a:ln w="25400" cap="flat" cmpd="sng" algn="ctr">
              <a:noFill/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2</a:t>
              </a:r>
            </a:p>
          </p:txBody>
        </p:sp>
        <p:sp>
          <p:nvSpPr>
            <p:cNvPr id="63" name="Rechthoek 62">
              <a:extLst>
                <a:ext uri="{FF2B5EF4-FFF2-40B4-BE49-F238E27FC236}">
                  <a16:creationId xmlns:a16="http://schemas.microsoft.com/office/drawing/2014/main" id="{05C113F6-1D45-4584-93DA-E58E333945CA}"/>
                </a:ext>
              </a:extLst>
            </p:cNvPr>
            <p:cNvSpPr/>
            <p:nvPr userDrawn="1"/>
          </p:nvSpPr>
          <p:spPr>
            <a:xfrm>
              <a:off x="12757282" y="1772461"/>
              <a:ext cx="2817995" cy="318048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t"/>
            <a:lstStyle/>
            <a:p>
              <a:pPr marL="0" marR="0" lvl="0" indent="0" defTabSz="914400" eaLnBrk="1" fontAlgn="auto" latinLnBrk="0" hangingPunct="1">
                <a:lnSpc>
                  <a:spcPct val="90000"/>
                </a:lnSpc>
                <a:spcBef>
                  <a:spcPts val="600"/>
                </a:spcBef>
                <a:spcAft>
                  <a:spcPts val="600"/>
                </a:spcAft>
                <a:buClr>
                  <a:schemeClr val="accent1"/>
                </a:buClr>
                <a:buSzTx/>
                <a:buFont typeface="Arial" panose="020B0604020202020204" pitchFamily="34" charset="0"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Selecteer de gewenste afbeelding</a:t>
              </a:r>
              <a:b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</a:b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en klik op </a:t>
              </a:r>
              <a:r>
                <a:rPr kumimoji="0" lang="nl-NL" sz="1100" b="1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‘Invoegen’</a:t>
              </a: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.</a:t>
              </a:r>
              <a:endParaRPr kumimoji="0" lang="nl-NL" sz="1100" b="1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cs typeface="Segoe UI Light" panose="020B0502040204020203" pitchFamily="34" charset="0"/>
              </a:endParaRPr>
            </a:p>
          </p:txBody>
        </p:sp>
        <p:grpSp>
          <p:nvGrpSpPr>
            <p:cNvPr id="64" name="Groep 63">
              <a:extLst>
                <a:ext uri="{FF2B5EF4-FFF2-40B4-BE49-F238E27FC236}">
                  <a16:creationId xmlns:a16="http://schemas.microsoft.com/office/drawing/2014/main" id="{4055D273-62C7-46D2-A165-2505C44C8A40}"/>
                </a:ext>
              </a:extLst>
            </p:cNvPr>
            <p:cNvGrpSpPr/>
            <p:nvPr userDrawn="1"/>
          </p:nvGrpSpPr>
          <p:grpSpPr>
            <a:xfrm>
              <a:off x="12757282" y="2184550"/>
              <a:ext cx="825500" cy="209550"/>
              <a:chOff x="13504624" y="2482850"/>
              <a:chExt cx="825500" cy="209550"/>
            </a:xfrm>
          </p:grpSpPr>
          <p:sp>
            <p:nvSpPr>
              <p:cNvPr id="93" name="Rechthoek 92">
                <a:extLst>
                  <a:ext uri="{FF2B5EF4-FFF2-40B4-BE49-F238E27FC236}">
                    <a16:creationId xmlns:a16="http://schemas.microsoft.com/office/drawing/2014/main" id="{B1C0E312-9BF5-4B49-BC53-2242EED7FF76}"/>
                  </a:ext>
                </a:extLst>
              </p:cNvPr>
              <p:cNvSpPr/>
              <p:nvPr userDrawn="1"/>
            </p:nvSpPr>
            <p:spPr>
              <a:xfrm>
                <a:off x="13504624" y="2482850"/>
                <a:ext cx="825500" cy="209550"/>
              </a:xfrm>
              <a:prstGeom prst="rect">
                <a:avLst/>
              </a:prstGeom>
              <a:solidFill>
                <a:srgbClr val="E5F1FB"/>
              </a:solidFill>
              <a:ln w="12700">
                <a:solidFill>
                  <a:srgbClr val="0B7ED9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10800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r>
                  <a:rPr lang="nl-NL" sz="800" b="0" noProof="0">
                    <a:solidFill>
                      <a:schemeClr val="tx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Invoegen</a:t>
                </a:r>
              </a:p>
            </p:txBody>
          </p:sp>
          <p:cxnSp>
            <p:nvCxnSpPr>
              <p:cNvPr id="94" name="Rechte verbindingslijn 93">
                <a:extLst>
                  <a:ext uri="{FF2B5EF4-FFF2-40B4-BE49-F238E27FC236}">
                    <a16:creationId xmlns:a16="http://schemas.microsoft.com/office/drawing/2014/main" id="{8479EFE0-8635-4DB1-B778-F943116E9FC2}"/>
                  </a:ext>
                </a:extLst>
              </p:cNvPr>
              <p:cNvCxnSpPr/>
              <p:nvPr userDrawn="1"/>
            </p:nvCxnSpPr>
            <p:spPr>
              <a:xfrm>
                <a:off x="14155269" y="2515250"/>
                <a:ext cx="0" cy="142717"/>
              </a:xfrm>
              <a:prstGeom prst="line">
                <a:avLst/>
              </a:prstGeom>
              <a:noFill/>
              <a:ln w="3175" cap="flat" cmpd="sng" algn="ctr">
                <a:solidFill>
                  <a:srgbClr val="44546A"/>
                </a:solidFill>
                <a:prstDash val="solid"/>
              </a:ln>
              <a:effectLst/>
            </p:spPr>
          </p:cxnSp>
          <p:sp>
            <p:nvSpPr>
              <p:cNvPr id="95" name="Gelijkbenige driehoek 94">
                <a:extLst>
                  <a:ext uri="{FF2B5EF4-FFF2-40B4-BE49-F238E27FC236}">
                    <a16:creationId xmlns:a16="http://schemas.microsoft.com/office/drawing/2014/main" id="{AECDC201-3FA6-4E86-9DEA-A30268D17877}"/>
                  </a:ext>
                </a:extLst>
              </p:cNvPr>
              <p:cNvSpPr/>
              <p:nvPr userDrawn="1"/>
            </p:nvSpPr>
            <p:spPr>
              <a:xfrm rot="10800000">
                <a:off x="14196089" y="2566904"/>
                <a:ext cx="86866" cy="51147"/>
              </a:xfrm>
              <a:prstGeom prst="triangle">
                <a:avLst/>
              </a:prstGeom>
              <a:solidFill>
                <a:srgbClr val="00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nl-NL" sz="1000" b="1" noProof="0">
                  <a:solidFill>
                    <a:schemeClr val="tx1"/>
                  </a:solidFill>
                </a:endParaRPr>
              </a:p>
            </p:txBody>
          </p:sp>
        </p:grpSp>
        <p:grpSp>
          <p:nvGrpSpPr>
            <p:cNvPr id="65" name="Groep 64">
              <a:extLst>
                <a:ext uri="{FF2B5EF4-FFF2-40B4-BE49-F238E27FC236}">
                  <a16:creationId xmlns:a16="http://schemas.microsoft.com/office/drawing/2014/main" id="{73D96032-2A04-4E69-B143-57D145DCF7C2}"/>
                </a:ext>
              </a:extLst>
            </p:cNvPr>
            <p:cNvGrpSpPr/>
            <p:nvPr userDrawn="1"/>
          </p:nvGrpSpPr>
          <p:grpSpPr>
            <a:xfrm>
              <a:off x="12757282" y="1141626"/>
              <a:ext cx="294789" cy="318834"/>
              <a:chOff x="14466489" y="1001522"/>
              <a:chExt cx="290627" cy="314333"/>
            </a:xfrm>
          </p:grpSpPr>
          <p:sp>
            <p:nvSpPr>
              <p:cNvPr id="87" name="Rechthoek 86">
                <a:extLst>
                  <a:ext uri="{FF2B5EF4-FFF2-40B4-BE49-F238E27FC236}">
                    <a16:creationId xmlns:a16="http://schemas.microsoft.com/office/drawing/2014/main" id="{74C9B7FC-0AB1-4DE5-A874-565F1C4CB20A}"/>
                  </a:ext>
                </a:extLst>
              </p:cNvPr>
              <p:cNvSpPr/>
              <p:nvPr userDrawn="1"/>
            </p:nvSpPr>
            <p:spPr>
              <a:xfrm>
                <a:off x="14466489" y="1001522"/>
                <a:ext cx="257935" cy="254168"/>
              </a:xfrm>
              <a:prstGeom prst="rect">
                <a:avLst/>
              </a:prstGeom>
              <a:solidFill>
                <a:schemeClr val="bg1"/>
              </a:solidFill>
              <a:ln w="12700">
                <a:solidFill>
                  <a:srgbClr val="C0C0C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10800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lvl="0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endParaRPr lang="nl-NL" sz="800" b="0" noProof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88" name="Ovaal 87">
                <a:extLst>
                  <a:ext uri="{FF2B5EF4-FFF2-40B4-BE49-F238E27FC236}">
                    <a16:creationId xmlns:a16="http://schemas.microsoft.com/office/drawing/2014/main" id="{FAE8FE3A-D752-4344-8AF3-AEF4DCE36C54}"/>
                  </a:ext>
                </a:extLst>
              </p:cNvPr>
              <p:cNvSpPr/>
              <p:nvPr userDrawn="1"/>
            </p:nvSpPr>
            <p:spPr>
              <a:xfrm>
                <a:off x="14623626" y="1033630"/>
                <a:ext cx="71169" cy="71169"/>
              </a:xfrm>
              <a:prstGeom prst="ellipse">
                <a:avLst/>
              </a:prstGeom>
              <a:solidFill>
                <a:srgbClr val="F1D8A5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nl-NL" sz="1000" b="1" noProof="0">
                  <a:solidFill>
                    <a:schemeClr val="tx1"/>
                  </a:solidFill>
                </a:endParaRPr>
              </a:p>
            </p:txBody>
          </p:sp>
          <p:sp>
            <p:nvSpPr>
              <p:cNvPr id="89" name="Vrije vorm: vorm 88">
                <a:extLst>
                  <a:ext uri="{FF2B5EF4-FFF2-40B4-BE49-F238E27FC236}">
                    <a16:creationId xmlns:a16="http://schemas.microsoft.com/office/drawing/2014/main" id="{68CAA4A5-6391-499D-AE6E-D9494792B07A}"/>
                  </a:ext>
                </a:extLst>
              </p:cNvPr>
              <p:cNvSpPr/>
              <p:nvPr userDrawn="1"/>
            </p:nvSpPr>
            <p:spPr>
              <a:xfrm rot="2700000">
                <a:off x="14498877" y="1157846"/>
                <a:ext cx="168558" cy="147459"/>
              </a:xfrm>
              <a:custGeom>
                <a:avLst/>
                <a:gdLst>
                  <a:gd name="connsiteX0" fmla="*/ 12837 w 168558"/>
                  <a:gd name="connsiteY0" fmla="*/ 12836 h 147459"/>
                  <a:gd name="connsiteX1" fmla="*/ 43826 w 168558"/>
                  <a:gd name="connsiteY1" fmla="*/ 0 h 147459"/>
                  <a:gd name="connsiteX2" fmla="*/ 168558 w 168558"/>
                  <a:gd name="connsiteY2" fmla="*/ 0 h 147459"/>
                  <a:gd name="connsiteX3" fmla="*/ 21099 w 168558"/>
                  <a:gd name="connsiteY3" fmla="*/ 147459 h 147459"/>
                  <a:gd name="connsiteX4" fmla="*/ 0 w 168558"/>
                  <a:gd name="connsiteY4" fmla="*/ 126361 h 147459"/>
                  <a:gd name="connsiteX5" fmla="*/ 0 w 168558"/>
                  <a:gd name="connsiteY5" fmla="*/ 43826 h 147459"/>
                  <a:gd name="connsiteX6" fmla="*/ 12837 w 168558"/>
                  <a:gd name="connsiteY6" fmla="*/ 12836 h 14745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68558" h="147459">
                    <a:moveTo>
                      <a:pt x="12837" y="12836"/>
                    </a:moveTo>
                    <a:cubicBezTo>
                      <a:pt x="20768" y="4905"/>
                      <a:pt x="31724" y="0"/>
                      <a:pt x="43826" y="0"/>
                    </a:cubicBezTo>
                    <a:lnTo>
                      <a:pt x="168558" y="0"/>
                    </a:lnTo>
                    <a:lnTo>
                      <a:pt x="21099" y="147459"/>
                    </a:lnTo>
                    <a:lnTo>
                      <a:pt x="0" y="126361"/>
                    </a:lnTo>
                    <a:lnTo>
                      <a:pt x="0" y="43826"/>
                    </a:lnTo>
                    <a:cubicBezTo>
                      <a:pt x="1" y="31723"/>
                      <a:pt x="4906" y="20767"/>
                      <a:pt x="12837" y="12836"/>
                    </a:cubicBezTo>
                    <a:close/>
                  </a:path>
                </a:pathLst>
              </a:custGeom>
              <a:solidFill>
                <a:srgbClr val="C9D8E9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nl-NL" sz="1000" b="1" noProof="0">
                  <a:solidFill>
                    <a:schemeClr val="tx1"/>
                  </a:solidFill>
                </a:endParaRPr>
              </a:p>
            </p:txBody>
          </p:sp>
          <p:sp>
            <p:nvSpPr>
              <p:cNvPr id="90" name="Rechthoek: afgeronde hoeken 89">
                <a:extLst>
                  <a:ext uri="{FF2B5EF4-FFF2-40B4-BE49-F238E27FC236}">
                    <a16:creationId xmlns:a16="http://schemas.microsoft.com/office/drawing/2014/main" id="{C0AB7A02-3DD6-4EFA-9FA9-4463DED1F134}"/>
                  </a:ext>
                </a:extLst>
              </p:cNvPr>
              <p:cNvSpPr/>
              <p:nvPr userDrawn="1"/>
            </p:nvSpPr>
            <p:spPr>
              <a:xfrm>
                <a:off x="14601150" y="1145314"/>
                <a:ext cx="155966" cy="116816"/>
              </a:xfrm>
              <a:prstGeom prst="roundRect">
                <a:avLst/>
              </a:prstGeom>
              <a:solidFill>
                <a:schemeClr val="bg1"/>
              </a:solidFill>
              <a:ln w="19050">
                <a:solidFill>
                  <a:srgbClr val="8AADD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10800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lvl="0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endParaRPr lang="nl-NL" sz="800" b="0" noProof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cxnSp>
            <p:nvCxnSpPr>
              <p:cNvPr id="91" name="Rechte verbindingslijn 90">
                <a:extLst>
                  <a:ext uri="{FF2B5EF4-FFF2-40B4-BE49-F238E27FC236}">
                    <a16:creationId xmlns:a16="http://schemas.microsoft.com/office/drawing/2014/main" id="{1695E653-F215-4B1F-ABFF-75134A40D4F2}"/>
                  </a:ext>
                </a:extLst>
              </p:cNvPr>
              <p:cNvCxnSpPr>
                <a:cxnSpLocks/>
              </p:cNvCxnSpPr>
              <p:nvPr userDrawn="1"/>
            </p:nvCxnSpPr>
            <p:spPr>
              <a:xfrm>
                <a:off x="14637490" y="1308665"/>
                <a:ext cx="83286" cy="0"/>
              </a:xfrm>
              <a:prstGeom prst="line">
                <a:avLst/>
              </a:prstGeom>
              <a:solidFill>
                <a:schemeClr val="bg1"/>
              </a:solidFill>
              <a:ln w="19050">
                <a:solidFill>
                  <a:srgbClr val="8AADD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92" name="Rechte verbindingslijn 91">
                <a:extLst>
                  <a:ext uri="{FF2B5EF4-FFF2-40B4-BE49-F238E27FC236}">
                    <a16:creationId xmlns:a16="http://schemas.microsoft.com/office/drawing/2014/main" id="{BCA56E40-B027-4D6D-84D0-E5B62B4CD791}"/>
                  </a:ext>
                </a:extLst>
              </p:cNvPr>
              <p:cNvCxnSpPr>
                <a:cxnSpLocks/>
                <a:stCxn id="90" idx="2"/>
              </p:cNvCxnSpPr>
              <p:nvPr userDrawn="1"/>
            </p:nvCxnSpPr>
            <p:spPr>
              <a:xfrm flipH="1">
                <a:off x="14678717" y="1262130"/>
                <a:ext cx="416" cy="43573"/>
              </a:xfrm>
              <a:prstGeom prst="line">
                <a:avLst/>
              </a:prstGeom>
              <a:solidFill>
                <a:schemeClr val="bg1"/>
              </a:solidFill>
              <a:ln w="19050">
                <a:solidFill>
                  <a:srgbClr val="8AADD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</p:grpSp>
        <p:sp>
          <p:nvSpPr>
            <p:cNvPr id="66" name="Ovaal 65">
              <a:extLst>
                <a:ext uri="{FF2B5EF4-FFF2-40B4-BE49-F238E27FC236}">
                  <a16:creationId xmlns:a16="http://schemas.microsoft.com/office/drawing/2014/main" id="{58A27B51-EF04-4624-A8E1-23DC583F26A7}"/>
                </a:ext>
              </a:extLst>
            </p:cNvPr>
            <p:cNvSpPr/>
            <p:nvPr userDrawn="1"/>
          </p:nvSpPr>
          <p:spPr>
            <a:xfrm>
              <a:off x="12391601" y="2617951"/>
              <a:ext cx="260914" cy="259683"/>
            </a:xfrm>
            <a:prstGeom prst="ellipse">
              <a:avLst/>
            </a:prstGeom>
            <a:solidFill>
              <a:schemeClr val="accent1"/>
            </a:solidFill>
            <a:ln w="25400" cap="flat" cmpd="sng" algn="ctr">
              <a:noFill/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3</a:t>
              </a:r>
            </a:p>
          </p:txBody>
        </p:sp>
        <p:sp>
          <p:nvSpPr>
            <p:cNvPr id="67" name="Rechthoek 66">
              <a:extLst>
                <a:ext uri="{FF2B5EF4-FFF2-40B4-BE49-F238E27FC236}">
                  <a16:creationId xmlns:a16="http://schemas.microsoft.com/office/drawing/2014/main" id="{9F6F3146-2772-4377-B140-65B5A9EDC878}"/>
                </a:ext>
              </a:extLst>
            </p:cNvPr>
            <p:cNvSpPr/>
            <p:nvPr userDrawn="1"/>
          </p:nvSpPr>
          <p:spPr>
            <a:xfrm>
              <a:off x="12757283" y="2684015"/>
              <a:ext cx="2817996" cy="316612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t"/>
            <a:lstStyle/>
            <a:p>
              <a:pPr marL="0" marR="0" lvl="0" indent="0" defTabSz="914400" eaLnBrk="1" fontAlgn="auto" latinLnBrk="0" hangingPunct="1">
                <a:lnSpc>
                  <a:spcPct val="90000"/>
                </a:lnSpc>
                <a:spcBef>
                  <a:spcPts val="600"/>
                </a:spcBef>
                <a:spcAft>
                  <a:spcPts val="600"/>
                </a:spcAft>
                <a:buClr>
                  <a:schemeClr val="accent1"/>
                </a:buClr>
                <a:buSzTx/>
                <a:buFont typeface="Arial" panose="020B0604020202020204" pitchFamily="34" charset="0"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Klik met de rechter muisknop op de afbeelding en kies </a:t>
              </a:r>
              <a:r>
                <a:rPr kumimoji="0" lang="nl-NL" sz="1100" b="1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´Naar achtergrond´</a:t>
              </a: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.</a:t>
              </a:r>
              <a:endParaRPr kumimoji="0" lang="nl-NL" sz="1100" b="1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cs typeface="Segoe UI Light" panose="020B0502040204020203" pitchFamily="34" charset="0"/>
              </a:endParaRPr>
            </a:p>
          </p:txBody>
        </p:sp>
        <p:cxnSp>
          <p:nvCxnSpPr>
            <p:cNvPr id="68" name="Rechte verbindingslijn 67">
              <a:extLst>
                <a:ext uri="{FF2B5EF4-FFF2-40B4-BE49-F238E27FC236}">
                  <a16:creationId xmlns:a16="http://schemas.microsoft.com/office/drawing/2014/main" id="{01738F76-82D6-4FA0-9698-3163A5BA39C6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2397261" y="2499789"/>
              <a:ext cx="3178017" cy="0"/>
            </a:xfrm>
            <a:prstGeom prst="line">
              <a:avLst/>
            </a:prstGeom>
            <a:noFill/>
            <a:ln w="3175" cap="flat" cmpd="sng" algn="ctr">
              <a:solidFill>
                <a:schemeClr val="accent1"/>
              </a:solidFill>
              <a:prstDash val="solid"/>
            </a:ln>
            <a:effectLst/>
          </p:spPr>
        </p:cxnSp>
        <p:grpSp>
          <p:nvGrpSpPr>
            <p:cNvPr id="69" name="Groep 68">
              <a:extLst>
                <a:ext uri="{FF2B5EF4-FFF2-40B4-BE49-F238E27FC236}">
                  <a16:creationId xmlns:a16="http://schemas.microsoft.com/office/drawing/2014/main" id="{F270236B-9D84-46D9-8280-FE13BEB476D6}"/>
                </a:ext>
              </a:extLst>
            </p:cNvPr>
            <p:cNvGrpSpPr/>
            <p:nvPr userDrawn="1"/>
          </p:nvGrpSpPr>
          <p:grpSpPr>
            <a:xfrm>
              <a:off x="12757282" y="4967075"/>
              <a:ext cx="1499406" cy="580946"/>
              <a:chOff x="12757283" y="3120781"/>
              <a:chExt cx="1499406" cy="580946"/>
            </a:xfrm>
          </p:grpSpPr>
          <p:sp>
            <p:nvSpPr>
              <p:cNvPr id="73" name="Rechthoek 72">
                <a:extLst>
                  <a:ext uri="{FF2B5EF4-FFF2-40B4-BE49-F238E27FC236}">
                    <a16:creationId xmlns:a16="http://schemas.microsoft.com/office/drawing/2014/main" id="{F281A87E-D248-40DC-AD90-1DF2EB2AFF97}"/>
                  </a:ext>
                </a:extLst>
              </p:cNvPr>
              <p:cNvSpPr/>
              <p:nvPr userDrawn="1"/>
            </p:nvSpPr>
            <p:spPr>
              <a:xfrm>
                <a:off x="12757283" y="3120781"/>
                <a:ext cx="1499406" cy="580946"/>
              </a:xfrm>
              <a:prstGeom prst="rect">
                <a:avLst/>
              </a:prstGeom>
              <a:solidFill>
                <a:schemeClr val="bg1"/>
              </a:solidFill>
              <a:ln w="12700">
                <a:solidFill>
                  <a:srgbClr val="D1D1D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10800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endParaRPr lang="nl-NL" sz="800" b="0" noProof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74" name="Rechthoek 73">
                <a:extLst>
                  <a:ext uri="{FF2B5EF4-FFF2-40B4-BE49-F238E27FC236}">
                    <a16:creationId xmlns:a16="http://schemas.microsoft.com/office/drawing/2014/main" id="{1D7826FD-2D45-45A0-B459-357DAAF50B79}"/>
                  </a:ext>
                </a:extLst>
              </p:cNvPr>
              <p:cNvSpPr/>
              <p:nvPr userDrawn="1"/>
            </p:nvSpPr>
            <p:spPr>
              <a:xfrm>
                <a:off x="12761843" y="3146420"/>
                <a:ext cx="1478943" cy="257235"/>
              </a:xfrm>
              <a:prstGeom prst="rect">
                <a:avLst/>
              </a:prstGeom>
              <a:solidFill>
                <a:srgbClr val="FCE4DC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nl-NL" sz="700" b="1" noProof="0">
                  <a:solidFill>
                    <a:schemeClr val="tx1"/>
                  </a:solidFill>
                </a:endParaRPr>
              </a:p>
            </p:txBody>
          </p:sp>
          <p:sp>
            <p:nvSpPr>
              <p:cNvPr id="75" name="Tekstvak 74">
                <a:extLst>
                  <a:ext uri="{FF2B5EF4-FFF2-40B4-BE49-F238E27FC236}">
                    <a16:creationId xmlns:a16="http://schemas.microsoft.com/office/drawing/2014/main" id="{C6C1CEF3-EB75-46EE-9A2A-501EE846A3B4}"/>
                  </a:ext>
                </a:extLst>
              </p:cNvPr>
              <p:cNvSpPr txBox="1"/>
              <p:nvPr userDrawn="1"/>
            </p:nvSpPr>
            <p:spPr>
              <a:xfrm>
                <a:off x="12997648" y="3173471"/>
                <a:ext cx="957818" cy="20313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algn="l" defTabSz="1217512" rtl="0" eaLnBrk="1" latinLnBrk="0" hangingPunct="1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r>
                  <a:rPr lang="nl-NL" sz="800" b="0" kern="1200" noProof="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rPr>
                  <a:t>Naar voorgrond</a:t>
                </a:r>
              </a:p>
            </p:txBody>
          </p:sp>
          <p:sp>
            <p:nvSpPr>
              <p:cNvPr id="76" name="Tekstvak 75">
                <a:extLst>
                  <a:ext uri="{FF2B5EF4-FFF2-40B4-BE49-F238E27FC236}">
                    <a16:creationId xmlns:a16="http://schemas.microsoft.com/office/drawing/2014/main" id="{13266105-05B3-4350-9A3E-80A1808869A3}"/>
                  </a:ext>
                </a:extLst>
              </p:cNvPr>
              <p:cNvSpPr txBox="1"/>
              <p:nvPr userDrawn="1"/>
            </p:nvSpPr>
            <p:spPr>
              <a:xfrm>
                <a:off x="12984219" y="3481017"/>
                <a:ext cx="1165564" cy="20313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algn="l" defTabSz="1217512" rtl="0" eaLnBrk="1" latinLnBrk="0" hangingPunct="1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r>
                  <a:rPr lang="nl-NL" sz="800" b="0" kern="1200" noProof="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rPr>
                  <a:t>Naar achtergrond</a:t>
                </a:r>
              </a:p>
            </p:txBody>
          </p:sp>
          <p:pic>
            <p:nvPicPr>
              <p:cNvPr id="77" name="Picture 3">
                <a:extLst>
                  <a:ext uri="{FF2B5EF4-FFF2-40B4-BE49-F238E27FC236}">
                    <a16:creationId xmlns:a16="http://schemas.microsoft.com/office/drawing/2014/main" id="{6CA297B1-4E52-4277-BFA8-8CC06C3BF4AB}"/>
                  </a:ext>
                </a:extLst>
              </p:cNvPr>
              <p:cNvPicPr>
                <a:picLocks noChangeAspect="1" noChangeArrowheads="1"/>
              </p:cNvPicPr>
              <p:nvPr userDrawn="1"/>
            </p:nvPicPr>
            <p:blipFill>
              <a:blip r:embed="rId2" cstate="email">
                <a:extLst>
                  <a:ext uri="{28A0092B-C50C-407E-A947-70E740481C1C}">
                    <a14:useLocalDpi xmlns:a14="http://schemas.microsoft.com/office/drawing/2010/main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13938926" y="3243867"/>
                <a:ext cx="143086" cy="231331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</p:pic>
          <p:sp>
            <p:nvSpPr>
              <p:cNvPr id="78" name="Gelijkbenige driehoek 77">
                <a:extLst>
                  <a:ext uri="{FF2B5EF4-FFF2-40B4-BE49-F238E27FC236}">
                    <a16:creationId xmlns:a16="http://schemas.microsoft.com/office/drawing/2014/main" id="{44932BA7-C72C-43E3-9B17-546A83674776}"/>
                  </a:ext>
                </a:extLst>
              </p:cNvPr>
              <p:cNvSpPr/>
              <p:nvPr userDrawn="1"/>
            </p:nvSpPr>
            <p:spPr>
              <a:xfrm rot="5400000">
                <a:off x="14094210" y="3244199"/>
                <a:ext cx="86866" cy="51147"/>
              </a:xfrm>
              <a:prstGeom prst="triangle">
                <a:avLst/>
              </a:prstGeom>
              <a:solidFill>
                <a:srgbClr val="00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nl-NL" sz="1000" b="1" noProof="0">
                  <a:solidFill>
                    <a:schemeClr val="tx1"/>
                  </a:solidFill>
                </a:endParaRPr>
              </a:p>
            </p:txBody>
          </p:sp>
          <p:grpSp>
            <p:nvGrpSpPr>
              <p:cNvPr id="79" name="Groep 78">
                <a:extLst>
                  <a:ext uri="{FF2B5EF4-FFF2-40B4-BE49-F238E27FC236}">
                    <a16:creationId xmlns:a16="http://schemas.microsoft.com/office/drawing/2014/main" id="{CE76BEC3-94A8-424B-880C-90B490615237}"/>
                  </a:ext>
                </a:extLst>
              </p:cNvPr>
              <p:cNvGrpSpPr/>
              <p:nvPr userDrawn="1"/>
            </p:nvGrpSpPr>
            <p:grpSpPr>
              <a:xfrm>
                <a:off x="12822311" y="3178534"/>
                <a:ext cx="182309" cy="163794"/>
                <a:chOff x="12832541" y="3162395"/>
                <a:chExt cx="219532" cy="197236"/>
              </a:xfrm>
            </p:grpSpPr>
            <p:sp>
              <p:nvSpPr>
                <p:cNvPr id="84" name="Rechthoek 83">
                  <a:extLst>
                    <a:ext uri="{FF2B5EF4-FFF2-40B4-BE49-F238E27FC236}">
                      <a16:creationId xmlns:a16="http://schemas.microsoft.com/office/drawing/2014/main" id="{B6B33279-769C-4A58-8BF9-FC9F47184ED4}"/>
                    </a:ext>
                  </a:extLst>
                </p:cNvPr>
                <p:cNvSpPr/>
                <p:nvPr userDrawn="1"/>
              </p:nvSpPr>
              <p:spPr>
                <a:xfrm>
                  <a:off x="12832541" y="3162395"/>
                  <a:ext cx="81487" cy="81487"/>
                </a:xfrm>
                <a:prstGeom prst="rect">
                  <a:avLst/>
                </a:prstGeom>
                <a:solidFill>
                  <a:schemeClr val="bg1"/>
                </a:solidFill>
                <a:ln w="12700">
                  <a:solidFill>
                    <a:schemeClr val="tx2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  <p:sp>
              <p:nvSpPr>
                <p:cNvPr id="85" name="Rechthoek 84">
                  <a:extLst>
                    <a:ext uri="{FF2B5EF4-FFF2-40B4-BE49-F238E27FC236}">
                      <a16:creationId xmlns:a16="http://schemas.microsoft.com/office/drawing/2014/main" id="{FE7BBA67-1C6C-4FC8-B51A-817EB082490A}"/>
                    </a:ext>
                  </a:extLst>
                </p:cNvPr>
                <p:cNvSpPr/>
                <p:nvPr userDrawn="1"/>
              </p:nvSpPr>
              <p:spPr>
                <a:xfrm>
                  <a:off x="12970586" y="3278144"/>
                  <a:ext cx="81487" cy="81487"/>
                </a:xfrm>
                <a:prstGeom prst="rect">
                  <a:avLst/>
                </a:prstGeom>
                <a:solidFill>
                  <a:schemeClr val="bg1"/>
                </a:solidFill>
                <a:ln w="12700">
                  <a:solidFill>
                    <a:schemeClr val="tx2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  <p:sp>
              <p:nvSpPr>
                <p:cNvPr id="86" name="Rechthoek 85">
                  <a:extLst>
                    <a:ext uri="{FF2B5EF4-FFF2-40B4-BE49-F238E27FC236}">
                      <a16:creationId xmlns:a16="http://schemas.microsoft.com/office/drawing/2014/main" id="{787C9042-5693-4EDA-8CA0-E6602F27839A}"/>
                    </a:ext>
                  </a:extLst>
                </p:cNvPr>
                <p:cNvSpPr/>
                <p:nvPr userDrawn="1"/>
              </p:nvSpPr>
              <p:spPr>
                <a:xfrm>
                  <a:off x="12873284" y="3191991"/>
                  <a:ext cx="138045" cy="138044"/>
                </a:xfrm>
                <a:prstGeom prst="rect">
                  <a:avLst/>
                </a:prstGeom>
                <a:solidFill>
                  <a:srgbClr val="EABE76"/>
                </a:solidFill>
                <a:ln w="12700">
                  <a:solidFill>
                    <a:schemeClr val="bg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</p:grpSp>
          <p:grpSp>
            <p:nvGrpSpPr>
              <p:cNvPr id="80" name="Groep 79">
                <a:extLst>
                  <a:ext uri="{FF2B5EF4-FFF2-40B4-BE49-F238E27FC236}">
                    <a16:creationId xmlns:a16="http://schemas.microsoft.com/office/drawing/2014/main" id="{B4AC4E55-355C-4332-B5D5-AB29177B7680}"/>
                  </a:ext>
                </a:extLst>
              </p:cNvPr>
              <p:cNvGrpSpPr/>
              <p:nvPr userDrawn="1"/>
            </p:nvGrpSpPr>
            <p:grpSpPr>
              <a:xfrm>
                <a:off x="12822311" y="3480352"/>
                <a:ext cx="182309" cy="163794"/>
                <a:chOff x="12832541" y="3162395"/>
                <a:chExt cx="219532" cy="197236"/>
              </a:xfrm>
            </p:grpSpPr>
            <p:sp>
              <p:nvSpPr>
                <p:cNvPr id="81" name="Rechthoek 80">
                  <a:extLst>
                    <a:ext uri="{FF2B5EF4-FFF2-40B4-BE49-F238E27FC236}">
                      <a16:creationId xmlns:a16="http://schemas.microsoft.com/office/drawing/2014/main" id="{525FEEB2-A267-4C46-8FD8-D17EC069A425}"/>
                    </a:ext>
                  </a:extLst>
                </p:cNvPr>
                <p:cNvSpPr/>
                <p:nvPr userDrawn="1"/>
              </p:nvSpPr>
              <p:spPr>
                <a:xfrm>
                  <a:off x="12873284" y="3191991"/>
                  <a:ext cx="138045" cy="138044"/>
                </a:xfrm>
                <a:prstGeom prst="rect">
                  <a:avLst/>
                </a:prstGeom>
                <a:solidFill>
                  <a:srgbClr val="EABE76"/>
                </a:solidFill>
                <a:ln w="12700">
                  <a:solidFill>
                    <a:schemeClr val="bg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  <p:sp>
              <p:nvSpPr>
                <p:cNvPr id="82" name="Rechthoek 81">
                  <a:extLst>
                    <a:ext uri="{FF2B5EF4-FFF2-40B4-BE49-F238E27FC236}">
                      <a16:creationId xmlns:a16="http://schemas.microsoft.com/office/drawing/2014/main" id="{18829EEE-77AE-4E06-B27F-92CE391B3AC1}"/>
                    </a:ext>
                  </a:extLst>
                </p:cNvPr>
                <p:cNvSpPr/>
                <p:nvPr userDrawn="1"/>
              </p:nvSpPr>
              <p:spPr>
                <a:xfrm>
                  <a:off x="12832541" y="3162395"/>
                  <a:ext cx="81487" cy="81487"/>
                </a:xfrm>
                <a:prstGeom prst="rect">
                  <a:avLst/>
                </a:prstGeom>
                <a:solidFill>
                  <a:schemeClr val="bg1"/>
                </a:solidFill>
                <a:ln w="12700">
                  <a:solidFill>
                    <a:schemeClr val="tx2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  <p:sp>
              <p:nvSpPr>
                <p:cNvPr id="83" name="Rechthoek 82">
                  <a:extLst>
                    <a:ext uri="{FF2B5EF4-FFF2-40B4-BE49-F238E27FC236}">
                      <a16:creationId xmlns:a16="http://schemas.microsoft.com/office/drawing/2014/main" id="{BE5810B9-0716-46BA-988E-C5685B51DB0D}"/>
                    </a:ext>
                  </a:extLst>
                </p:cNvPr>
                <p:cNvSpPr/>
                <p:nvPr userDrawn="1"/>
              </p:nvSpPr>
              <p:spPr>
                <a:xfrm>
                  <a:off x="12970586" y="3278144"/>
                  <a:ext cx="81487" cy="81487"/>
                </a:xfrm>
                <a:prstGeom prst="rect">
                  <a:avLst/>
                </a:prstGeom>
                <a:solidFill>
                  <a:schemeClr val="bg1"/>
                </a:solidFill>
                <a:ln w="12700">
                  <a:solidFill>
                    <a:schemeClr val="tx2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</p:grpSp>
        </p:grpSp>
        <p:sp>
          <p:nvSpPr>
            <p:cNvPr id="70" name="Ovaal 69">
              <a:extLst>
                <a:ext uri="{FF2B5EF4-FFF2-40B4-BE49-F238E27FC236}">
                  <a16:creationId xmlns:a16="http://schemas.microsoft.com/office/drawing/2014/main" id="{7AFFA373-9126-43A8-A2EA-3FF212C6CA96}"/>
                </a:ext>
              </a:extLst>
            </p:cNvPr>
            <p:cNvSpPr/>
            <p:nvPr userDrawn="1"/>
          </p:nvSpPr>
          <p:spPr>
            <a:xfrm>
              <a:off x="12391601" y="4027651"/>
              <a:ext cx="260914" cy="259683"/>
            </a:xfrm>
            <a:prstGeom prst="ellipse">
              <a:avLst/>
            </a:prstGeom>
            <a:solidFill>
              <a:schemeClr val="accent1"/>
            </a:solidFill>
            <a:ln w="25400" cap="flat" cmpd="sng" algn="ctr">
              <a:noFill/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4</a:t>
              </a:r>
            </a:p>
          </p:txBody>
        </p:sp>
        <p:sp>
          <p:nvSpPr>
            <p:cNvPr id="71" name="Rechthoek 70">
              <a:extLst>
                <a:ext uri="{FF2B5EF4-FFF2-40B4-BE49-F238E27FC236}">
                  <a16:creationId xmlns:a16="http://schemas.microsoft.com/office/drawing/2014/main" id="{C94AD153-3045-47D6-955C-F6869E081F18}"/>
                </a:ext>
              </a:extLst>
            </p:cNvPr>
            <p:cNvSpPr/>
            <p:nvPr userDrawn="1"/>
          </p:nvSpPr>
          <p:spPr>
            <a:xfrm>
              <a:off x="12757283" y="4093714"/>
              <a:ext cx="2817996" cy="628659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t"/>
            <a:lstStyle/>
            <a:p>
              <a:pPr marL="0" marR="0" lvl="0" indent="0" defTabSz="914400" eaLnBrk="1" fontAlgn="auto" latinLnBrk="0" hangingPunct="1">
                <a:lnSpc>
                  <a:spcPct val="90000"/>
                </a:lnSpc>
                <a:spcBef>
                  <a:spcPts val="600"/>
                </a:spcBef>
                <a:spcAft>
                  <a:spcPts val="600"/>
                </a:spcAft>
                <a:buClr>
                  <a:schemeClr val="accent1"/>
                </a:buClr>
                <a:buSzTx/>
                <a:buFont typeface="Arial" panose="020B0604020202020204" pitchFamily="34" charset="0"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Staat het invoegvenster achter de oranje lijn? Klik dan op de rechtermuisknop en kies </a:t>
              </a:r>
              <a:b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</a:b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‘</a:t>
              </a:r>
              <a:r>
                <a:rPr kumimoji="0" lang="nl-NL" sz="1100" b="1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naar voorgrond</a:t>
              </a: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’ om deze naar voren </a:t>
              </a:r>
              <a:b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</a:b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te halen. Klik na het invoegen op </a:t>
              </a:r>
              <a:b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</a:b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‘</a:t>
              </a:r>
              <a:r>
                <a:rPr kumimoji="0" lang="nl-NL" sz="1100" b="1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Naar achtergrond</a:t>
              </a: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’.</a:t>
              </a:r>
              <a:endParaRPr kumimoji="0" lang="nl-NL" sz="1100" b="1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cs typeface="Segoe UI Light" panose="020B0502040204020203" pitchFamily="34" charset="0"/>
              </a:endParaRPr>
            </a:p>
          </p:txBody>
        </p:sp>
        <p:cxnSp>
          <p:nvCxnSpPr>
            <p:cNvPr id="72" name="Rechte verbindingslijn 71">
              <a:extLst>
                <a:ext uri="{FF2B5EF4-FFF2-40B4-BE49-F238E27FC236}">
                  <a16:creationId xmlns:a16="http://schemas.microsoft.com/office/drawing/2014/main" id="{EC1A5CAE-9F30-439F-9FCE-0201BA2080C6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2397261" y="3909489"/>
              <a:ext cx="3178017" cy="0"/>
            </a:xfrm>
            <a:prstGeom prst="line">
              <a:avLst/>
            </a:prstGeom>
            <a:noFill/>
            <a:ln w="3175" cap="flat" cmpd="sng" algn="ctr">
              <a:solidFill>
                <a:schemeClr val="accent1"/>
              </a:solidFill>
              <a:prstDash val="solid"/>
            </a:ln>
            <a:effectLst/>
          </p:spPr>
        </p:cxnSp>
      </p:grpSp>
      <p:sp>
        <p:nvSpPr>
          <p:cNvPr id="127" name="Tijdelijke aanduiding voor tekst 126">
            <a:extLst>
              <a:ext uri="{FF2B5EF4-FFF2-40B4-BE49-F238E27FC236}">
                <a16:creationId xmlns:a16="http://schemas.microsoft.com/office/drawing/2014/main" id="{6C3BBCF6-5BDB-47A2-8C5B-A3011553378E}"/>
              </a:ext>
            </a:extLst>
          </p:cNvPr>
          <p:cNvSpPr>
            <a:spLocks noGrp="1"/>
          </p:cNvSpPr>
          <p:nvPr>
            <p:ph type="body" sz="quarter" idx="65"/>
          </p:nvPr>
        </p:nvSpPr>
        <p:spPr>
          <a:xfrm>
            <a:off x="265647" y="0"/>
            <a:ext cx="1919032" cy="6858000"/>
          </a:xfrm>
          <a:custGeom>
            <a:avLst/>
            <a:gdLst>
              <a:gd name="connsiteX0" fmla="*/ 2209313 w 2219324"/>
              <a:gd name="connsiteY0" fmla="*/ 0 h 7931150"/>
              <a:gd name="connsiteX1" fmla="*/ 2219324 w 2219324"/>
              <a:gd name="connsiteY1" fmla="*/ 9968 h 7931150"/>
              <a:gd name="connsiteX2" fmla="*/ 2219324 w 2219324"/>
              <a:gd name="connsiteY2" fmla="*/ 2491982 h 7931150"/>
              <a:gd name="connsiteX3" fmla="*/ 1528497 w 2219324"/>
              <a:gd name="connsiteY3" fmla="*/ 3179770 h 7931150"/>
              <a:gd name="connsiteX4" fmla="*/ 690827 w 2219324"/>
              <a:gd name="connsiteY4" fmla="*/ 3179770 h 7931150"/>
              <a:gd name="connsiteX5" fmla="*/ 20024 w 2219324"/>
              <a:gd name="connsiteY5" fmla="*/ 3847621 h 7931150"/>
              <a:gd name="connsiteX6" fmla="*/ 20024 w 2219324"/>
              <a:gd name="connsiteY6" fmla="*/ 7921182 h 7931150"/>
              <a:gd name="connsiteX7" fmla="*/ 10012 w 2219324"/>
              <a:gd name="connsiteY7" fmla="*/ 7931150 h 7931150"/>
              <a:gd name="connsiteX8" fmla="*/ 0 w 2219324"/>
              <a:gd name="connsiteY8" fmla="*/ 7921182 h 7931150"/>
              <a:gd name="connsiteX9" fmla="*/ 0 w 2219324"/>
              <a:gd name="connsiteY9" fmla="*/ 3847621 h 7931150"/>
              <a:gd name="connsiteX10" fmla="*/ 690827 w 2219324"/>
              <a:gd name="connsiteY10" fmla="*/ 3159834 h 7931150"/>
              <a:gd name="connsiteX11" fmla="*/ 1528497 w 2219324"/>
              <a:gd name="connsiteY11" fmla="*/ 3159834 h 7931150"/>
              <a:gd name="connsiteX12" fmla="*/ 2199301 w 2219324"/>
              <a:gd name="connsiteY12" fmla="*/ 2491982 h 7931150"/>
              <a:gd name="connsiteX13" fmla="*/ 2199301 w 2219324"/>
              <a:gd name="connsiteY13" fmla="*/ 9968 h 7931150"/>
              <a:gd name="connsiteX14" fmla="*/ 2209313 w 2219324"/>
              <a:gd name="connsiteY14" fmla="*/ 0 h 79311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</a:cxnLst>
            <a:rect l="l" t="t" r="r" b="b"/>
            <a:pathLst>
              <a:path w="2219324" h="7931150">
                <a:moveTo>
                  <a:pt x="2209313" y="0"/>
                </a:moveTo>
                <a:cubicBezTo>
                  <a:pt x="2215987" y="0"/>
                  <a:pt x="2219324" y="3322"/>
                  <a:pt x="2219324" y="9968"/>
                </a:cubicBezTo>
                <a:cubicBezTo>
                  <a:pt x="2219324" y="2491982"/>
                  <a:pt x="2219324" y="2491982"/>
                  <a:pt x="2219324" y="2491982"/>
                </a:cubicBezTo>
                <a:cubicBezTo>
                  <a:pt x="2219324" y="2870764"/>
                  <a:pt x="1908953" y="3179770"/>
                  <a:pt x="1528497" y="3179770"/>
                </a:cubicBezTo>
                <a:cubicBezTo>
                  <a:pt x="690827" y="3179770"/>
                  <a:pt x="690827" y="3179770"/>
                  <a:pt x="690827" y="3179770"/>
                </a:cubicBezTo>
                <a:cubicBezTo>
                  <a:pt x="320383" y="3179770"/>
                  <a:pt x="20024" y="3478808"/>
                  <a:pt x="20024" y="3847621"/>
                </a:cubicBezTo>
                <a:cubicBezTo>
                  <a:pt x="20024" y="7921182"/>
                  <a:pt x="20024" y="7921182"/>
                  <a:pt x="20024" y="7921182"/>
                </a:cubicBezTo>
                <a:cubicBezTo>
                  <a:pt x="20024" y="7924504"/>
                  <a:pt x="16686" y="7931150"/>
                  <a:pt x="10012" y="7931150"/>
                </a:cubicBezTo>
                <a:cubicBezTo>
                  <a:pt x="3337" y="7931150"/>
                  <a:pt x="0" y="7924504"/>
                  <a:pt x="0" y="7921182"/>
                </a:cubicBezTo>
                <a:cubicBezTo>
                  <a:pt x="0" y="3847621"/>
                  <a:pt x="0" y="3847621"/>
                  <a:pt x="0" y="3847621"/>
                </a:cubicBezTo>
                <a:cubicBezTo>
                  <a:pt x="0" y="3468840"/>
                  <a:pt x="310371" y="3159834"/>
                  <a:pt x="690827" y="3159834"/>
                </a:cubicBezTo>
                <a:cubicBezTo>
                  <a:pt x="1528497" y="3159834"/>
                  <a:pt x="1528497" y="3159834"/>
                  <a:pt x="1528497" y="3159834"/>
                </a:cubicBezTo>
                <a:cubicBezTo>
                  <a:pt x="1898941" y="3159834"/>
                  <a:pt x="2199301" y="2860796"/>
                  <a:pt x="2199301" y="2491982"/>
                </a:cubicBezTo>
                <a:cubicBezTo>
                  <a:pt x="2199301" y="9968"/>
                  <a:pt x="2199301" y="9968"/>
                  <a:pt x="2199301" y="9968"/>
                </a:cubicBezTo>
                <a:cubicBezTo>
                  <a:pt x="2199301" y="3322"/>
                  <a:pt x="2202638" y="0"/>
                  <a:pt x="2209313" y="0"/>
                </a:cubicBezTo>
                <a:close/>
              </a:path>
            </a:pathLst>
          </a:custGeom>
          <a:solidFill>
            <a:schemeClr val="accent1"/>
          </a:solidFill>
        </p:spPr>
        <p:txBody>
          <a:bodyPr wrap="square">
            <a:noAutofit/>
          </a:bodyPr>
          <a:lstStyle>
            <a:lvl1pPr marL="0" indent="0">
              <a:buNone/>
              <a:defRPr sz="100">
                <a:solidFill>
                  <a:schemeClr val="tx1">
                    <a:alpha val="0"/>
                  </a:schemeClr>
                </a:solidFill>
              </a:defRPr>
            </a:lvl1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130" name="Tijdelijke aanduiding voor dianummer 5">
            <a:extLst>
              <a:ext uri="{FF2B5EF4-FFF2-40B4-BE49-F238E27FC236}">
                <a16:creationId xmlns:a16="http://schemas.microsoft.com/office/drawing/2014/main" id="{B420AA81-754B-45EB-8942-AF665B88BD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16362" y="6376061"/>
            <a:ext cx="392576" cy="216909"/>
          </a:xfrm>
        </p:spPr>
        <p:txBody>
          <a:bodyPr/>
          <a:lstStyle/>
          <a:p>
            <a:fld id="{7AD0FE45-509C-4BDF-9EDE-64426F8DF3D2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64968468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800">
        <p:fade/>
      </p:transition>
    </mc:Choice>
    <mc:Fallback xmlns="">
      <p:transition spd="slow">
        <p:fade/>
      </p:transition>
    </mc:Fallback>
  </mc:AlternateContent>
</p:sldLayout>
</file>

<file path=ppt/slideLayouts/slideLayout24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KST MET GRAFIEK (50%/ 50%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2" name="GRID" hidden="1">
            <a:extLst>
              <a:ext uri="{FF2B5EF4-FFF2-40B4-BE49-F238E27FC236}">
                <a16:creationId xmlns:a16="http://schemas.microsoft.com/office/drawing/2014/main" id="{D8098A61-1797-4AB0-A023-CD4B7C6E863E}"/>
              </a:ext>
            </a:extLst>
          </p:cNvPr>
          <p:cNvGrpSpPr/>
          <p:nvPr userDrawn="1"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73" name="Rechthoek 72">
              <a:extLst>
                <a:ext uri="{FF2B5EF4-FFF2-40B4-BE49-F238E27FC236}">
                  <a16:creationId xmlns:a16="http://schemas.microsoft.com/office/drawing/2014/main" id="{4398C623-ABDD-483E-9286-CAFBD5DABFDA}"/>
                </a:ext>
              </a:extLst>
            </p:cNvPr>
            <p:cNvSpPr/>
            <p:nvPr userDrawn="1"/>
          </p:nvSpPr>
          <p:spPr>
            <a:xfrm>
              <a:off x="0" y="0"/>
              <a:ext cx="12192000" cy="261256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74" name="Rechthoek 73">
              <a:extLst>
                <a:ext uri="{FF2B5EF4-FFF2-40B4-BE49-F238E27FC236}">
                  <a16:creationId xmlns:a16="http://schemas.microsoft.com/office/drawing/2014/main" id="{B8001D40-9B45-4E7F-8DBE-87EA71A36B48}"/>
                </a:ext>
              </a:extLst>
            </p:cNvPr>
            <p:cNvSpPr/>
            <p:nvPr userDrawn="1"/>
          </p:nvSpPr>
          <p:spPr>
            <a:xfrm>
              <a:off x="0" y="6596744"/>
              <a:ext cx="12192000" cy="261256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75" name="Rechthoek 74">
              <a:extLst>
                <a:ext uri="{FF2B5EF4-FFF2-40B4-BE49-F238E27FC236}">
                  <a16:creationId xmlns:a16="http://schemas.microsoft.com/office/drawing/2014/main" id="{BE80029F-0D70-40DB-843E-34A3A952CF57}"/>
                </a:ext>
              </a:extLst>
            </p:cNvPr>
            <p:cNvSpPr/>
            <p:nvPr userDrawn="1"/>
          </p:nvSpPr>
          <p:spPr>
            <a:xfrm>
              <a:off x="0" y="0"/>
              <a:ext cx="262800" cy="68580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76" name="Rechthoek 75">
              <a:extLst>
                <a:ext uri="{FF2B5EF4-FFF2-40B4-BE49-F238E27FC236}">
                  <a16:creationId xmlns:a16="http://schemas.microsoft.com/office/drawing/2014/main" id="{0346A7F8-30E3-4F08-A234-B6D2FD8C8252}"/>
                </a:ext>
              </a:extLst>
            </p:cNvPr>
            <p:cNvSpPr/>
            <p:nvPr userDrawn="1"/>
          </p:nvSpPr>
          <p:spPr>
            <a:xfrm>
              <a:off x="11929200" y="0"/>
              <a:ext cx="262800" cy="68580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77" name="Rechthoek 76">
              <a:extLst>
                <a:ext uri="{FF2B5EF4-FFF2-40B4-BE49-F238E27FC236}">
                  <a16:creationId xmlns:a16="http://schemas.microsoft.com/office/drawing/2014/main" id="{B68540D6-690A-4197-A9DB-58EB90C01F2D}"/>
                </a:ext>
              </a:extLst>
            </p:cNvPr>
            <p:cNvSpPr/>
            <p:nvPr userDrawn="1"/>
          </p:nvSpPr>
          <p:spPr>
            <a:xfrm>
              <a:off x="0" y="262512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78" name="Rechthoek 77">
              <a:extLst>
                <a:ext uri="{FF2B5EF4-FFF2-40B4-BE49-F238E27FC236}">
                  <a16:creationId xmlns:a16="http://schemas.microsoft.com/office/drawing/2014/main" id="{7D97E9F9-A31B-46E8-88FC-FE7984C7F748}"/>
                </a:ext>
              </a:extLst>
            </p:cNvPr>
            <p:cNvSpPr/>
            <p:nvPr userDrawn="1"/>
          </p:nvSpPr>
          <p:spPr>
            <a:xfrm>
              <a:off x="259064" y="0"/>
              <a:ext cx="262800" cy="6858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79" name="Rechthoek 78">
              <a:extLst>
                <a:ext uri="{FF2B5EF4-FFF2-40B4-BE49-F238E27FC236}">
                  <a16:creationId xmlns:a16="http://schemas.microsoft.com/office/drawing/2014/main" id="{5AD708E2-A7E2-4D52-A0F7-9CB23122CA63}"/>
                </a:ext>
              </a:extLst>
            </p:cNvPr>
            <p:cNvSpPr/>
            <p:nvPr userDrawn="1"/>
          </p:nvSpPr>
          <p:spPr>
            <a:xfrm>
              <a:off x="11668087" y="0"/>
              <a:ext cx="262800" cy="6858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80" name="Rechthoek 79">
              <a:extLst>
                <a:ext uri="{FF2B5EF4-FFF2-40B4-BE49-F238E27FC236}">
                  <a16:creationId xmlns:a16="http://schemas.microsoft.com/office/drawing/2014/main" id="{071E772C-68F0-46A2-A7A8-F9A1ED98AC53}"/>
                </a:ext>
              </a:extLst>
            </p:cNvPr>
            <p:cNvSpPr/>
            <p:nvPr userDrawn="1"/>
          </p:nvSpPr>
          <p:spPr>
            <a:xfrm>
              <a:off x="0" y="6337267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81" name="Rechthoek 80">
              <a:extLst>
                <a:ext uri="{FF2B5EF4-FFF2-40B4-BE49-F238E27FC236}">
                  <a16:creationId xmlns:a16="http://schemas.microsoft.com/office/drawing/2014/main" id="{A5D98152-DA71-4196-8DC7-35B274E6821C}"/>
                </a:ext>
              </a:extLst>
            </p:cNvPr>
            <p:cNvSpPr/>
            <p:nvPr userDrawn="1"/>
          </p:nvSpPr>
          <p:spPr>
            <a:xfrm>
              <a:off x="9491269" y="0"/>
              <a:ext cx="262800" cy="6858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82" name="Rechthoek 81">
              <a:extLst>
                <a:ext uri="{FF2B5EF4-FFF2-40B4-BE49-F238E27FC236}">
                  <a16:creationId xmlns:a16="http://schemas.microsoft.com/office/drawing/2014/main" id="{246655AC-E1BC-477D-B554-C586E3DCACF8}"/>
                </a:ext>
              </a:extLst>
            </p:cNvPr>
            <p:cNvSpPr/>
            <p:nvPr userDrawn="1"/>
          </p:nvSpPr>
          <p:spPr>
            <a:xfrm>
              <a:off x="0" y="1132976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83" name="Rechthoek 82">
              <a:extLst>
                <a:ext uri="{FF2B5EF4-FFF2-40B4-BE49-F238E27FC236}">
                  <a16:creationId xmlns:a16="http://schemas.microsoft.com/office/drawing/2014/main" id="{EA42BD67-1553-4AAB-81A1-AF7CA6030C13}"/>
                </a:ext>
              </a:extLst>
            </p:cNvPr>
            <p:cNvSpPr/>
            <p:nvPr userDrawn="1"/>
          </p:nvSpPr>
          <p:spPr>
            <a:xfrm>
              <a:off x="0" y="5859033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84" name="Rechthoek 83">
              <a:extLst>
                <a:ext uri="{FF2B5EF4-FFF2-40B4-BE49-F238E27FC236}">
                  <a16:creationId xmlns:a16="http://schemas.microsoft.com/office/drawing/2014/main" id="{9C912707-9497-401A-BF0A-0E2FC2B1C018}"/>
                </a:ext>
              </a:extLst>
            </p:cNvPr>
            <p:cNvSpPr/>
            <p:nvPr userDrawn="1"/>
          </p:nvSpPr>
          <p:spPr>
            <a:xfrm>
              <a:off x="5964600" y="0"/>
              <a:ext cx="262800" cy="6858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</p:grpSp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0DA75972-73CC-4A0A-9567-F2B4412F0205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645707" y="7014546"/>
            <a:ext cx="3140325" cy="216909"/>
          </a:xfrm>
        </p:spPr>
        <p:txBody>
          <a:bodyPr/>
          <a:lstStyle/>
          <a:p>
            <a:fld id="{81B33066-8D2A-4A75-BFF1-CF44C8C09CE9}" type="datetime1">
              <a:rPr lang="nl-NL" smtClean="0"/>
              <a:t>01-04-2025</a:t>
            </a:fld>
            <a:endParaRPr lang="nl-NL"/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D07A43D8-7ED9-442E-BF69-FF8902703C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926910" y="7014546"/>
            <a:ext cx="6718797" cy="216909"/>
          </a:xfrm>
        </p:spPr>
        <p:txBody>
          <a:bodyPr/>
          <a:lstStyle/>
          <a:p>
            <a:r>
              <a:rPr lang="nl-NL"/>
              <a:t>&lt;Plaats hier je voettekst&gt;</a:t>
            </a:r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2AEFA4AD-513F-4FA2-94D5-B906A27FAEC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21864" y="272177"/>
            <a:ext cx="11407336" cy="600744"/>
          </a:xfrm>
        </p:spPr>
        <p:txBody>
          <a:bodyPr/>
          <a:lstStyle>
            <a:lvl1pPr>
              <a:defRPr/>
            </a:lvl1pPr>
          </a:lstStyle>
          <a:p>
            <a:r>
              <a:rPr lang="nl-NL" noProof="0"/>
              <a:t>Plaats hier je titel</a:t>
            </a:r>
            <a:endParaRPr lang="nl-NL"/>
          </a:p>
        </p:txBody>
      </p:sp>
      <p:sp>
        <p:nvSpPr>
          <p:cNvPr id="3" name="tekst">
            <a:extLst>
              <a:ext uri="{FF2B5EF4-FFF2-40B4-BE49-F238E27FC236}">
                <a16:creationId xmlns:a16="http://schemas.microsoft.com/office/drawing/2014/main" id="{FDD826C5-0082-44A8-A23D-491166C08D5B}"/>
              </a:ext>
            </a:extLst>
          </p:cNvPr>
          <p:cNvSpPr>
            <a:spLocks noGrp="1"/>
          </p:cNvSpPr>
          <p:nvPr>
            <p:ph type="body" orient="vert" idx="1" hasCustomPrompt="1"/>
          </p:nvPr>
        </p:nvSpPr>
        <p:spPr>
          <a:xfrm>
            <a:off x="521864" y="1401494"/>
            <a:ext cx="5426486" cy="4451377"/>
          </a:xfrm>
        </p:spPr>
        <p:txBody>
          <a:bodyPr vert="horz"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  <a:lvl6pPr>
              <a:defRPr/>
            </a:lvl6pPr>
            <a:lvl7pPr>
              <a:defRPr/>
            </a:lvl7pPr>
            <a:lvl8pPr>
              <a:defRPr/>
            </a:lvl8pPr>
            <a:lvl9pPr>
              <a:defRPr/>
            </a:lvl9pPr>
          </a:lstStyle>
          <a:p>
            <a:pPr lvl="0"/>
            <a:r>
              <a:rPr lang="nl-NL" noProof="0"/>
              <a:t>Klik hier om een </a:t>
            </a:r>
            <a:r>
              <a:rPr lang="nl-NL" noProof="0" err="1"/>
              <a:t>bullet</a:t>
            </a:r>
            <a:r>
              <a:rPr lang="nl-NL" noProof="0"/>
              <a:t> te plaatsen. Andere </a:t>
            </a:r>
            <a:r>
              <a:rPr lang="nl-NL" noProof="0" err="1"/>
              <a:t>bullet</a:t>
            </a:r>
            <a:r>
              <a:rPr lang="nl-NL" noProof="0"/>
              <a:t> of tekststijl nodig? Gebruik het menu Tekstopmaak.</a:t>
            </a:r>
          </a:p>
          <a:p>
            <a:pPr lvl="1"/>
            <a:r>
              <a:rPr lang="nl-NL" noProof="0"/>
              <a:t>Sub-</a:t>
            </a:r>
            <a:r>
              <a:rPr lang="nl-NL" noProof="0" err="1"/>
              <a:t>bullet</a:t>
            </a:r>
            <a:endParaRPr lang="nl-NL" noProof="0"/>
          </a:p>
          <a:p>
            <a:pPr lvl="2"/>
            <a:r>
              <a:rPr lang="nl-NL" noProof="0"/>
              <a:t>Leestekst</a:t>
            </a:r>
          </a:p>
          <a:p>
            <a:pPr lvl="3"/>
            <a:r>
              <a:rPr lang="nl-NL" noProof="0"/>
              <a:t>Subtitel</a:t>
            </a:r>
          </a:p>
          <a:p>
            <a:pPr lvl="4"/>
            <a:r>
              <a:rPr lang="nl-NL" noProof="0"/>
              <a:t>Numerieke </a:t>
            </a:r>
            <a:r>
              <a:rPr lang="nl-NL" noProof="0" err="1"/>
              <a:t>bullet</a:t>
            </a:r>
            <a:endParaRPr lang="nl-NL" noProof="0"/>
          </a:p>
          <a:p>
            <a:pPr lvl="5"/>
            <a:r>
              <a:rPr lang="nl-NL" noProof="0" err="1"/>
              <a:t>Bullet</a:t>
            </a:r>
            <a:endParaRPr lang="nl-NL" noProof="0"/>
          </a:p>
          <a:p>
            <a:pPr lvl="6"/>
            <a:r>
              <a:rPr lang="nl-NL" noProof="0"/>
              <a:t>Sub-</a:t>
            </a:r>
            <a:r>
              <a:rPr lang="nl-NL" noProof="0" err="1"/>
              <a:t>bullet</a:t>
            </a:r>
            <a:endParaRPr lang="nl-NL" noProof="0"/>
          </a:p>
          <a:p>
            <a:pPr lvl="7"/>
            <a:r>
              <a:rPr lang="nl-NL" noProof="0"/>
              <a:t>Leestekst</a:t>
            </a:r>
          </a:p>
          <a:p>
            <a:pPr lvl="8"/>
            <a:r>
              <a:rPr lang="nl-NL" noProof="0"/>
              <a:t>Subtitel</a:t>
            </a:r>
          </a:p>
        </p:txBody>
      </p:sp>
      <p:sp>
        <p:nvSpPr>
          <p:cNvPr id="7" name="Tekstvak 6">
            <a:extLst>
              <a:ext uri="{FF2B5EF4-FFF2-40B4-BE49-F238E27FC236}">
                <a16:creationId xmlns:a16="http://schemas.microsoft.com/office/drawing/2014/main" id="{A6DE5EA5-27BD-42F3-BD1D-C1E35D802DEE}"/>
              </a:ext>
            </a:extLst>
          </p:cNvPr>
          <p:cNvSpPr txBox="1"/>
          <p:nvPr userDrawn="1"/>
        </p:nvSpPr>
        <p:spPr>
          <a:xfrm>
            <a:off x="4530247" y="-885712"/>
            <a:ext cx="3131537" cy="548182"/>
          </a:xfrm>
          <a:prstGeom prst="rect">
            <a:avLst/>
          </a:prstGeom>
          <a:solidFill>
            <a:schemeClr val="bg1"/>
          </a:solidFill>
        </p:spPr>
        <p:txBody>
          <a:bodyPr wrap="none" lIns="360000" tIns="180000" rIns="360000" bIns="180000" rtlCol="0">
            <a:spAutoFit/>
          </a:bodyPr>
          <a:lstStyle/>
          <a:p>
            <a:pPr algn="ctr"/>
            <a:r>
              <a:rPr lang="nl-NL" sz="1200" b="0" spc="50" baseline="0">
                <a:solidFill>
                  <a:srgbClr val="212121"/>
                </a:solidFill>
                <a:latin typeface="+mn-lt"/>
                <a:cs typeface="Calibri" panose="020F0502020204030204" pitchFamily="34" charset="0"/>
              </a:rPr>
              <a:t>TEKST MET GRAFIEK (50%/ 50%)</a:t>
            </a:r>
          </a:p>
        </p:txBody>
      </p:sp>
      <p:sp>
        <p:nvSpPr>
          <p:cNvPr id="91" name="grafiek">
            <a:extLst>
              <a:ext uri="{FF2B5EF4-FFF2-40B4-BE49-F238E27FC236}">
                <a16:creationId xmlns:a16="http://schemas.microsoft.com/office/drawing/2014/main" id="{BDED734F-E8EE-4A40-A3B0-CCDA1D102C45}"/>
              </a:ext>
            </a:extLst>
          </p:cNvPr>
          <p:cNvSpPr>
            <a:spLocks noGrp="1"/>
          </p:cNvSpPr>
          <p:nvPr>
            <p:ph type="chart" sz="quarter" idx="14" hasCustomPrompt="1"/>
          </p:nvPr>
        </p:nvSpPr>
        <p:spPr>
          <a:xfrm>
            <a:off x="6227400" y="1401494"/>
            <a:ext cx="5437991" cy="4422432"/>
          </a:xfrm>
          <a:solidFill>
            <a:schemeClr val="bg1">
              <a:lumMod val="95000"/>
            </a:schemeClr>
          </a:solidFill>
        </p:spPr>
        <p:txBody>
          <a:bodyPr tIns="1620000"/>
          <a:lstStyle>
            <a:lvl1pPr marL="0" indent="0" algn="ctr">
              <a:spcBef>
                <a:spcPts val="0"/>
              </a:spcBef>
              <a:spcAft>
                <a:spcPts val="0"/>
              </a:spcAft>
              <a:buNone/>
              <a:defRPr sz="1050" b="1" baseline="0"/>
            </a:lvl1pPr>
          </a:lstStyle>
          <a:p>
            <a:r>
              <a:rPr lang="nl-NL"/>
              <a:t>Klik op onderstaand pictogram</a:t>
            </a:r>
            <a:br>
              <a:rPr lang="nl-NL"/>
            </a:br>
            <a:r>
              <a:rPr lang="nl-NL"/>
              <a:t>om een grafiek in te voegen</a:t>
            </a:r>
          </a:p>
        </p:txBody>
      </p:sp>
      <p:grpSp>
        <p:nvGrpSpPr>
          <p:cNvPr id="93" name="Instructie">
            <a:extLst>
              <a:ext uri="{FF2B5EF4-FFF2-40B4-BE49-F238E27FC236}">
                <a16:creationId xmlns:a16="http://schemas.microsoft.com/office/drawing/2014/main" id="{C9E001F6-3FBC-45DC-8207-6548440F7712}"/>
              </a:ext>
            </a:extLst>
          </p:cNvPr>
          <p:cNvGrpSpPr/>
          <p:nvPr userDrawn="1"/>
        </p:nvGrpSpPr>
        <p:grpSpPr>
          <a:xfrm>
            <a:off x="12389714" y="3046306"/>
            <a:ext cx="3183677" cy="2546619"/>
            <a:chOff x="12389714" y="4327164"/>
            <a:chExt cx="3183677" cy="2546619"/>
          </a:xfrm>
        </p:grpSpPr>
        <p:grpSp>
          <p:nvGrpSpPr>
            <p:cNvPr id="94" name="Meer informatie">
              <a:extLst>
                <a:ext uri="{FF2B5EF4-FFF2-40B4-BE49-F238E27FC236}">
                  <a16:creationId xmlns:a16="http://schemas.microsoft.com/office/drawing/2014/main" id="{7A1C1B78-6E2D-43F3-86BB-D14987A8AA27}"/>
                </a:ext>
              </a:extLst>
            </p:cNvPr>
            <p:cNvGrpSpPr/>
            <p:nvPr userDrawn="1"/>
          </p:nvGrpSpPr>
          <p:grpSpPr>
            <a:xfrm>
              <a:off x="12394875" y="6090510"/>
              <a:ext cx="3178515" cy="783273"/>
              <a:chOff x="-3741486" y="3359148"/>
              <a:chExt cx="3178515" cy="783273"/>
            </a:xfrm>
          </p:grpSpPr>
          <p:sp>
            <p:nvSpPr>
              <p:cNvPr id="132" name="Freeform 101">
                <a:extLst>
                  <a:ext uri="{FF2B5EF4-FFF2-40B4-BE49-F238E27FC236}">
                    <a16:creationId xmlns:a16="http://schemas.microsoft.com/office/drawing/2014/main" id="{16A53905-2267-4835-AA50-6145FC3B3FC9}"/>
                  </a:ext>
                </a:extLst>
              </p:cNvPr>
              <p:cNvSpPr>
                <a:spLocks noEditPoints="1"/>
              </p:cNvSpPr>
              <p:nvPr/>
            </p:nvSpPr>
            <p:spPr bwMode="auto">
              <a:xfrm>
                <a:off x="-3741486" y="3359148"/>
                <a:ext cx="255753" cy="255753"/>
              </a:xfrm>
              <a:custGeom>
                <a:avLst/>
                <a:gdLst>
                  <a:gd name="T0" fmla="*/ 0 w 292"/>
                  <a:gd name="T1" fmla="*/ 146 h 292"/>
                  <a:gd name="T2" fmla="*/ 4 w 292"/>
                  <a:gd name="T3" fmla="*/ 113 h 292"/>
                  <a:gd name="T4" fmla="*/ 14 w 292"/>
                  <a:gd name="T5" fmla="*/ 82 h 292"/>
                  <a:gd name="T6" fmla="*/ 31 w 292"/>
                  <a:gd name="T7" fmla="*/ 55 h 292"/>
                  <a:gd name="T8" fmla="*/ 53 w 292"/>
                  <a:gd name="T9" fmla="*/ 32 h 292"/>
                  <a:gd name="T10" fmla="*/ 81 w 292"/>
                  <a:gd name="T11" fmla="*/ 15 h 292"/>
                  <a:gd name="T12" fmla="*/ 112 w 292"/>
                  <a:gd name="T13" fmla="*/ 4 h 292"/>
                  <a:gd name="T14" fmla="*/ 145 w 292"/>
                  <a:gd name="T15" fmla="*/ 0 h 292"/>
                  <a:gd name="T16" fmla="*/ 179 w 292"/>
                  <a:gd name="T17" fmla="*/ 4 h 292"/>
                  <a:gd name="T18" fmla="*/ 209 w 292"/>
                  <a:gd name="T19" fmla="*/ 15 h 292"/>
                  <a:gd name="T20" fmla="*/ 237 w 292"/>
                  <a:gd name="T21" fmla="*/ 32 h 292"/>
                  <a:gd name="T22" fmla="*/ 259 w 292"/>
                  <a:gd name="T23" fmla="*/ 55 h 292"/>
                  <a:gd name="T24" fmla="*/ 276 w 292"/>
                  <a:gd name="T25" fmla="*/ 82 h 292"/>
                  <a:gd name="T26" fmla="*/ 288 w 292"/>
                  <a:gd name="T27" fmla="*/ 113 h 292"/>
                  <a:gd name="T28" fmla="*/ 292 w 292"/>
                  <a:gd name="T29" fmla="*/ 146 h 292"/>
                  <a:gd name="T30" fmla="*/ 288 w 292"/>
                  <a:gd name="T31" fmla="*/ 180 h 292"/>
                  <a:gd name="T32" fmla="*/ 276 w 292"/>
                  <a:gd name="T33" fmla="*/ 210 h 292"/>
                  <a:gd name="T34" fmla="*/ 259 w 292"/>
                  <a:gd name="T35" fmla="*/ 237 h 292"/>
                  <a:gd name="T36" fmla="*/ 237 w 292"/>
                  <a:gd name="T37" fmla="*/ 260 h 292"/>
                  <a:gd name="T38" fmla="*/ 209 w 292"/>
                  <a:gd name="T39" fmla="*/ 278 h 292"/>
                  <a:gd name="T40" fmla="*/ 179 w 292"/>
                  <a:gd name="T41" fmla="*/ 288 h 292"/>
                  <a:gd name="T42" fmla="*/ 145 w 292"/>
                  <a:gd name="T43" fmla="*/ 292 h 292"/>
                  <a:gd name="T44" fmla="*/ 112 w 292"/>
                  <a:gd name="T45" fmla="*/ 288 h 292"/>
                  <a:gd name="T46" fmla="*/ 81 w 292"/>
                  <a:gd name="T47" fmla="*/ 278 h 292"/>
                  <a:gd name="T48" fmla="*/ 53 w 292"/>
                  <a:gd name="T49" fmla="*/ 260 h 292"/>
                  <a:gd name="T50" fmla="*/ 31 w 292"/>
                  <a:gd name="T51" fmla="*/ 237 h 292"/>
                  <a:gd name="T52" fmla="*/ 14 w 292"/>
                  <a:gd name="T53" fmla="*/ 210 h 292"/>
                  <a:gd name="T54" fmla="*/ 4 w 292"/>
                  <a:gd name="T55" fmla="*/ 180 h 292"/>
                  <a:gd name="T56" fmla="*/ 0 w 292"/>
                  <a:gd name="T57" fmla="*/ 146 h 292"/>
                  <a:gd name="T58" fmla="*/ 102 w 292"/>
                  <a:gd name="T59" fmla="*/ 121 h 292"/>
                  <a:gd name="T60" fmla="*/ 102 w 292"/>
                  <a:gd name="T61" fmla="*/ 142 h 292"/>
                  <a:gd name="T62" fmla="*/ 120 w 292"/>
                  <a:gd name="T63" fmla="*/ 142 h 292"/>
                  <a:gd name="T64" fmla="*/ 120 w 292"/>
                  <a:gd name="T65" fmla="*/ 223 h 292"/>
                  <a:gd name="T66" fmla="*/ 102 w 292"/>
                  <a:gd name="T67" fmla="*/ 223 h 292"/>
                  <a:gd name="T68" fmla="*/ 102 w 292"/>
                  <a:gd name="T69" fmla="*/ 244 h 292"/>
                  <a:gd name="T70" fmla="*/ 188 w 292"/>
                  <a:gd name="T71" fmla="*/ 244 h 292"/>
                  <a:gd name="T72" fmla="*/ 188 w 292"/>
                  <a:gd name="T73" fmla="*/ 223 h 292"/>
                  <a:gd name="T74" fmla="*/ 170 w 292"/>
                  <a:gd name="T75" fmla="*/ 223 h 292"/>
                  <a:gd name="T76" fmla="*/ 170 w 292"/>
                  <a:gd name="T77" fmla="*/ 142 h 292"/>
                  <a:gd name="T78" fmla="*/ 188 w 292"/>
                  <a:gd name="T79" fmla="*/ 142 h 292"/>
                  <a:gd name="T80" fmla="*/ 188 w 292"/>
                  <a:gd name="T81" fmla="*/ 121 h 292"/>
                  <a:gd name="T82" fmla="*/ 102 w 292"/>
                  <a:gd name="T83" fmla="*/ 121 h 292"/>
                  <a:gd name="T84" fmla="*/ 115 w 292"/>
                  <a:gd name="T85" fmla="*/ 79 h 292"/>
                  <a:gd name="T86" fmla="*/ 117 w 292"/>
                  <a:gd name="T87" fmla="*/ 92 h 292"/>
                  <a:gd name="T88" fmla="*/ 124 w 292"/>
                  <a:gd name="T89" fmla="*/ 101 h 292"/>
                  <a:gd name="T90" fmla="*/ 133 w 292"/>
                  <a:gd name="T91" fmla="*/ 108 h 292"/>
                  <a:gd name="T92" fmla="*/ 145 w 292"/>
                  <a:gd name="T93" fmla="*/ 110 h 292"/>
                  <a:gd name="T94" fmla="*/ 157 w 292"/>
                  <a:gd name="T95" fmla="*/ 108 h 292"/>
                  <a:gd name="T96" fmla="*/ 167 w 292"/>
                  <a:gd name="T97" fmla="*/ 101 h 292"/>
                  <a:gd name="T98" fmla="*/ 174 w 292"/>
                  <a:gd name="T99" fmla="*/ 92 h 292"/>
                  <a:gd name="T100" fmla="*/ 176 w 292"/>
                  <a:gd name="T101" fmla="*/ 79 h 292"/>
                  <a:gd name="T102" fmla="*/ 174 w 292"/>
                  <a:gd name="T103" fmla="*/ 67 h 292"/>
                  <a:gd name="T104" fmla="*/ 167 w 292"/>
                  <a:gd name="T105" fmla="*/ 58 h 292"/>
                  <a:gd name="T106" fmla="*/ 157 w 292"/>
                  <a:gd name="T107" fmla="*/ 51 h 292"/>
                  <a:gd name="T108" fmla="*/ 145 w 292"/>
                  <a:gd name="T109" fmla="*/ 49 h 292"/>
                  <a:gd name="T110" fmla="*/ 133 w 292"/>
                  <a:gd name="T111" fmla="*/ 51 h 292"/>
                  <a:gd name="T112" fmla="*/ 124 w 292"/>
                  <a:gd name="T113" fmla="*/ 58 h 292"/>
                  <a:gd name="T114" fmla="*/ 117 w 292"/>
                  <a:gd name="T115" fmla="*/ 67 h 292"/>
                  <a:gd name="T116" fmla="*/ 115 w 292"/>
                  <a:gd name="T117" fmla="*/ 79 h 29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  <a:cxn ang="0">
                    <a:pos x="T90" y="T91"/>
                  </a:cxn>
                  <a:cxn ang="0">
                    <a:pos x="T92" y="T93"/>
                  </a:cxn>
                  <a:cxn ang="0">
                    <a:pos x="T94" y="T95"/>
                  </a:cxn>
                  <a:cxn ang="0">
                    <a:pos x="T96" y="T97"/>
                  </a:cxn>
                  <a:cxn ang="0">
                    <a:pos x="T98" y="T99"/>
                  </a:cxn>
                  <a:cxn ang="0">
                    <a:pos x="T100" y="T101"/>
                  </a:cxn>
                  <a:cxn ang="0">
                    <a:pos x="T102" y="T103"/>
                  </a:cxn>
                  <a:cxn ang="0">
                    <a:pos x="T104" y="T105"/>
                  </a:cxn>
                  <a:cxn ang="0">
                    <a:pos x="T106" y="T107"/>
                  </a:cxn>
                  <a:cxn ang="0">
                    <a:pos x="T108" y="T109"/>
                  </a:cxn>
                  <a:cxn ang="0">
                    <a:pos x="T110" y="T111"/>
                  </a:cxn>
                  <a:cxn ang="0">
                    <a:pos x="T112" y="T113"/>
                  </a:cxn>
                  <a:cxn ang="0">
                    <a:pos x="T114" y="T115"/>
                  </a:cxn>
                  <a:cxn ang="0">
                    <a:pos x="T116" y="T117"/>
                  </a:cxn>
                </a:cxnLst>
                <a:rect l="0" t="0" r="r" b="b"/>
                <a:pathLst>
                  <a:path w="292" h="292">
                    <a:moveTo>
                      <a:pt x="0" y="146"/>
                    </a:moveTo>
                    <a:lnTo>
                      <a:pt x="4" y="113"/>
                    </a:lnTo>
                    <a:lnTo>
                      <a:pt x="14" y="82"/>
                    </a:lnTo>
                    <a:lnTo>
                      <a:pt x="31" y="55"/>
                    </a:lnTo>
                    <a:lnTo>
                      <a:pt x="53" y="32"/>
                    </a:lnTo>
                    <a:lnTo>
                      <a:pt x="81" y="15"/>
                    </a:lnTo>
                    <a:lnTo>
                      <a:pt x="112" y="4"/>
                    </a:lnTo>
                    <a:lnTo>
                      <a:pt x="145" y="0"/>
                    </a:lnTo>
                    <a:lnTo>
                      <a:pt x="179" y="4"/>
                    </a:lnTo>
                    <a:lnTo>
                      <a:pt x="209" y="15"/>
                    </a:lnTo>
                    <a:lnTo>
                      <a:pt x="237" y="32"/>
                    </a:lnTo>
                    <a:lnTo>
                      <a:pt x="259" y="55"/>
                    </a:lnTo>
                    <a:lnTo>
                      <a:pt x="276" y="82"/>
                    </a:lnTo>
                    <a:lnTo>
                      <a:pt x="288" y="113"/>
                    </a:lnTo>
                    <a:lnTo>
                      <a:pt x="292" y="146"/>
                    </a:lnTo>
                    <a:lnTo>
                      <a:pt x="288" y="180"/>
                    </a:lnTo>
                    <a:lnTo>
                      <a:pt x="276" y="210"/>
                    </a:lnTo>
                    <a:lnTo>
                      <a:pt x="259" y="237"/>
                    </a:lnTo>
                    <a:lnTo>
                      <a:pt x="237" y="260"/>
                    </a:lnTo>
                    <a:lnTo>
                      <a:pt x="209" y="278"/>
                    </a:lnTo>
                    <a:lnTo>
                      <a:pt x="179" y="288"/>
                    </a:lnTo>
                    <a:lnTo>
                      <a:pt x="145" y="292"/>
                    </a:lnTo>
                    <a:lnTo>
                      <a:pt x="112" y="288"/>
                    </a:lnTo>
                    <a:lnTo>
                      <a:pt x="81" y="278"/>
                    </a:lnTo>
                    <a:lnTo>
                      <a:pt x="53" y="260"/>
                    </a:lnTo>
                    <a:lnTo>
                      <a:pt x="31" y="237"/>
                    </a:lnTo>
                    <a:lnTo>
                      <a:pt x="14" y="210"/>
                    </a:lnTo>
                    <a:lnTo>
                      <a:pt x="4" y="180"/>
                    </a:lnTo>
                    <a:lnTo>
                      <a:pt x="0" y="146"/>
                    </a:lnTo>
                    <a:close/>
                    <a:moveTo>
                      <a:pt x="102" y="121"/>
                    </a:moveTo>
                    <a:lnTo>
                      <a:pt x="102" y="142"/>
                    </a:lnTo>
                    <a:lnTo>
                      <a:pt x="120" y="142"/>
                    </a:lnTo>
                    <a:lnTo>
                      <a:pt x="120" y="223"/>
                    </a:lnTo>
                    <a:lnTo>
                      <a:pt x="102" y="223"/>
                    </a:lnTo>
                    <a:lnTo>
                      <a:pt x="102" y="244"/>
                    </a:lnTo>
                    <a:lnTo>
                      <a:pt x="188" y="244"/>
                    </a:lnTo>
                    <a:lnTo>
                      <a:pt x="188" y="223"/>
                    </a:lnTo>
                    <a:lnTo>
                      <a:pt x="170" y="223"/>
                    </a:lnTo>
                    <a:lnTo>
                      <a:pt x="170" y="142"/>
                    </a:lnTo>
                    <a:lnTo>
                      <a:pt x="188" y="142"/>
                    </a:lnTo>
                    <a:lnTo>
                      <a:pt x="188" y="121"/>
                    </a:lnTo>
                    <a:lnTo>
                      <a:pt x="102" y="121"/>
                    </a:lnTo>
                    <a:close/>
                    <a:moveTo>
                      <a:pt x="115" y="79"/>
                    </a:moveTo>
                    <a:lnTo>
                      <a:pt x="117" y="92"/>
                    </a:lnTo>
                    <a:lnTo>
                      <a:pt x="124" y="101"/>
                    </a:lnTo>
                    <a:lnTo>
                      <a:pt x="133" y="108"/>
                    </a:lnTo>
                    <a:lnTo>
                      <a:pt x="145" y="110"/>
                    </a:lnTo>
                    <a:lnTo>
                      <a:pt x="157" y="108"/>
                    </a:lnTo>
                    <a:lnTo>
                      <a:pt x="167" y="101"/>
                    </a:lnTo>
                    <a:lnTo>
                      <a:pt x="174" y="92"/>
                    </a:lnTo>
                    <a:lnTo>
                      <a:pt x="176" y="79"/>
                    </a:lnTo>
                    <a:lnTo>
                      <a:pt x="174" y="67"/>
                    </a:lnTo>
                    <a:lnTo>
                      <a:pt x="167" y="58"/>
                    </a:lnTo>
                    <a:lnTo>
                      <a:pt x="157" y="51"/>
                    </a:lnTo>
                    <a:lnTo>
                      <a:pt x="145" y="49"/>
                    </a:lnTo>
                    <a:lnTo>
                      <a:pt x="133" y="51"/>
                    </a:lnTo>
                    <a:lnTo>
                      <a:pt x="124" y="58"/>
                    </a:lnTo>
                    <a:lnTo>
                      <a:pt x="117" y="67"/>
                    </a:lnTo>
                    <a:lnTo>
                      <a:pt x="115" y="79"/>
                    </a:lnTo>
                    <a:close/>
                  </a:path>
                </a:pathLst>
              </a:custGeom>
              <a:solidFill>
                <a:srgbClr val="FF7800"/>
              </a:solidFill>
              <a:ln w="0">
                <a:noFill/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nl-NL" sz="1100" noProof="0"/>
              </a:p>
            </p:txBody>
          </p:sp>
          <p:sp>
            <p:nvSpPr>
              <p:cNvPr id="133" name="Rechthoek 132">
                <a:extLst>
                  <a:ext uri="{FF2B5EF4-FFF2-40B4-BE49-F238E27FC236}">
                    <a16:creationId xmlns:a16="http://schemas.microsoft.com/office/drawing/2014/main" id="{BBC55B4F-53EC-4FA0-9FA4-A2BA84E90F87}"/>
                  </a:ext>
                </a:extLst>
              </p:cNvPr>
              <p:cNvSpPr/>
              <p:nvPr userDrawn="1"/>
            </p:nvSpPr>
            <p:spPr>
              <a:xfrm>
                <a:off x="-3380966" y="3431177"/>
                <a:ext cx="2817995" cy="592123"/>
              </a:xfrm>
              <a:prstGeom prst="rect">
                <a:avLst/>
              </a:prstGeom>
              <a:noFill/>
              <a:ln w="25400" cap="flat" cmpd="sng" algn="ctr">
                <a:noFill/>
                <a:prstDash val="solid"/>
              </a:ln>
              <a:effectLst/>
            </p:spPr>
            <p:txBody>
              <a:bodyPr lIns="0" tIns="0" rIns="0" bIns="0" rtlCol="0" anchor="t"/>
              <a:lstStyle/>
              <a:p>
                <a:pPr marL="0" marR="0" lvl="0" indent="0" defTabSz="914400" eaLnBrk="1" fontAlgn="auto" latinLnBrk="0" hangingPunct="1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nl-NL" sz="1100" b="0" i="0" u="none" strike="noStrike" kern="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+mn-lt"/>
                    <a:cs typeface="Segoe UI Light" panose="020B0502040204020203" pitchFamily="34" charset="0"/>
                  </a:rPr>
                  <a:t>Meer weten?</a:t>
                </a:r>
                <a:br>
                  <a:rPr kumimoji="0" lang="nl-NL" sz="1100" b="0" i="0" u="none" strike="noStrike" kern="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+mn-lt"/>
                    <a:cs typeface="Segoe UI Light" panose="020B0502040204020203" pitchFamily="34" charset="0"/>
                  </a:rPr>
                </a:br>
                <a:r>
                  <a:rPr kumimoji="0" lang="nl-NL" sz="1100" b="0" i="0" u="none" strike="noStrike" kern="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+mn-lt"/>
                    <a:cs typeface="Segoe UI Light" panose="020B0502040204020203" pitchFamily="34" charset="0"/>
                  </a:rPr>
                  <a:t>Ga naar dia </a:t>
                </a:r>
                <a:r>
                  <a:rPr kumimoji="0" lang="nl-NL" sz="1100" b="1" i="0" u="none" strike="noStrike" kern="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+mn-lt"/>
                    <a:cs typeface="Segoe UI Light" panose="020B0502040204020203" pitchFamily="34" charset="0"/>
                  </a:rPr>
                  <a:t>‘Instructie dia: YouTube links’</a:t>
                </a:r>
                <a:r>
                  <a:rPr kumimoji="0" lang="nl-NL" sz="1100" b="0" i="0" u="none" strike="noStrike" kern="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+mn-lt"/>
                    <a:cs typeface="Segoe UI Light" panose="020B0502040204020203" pitchFamily="34" charset="0"/>
                  </a:rPr>
                  <a:t>, open deze in de diavoorstelling en klik op de gewenste video link.</a:t>
                </a:r>
              </a:p>
            </p:txBody>
          </p:sp>
          <p:cxnSp>
            <p:nvCxnSpPr>
              <p:cNvPr id="134" name="Rechte verbindingslijn 133">
                <a:extLst>
                  <a:ext uri="{FF2B5EF4-FFF2-40B4-BE49-F238E27FC236}">
                    <a16:creationId xmlns:a16="http://schemas.microsoft.com/office/drawing/2014/main" id="{501C72D5-9204-4357-8F61-286786591090}"/>
                  </a:ext>
                </a:extLst>
              </p:cNvPr>
              <p:cNvCxnSpPr>
                <a:cxnSpLocks/>
              </p:cNvCxnSpPr>
              <p:nvPr userDrawn="1"/>
            </p:nvCxnSpPr>
            <p:spPr>
              <a:xfrm>
                <a:off x="-3740987" y="4142421"/>
                <a:ext cx="3178016" cy="0"/>
              </a:xfrm>
              <a:prstGeom prst="line">
                <a:avLst/>
              </a:prstGeom>
              <a:noFill/>
              <a:ln w="3175" cap="flat" cmpd="sng" algn="ctr">
                <a:solidFill>
                  <a:schemeClr val="accent1"/>
                </a:solidFill>
                <a:prstDash val="solid"/>
              </a:ln>
              <a:effectLst/>
            </p:spPr>
          </p:cxnSp>
        </p:grpSp>
        <p:cxnSp>
          <p:nvCxnSpPr>
            <p:cNvPr id="95" name="Rechte verbindingslijn 94">
              <a:extLst>
                <a:ext uri="{FF2B5EF4-FFF2-40B4-BE49-F238E27FC236}">
                  <a16:creationId xmlns:a16="http://schemas.microsoft.com/office/drawing/2014/main" id="{E73A71B5-D298-408B-B81A-669EDBCB715C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2395374" y="5963729"/>
              <a:ext cx="3178017" cy="0"/>
            </a:xfrm>
            <a:prstGeom prst="line">
              <a:avLst/>
            </a:prstGeom>
            <a:noFill/>
            <a:ln w="3175" cap="flat" cmpd="sng" algn="ctr">
              <a:solidFill>
                <a:schemeClr val="accent1"/>
              </a:solidFill>
              <a:prstDash val="solid"/>
            </a:ln>
            <a:effectLst/>
          </p:spPr>
        </p:cxnSp>
        <p:sp>
          <p:nvSpPr>
            <p:cNvPr id="96" name="Rechthoek 95">
              <a:extLst>
                <a:ext uri="{FF2B5EF4-FFF2-40B4-BE49-F238E27FC236}">
                  <a16:creationId xmlns:a16="http://schemas.microsoft.com/office/drawing/2014/main" id="{4F090187-74DB-4F08-B9D2-5A2495208D4F}"/>
                </a:ext>
              </a:extLst>
            </p:cNvPr>
            <p:cNvSpPr/>
            <p:nvPr userDrawn="1"/>
          </p:nvSpPr>
          <p:spPr>
            <a:xfrm>
              <a:off x="12395375" y="4327164"/>
              <a:ext cx="3178016" cy="191611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ctr"/>
            <a:lstStyle/>
            <a:p>
              <a:pPr marL="0" marR="0" lvl="0" indent="0" defTabSz="914400" eaLnBrk="1" fontAlgn="auto" latinLnBrk="0" hangingPunct="1">
                <a:lnSpc>
                  <a:spcPct val="8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nl-NL" sz="1400" b="1" i="0" u="none" strike="noStrike" kern="0" cap="all" spc="0" normalizeH="0" baseline="0" noProof="0">
                  <a:ln>
                    <a:noFill/>
                  </a:ln>
                  <a:solidFill>
                    <a:schemeClr val="accent1"/>
                  </a:solidFill>
                  <a:effectLst/>
                  <a:uLnTx/>
                  <a:uFillTx/>
                  <a:latin typeface="+mj-lt"/>
                  <a:cs typeface="Segoe UI Light" panose="020B0502040204020203" pitchFamily="34" charset="0"/>
                </a:rPr>
                <a:t>Data van de Grafiek Bewerken</a:t>
              </a:r>
            </a:p>
          </p:txBody>
        </p:sp>
        <p:sp>
          <p:nvSpPr>
            <p:cNvPr id="97" name="Ovaal 96">
              <a:extLst>
                <a:ext uri="{FF2B5EF4-FFF2-40B4-BE49-F238E27FC236}">
                  <a16:creationId xmlns:a16="http://schemas.microsoft.com/office/drawing/2014/main" id="{56242B33-BB1A-4AC4-A7AF-6695B08F87DE}"/>
                </a:ext>
              </a:extLst>
            </p:cNvPr>
            <p:cNvSpPr/>
            <p:nvPr userDrawn="1"/>
          </p:nvSpPr>
          <p:spPr>
            <a:xfrm>
              <a:off x="12389714" y="4706254"/>
              <a:ext cx="260914" cy="259683"/>
            </a:xfrm>
            <a:prstGeom prst="ellipse">
              <a:avLst/>
            </a:prstGeom>
            <a:solidFill>
              <a:schemeClr val="accent1"/>
            </a:solidFill>
            <a:ln w="25400" cap="flat" cmpd="sng" algn="ctr">
              <a:noFill/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1</a:t>
              </a:r>
            </a:p>
          </p:txBody>
        </p:sp>
        <p:cxnSp>
          <p:nvCxnSpPr>
            <p:cNvPr id="98" name="Rechte verbindingslijn 97">
              <a:extLst>
                <a:ext uri="{FF2B5EF4-FFF2-40B4-BE49-F238E27FC236}">
                  <a16:creationId xmlns:a16="http://schemas.microsoft.com/office/drawing/2014/main" id="{7E3C0BF9-E98E-44A9-8118-80E0DAB7D10E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2395374" y="4584932"/>
              <a:ext cx="3178017" cy="0"/>
            </a:xfrm>
            <a:prstGeom prst="line">
              <a:avLst/>
            </a:prstGeom>
            <a:noFill/>
            <a:ln w="3175" cap="flat" cmpd="sng" algn="ctr">
              <a:solidFill>
                <a:schemeClr val="accent1"/>
              </a:solidFill>
              <a:prstDash val="solid"/>
            </a:ln>
            <a:effectLst/>
          </p:spPr>
        </p:cxnSp>
        <p:sp>
          <p:nvSpPr>
            <p:cNvPr id="99" name="Rechthoek 98">
              <a:extLst>
                <a:ext uri="{FF2B5EF4-FFF2-40B4-BE49-F238E27FC236}">
                  <a16:creationId xmlns:a16="http://schemas.microsoft.com/office/drawing/2014/main" id="{7CFB252F-FA08-4A37-88FC-077A1F4CE170}"/>
                </a:ext>
              </a:extLst>
            </p:cNvPr>
            <p:cNvSpPr/>
            <p:nvPr userDrawn="1"/>
          </p:nvSpPr>
          <p:spPr>
            <a:xfrm>
              <a:off x="12755395" y="4772316"/>
              <a:ext cx="2817995" cy="314439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t"/>
            <a:lstStyle/>
            <a:p>
              <a:pPr lvl="0" fontAlgn="auto"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lang="nl-NL" sz="1100" kern="0" noProof="0">
                  <a:solidFill>
                    <a:schemeClr val="tx1"/>
                  </a:solidFill>
                  <a:latin typeface="+mn-lt"/>
                  <a:cs typeface="Segoe UI Light" panose="020B0502040204020203" pitchFamily="34" charset="0"/>
                </a:rPr>
                <a:t>Selecteer de grafiek, klik met de rechter muisknop en kies </a:t>
              </a:r>
              <a:r>
                <a:rPr lang="nl-NL" sz="1100" b="1" kern="0" noProof="0">
                  <a:solidFill>
                    <a:schemeClr val="tx1"/>
                  </a:solidFill>
                  <a:latin typeface="+mn-lt"/>
                  <a:cs typeface="Segoe UI Light" panose="020B0502040204020203" pitchFamily="34" charset="0"/>
                </a:rPr>
                <a:t>‘Gegevens bewerken’</a:t>
              </a:r>
            </a:p>
          </p:txBody>
        </p:sp>
        <p:grpSp>
          <p:nvGrpSpPr>
            <p:cNvPr id="100" name="Groep 99">
              <a:extLst>
                <a:ext uri="{FF2B5EF4-FFF2-40B4-BE49-F238E27FC236}">
                  <a16:creationId xmlns:a16="http://schemas.microsoft.com/office/drawing/2014/main" id="{5149F826-5473-4D84-B11A-B8FCED0BC60B}"/>
                </a:ext>
              </a:extLst>
            </p:cNvPr>
            <p:cNvGrpSpPr/>
            <p:nvPr userDrawn="1"/>
          </p:nvGrpSpPr>
          <p:grpSpPr>
            <a:xfrm>
              <a:off x="12755394" y="5222855"/>
              <a:ext cx="1714530" cy="639425"/>
              <a:chOff x="12757283" y="4365594"/>
              <a:chExt cx="1714530" cy="639425"/>
            </a:xfrm>
          </p:grpSpPr>
          <p:sp>
            <p:nvSpPr>
              <p:cNvPr id="101" name="Rechthoek 100">
                <a:extLst>
                  <a:ext uri="{FF2B5EF4-FFF2-40B4-BE49-F238E27FC236}">
                    <a16:creationId xmlns:a16="http://schemas.microsoft.com/office/drawing/2014/main" id="{4DBEFDC8-2B58-429A-A80F-BECE302BD12E}"/>
                  </a:ext>
                </a:extLst>
              </p:cNvPr>
              <p:cNvSpPr/>
              <p:nvPr userDrawn="1"/>
            </p:nvSpPr>
            <p:spPr>
              <a:xfrm>
                <a:off x="12757283" y="4365594"/>
                <a:ext cx="1626818" cy="580946"/>
              </a:xfrm>
              <a:prstGeom prst="rect">
                <a:avLst/>
              </a:prstGeom>
              <a:solidFill>
                <a:schemeClr val="bg1"/>
              </a:solidFill>
              <a:ln w="12700">
                <a:solidFill>
                  <a:srgbClr val="D1D1D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10800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endParaRPr lang="nl-NL" sz="800" b="0" noProof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102" name="Rechthoek 101">
                <a:extLst>
                  <a:ext uri="{FF2B5EF4-FFF2-40B4-BE49-F238E27FC236}">
                    <a16:creationId xmlns:a16="http://schemas.microsoft.com/office/drawing/2014/main" id="{D9C13CA8-362E-419F-8E5B-5423F1B8C43F}"/>
                  </a:ext>
                </a:extLst>
              </p:cNvPr>
              <p:cNvSpPr/>
              <p:nvPr userDrawn="1"/>
            </p:nvSpPr>
            <p:spPr>
              <a:xfrm>
                <a:off x="12768263" y="4676983"/>
                <a:ext cx="1609231" cy="261256"/>
              </a:xfrm>
              <a:prstGeom prst="rect">
                <a:avLst/>
              </a:prstGeom>
              <a:solidFill>
                <a:srgbClr val="FCE4DC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nl-NL" sz="1000" b="1" noProof="0">
                  <a:solidFill>
                    <a:schemeClr val="tx1"/>
                  </a:solidFill>
                </a:endParaRPr>
              </a:p>
            </p:txBody>
          </p:sp>
          <p:sp>
            <p:nvSpPr>
              <p:cNvPr id="103" name="Tekstvak 102">
                <a:extLst>
                  <a:ext uri="{FF2B5EF4-FFF2-40B4-BE49-F238E27FC236}">
                    <a16:creationId xmlns:a16="http://schemas.microsoft.com/office/drawing/2014/main" id="{38A87954-6B96-4840-99EE-473A13BF08BB}"/>
                  </a:ext>
                </a:extLst>
              </p:cNvPr>
              <p:cNvSpPr txBox="1"/>
              <p:nvPr userDrawn="1"/>
            </p:nvSpPr>
            <p:spPr>
              <a:xfrm>
                <a:off x="12997648" y="4404704"/>
                <a:ext cx="1248154" cy="21698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algn="l" defTabSz="1217512" rtl="0" eaLnBrk="1" latinLnBrk="0" hangingPunct="1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r>
                  <a:rPr lang="nl-NL" sz="900" b="0" kern="1200" noProof="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rPr>
                  <a:t>Grafiektype wijzigen</a:t>
                </a:r>
              </a:p>
            </p:txBody>
          </p:sp>
          <p:sp>
            <p:nvSpPr>
              <p:cNvPr id="104" name="Tekstvak 103">
                <a:extLst>
                  <a:ext uri="{FF2B5EF4-FFF2-40B4-BE49-F238E27FC236}">
                    <a16:creationId xmlns:a16="http://schemas.microsoft.com/office/drawing/2014/main" id="{64EAE2DA-E998-42D4-AF66-6DC0D991A793}"/>
                  </a:ext>
                </a:extLst>
              </p:cNvPr>
              <p:cNvSpPr txBox="1"/>
              <p:nvPr userDrawn="1"/>
            </p:nvSpPr>
            <p:spPr>
              <a:xfrm>
                <a:off x="12984219" y="4725830"/>
                <a:ext cx="1274711" cy="21698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algn="l" defTabSz="1217512" rtl="0" eaLnBrk="1" latinLnBrk="0" hangingPunct="1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r>
                  <a:rPr lang="nl-NL" sz="900" b="0" kern="1200" noProof="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rPr>
                  <a:t>Gegevens bewerken</a:t>
                </a:r>
              </a:p>
            </p:txBody>
          </p:sp>
          <p:pic>
            <p:nvPicPr>
              <p:cNvPr id="105" name="Picture 3">
                <a:extLst>
                  <a:ext uri="{FF2B5EF4-FFF2-40B4-BE49-F238E27FC236}">
                    <a16:creationId xmlns:a16="http://schemas.microsoft.com/office/drawing/2014/main" id="{2637CA94-7489-4D59-BA7C-0072F03D7793}"/>
                  </a:ext>
                </a:extLst>
              </p:cNvPr>
              <p:cNvPicPr>
                <a:picLocks noChangeAspect="1" noChangeArrowheads="1"/>
              </p:cNvPicPr>
              <p:nvPr userDrawn="1"/>
            </p:nvPicPr>
            <p:blipFill>
              <a:blip r:embed="rId2" cstate="email">
                <a:extLst>
                  <a:ext uri="{28A0092B-C50C-407E-A947-70E740481C1C}">
                    <a14:useLocalDpi xmlns:a14="http://schemas.microsoft.com/office/drawing/2010/main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14328727" y="4773688"/>
                <a:ext cx="143086" cy="231331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</p:pic>
          <p:grpSp>
            <p:nvGrpSpPr>
              <p:cNvPr id="106" name="Groep 105">
                <a:extLst>
                  <a:ext uri="{FF2B5EF4-FFF2-40B4-BE49-F238E27FC236}">
                    <a16:creationId xmlns:a16="http://schemas.microsoft.com/office/drawing/2014/main" id="{E0F65D8A-932C-4FFE-8A7C-FCD741C254C1}"/>
                  </a:ext>
                </a:extLst>
              </p:cNvPr>
              <p:cNvGrpSpPr/>
              <p:nvPr userDrawn="1"/>
            </p:nvGrpSpPr>
            <p:grpSpPr>
              <a:xfrm>
                <a:off x="12831198" y="4432250"/>
                <a:ext cx="139861" cy="152244"/>
                <a:chOff x="12574450" y="6053892"/>
                <a:chExt cx="169232" cy="184215"/>
              </a:xfrm>
            </p:grpSpPr>
            <p:sp>
              <p:nvSpPr>
                <p:cNvPr id="129" name="Rechthoek 128">
                  <a:extLst>
                    <a:ext uri="{FF2B5EF4-FFF2-40B4-BE49-F238E27FC236}">
                      <a16:creationId xmlns:a16="http://schemas.microsoft.com/office/drawing/2014/main" id="{E4F2CAC6-C286-4619-9A46-94AF0F3B4813}"/>
                    </a:ext>
                  </a:extLst>
                </p:cNvPr>
                <p:cNvSpPr/>
                <p:nvPr userDrawn="1"/>
              </p:nvSpPr>
              <p:spPr>
                <a:xfrm>
                  <a:off x="12574450" y="6111529"/>
                  <a:ext cx="46293" cy="126577"/>
                </a:xfrm>
                <a:prstGeom prst="rect">
                  <a:avLst/>
                </a:prstGeom>
                <a:solidFill>
                  <a:srgbClr val="4D82B8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sz="2000" noProof="0">
                    <a:solidFill>
                      <a:schemeClr val="tx2"/>
                    </a:solidFill>
                    <a:latin typeface="+mn-lt"/>
                  </a:endParaRPr>
                </a:p>
              </p:txBody>
            </p:sp>
            <p:sp>
              <p:nvSpPr>
                <p:cNvPr id="130" name="Rechthoek 129">
                  <a:extLst>
                    <a:ext uri="{FF2B5EF4-FFF2-40B4-BE49-F238E27FC236}">
                      <a16:creationId xmlns:a16="http://schemas.microsoft.com/office/drawing/2014/main" id="{FF309A0B-5266-403E-A702-BE9F65D24750}"/>
                    </a:ext>
                  </a:extLst>
                </p:cNvPr>
                <p:cNvSpPr/>
                <p:nvPr userDrawn="1"/>
              </p:nvSpPr>
              <p:spPr>
                <a:xfrm>
                  <a:off x="12635427" y="6053892"/>
                  <a:ext cx="46293" cy="184215"/>
                </a:xfrm>
                <a:prstGeom prst="rect">
                  <a:avLst/>
                </a:prstGeom>
                <a:solidFill>
                  <a:srgbClr val="EDC87E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sz="2000" noProof="0">
                    <a:solidFill>
                      <a:schemeClr val="tx2"/>
                    </a:solidFill>
                    <a:latin typeface="+mn-lt"/>
                  </a:endParaRPr>
                </a:p>
              </p:txBody>
            </p:sp>
            <p:sp>
              <p:nvSpPr>
                <p:cNvPr id="131" name="Rechthoek 130">
                  <a:extLst>
                    <a:ext uri="{FF2B5EF4-FFF2-40B4-BE49-F238E27FC236}">
                      <a16:creationId xmlns:a16="http://schemas.microsoft.com/office/drawing/2014/main" id="{6473A50E-AE4B-43CE-8EC8-1620785C8D60}"/>
                    </a:ext>
                  </a:extLst>
                </p:cNvPr>
                <p:cNvSpPr/>
                <p:nvPr userDrawn="1"/>
              </p:nvSpPr>
              <p:spPr>
                <a:xfrm>
                  <a:off x="12697389" y="6094907"/>
                  <a:ext cx="46293" cy="143200"/>
                </a:xfrm>
                <a:prstGeom prst="rect">
                  <a:avLst/>
                </a:prstGeom>
                <a:solidFill>
                  <a:srgbClr val="808080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sz="2000" noProof="0">
                    <a:solidFill>
                      <a:schemeClr val="tx2"/>
                    </a:solidFill>
                    <a:latin typeface="+mn-lt"/>
                  </a:endParaRPr>
                </a:p>
              </p:txBody>
            </p:sp>
          </p:grpSp>
          <p:grpSp>
            <p:nvGrpSpPr>
              <p:cNvPr id="107" name="Groep 106">
                <a:extLst>
                  <a:ext uri="{FF2B5EF4-FFF2-40B4-BE49-F238E27FC236}">
                    <a16:creationId xmlns:a16="http://schemas.microsoft.com/office/drawing/2014/main" id="{A10A86B2-4771-4F86-94AC-EE55D2392979}"/>
                  </a:ext>
                </a:extLst>
              </p:cNvPr>
              <p:cNvGrpSpPr/>
              <p:nvPr userDrawn="1"/>
            </p:nvGrpSpPr>
            <p:grpSpPr>
              <a:xfrm>
                <a:off x="12831198" y="4748585"/>
                <a:ext cx="184916" cy="120210"/>
                <a:chOff x="8815516" y="1076284"/>
                <a:chExt cx="503174" cy="327105"/>
              </a:xfrm>
            </p:grpSpPr>
            <p:sp>
              <p:nvSpPr>
                <p:cNvPr id="108" name="Rechthoek 107">
                  <a:extLst>
                    <a:ext uri="{FF2B5EF4-FFF2-40B4-BE49-F238E27FC236}">
                      <a16:creationId xmlns:a16="http://schemas.microsoft.com/office/drawing/2014/main" id="{47F3F537-AC54-4DE4-9350-4910FCF53CEE}"/>
                    </a:ext>
                  </a:extLst>
                </p:cNvPr>
                <p:cNvSpPr/>
                <p:nvPr userDrawn="1"/>
              </p:nvSpPr>
              <p:spPr>
                <a:xfrm>
                  <a:off x="8815516" y="1133167"/>
                  <a:ext cx="372729" cy="235975"/>
                </a:xfrm>
                <a:prstGeom prst="rect">
                  <a:avLst/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  <p:grpSp>
              <p:nvGrpSpPr>
                <p:cNvPr id="109" name="Groep 108">
                  <a:extLst>
                    <a:ext uri="{FF2B5EF4-FFF2-40B4-BE49-F238E27FC236}">
                      <a16:creationId xmlns:a16="http://schemas.microsoft.com/office/drawing/2014/main" id="{E845CEF2-5548-4E42-8AF4-6F14ED3A3499}"/>
                    </a:ext>
                  </a:extLst>
                </p:cNvPr>
                <p:cNvGrpSpPr/>
                <p:nvPr userDrawn="1"/>
              </p:nvGrpSpPr>
              <p:grpSpPr>
                <a:xfrm>
                  <a:off x="8815517" y="1076284"/>
                  <a:ext cx="503173" cy="327105"/>
                  <a:chOff x="1351248" y="-683635"/>
                  <a:chExt cx="503173" cy="327105"/>
                </a:xfrm>
              </p:grpSpPr>
              <p:grpSp>
                <p:nvGrpSpPr>
                  <p:cNvPr id="110" name="Groep 109">
                    <a:extLst>
                      <a:ext uri="{FF2B5EF4-FFF2-40B4-BE49-F238E27FC236}">
                        <a16:creationId xmlns:a16="http://schemas.microsoft.com/office/drawing/2014/main" id="{E9E726B1-A7C6-4F14-9CAC-F4CD04BDDDF0}"/>
                      </a:ext>
                    </a:extLst>
                  </p:cNvPr>
                  <p:cNvGrpSpPr/>
                  <p:nvPr userDrawn="1"/>
                </p:nvGrpSpPr>
                <p:grpSpPr>
                  <a:xfrm>
                    <a:off x="1351248" y="-683635"/>
                    <a:ext cx="375186" cy="293652"/>
                    <a:chOff x="1094874" y="-884923"/>
                    <a:chExt cx="884668" cy="692417"/>
                  </a:xfrm>
                </p:grpSpPr>
                <p:sp>
                  <p:nvSpPr>
                    <p:cNvPr id="115" name="Rechthoek 114">
                      <a:extLst>
                        <a:ext uri="{FF2B5EF4-FFF2-40B4-BE49-F238E27FC236}">
                          <a16:creationId xmlns:a16="http://schemas.microsoft.com/office/drawing/2014/main" id="{CB7A4333-9006-4DEC-8C05-AB8BA2C89A46}"/>
                        </a:ext>
                      </a:extLst>
                    </p:cNvPr>
                    <p:cNvSpPr/>
                    <p:nvPr userDrawn="1"/>
                  </p:nvSpPr>
                  <p:spPr>
                    <a:xfrm>
                      <a:off x="1094874" y="-884923"/>
                      <a:ext cx="878304" cy="145579"/>
                    </a:xfrm>
                    <a:prstGeom prst="rect">
                      <a:avLst/>
                    </a:prstGeom>
                    <a:solidFill>
                      <a:srgbClr val="818181"/>
                    </a:solidFill>
                    <a:ln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nl-NL" noProof="0"/>
                    </a:p>
                  </p:txBody>
                </p:sp>
                <p:grpSp>
                  <p:nvGrpSpPr>
                    <p:cNvPr id="116" name="Groep 115">
                      <a:extLst>
                        <a:ext uri="{FF2B5EF4-FFF2-40B4-BE49-F238E27FC236}">
                          <a16:creationId xmlns:a16="http://schemas.microsoft.com/office/drawing/2014/main" id="{BBDB74E0-95DA-4B1B-B0B5-526EB6020035}"/>
                        </a:ext>
                      </a:extLst>
                    </p:cNvPr>
                    <p:cNvGrpSpPr/>
                    <p:nvPr userDrawn="1"/>
                  </p:nvGrpSpPr>
                  <p:grpSpPr>
                    <a:xfrm>
                      <a:off x="1094874" y="-878306"/>
                      <a:ext cx="867364" cy="685800"/>
                      <a:chOff x="1094874" y="-878306"/>
                      <a:chExt cx="867364" cy="613611"/>
                    </a:xfrm>
                  </p:grpSpPr>
                  <p:cxnSp>
                    <p:nvCxnSpPr>
                      <p:cNvPr id="122" name="Rechte verbindingslijn 121">
                        <a:extLst>
                          <a:ext uri="{FF2B5EF4-FFF2-40B4-BE49-F238E27FC236}">
                            <a16:creationId xmlns:a16="http://schemas.microsoft.com/office/drawing/2014/main" id="{1F5CA13D-6259-465D-A375-8AADDDE629CC}"/>
                          </a:ext>
                        </a:extLst>
                      </p:cNvPr>
                      <p:cNvCxnSpPr>
                        <a:cxnSpLocks/>
                      </p:cNvCxnSpPr>
                      <p:nvPr userDrawn="1"/>
                    </p:nvCxnSpPr>
                    <p:spPr>
                      <a:xfrm>
                        <a:off x="1094874" y="-878305"/>
                        <a:ext cx="0" cy="613610"/>
                      </a:xfrm>
                      <a:prstGeom prst="line">
                        <a:avLst/>
                      </a:prstGeom>
                      <a:ln>
                        <a:solidFill>
                          <a:srgbClr val="818181"/>
                        </a:solidFill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cxnSp>
                    <p:nvCxnSpPr>
                      <p:cNvPr id="123" name="Rechte verbindingslijn 122">
                        <a:extLst>
                          <a:ext uri="{FF2B5EF4-FFF2-40B4-BE49-F238E27FC236}">
                            <a16:creationId xmlns:a16="http://schemas.microsoft.com/office/drawing/2014/main" id="{F761B7E8-C0D2-4D72-A278-8D0AB0AC27A2}"/>
                          </a:ext>
                        </a:extLst>
                      </p:cNvPr>
                      <p:cNvCxnSpPr>
                        <a:cxnSpLocks/>
                      </p:cNvCxnSpPr>
                      <p:nvPr userDrawn="1"/>
                    </p:nvCxnSpPr>
                    <p:spPr>
                      <a:xfrm>
                        <a:off x="1962238" y="-878306"/>
                        <a:ext cx="0" cy="613611"/>
                      </a:xfrm>
                      <a:prstGeom prst="line">
                        <a:avLst/>
                      </a:prstGeom>
                      <a:ln>
                        <a:solidFill>
                          <a:srgbClr val="818181"/>
                        </a:solidFill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grpSp>
                    <p:nvGrpSpPr>
                      <p:cNvPr id="124" name="Groep 123">
                        <a:extLst>
                          <a:ext uri="{FF2B5EF4-FFF2-40B4-BE49-F238E27FC236}">
                            <a16:creationId xmlns:a16="http://schemas.microsoft.com/office/drawing/2014/main" id="{4E325CC0-D128-44F7-A915-260996265FAB}"/>
                          </a:ext>
                        </a:extLst>
                      </p:cNvPr>
                      <p:cNvGrpSpPr/>
                      <p:nvPr userDrawn="1"/>
                    </p:nvGrpSpPr>
                    <p:grpSpPr>
                      <a:xfrm>
                        <a:off x="1270535" y="-878306"/>
                        <a:ext cx="526983" cy="613611"/>
                        <a:chOff x="1270535" y="-745959"/>
                        <a:chExt cx="526983" cy="481264"/>
                      </a:xfrm>
                    </p:grpSpPr>
                    <p:cxnSp>
                      <p:nvCxnSpPr>
                        <p:cNvPr id="125" name="Rechte verbindingslijn 124">
                          <a:extLst>
                            <a:ext uri="{FF2B5EF4-FFF2-40B4-BE49-F238E27FC236}">
                              <a16:creationId xmlns:a16="http://schemas.microsoft.com/office/drawing/2014/main" id="{C7638D50-02D3-4B9D-A6A4-D1014B950C3B}"/>
                            </a:ext>
                          </a:extLst>
                        </p:cNvPr>
                        <p:cNvCxnSpPr>
                          <a:cxnSpLocks/>
                        </p:cNvCxnSpPr>
                        <p:nvPr userDrawn="1"/>
                      </p:nvCxnSpPr>
                      <p:spPr>
                        <a:xfrm>
                          <a:off x="1446196" y="-745959"/>
                          <a:ext cx="0" cy="481264"/>
                        </a:xfrm>
                        <a:prstGeom prst="line">
                          <a:avLst/>
                        </a:prstGeom>
                        <a:ln w="6350">
                          <a:solidFill>
                            <a:srgbClr val="818181"/>
                          </a:solidFill>
                        </a:ln>
                      </p:spPr>
                      <p:style>
                        <a:lnRef idx="1">
                          <a:schemeClr val="accent1"/>
                        </a:lnRef>
                        <a:fillRef idx="0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tx1"/>
                        </a:fontRef>
                      </p:style>
                    </p:cxnSp>
                    <p:cxnSp>
                      <p:nvCxnSpPr>
                        <p:cNvPr id="126" name="Rechte verbindingslijn 125">
                          <a:extLst>
                            <a:ext uri="{FF2B5EF4-FFF2-40B4-BE49-F238E27FC236}">
                              <a16:creationId xmlns:a16="http://schemas.microsoft.com/office/drawing/2014/main" id="{FC25F6D1-67A7-4D32-8D54-D5234326E527}"/>
                            </a:ext>
                          </a:extLst>
                        </p:cNvPr>
                        <p:cNvCxnSpPr>
                          <a:cxnSpLocks/>
                        </p:cNvCxnSpPr>
                        <p:nvPr userDrawn="1"/>
                      </p:nvCxnSpPr>
                      <p:spPr>
                        <a:xfrm>
                          <a:off x="1270535" y="-745959"/>
                          <a:ext cx="0" cy="481264"/>
                        </a:xfrm>
                        <a:prstGeom prst="line">
                          <a:avLst/>
                        </a:prstGeom>
                        <a:ln w="6350">
                          <a:solidFill>
                            <a:srgbClr val="818181"/>
                          </a:solidFill>
                        </a:ln>
                      </p:spPr>
                      <p:style>
                        <a:lnRef idx="1">
                          <a:schemeClr val="accent1"/>
                        </a:lnRef>
                        <a:fillRef idx="0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tx1"/>
                        </a:fontRef>
                      </p:style>
                    </p:cxnSp>
                    <p:cxnSp>
                      <p:nvCxnSpPr>
                        <p:cNvPr id="127" name="Rechte verbindingslijn 126">
                          <a:extLst>
                            <a:ext uri="{FF2B5EF4-FFF2-40B4-BE49-F238E27FC236}">
                              <a16:creationId xmlns:a16="http://schemas.microsoft.com/office/drawing/2014/main" id="{3D5DF2D7-D0A1-4107-A507-0C75344A26E9}"/>
                            </a:ext>
                          </a:extLst>
                        </p:cNvPr>
                        <p:cNvCxnSpPr>
                          <a:cxnSpLocks/>
                        </p:cNvCxnSpPr>
                        <p:nvPr userDrawn="1"/>
                      </p:nvCxnSpPr>
                      <p:spPr>
                        <a:xfrm>
                          <a:off x="1621857" y="-745959"/>
                          <a:ext cx="0" cy="481264"/>
                        </a:xfrm>
                        <a:prstGeom prst="line">
                          <a:avLst/>
                        </a:prstGeom>
                        <a:ln w="6350">
                          <a:solidFill>
                            <a:srgbClr val="818181"/>
                          </a:solidFill>
                        </a:ln>
                      </p:spPr>
                      <p:style>
                        <a:lnRef idx="1">
                          <a:schemeClr val="accent1"/>
                        </a:lnRef>
                        <a:fillRef idx="0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tx1"/>
                        </a:fontRef>
                      </p:style>
                    </p:cxnSp>
                    <p:cxnSp>
                      <p:nvCxnSpPr>
                        <p:cNvPr id="128" name="Rechte verbindingslijn 127">
                          <a:extLst>
                            <a:ext uri="{FF2B5EF4-FFF2-40B4-BE49-F238E27FC236}">
                              <a16:creationId xmlns:a16="http://schemas.microsoft.com/office/drawing/2014/main" id="{521D8DF3-8251-4453-9315-AC24AD6A8ADD}"/>
                            </a:ext>
                          </a:extLst>
                        </p:cNvPr>
                        <p:cNvCxnSpPr>
                          <a:cxnSpLocks/>
                        </p:cNvCxnSpPr>
                        <p:nvPr userDrawn="1"/>
                      </p:nvCxnSpPr>
                      <p:spPr>
                        <a:xfrm>
                          <a:off x="1797518" y="-745959"/>
                          <a:ext cx="0" cy="481264"/>
                        </a:xfrm>
                        <a:prstGeom prst="line">
                          <a:avLst/>
                        </a:prstGeom>
                        <a:ln w="6350">
                          <a:solidFill>
                            <a:srgbClr val="818181"/>
                          </a:solidFill>
                        </a:ln>
                      </p:spPr>
                      <p:style>
                        <a:lnRef idx="1">
                          <a:schemeClr val="accent1"/>
                        </a:lnRef>
                        <a:fillRef idx="0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tx1"/>
                        </a:fontRef>
                      </p:style>
                    </p:cxnSp>
                  </p:grpSp>
                </p:grpSp>
                <p:cxnSp>
                  <p:nvCxnSpPr>
                    <p:cNvPr id="117" name="Rechte verbindingslijn 116">
                      <a:extLst>
                        <a:ext uri="{FF2B5EF4-FFF2-40B4-BE49-F238E27FC236}">
                          <a16:creationId xmlns:a16="http://schemas.microsoft.com/office/drawing/2014/main" id="{28098B12-E9CD-4E38-8F60-278A86109DF3}"/>
                        </a:ext>
                      </a:extLst>
                    </p:cNvPr>
                    <p:cNvCxnSpPr>
                      <a:cxnSpLocks/>
                    </p:cNvCxnSpPr>
                    <p:nvPr userDrawn="1"/>
                  </p:nvCxnSpPr>
                  <p:spPr>
                    <a:xfrm flipH="1">
                      <a:off x="1098555" y="-192506"/>
                      <a:ext cx="880987" cy="0"/>
                    </a:xfrm>
                    <a:prstGeom prst="line">
                      <a:avLst/>
                    </a:prstGeom>
                    <a:ln>
                      <a:solidFill>
                        <a:srgbClr val="818181"/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grpSp>
                  <p:nvGrpSpPr>
                    <p:cNvPr id="118" name="Groep 117">
                      <a:extLst>
                        <a:ext uri="{FF2B5EF4-FFF2-40B4-BE49-F238E27FC236}">
                          <a16:creationId xmlns:a16="http://schemas.microsoft.com/office/drawing/2014/main" id="{162FE508-906F-49AE-A86E-44E52136004B}"/>
                        </a:ext>
                      </a:extLst>
                    </p:cNvPr>
                    <p:cNvGrpSpPr/>
                    <p:nvPr userDrawn="1"/>
                  </p:nvGrpSpPr>
                  <p:grpSpPr>
                    <a:xfrm>
                      <a:off x="1094874" y="-607596"/>
                      <a:ext cx="878306" cy="276726"/>
                      <a:chOff x="1106905" y="-607596"/>
                      <a:chExt cx="878307" cy="276726"/>
                    </a:xfrm>
                  </p:grpSpPr>
                  <p:cxnSp>
                    <p:nvCxnSpPr>
                      <p:cNvPr id="119" name="Rechte verbindingslijn 118">
                        <a:extLst>
                          <a:ext uri="{FF2B5EF4-FFF2-40B4-BE49-F238E27FC236}">
                            <a16:creationId xmlns:a16="http://schemas.microsoft.com/office/drawing/2014/main" id="{5503EED9-B041-4F8A-B272-009E252CCF53}"/>
                          </a:ext>
                        </a:extLst>
                      </p:cNvPr>
                      <p:cNvCxnSpPr>
                        <a:cxnSpLocks/>
                      </p:cNvCxnSpPr>
                      <p:nvPr userDrawn="1"/>
                    </p:nvCxnSpPr>
                    <p:spPr>
                      <a:xfrm flipH="1">
                        <a:off x="1106905" y="-330870"/>
                        <a:ext cx="878307" cy="0"/>
                      </a:xfrm>
                      <a:prstGeom prst="line">
                        <a:avLst/>
                      </a:prstGeom>
                      <a:ln w="6350">
                        <a:solidFill>
                          <a:srgbClr val="818181"/>
                        </a:solidFill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cxnSp>
                    <p:nvCxnSpPr>
                      <p:cNvPr id="120" name="Rechte verbindingslijn 119">
                        <a:extLst>
                          <a:ext uri="{FF2B5EF4-FFF2-40B4-BE49-F238E27FC236}">
                            <a16:creationId xmlns:a16="http://schemas.microsoft.com/office/drawing/2014/main" id="{94E33E19-C581-40C2-ABEB-4BD42A33E9C1}"/>
                          </a:ext>
                        </a:extLst>
                      </p:cNvPr>
                      <p:cNvCxnSpPr>
                        <a:cxnSpLocks/>
                      </p:cNvCxnSpPr>
                      <p:nvPr userDrawn="1"/>
                    </p:nvCxnSpPr>
                    <p:spPr>
                      <a:xfrm flipH="1">
                        <a:off x="1106905" y="-469233"/>
                        <a:ext cx="878307" cy="0"/>
                      </a:xfrm>
                      <a:prstGeom prst="line">
                        <a:avLst/>
                      </a:prstGeom>
                      <a:ln w="6350">
                        <a:solidFill>
                          <a:srgbClr val="818181"/>
                        </a:solidFill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cxnSp>
                    <p:nvCxnSpPr>
                      <p:cNvPr id="121" name="Rechte verbindingslijn 120">
                        <a:extLst>
                          <a:ext uri="{FF2B5EF4-FFF2-40B4-BE49-F238E27FC236}">
                            <a16:creationId xmlns:a16="http://schemas.microsoft.com/office/drawing/2014/main" id="{7BD10776-A3E1-48E1-86CD-8CDD6A102B0F}"/>
                          </a:ext>
                        </a:extLst>
                      </p:cNvPr>
                      <p:cNvCxnSpPr>
                        <a:cxnSpLocks/>
                      </p:cNvCxnSpPr>
                      <p:nvPr userDrawn="1"/>
                    </p:nvCxnSpPr>
                    <p:spPr>
                      <a:xfrm flipH="1">
                        <a:off x="1106905" y="-607596"/>
                        <a:ext cx="878307" cy="0"/>
                      </a:xfrm>
                      <a:prstGeom prst="line">
                        <a:avLst/>
                      </a:prstGeom>
                      <a:ln w="6350">
                        <a:solidFill>
                          <a:srgbClr val="818181"/>
                        </a:solidFill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</p:grpSp>
              </p:grpSp>
              <p:grpSp>
                <p:nvGrpSpPr>
                  <p:cNvPr id="111" name="Groep 110">
                    <a:extLst>
                      <a:ext uri="{FF2B5EF4-FFF2-40B4-BE49-F238E27FC236}">
                        <a16:creationId xmlns:a16="http://schemas.microsoft.com/office/drawing/2014/main" id="{8B5AFAAA-DAD1-4662-9C8D-62732563B290}"/>
                      </a:ext>
                    </a:extLst>
                  </p:cNvPr>
                  <p:cNvGrpSpPr/>
                  <p:nvPr userDrawn="1"/>
                </p:nvGrpSpPr>
                <p:grpSpPr>
                  <a:xfrm rot="2700000">
                    <a:off x="1605871" y="-605080"/>
                    <a:ext cx="90079" cy="407021"/>
                    <a:chOff x="3130062" y="-817193"/>
                    <a:chExt cx="131884" cy="595920"/>
                  </a:xfrm>
                  <a:solidFill>
                    <a:srgbClr val="3399FF"/>
                  </a:solidFill>
                </p:grpSpPr>
                <p:sp>
                  <p:nvSpPr>
                    <p:cNvPr id="112" name="Rechthoek 111">
                      <a:extLst>
                        <a:ext uri="{FF2B5EF4-FFF2-40B4-BE49-F238E27FC236}">
                          <a16:creationId xmlns:a16="http://schemas.microsoft.com/office/drawing/2014/main" id="{880B84C0-5DE3-42E3-9EF9-49216969E428}"/>
                        </a:ext>
                      </a:extLst>
                    </p:cNvPr>
                    <p:cNvSpPr/>
                    <p:nvPr userDrawn="1"/>
                  </p:nvSpPr>
                  <p:spPr>
                    <a:xfrm>
                      <a:off x="3130062" y="-705979"/>
                      <a:ext cx="131884" cy="281354"/>
                    </a:xfrm>
                    <a:prstGeom prst="rect">
                      <a:avLst/>
                    </a:prstGeom>
                    <a:solidFill>
                      <a:srgbClr val="4D82B8"/>
                    </a:solidFill>
                    <a:ln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nl-NL" noProof="0"/>
                    </a:p>
                  </p:txBody>
                </p:sp>
                <p:sp>
                  <p:nvSpPr>
                    <p:cNvPr id="113" name="Rechthoek: afgeronde bovenhoeken 112">
                      <a:extLst>
                        <a:ext uri="{FF2B5EF4-FFF2-40B4-BE49-F238E27FC236}">
                          <a16:creationId xmlns:a16="http://schemas.microsoft.com/office/drawing/2014/main" id="{FE1C688C-1D06-4343-A0F7-B7B214ECF33A}"/>
                        </a:ext>
                      </a:extLst>
                    </p:cNvPr>
                    <p:cNvSpPr/>
                    <p:nvPr userDrawn="1"/>
                  </p:nvSpPr>
                  <p:spPr>
                    <a:xfrm>
                      <a:off x="3130063" y="-817193"/>
                      <a:ext cx="131883" cy="87615"/>
                    </a:xfrm>
                    <a:prstGeom prst="round2SameRect">
                      <a:avLst>
                        <a:gd name="adj1" fmla="val 50000"/>
                        <a:gd name="adj2" fmla="val 0"/>
                      </a:avLst>
                    </a:prstGeom>
                    <a:solidFill>
                      <a:srgbClr val="4D82B8"/>
                    </a:solidFill>
                    <a:ln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nl-NL" noProof="0"/>
                    </a:p>
                  </p:txBody>
                </p:sp>
                <p:sp>
                  <p:nvSpPr>
                    <p:cNvPr id="114" name="Gelijkbenige driehoek 113">
                      <a:extLst>
                        <a:ext uri="{FF2B5EF4-FFF2-40B4-BE49-F238E27FC236}">
                          <a16:creationId xmlns:a16="http://schemas.microsoft.com/office/drawing/2014/main" id="{26A48251-B39F-43D2-A5B4-8579A5A464C2}"/>
                        </a:ext>
                      </a:extLst>
                    </p:cNvPr>
                    <p:cNvSpPr/>
                    <p:nvPr userDrawn="1"/>
                  </p:nvSpPr>
                  <p:spPr>
                    <a:xfrm rot="10800000">
                      <a:off x="3130062" y="-401026"/>
                      <a:ext cx="131884" cy="179753"/>
                    </a:xfrm>
                    <a:prstGeom prst="triangle">
                      <a:avLst/>
                    </a:prstGeom>
                    <a:solidFill>
                      <a:srgbClr val="4D82B8"/>
                    </a:solidFill>
                    <a:ln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nl-NL" noProof="0"/>
                    </a:p>
                  </p:txBody>
                </p:sp>
              </p:grpSp>
            </p:grpSp>
          </p:grpSp>
        </p:grpSp>
      </p:grpSp>
      <p:grpSp>
        <p:nvGrpSpPr>
          <p:cNvPr id="135" name="Instructie">
            <a:extLst>
              <a:ext uri="{FF2B5EF4-FFF2-40B4-BE49-F238E27FC236}">
                <a16:creationId xmlns:a16="http://schemas.microsoft.com/office/drawing/2014/main" id="{015A3A78-3E5D-474B-8118-23BEB68D7F72}"/>
              </a:ext>
            </a:extLst>
          </p:cNvPr>
          <p:cNvGrpSpPr/>
          <p:nvPr userDrawn="1"/>
        </p:nvGrpSpPr>
        <p:grpSpPr>
          <a:xfrm>
            <a:off x="12391601" y="0"/>
            <a:ext cx="3183677" cy="2499789"/>
            <a:chOff x="12391601" y="0"/>
            <a:chExt cx="3183677" cy="2499789"/>
          </a:xfrm>
        </p:grpSpPr>
        <p:sp>
          <p:nvSpPr>
            <p:cNvPr id="136" name="Rechthoek 135">
              <a:extLst>
                <a:ext uri="{FF2B5EF4-FFF2-40B4-BE49-F238E27FC236}">
                  <a16:creationId xmlns:a16="http://schemas.microsoft.com/office/drawing/2014/main" id="{1EF28382-F5DA-4222-B10F-3C1A3B1D4D1B}"/>
                </a:ext>
              </a:extLst>
            </p:cNvPr>
            <p:cNvSpPr/>
            <p:nvPr userDrawn="1"/>
          </p:nvSpPr>
          <p:spPr>
            <a:xfrm>
              <a:off x="12397262" y="0"/>
              <a:ext cx="3178016" cy="191611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ctr"/>
            <a:lstStyle/>
            <a:p>
              <a:pPr marL="0" marR="0" lvl="0" indent="0" defTabSz="914400" eaLnBrk="1" fontAlgn="auto" latinLnBrk="0" hangingPunct="1">
                <a:lnSpc>
                  <a:spcPct val="8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nl-NL" sz="1400" b="1" i="0" u="none" strike="noStrike" kern="0" cap="all" spc="0" normalizeH="0" baseline="0" noProof="0">
                  <a:ln>
                    <a:noFill/>
                  </a:ln>
                  <a:solidFill>
                    <a:schemeClr val="accent1"/>
                  </a:solidFill>
                  <a:effectLst/>
                  <a:uLnTx/>
                  <a:uFillTx/>
                  <a:latin typeface="+mj-lt"/>
                  <a:cs typeface="Segoe UI Light" panose="020B0502040204020203" pitchFamily="34" charset="0"/>
                </a:rPr>
                <a:t>Grafiek invoegen/veranderen</a:t>
              </a:r>
            </a:p>
          </p:txBody>
        </p:sp>
        <p:sp>
          <p:nvSpPr>
            <p:cNvPr id="137" name="Ovaal 136">
              <a:extLst>
                <a:ext uri="{FF2B5EF4-FFF2-40B4-BE49-F238E27FC236}">
                  <a16:creationId xmlns:a16="http://schemas.microsoft.com/office/drawing/2014/main" id="{E71F8945-6688-42DC-B6BB-F5523F38EAFD}"/>
                </a:ext>
              </a:extLst>
            </p:cNvPr>
            <p:cNvSpPr/>
            <p:nvPr userDrawn="1"/>
          </p:nvSpPr>
          <p:spPr>
            <a:xfrm>
              <a:off x="12391601" y="366490"/>
              <a:ext cx="260914" cy="259683"/>
            </a:xfrm>
            <a:prstGeom prst="ellipse">
              <a:avLst/>
            </a:prstGeom>
            <a:solidFill>
              <a:schemeClr val="accent1"/>
            </a:solidFill>
            <a:ln w="25400" cap="flat" cmpd="sng" algn="ctr">
              <a:noFill/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1</a:t>
              </a:r>
            </a:p>
          </p:txBody>
        </p:sp>
        <p:cxnSp>
          <p:nvCxnSpPr>
            <p:cNvPr id="138" name="Rechte verbindingslijn 137">
              <a:extLst>
                <a:ext uri="{FF2B5EF4-FFF2-40B4-BE49-F238E27FC236}">
                  <a16:creationId xmlns:a16="http://schemas.microsoft.com/office/drawing/2014/main" id="{E37094F8-B57D-4C64-B920-796D1AFC858E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2397261" y="241635"/>
              <a:ext cx="3178017" cy="0"/>
            </a:xfrm>
            <a:prstGeom prst="line">
              <a:avLst/>
            </a:prstGeom>
            <a:noFill/>
            <a:ln w="3175" cap="flat" cmpd="sng" algn="ctr">
              <a:solidFill>
                <a:schemeClr val="accent1"/>
              </a:solidFill>
              <a:prstDash val="solid"/>
            </a:ln>
            <a:effectLst/>
          </p:spPr>
        </p:cxnSp>
        <p:cxnSp>
          <p:nvCxnSpPr>
            <p:cNvPr id="139" name="Rechte verbindingslijn 138">
              <a:extLst>
                <a:ext uri="{FF2B5EF4-FFF2-40B4-BE49-F238E27FC236}">
                  <a16:creationId xmlns:a16="http://schemas.microsoft.com/office/drawing/2014/main" id="{82D6A188-7533-4E36-BA8C-7CFBBF1DFD9D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2397261" y="1577933"/>
              <a:ext cx="3178017" cy="0"/>
            </a:xfrm>
            <a:prstGeom prst="line">
              <a:avLst/>
            </a:prstGeom>
            <a:noFill/>
            <a:ln w="3175" cap="flat" cmpd="sng" algn="ctr">
              <a:solidFill>
                <a:schemeClr val="accent1"/>
              </a:solidFill>
              <a:prstDash val="solid"/>
            </a:ln>
            <a:effectLst/>
          </p:spPr>
        </p:cxnSp>
        <p:sp>
          <p:nvSpPr>
            <p:cNvPr id="140" name="Rechthoek 139">
              <a:extLst>
                <a:ext uri="{FF2B5EF4-FFF2-40B4-BE49-F238E27FC236}">
                  <a16:creationId xmlns:a16="http://schemas.microsoft.com/office/drawing/2014/main" id="{03F6F256-BAED-42AD-B7CD-CD74E7CB538D}"/>
                </a:ext>
              </a:extLst>
            </p:cNvPr>
            <p:cNvSpPr/>
            <p:nvPr userDrawn="1"/>
          </p:nvSpPr>
          <p:spPr>
            <a:xfrm>
              <a:off x="12757282" y="432552"/>
              <a:ext cx="2817995" cy="595423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t"/>
            <a:lstStyle/>
            <a:p>
              <a:pPr marL="0" marR="0" lvl="0" indent="0" defTabSz="914400" eaLnBrk="1" fontAlgn="auto" latinLnBrk="0" hangingPunct="1">
                <a:lnSpc>
                  <a:spcPct val="90000"/>
                </a:lnSpc>
                <a:spcBef>
                  <a:spcPts val="600"/>
                </a:spcBef>
                <a:spcAft>
                  <a:spcPts val="600"/>
                </a:spcAft>
                <a:buClr>
                  <a:schemeClr val="accent1"/>
                </a:buClr>
                <a:buSzTx/>
                <a:buFont typeface="Arial" panose="020B0604020202020204" pitchFamily="34" charset="0"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Wanneer nodig, verwijder de bestaande grafiek d.m.v. de </a:t>
              </a:r>
              <a:r>
                <a:rPr kumimoji="0" lang="nl-NL" sz="1100" b="1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‘Delete’-knop</a:t>
              </a: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. Klik op het pictogram om een nieuwe grafiek in te voegen. </a:t>
              </a:r>
              <a:r>
                <a:rPr kumimoji="0" lang="nl-NL" sz="1100" b="0" i="1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(zie onderstaand voorbeeld).</a:t>
              </a:r>
              <a:endParaRPr kumimoji="0" lang="nl-NL" sz="11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cs typeface="Segoe UI Light" panose="020B0502040204020203" pitchFamily="34" charset="0"/>
              </a:endParaRPr>
            </a:p>
          </p:txBody>
        </p:sp>
        <p:sp>
          <p:nvSpPr>
            <p:cNvPr id="141" name="Ovaal 140">
              <a:extLst>
                <a:ext uri="{FF2B5EF4-FFF2-40B4-BE49-F238E27FC236}">
                  <a16:creationId xmlns:a16="http://schemas.microsoft.com/office/drawing/2014/main" id="{97A56B35-5EF6-4088-816C-CB973DBB0871}"/>
                </a:ext>
              </a:extLst>
            </p:cNvPr>
            <p:cNvSpPr/>
            <p:nvPr userDrawn="1"/>
          </p:nvSpPr>
          <p:spPr>
            <a:xfrm>
              <a:off x="12391601" y="1706398"/>
              <a:ext cx="260914" cy="259683"/>
            </a:xfrm>
            <a:prstGeom prst="ellipse">
              <a:avLst/>
            </a:prstGeom>
            <a:solidFill>
              <a:schemeClr val="accent1"/>
            </a:solidFill>
            <a:ln w="25400" cap="flat" cmpd="sng" algn="ctr">
              <a:noFill/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2</a:t>
              </a:r>
            </a:p>
          </p:txBody>
        </p:sp>
        <p:sp>
          <p:nvSpPr>
            <p:cNvPr id="142" name="Rechthoek 141">
              <a:extLst>
                <a:ext uri="{FF2B5EF4-FFF2-40B4-BE49-F238E27FC236}">
                  <a16:creationId xmlns:a16="http://schemas.microsoft.com/office/drawing/2014/main" id="{1107F6C4-83ED-4B0A-BA8C-C2D85F7CD015}"/>
                </a:ext>
              </a:extLst>
            </p:cNvPr>
            <p:cNvSpPr/>
            <p:nvPr userDrawn="1"/>
          </p:nvSpPr>
          <p:spPr>
            <a:xfrm>
              <a:off x="12757282" y="1772461"/>
              <a:ext cx="2817995" cy="318048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t"/>
            <a:lstStyle/>
            <a:p>
              <a:pPr marL="0" marR="0" lvl="0" indent="0" defTabSz="914400" eaLnBrk="1" fontAlgn="auto" latinLnBrk="0" hangingPunct="1">
                <a:lnSpc>
                  <a:spcPct val="90000"/>
                </a:lnSpc>
                <a:spcBef>
                  <a:spcPts val="600"/>
                </a:spcBef>
                <a:spcAft>
                  <a:spcPts val="600"/>
                </a:spcAft>
                <a:buClr>
                  <a:schemeClr val="accent1"/>
                </a:buClr>
                <a:buSzTx/>
                <a:buFont typeface="Arial" panose="020B0604020202020204" pitchFamily="34" charset="0"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Selecteer de gewenste grafiek</a:t>
              </a:r>
              <a:b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</a:b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en klik op </a:t>
              </a:r>
              <a:r>
                <a:rPr kumimoji="0" lang="nl-NL" sz="1100" b="1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‘Invoegen’</a:t>
              </a: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.</a:t>
              </a:r>
              <a:endParaRPr kumimoji="0" lang="nl-NL" sz="1100" b="1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cs typeface="Segoe UI Light" panose="020B0502040204020203" pitchFamily="34" charset="0"/>
              </a:endParaRPr>
            </a:p>
          </p:txBody>
        </p:sp>
        <p:grpSp>
          <p:nvGrpSpPr>
            <p:cNvPr id="143" name="Groep 142">
              <a:extLst>
                <a:ext uri="{FF2B5EF4-FFF2-40B4-BE49-F238E27FC236}">
                  <a16:creationId xmlns:a16="http://schemas.microsoft.com/office/drawing/2014/main" id="{099C7953-056F-4CF9-B984-08C5D0BB378B}"/>
                </a:ext>
              </a:extLst>
            </p:cNvPr>
            <p:cNvGrpSpPr/>
            <p:nvPr userDrawn="1"/>
          </p:nvGrpSpPr>
          <p:grpSpPr>
            <a:xfrm>
              <a:off x="12757282" y="2184550"/>
              <a:ext cx="825500" cy="209550"/>
              <a:chOff x="13504624" y="2482850"/>
              <a:chExt cx="825500" cy="209550"/>
            </a:xfrm>
          </p:grpSpPr>
          <p:sp>
            <p:nvSpPr>
              <p:cNvPr id="149" name="Rechthoek 148">
                <a:extLst>
                  <a:ext uri="{FF2B5EF4-FFF2-40B4-BE49-F238E27FC236}">
                    <a16:creationId xmlns:a16="http://schemas.microsoft.com/office/drawing/2014/main" id="{7128E767-D7C4-4F0A-A11C-C36D78ABCA50}"/>
                  </a:ext>
                </a:extLst>
              </p:cNvPr>
              <p:cNvSpPr/>
              <p:nvPr userDrawn="1"/>
            </p:nvSpPr>
            <p:spPr>
              <a:xfrm>
                <a:off x="13504624" y="2482850"/>
                <a:ext cx="825500" cy="209550"/>
              </a:xfrm>
              <a:prstGeom prst="rect">
                <a:avLst/>
              </a:prstGeom>
              <a:solidFill>
                <a:srgbClr val="E5F1FB"/>
              </a:solidFill>
              <a:ln w="12700">
                <a:solidFill>
                  <a:srgbClr val="0B7ED9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10800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r>
                  <a:rPr lang="nl-NL" sz="800" b="0" noProof="0">
                    <a:solidFill>
                      <a:schemeClr val="tx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Invoegen</a:t>
                </a:r>
              </a:p>
            </p:txBody>
          </p:sp>
          <p:cxnSp>
            <p:nvCxnSpPr>
              <p:cNvPr id="150" name="Rechte verbindingslijn 149">
                <a:extLst>
                  <a:ext uri="{FF2B5EF4-FFF2-40B4-BE49-F238E27FC236}">
                    <a16:creationId xmlns:a16="http://schemas.microsoft.com/office/drawing/2014/main" id="{0313D5C2-5876-407F-9A6B-82883BF4BF8C}"/>
                  </a:ext>
                </a:extLst>
              </p:cNvPr>
              <p:cNvCxnSpPr/>
              <p:nvPr userDrawn="1"/>
            </p:nvCxnSpPr>
            <p:spPr>
              <a:xfrm>
                <a:off x="14155269" y="2515250"/>
                <a:ext cx="0" cy="142717"/>
              </a:xfrm>
              <a:prstGeom prst="line">
                <a:avLst/>
              </a:prstGeom>
              <a:noFill/>
              <a:ln w="3175" cap="flat" cmpd="sng" algn="ctr">
                <a:solidFill>
                  <a:srgbClr val="44546A"/>
                </a:solidFill>
                <a:prstDash val="solid"/>
              </a:ln>
              <a:effectLst/>
            </p:spPr>
          </p:cxnSp>
          <p:sp>
            <p:nvSpPr>
              <p:cNvPr id="151" name="Gelijkbenige driehoek 150">
                <a:extLst>
                  <a:ext uri="{FF2B5EF4-FFF2-40B4-BE49-F238E27FC236}">
                    <a16:creationId xmlns:a16="http://schemas.microsoft.com/office/drawing/2014/main" id="{81923B41-E4FE-4FEA-906E-82B89458B5D7}"/>
                  </a:ext>
                </a:extLst>
              </p:cNvPr>
              <p:cNvSpPr/>
              <p:nvPr userDrawn="1"/>
            </p:nvSpPr>
            <p:spPr>
              <a:xfrm rot="10800000">
                <a:off x="14196089" y="2566904"/>
                <a:ext cx="86866" cy="51147"/>
              </a:xfrm>
              <a:prstGeom prst="triangle">
                <a:avLst/>
              </a:prstGeom>
              <a:solidFill>
                <a:srgbClr val="00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nl-NL" sz="1000" b="1" noProof="0">
                  <a:solidFill>
                    <a:schemeClr val="tx1"/>
                  </a:solidFill>
                </a:endParaRPr>
              </a:p>
            </p:txBody>
          </p:sp>
        </p:grpSp>
        <p:cxnSp>
          <p:nvCxnSpPr>
            <p:cNvPr id="144" name="Rechte verbindingslijn 143">
              <a:extLst>
                <a:ext uri="{FF2B5EF4-FFF2-40B4-BE49-F238E27FC236}">
                  <a16:creationId xmlns:a16="http://schemas.microsoft.com/office/drawing/2014/main" id="{8EB43433-97DE-4461-9FAE-0E382BE65EC6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2397261" y="2499789"/>
              <a:ext cx="3178017" cy="0"/>
            </a:xfrm>
            <a:prstGeom prst="line">
              <a:avLst/>
            </a:prstGeom>
            <a:noFill/>
            <a:ln w="3175" cap="flat" cmpd="sng" algn="ctr">
              <a:solidFill>
                <a:schemeClr val="accent1"/>
              </a:solidFill>
              <a:prstDash val="solid"/>
            </a:ln>
            <a:effectLst/>
          </p:spPr>
        </p:cxnSp>
        <p:grpSp>
          <p:nvGrpSpPr>
            <p:cNvPr id="145" name="Groep 144">
              <a:extLst>
                <a:ext uri="{FF2B5EF4-FFF2-40B4-BE49-F238E27FC236}">
                  <a16:creationId xmlns:a16="http://schemas.microsoft.com/office/drawing/2014/main" id="{F96A3E84-258C-4FDC-B46B-F7D1B2F335BB}"/>
                </a:ext>
              </a:extLst>
            </p:cNvPr>
            <p:cNvGrpSpPr/>
            <p:nvPr userDrawn="1"/>
          </p:nvGrpSpPr>
          <p:grpSpPr>
            <a:xfrm>
              <a:off x="12751697" y="1147804"/>
              <a:ext cx="289372" cy="314992"/>
              <a:chOff x="7322769" y="-310267"/>
              <a:chExt cx="289372" cy="314992"/>
            </a:xfrm>
          </p:grpSpPr>
          <p:sp>
            <p:nvSpPr>
              <p:cNvPr id="146" name="Rechthoek 145">
                <a:extLst>
                  <a:ext uri="{FF2B5EF4-FFF2-40B4-BE49-F238E27FC236}">
                    <a16:creationId xmlns:a16="http://schemas.microsoft.com/office/drawing/2014/main" id="{01475AE3-376C-47EE-83D5-684D16F77743}"/>
                  </a:ext>
                </a:extLst>
              </p:cNvPr>
              <p:cNvSpPr/>
              <p:nvPr userDrawn="1"/>
            </p:nvSpPr>
            <p:spPr>
              <a:xfrm>
                <a:off x="7322769" y="-211712"/>
                <a:ext cx="79156" cy="216437"/>
              </a:xfrm>
              <a:prstGeom prst="rect">
                <a:avLst/>
              </a:prstGeom>
              <a:solidFill>
                <a:srgbClr val="4D82B8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nl-NL" noProof="0"/>
              </a:p>
            </p:txBody>
          </p:sp>
          <p:sp>
            <p:nvSpPr>
              <p:cNvPr id="147" name="Rechthoek 146">
                <a:extLst>
                  <a:ext uri="{FF2B5EF4-FFF2-40B4-BE49-F238E27FC236}">
                    <a16:creationId xmlns:a16="http://schemas.microsoft.com/office/drawing/2014/main" id="{D4EE6DCE-B63B-434C-91ED-1587AF755CD2}"/>
                  </a:ext>
                </a:extLst>
              </p:cNvPr>
              <p:cNvSpPr/>
              <p:nvPr userDrawn="1"/>
            </p:nvSpPr>
            <p:spPr>
              <a:xfrm>
                <a:off x="7427035" y="-310267"/>
                <a:ext cx="79156" cy="314992"/>
              </a:xfrm>
              <a:prstGeom prst="rect">
                <a:avLst/>
              </a:prstGeom>
              <a:solidFill>
                <a:srgbClr val="FFCC66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nl-NL" noProof="0"/>
              </a:p>
            </p:txBody>
          </p:sp>
          <p:sp>
            <p:nvSpPr>
              <p:cNvPr id="148" name="Rechthoek 147">
                <a:extLst>
                  <a:ext uri="{FF2B5EF4-FFF2-40B4-BE49-F238E27FC236}">
                    <a16:creationId xmlns:a16="http://schemas.microsoft.com/office/drawing/2014/main" id="{792EC821-EC1B-45CD-AA31-A5174D9AEE25}"/>
                  </a:ext>
                </a:extLst>
              </p:cNvPr>
              <p:cNvSpPr/>
              <p:nvPr userDrawn="1"/>
            </p:nvSpPr>
            <p:spPr>
              <a:xfrm>
                <a:off x="7532985" y="-240134"/>
                <a:ext cx="79156" cy="244859"/>
              </a:xfrm>
              <a:prstGeom prst="rect">
                <a:avLst/>
              </a:prstGeom>
              <a:solidFill>
                <a:srgbClr val="80808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nl-NL" noProof="0"/>
              </a:p>
            </p:txBody>
          </p:sp>
        </p:grpSp>
      </p:grpSp>
      <p:pic>
        <p:nvPicPr>
          <p:cNvPr id="152" name="logo">
            <a:extLst>
              <a:ext uri="{FF2B5EF4-FFF2-40B4-BE49-F238E27FC236}">
                <a16:creationId xmlns:a16="http://schemas.microsoft.com/office/drawing/2014/main" id="{6E7B684F-DA32-4F63-9FF5-BE1122AA8987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0987093" y="6122145"/>
            <a:ext cx="952038" cy="482540"/>
          </a:xfrm>
          <a:prstGeom prst="rect">
            <a:avLst/>
          </a:prstGeom>
        </p:spPr>
      </p:pic>
      <p:sp>
        <p:nvSpPr>
          <p:cNvPr id="71" name="Onder balkje">
            <a:extLst>
              <a:ext uri="{FF2B5EF4-FFF2-40B4-BE49-F238E27FC236}">
                <a16:creationId xmlns:a16="http://schemas.microsoft.com/office/drawing/2014/main" id="{A4B100AB-4F9B-4A64-908F-0A386EE51625}"/>
              </a:ext>
            </a:extLst>
          </p:cNvPr>
          <p:cNvSpPr/>
          <p:nvPr userDrawn="1"/>
        </p:nvSpPr>
        <p:spPr>
          <a:xfrm>
            <a:off x="-2507" y="6785940"/>
            <a:ext cx="12192000" cy="76919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/>
          </a:p>
        </p:txBody>
      </p:sp>
      <p:sp>
        <p:nvSpPr>
          <p:cNvPr id="86" name="Tijdelijke aanduiding voor dianummer 5">
            <a:extLst>
              <a:ext uri="{FF2B5EF4-FFF2-40B4-BE49-F238E27FC236}">
                <a16:creationId xmlns:a16="http://schemas.microsoft.com/office/drawing/2014/main" id="{FF854FE4-B0F5-4BD8-9188-4DC0CF882BB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16362" y="6376061"/>
            <a:ext cx="392576" cy="216909"/>
          </a:xfrm>
        </p:spPr>
        <p:txBody>
          <a:bodyPr/>
          <a:lstStyle/>
          <a:p>
            <a:fld id="{7AD0FE45-509C-4BDF-9EDE-64426F8DF3D2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51911082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800">
        <p:fade/>
      </p:transition>
    </mc:Choice>
    <mc:Fallback xmlns="">
      <p:transition spd="slow">
        <p:fade/>
      </p:transition>
    </mc:Fallback>
  </mc:AlternateContent>
</p:sldLayout>
</file>

<file path=ppt/slideLayouts/slideLayout24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GRAFIEK (100%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0DA75972-73CC-4A0A-9567-F2B4412F0205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645707" y="6987129"/>
            <a:ext cx="3140325" cy="216909"/>
          </a:xfrm>
        </p:spPr>
        <p:txBody>
          <a:bodyPr/>
          <a:lstStyle/>
          <a:p>
            <a:fld id="{A1B00CF6-CBF8-4891-A1EF-BA979A9524BF}" type="datetime1">
              <a:rPr lang="nl-NL" smtClean="0"/>
              <a:t>01-04-2025</a:t>
            </a:fld>
            <a:endParaRPr lang="nl-NL"/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D07A43D8-7ED9-442E-BF69-FF8902703C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926910" y="6987129"/>
            <a:ext cx="6718797" cy="216909"/>
          </a:xfrm>
        </p:spPr>
        <p:txBody>
          <a:bodyPr/>
          <a:lstStyle/>
          <a:p>
            <a:r>
              <a:rPr lang="nl-NL"/>
              <a:t>&lt;Plaats hier je voettekst&gt;</a:t>
            </a:r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2AEFA4AD-513F-4FA2-94D5-B906A27FAEC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21863" y="272177"/>
            <a:ext cx="11146224" cy="600744"/>
          </a:xfrm>
        </p:spPr>
        <p:txBody>
          <a:bodyPr/>
          <a:lstStyle>
            <a:lvl1pPr>
              <a:defRPr/>
            </a:lvl1pPr>
          </a:lstStyle>
          <a:p>
            <a:r>
              <a:rPr lang="nl-NL" noProof="0"/>
              <a:t>Plaats hier je titel</a:t>
            </a:r>
            <a:endParaRPr lang="nl-NL"/>
          </a:p>
        </p:txBody>
      </p:sp>
      <p:sp>
        <p:nvSpPr>
          <p:cNvPr id="7" name="Tekstvak 6">
            <a:extLst>
              <a:ext uri="{FF2B5EF4-FFF2-40B4-BE49-F238E27FC236}">
                <a16:creationId xmlns:a16="http://schemas.microsoft.com/office/drawing/2014/main" id="{A6DE5EA5-27BD-42F3-BD1D-C1E35D802DEE}"/>
              </a:ext>
            </a:extLst>
          </p:cNvPr>
          <p:cNvSpPr txBox="1"/>
          <p:nvPr userDrawn="1"/>
        </p:nvSpPr>
        <p:spPr>
          <a:xfrm>
            <a:off x="5110534" y="-885712"/>
            <a:ext cx="1970962" cy="548182"/>
          </a:xfrm>
          <a:prstGeom prst="rect">
            <a:avLst/>
          </a:prstGeom>
          <a:solidFill>
            <a:schemeClr val="bg1"/>
          </a:solidFill>
        </p:spPr>
        <p:txBody>
          <a:bodyPr wrap="none" lIns="360000" tIns="180000" rIns="360000" bIns="180000" rtlCol="0">
            <a:spAutoFit/>
          </a:bodyPr>
          <a:lstStyle/>
          <a:p>
            <a:pPr algn="ctr"/>
            <a:r>
              <a:rPr lang="nl-NL" sz="1200" b="0" spc="50" baseline="0">
                <a:solidFill>
                  <a:srgbClr val="212121"/>
                </a:solidFill>
                <a:latin typeface="+mn-lt"/>
                <a:cs typeface="Calibri" panose="020F0502020204030204" pitchFamily="34" charset="0"/>
              </a:rPr>
              <a:t>GRAFIEK (100%)</a:t>
            </a:r>
          </a:p>
        </p:txBody>
      </p:sp>
      <p:sp>
        <p:nvSpPr>
          <p:cNvPr id="91" name="grafiek">
            <a:extLst>
              <a:ext uri="{FF2B5EF4-FFF2-40B4-BE49-F238E27FC236}">
                <a16:creationId xmlns:a16="http://schemas.microsoft.com/office/drawing/2014/main" id="{BDED734F-E8EE-4A40-A3B0-CCDA1D102C45}"/>
              </a:ext>
            </a:extLst>
          </p:cNvPr>
          <p:cNvSpPr>
            <a:spLocks noGrp="1"/>
          </p:cNvSpPr>
          <p:nvPr>
            <p:ph type="chart" sz="quarter" idx="14" hasCustomPrompt="1"/>
          </p:nvPr>
        </p:nvSpPr>
        <p:spPr>
          <a:xfrm>
            <a:off x="521863" y="1388794"/>
            <a:ext cx="11133275" cy="4469349"/>
          </a:xfrm>
          <a:solidFill>
            <a:schemeClr val="bg1">
              <a:lumMod val="95000"/>
            </a:schemeClr>
          </a:solidFill>
        </p:spPr>
        <p:txBody>
          <a:bodyPr tIns="1620000"/>
          <a:lstStyle>
            <a:lvl1pPr marL="0" indent="0" algn="ctr">
              <a:spcBef>
                <a:spcPts val="0"/>
              </a:spcBef>
              <a:spcAft>
                <a:spcPts val="0"/>
              </a:spcAft>
              <a:buNone/>
              <a:defRPr sz="1050" b="1" baseline="0"/>
            </a:lvl1pPr>
          </a:lstStyle>
          <a:p>
            <a:r>
              <a:rPr lang="nl-NL"/>
              <a:t>Klik op onderstaand pictogram</a:t>
            </a:r>
            <a:br>
              <a:rPr lang="nl-NL"/>
            </a:br>
            <a:r>
              <a:rPr lang="nl-NL"/>
              <a:t>om een grafiek in te voegen</a:t>
            </a:r>
          </a:p>
        </p:txBody>
      </p:sp>
      <p:grpSp>
        <p:nvGrpSpPr>
          <p:cNvPr id="93" name="Instructie">
            <a:extLst>
              <a:ext uri="{FF2B5EF4-FFF2-40B4-BE49-F238E27FC236}">
                <a16:creationId xmlns:a16="http://schemas.microsoft.com/office/drawing/2014/main" id="{C9E001F6-3FBC-45DC-8207-6548440F7712}"/>
              </a:ext>
            </a:extLst>
          </p:cNvPr>
          <p:cNvGrpSpPr/>
          <p:nvPr userDrawn="1"/>
        </p:nvGrpSpPr>
        <p:grpSpPr>
          <a:xfrm>
            <a:off x="12389714" y="3046306"/>
            <a:ext cx="3183677" cy="2546619"/>
            <a:chOff x="12389714" y="4327164"/>
            <a:chExt cx="3183677" cy="2546619"/>
          </a:xfrm>
        </p:grpSpPr>
        <p:grpSp>
          <p:nvGrpSpPr>
            <p:cNvPr id="94" name="Meer informatie">
              <a:extLst>
                <a:ext uri="{FF2B5EF4-FFF2-40B4-BE49-F238E27FC236}">
                  <a16:creationId xmlns:a16="http://schemas.microsoft.com/office/drawing/2014/main" id="{7A1C1B78-6E2D-43F3-86BB-D14987A8AA27}"/>
                </a:ext>
              </a:extLst>
            </p:cNvPr>
            <p:cNvGrpSpPr/>
            <p:nvPr userDrawn="1"/>
          </p:nvGrpSpPr>
          <p:grpSpPr>
            <a:xfrm>
              <a:off x="12394875" y="6090510"/>
              <a:ext cx="3178515" cy="783273"/>
              <a:chOff x="-3741486" y="3359148"/>
              <a:chExt cx="3178515" cy="783273"/>
            </a:xfrm>
          </p:grpSpPr>
          <p:sp>
            <p:nvSpPr>
              <p:cNvPr id="132" name="Freeform 101">
                <a:extLst>
                  <a:ext uri="{FF2B5EF4-FFF2-40B4-BE49-F238E27FC236}">
                    <a16:creationId xmlns:a16="http://schemas.microsoft.com/office/drawing/2014/main" id="{16A53905-2267-4835-AA50-6145FC3B3FC9}"/>
                  </a:ext>
                </a:extLst>
              </p:cNvPr>
              <p:cNvSpPr>
                <a:spLocks noEditPoints="1"/>
              </p:cNvSpPr>
              <p:nvPr/>
            </p:nvSpPr>
            <p:spPr bwMode="auto">
              <a:xfrm>
                <a:off x="-3741486" y="3359148"/>
                <a:ext cx="255753" cy="255753"/>
              </a:xfrm>
              <a:custGeom>
                <a:avLst/>
                <a:gdLst>
                  <a:gd name="T0" fmla="*/ 0 w 292"/>
                  <a:gd name="T1" fmla="*/ 146 h 292"/>
                  <a:gd name="T2" fmla="*/ 4 w 292"/>
                  <a:gd name="T3" fmla="*/ 113 h 292"/>
                  <a:gd name="T4" fmla="*/ 14 w 292"/>
                  <a:gd name="T5" fmla="*/ 82 h 292"/>
                  <a:gd name="T6" fmla="*/ 31 w 292"/>
                  <a:gd name="T7" fmla="*/ 55 h 292"/>
                  <a:gd name="T8" fmla="*/ 53 w 292"/>
                  <a:gd name="T9" fmla="*/ 32 h 292"/>
                  <a:gd name="T10" fmla="*/ 81 w 292"/>
                  <a:gd name="T11" fmla="*/ 15 h 292"/>
                  <a:gd name="T12" fmla="*/ 112 w 292"/>
                  <a:gd name="T13" fmla="*/ 4 h 292"/>
                  <a:gd name="T14" fmla="*/ 145 w 292"/>
                  <a:gd name="T15" fmla="*/ 0 h 292"/>
                  <a:gd name="T16" fmla="*/ 179 w 292"/>
                  <a:gd name="T17" fmla="*/ 4 h 292"/>
                  <a:gd name="T18" fmla="*/ 209 w 292"/>
                  <a:gd name="T19" fmla="*/ 15 h 292"/>
                  <a:gd name="T20" fmla="*/ 237 w 292"/>
                  <a:gd name="T21" fmla="*/ 32 h 292"/>
                  <a:gd name="T22" fmla="*/ 259 w 292"/>
                  <a:gd name="T23" fmla="*/ 55 h 292"/>
                  <a:gd name="T24" fmla="*/ 276 w 292"/>
                  <a:gd name="T25" fmla="*/ 82 h 292"/>
                  <a:gd name="T26" fmla="*/ 288 w 292"/>
                  <a:gd name="T27" fmla="*/ 113 h 292"/>
                  <a:gd name="T28" fmla="*/ 292 w 292"/>
                  <a:gd name="T29" fmla="*/ 146 h 292"/>
                  <a:gd name="T30" fmla="*/ 288 w 292"/>
                  <a:gd name="T31" fmla="*/ 180 h 292"/>
                  <a:gd name="T32" fmla="*/ 276 w 292"/>
                  <a:gd name="T33" fmla="*/ 210 h 292"/>
                  <a:gd name="T34" fmla="*/ 259 w 292"/>
                  <a:gd name="T35" fmla="*/ 237 h 292"/>
                  <a:gd name="T36" fmla="*/ 237 w 292"/>
                  <a:gd name="T37" fmla="*/ 260 h 292"/>
                  <a:gd name="T38" fmla="*/ 209 w 292"/>
                  <a:gd name="T39" fmla="*/ 278 h 292"/>
                  <a:gd name="T40" fmla="*/ 179 w 292"/>
                  <a:gd name="T41" fmla="*/ 288 h 292"/>
                  <a:gd name="T42" fmla="*/ 145 w 292"/>
                  <a:gd name="T43" fmla="*/ 292 h 292"/>
                  <a:gd name="T44" fmla="*/ 112 w 292"/>
                  <a:gd name="T45" fmla="*/ 288 h 292"/>
                  <a:gd name="T46" fmla="*/ 81 w 292"/>
                  <a:gd name="T47" fmla="*/ 278 h 292"/>
                  <a:gd name="T48" fmla="*/ 53 w 292"/>
                  <a:gd name="T49" fmla="*/ 260 h 292"/>
                  <a:gd name="T50" fmla="*/ 31 w 292"/>
                  <a:gd name="T51" fmla="*/ 237 h 292"/>
                  <a:gd name="T52" fmla="*/ 14 w 292"/>
                  <a:gd name="T53" fmla="*/ 210 h 292"/>
                  <a:gd name="T54" fmla="*/ 4 w 292"/>
                  <a:gd name="T55" fmla="*/ 180 h 292"/>
                  <a:gd name="T56" fmla="*/ 0 w 292"/>
                  <a:gd name="T57" fmla="*/ 146 h 292"/>
                  <a:gd name="T58" fmla="*/ 102 w 292"/>
                  <a:gd name="T59" fmla="*/ 121 h 292"/>
                  <a:gd name="T60" fmla="*/ 102 w 292"/>
                  <a:gd name="T61" fmla="*/ 142 h 292"/>
                  <a:gd name="T62" fmla="*/ 120 w 292"/>
                  <a:gd name="T63" fmla="*/ 142 h 292"/>
                  <a:gd name="T64" fmla="*/ 120 w 292"/>
                  <a:gd name="T65" fmla="*/ 223 h 292"/>
                  <a:gd name="T66" fmla="*/ 102 w 292"/>
                  <a:gd name="T67" fmla="*/ 223 h 292"/>
                  <a:gd name="T68" fmla="*/ 102 w 292"/>
                  <a:gd name="T69" fmla="*/ 244 h 292"/>
                  <a:gd name="T70" fmla="*/ 188 w 292"/>
                  <a:gd name="T71" fmla="*/ 244 h 292"/>
                  <a:gd name="T72" fmla="*/ 188 w 292"/>
                  <a:gd name="T73" fmla="*/ 223 h 292"/>
                  <a:gd name="T74" fmla="*/ 170 w 292"/>
                  <a:gd name="T75" fmla="*/ 223 h 292"/>
                  <a:gd name="T76" fmla="*/ 170 w 292"/>
                  <a:gd name="T77" fmla="*/ 142 h 292"/>
                  <a:gd name="T78" fmla="*/ 188 w 292"/>
                  <a:gd name="T79" fmla="*/ 142 h 292"/>
                  <a:gd name="T80" fmla="*/ 188 w 292"/>
                  <a:gd name="T81" fmla="*/ 121 h 292"/>
                  <a:gd name="T82" fmla="*/ 102 w 292"/>
                  <a:gd name="T83" fmla="*/ 121 h 292"/>
                  <a:gd name="T84" fmla="*/ 115 w 292"/>
                  <a:gd name="T85" fmla="*/ 79 h 292"/>
                  <a:gd name="T86" fmla="*/ 117 w 292"/>
                  <a:gd name="T87" fmla="*/ 92 h 292"/>
                  <a:gd name="T88" fmla="*/ 124 w 292"/>
                  <a:gd name="T89" fmla="*/ 101 h 292"/>
                  <a:gd name="T90" fmla="*/ 133 w 292"/>
                  <a:gd name="T91" fmla="*/ 108 h 292"/>
                  <a:gd name="T92" fmla="*/ 145 w 292"/>
                  <a:gd name="T93" fmla="*/ 110 h 292"/>
                  <a:gd name="T94" fmla="*/ 157 w 292"/>
                  <a:gd name="T95" fmla="*/ 108 h 292"/>
                  <a:gd name="T96" fmla="*/ 167 w 292"/>
                  <a:gd name="T97" fmla="*/ 101 h 292"/>
                  <a:gd name="T98" fmla="*/ 174 w 292"/>
                  <a:gd name="T99" fmla="*/ 92 h 292"/>
                  <a:gd name="T100" fmla="*/ 176 w 292"/>
                  <a:gd name="T101" fmla="*/ 79 h 292"/>
                  <a:gd name="T102" fmla="*/ 174 w 292"/>
                  <a:gd name="T103" fmla="*/ 67 h 292"/>
                  <a:gd name="T104" fmla="*/ 167 w 292"/>
                  <a:gd name="T105" fmla="*/ 58 h 292"/>
                  <a:gd name="T106" fmla="*/ 157 w 292"/>
                  <a:gd name="T107" fmla="*/ 51 h 292"/>
                  <a:gd name="T108" fmla="*/ 145 w 292"/>
                  <a:gd name="T109" fmla="*/ 49 h 292"/>
                  <a:gd name="T110" fmla="*/ 133 w 292"/>
                  <a:gd name="T111" fmla="*/ 51 h 292"/>
                  <a:gd name="T112" fmla="*/ 124 w 292"/>
                  <a:gd name="T113" fmla="*/ 58 h 292"/>
                  <a:gd name="T114" fmla="*/ 117 w 292"/>
                  <a:gd name="T115" fmla="*/ 67 h 292"/>
                  <a:gd name="T116" fmla="*/ 115 w 292"/>
                  <a:gd name="T117" fmla="*/ 79 h 29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  <a:cxn ang="0">
                    <a:pos x="T90" y="T91"/>
                  </a:cxn>
                  <a:cxn ang="0">
                    <a:pos x="T92" y="T93"/>
                  </a:cxn>
                  <a:cxn ang="0">
                    <a:pos x="T94" y="T95"/>
                  </a:cxn>
                  <a:cxn ang="0">
                    <a:pos x="T96" y="T97"/>
                  </a:cxn>
                  <a:cxn ang="0">
                    <a:pos x="T98" y="T99"/>
                  </a:cxn>
                  <a:cxn ang="0">
                    <a:pos x="T100" y="T101"/>
                  </a:cxn>
                  <a:cxn ang="0">
                    <a:pos x="T102" y="T103"/>
                  </a:cxn>
                  <a:cxn ang="0">
                    <a:pos x="T104" y="T105"/>
                  </a:cxn>
                  <a:cxn ang="0">
                    <a:pos x="T106" y="T107"/>
                  </a:cxn>
                  <a:cxn ang="0">
                    <a:pos x="T108" y="T109"/>
                  </a:cxn>
                  <a:cxn ang="0">
                    <a:pos x="T110" y="T111"/>
                  </a:cxn>
                  <a:cxn ang="0">
                    <a:pos x="T112" y="T113"/>
                  </a:cxn>
                  <a:cxn ang="0">
                    <a:pos x="T114" y="T115"/>
                  </a:cxn>
                  <a:cxn ang="0">
                    <a:pos x="T116" y="T117"/>
                  </a:cxn>
                </a:cxnLst>
                <a:rect l="0" t="0" r="r" b="b"/>
                <a:pathLst>
                  <a:path w="292" h="292">
                    <a:moveTo>
                      <a:pt x="0" y="146"/>
                    </a:moveTo>
                    <a:lnTo>
                      <a:pt x="4" y="113"/>
                    </a:lnTo>
                    <a:lnTo>
                      <a:pt x="14" y="82"/>
                    </a:lnTo>
                    <a:lnTo>
                      <a:pt x="31" y="55"/>
                    </a:lnTo>
                    <a:lnTo>
                      <a:pt x="53" y="32"/>
                    </a:lnTo>
                    <a:lnTo>
                      <a:pt x="81" y="15"/>
                    </a:lnTo>
                    <a:lnTo>
                      <a:pt x="112" y="4"/>
                    </a:lnTo>
                    <a:lnTo>
                      <a:pt x="145" y="0"/>
                    </a:lnTo>
                    <a:lnTo>
                      <a:pt x="179" y="4"/>
                    </a:lnTo>
                    <a:lnTo>
                      <a:pt x="209" y="15"/>
                    </a:lnTo>
                    <a:lnTo>
                      <a:pt x="237" y="32"/>
                    </a:lnTo>
                    <a:lnTo>
                      <a:pt x="259" y="55"/>
                    </a:lnTo>
                    <a:lnTo>
                      <a:pt x="276" y="82"/>
                    </a:lnTo>
                    <a:lnTo>
                      <a:pt x="288" y="113"/>
                    </a:lnTo>
                    <a:lnTo>
                      <a:pt x="292" y="146"/>
                    </a:lnTo>
                    <a:lnTo>
                      <a:pt x="288" y="180"/>
                    </a:lnTo>
                    <a:lnTo>
                      <a:pt x="276" y="210"/>
                    </a:lnTo>
                    <a:lnTo>
                      <a:pt x="259" y="237"/>
                    </a:lnTo>
                    <a:lnTo>
                      <a:pt x="237" y="260"/>
                    </a:lnTo>
                    <a:lnTo>
                      <a:pt x="209" y="278"/>
                    </a:lnTo>
                    <a:lnTo>
                      <a:pt x="179" y="288"/>
                    </a:lnTo>
                    <a:lnTo>
                      <a:pt x="145" y="292"/>
                    </a:lnTo>
                    <a:lnTo>
                      <a:pt x="112" y="288"/>
                    </a:lnTo>
                    <a:lnTo>
                      <a:pt x="81" y="278"/>
                    </a:lnTo>
                    <a:lnTo>
                      <a:pt x="53" y="260"/>
                    </a:lnTo>
                    <a:lnTo>
                      <a:pt x="31" y="237"/>
                    </a:lnTo>
                    <a:lnTo>
                      <a:pt x="14" y="210"/>
                    </a:lnTo>
                    <a:lnTo>
                      <a:pt x="4" y="180"/>
                    </a:lnTo>
                    <a:lnTo>
                      <a:pt x="0" y="146"/>
                    </a:lnTo>
                    <a:close/>
                    <a:moveTo>
                      <a:pt x="102" y="121"/>
                    </a:moveTo>
                    <a:lnTo>
                      <a:pt x="102" y="142"/>
                    </a:lnTo>
                    <a:lnTo>
                      <a:pt x="120" y="142"/>
                    </a:lnTo>
                    <a:lnTo>
                      <a:pt x="120" y="223"/>
                    </a:lnTo>
                    <a:lnTo>
                      <a:pt x="102" y="223"/>
                    </a:lnTo>
                    <a:lnTo>
                      <a:pt x="102" y="244"/>
                    </a:lnTo>
                    <a:lnTo>
                      <a:pt x="188" y="244"/>
                    </a:lnTo>
                    <a:lnTo>
                      <a:pt x="188" y="223"/>
                    </a:lnTo>
                    <a:lnTo>
                      <a:pt x="170" y="223"/>
                    </a:lnTo>
                    <a:lnTo>
                      <a:pt x="170" y="142"/>
                    </a:lnTo>
                    <a:lnTo>
                      <a:pt x="188" y="142"/>
                    </a:lnTo>
                    <a:lnTo>
                      <a:pt x="188" y="121"/>
                    </a:lnTo>
                    <a:lnTo>
                      <a:pt x="102" y="121"/>
                    </a:lnTo>
                    <a:close/>
                    <a:moveTo>
                      <a:pt x="115" y="79"/>
                    </a:moveTo>
                    <a:lnTo>
                      <a:pt x="117" y="92"/>
                    </a:lnTo>
                    <a:lnTo>
                      <a:pt x="124" y="101"/>
                    </a:lnTo>
                    <a:lnTo>
                      <a:pt x="133" y="108"/>
                    </a:lnTo>
                    <a:lnTo>
                      <a:pt x="145" y="110"/>
                    </a:lnTo>
                    <a:lnTo>
                      <a:pt x="157" y="108"/>
                    </a:lnTo>
                    <a:lnTo>
                      <a:pt x="167" y="101"/>
                    </a:lnTo>
                    <a:lnTo>
                      <a:pt x="174" y="92"/>
                    </a:lnTo>
                    <a:lnTo>
                      <a:pt x="176" y="79"/>
                    </a:lnTo>
                    <a:lnTo>
                      <a:pt x="174" y="67"/>
                    </a:lnTo>
                    <a:lnTo>
                      <a:pt x="167" y="58"/>
                    </a:lnTo>
                    <a:lnTo>
                      <a:pt x="157" y="51"/>
                    </a:lnTo>
                    <a:lnTo>
                      <a:pt x="145" y="49"/>
                    </a:lnTo>
                    <a:lnTo>
                      <a:pt x="133" y="51"/>
                    </a:lnTo>
                    <a:lnTo>
                      <a:pt x="124" y="58"/>
                    </a:lnTo>
                    <a:lnTo>
                      <a:pt x="117" y="67"/>
                    </a:lnTo>
                    <a:lnTo>
                      <a:pt x="115" y="79"/>
                    </a:lnTo>
                    <a:close/>
                  </a:path>
                </a:pathLst>
              </a:custGeom>
              <a:solidFill>
                <a:srgbClr val="FF7800"/>
              </a:solidFill>
              <a:ln w="0">
                <a:noFill/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nl-NL" sz="1100" noProof="0"/>
              </a:p>
            </p:txBody>
          </p:sp>
          <p:sp>
            <p:nvSpPr>
              <p:cNvPr id="133" name="Rechthoek 132">
                <a:extLst>
                  <a:ext uri="{FF2B5EF4-FFF2-40B4-BE49-F238E27FC236}">
                    <a16:creationId xmlns:a16="http://schemas.microsoft.com/office/drawing/2014/main" id="{BBC55B4F-53EC-4FA0-9FA4-A2BA84E90F87}"/>
                  </a:ext>
                </a:extLst>
              </p:cNvPr>
              <p:cNvSpPr/>
              <p:nvPr userDrawn="1"/>
            </p:nvSpPr>
            <p:spPr>
              <a:xfrm>
                <a:off x="-3380966" y="3431177"/>
                <a:ext cx="2817995" cy="592123"/>
              </a:xfrm>
              <a:prstGeom prst="rect">
                <a:avLst/>
              </a:prstGeom>
              <a:noFill/>
              <a:ln w="25400" cap="flat" cmpd="sng" algn="ctr">
                <a:noFill/>
                <a:prstDash val="solid"/>
              </a:ln>
              <a:effectLst/>
            </p:spPr>
            <p:txBody>
              <a:bodyPr lIns="0" tIns="0" rIns="0" bIns="0" rtlCol="0" anchor="t"/>
              <a:lstStyle/>
              <a:p>
                <a:pPr marL="0" marR="0" lvl="0" indent="0" defTabSz="914400" eaLnBrk="1" fontAlgn="auto" latinLnBrk="0" hangingPunct="1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nl-NL" sz="1100" b="0" i="0" u="none" strike="noStrike" kern="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+mn-lt"/>
                    <a:cs typeface="Segoe UI Light" panose="020B0502040204020203" pitchFamily="34" charset="0"/>
                  </a:rPr>
                  <a:t>Meer weten?</a:t>
                </a:r>
                <a:br>
                  <a:rPr kumimoji="0" lang="nl-NL" sz="1100" b="0" i="0" u="none" strike="noStrike" kern="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+mn-lt"/>
                    <a:cs typeface="Segoe UI Light" panose="020B0502040204020203" pitchFamily="34" charset="0"/>
                  </a:rPr>
                </a:br>
                <a:r>
                  <a:rPr kumimoji="0" lang="nl-NL" sz="1100" b="0" i="0" u="none" strike="noStrike" kern="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+mn-lt"/>
                    <a:cs typeface="Segoe UI Light" panose="020B0502040204020203" pitchFamily="34" charset="0"/>
                  </a:rPr>
                  <a:t>Ga naar dia </a:t>
                </a:r>
                <a:r>
                  <a:rPr kumimoji="0" lang="nl-NL" sz="1100" b="1" i="0" u="none" strike="noStrike" kern="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+mn-lt"/>
                    <a:cs typeface="Segoe UI Light" panose="020B0502040204020203" pitchFamily="34" charset="0"/>
                  </a:rPr>
                  <a:t>‘Instructie dia: YouTube links’</a:t>
                </a:r>
                <a:r>
                  <a:rPr kumimoji="0" lang="nl-NL" sz="1100" b="0" i="0" u="none" strike="noStrike" kern="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+mn-lt"/>
                    <a:cs typeface="Segoe UI Light" panose="020B0502040204020203" pitchFamily="34" charset="0"/>
                  </a:rPr>
                  <a:t>, open deze in de diavoorstelling en klik op de gewenste video link.</a:t>
                </a:r>
              </a:p>
            </p:txBody>
          </p:sp>
          <p:cxnSp>
            <p:nvCxnSpPr>
              <p:cNvPr id="134" name="Rechte verbindingslijn 133">
                <a:extLst>
                  <a:ext uri="{FF2B5EF4-FFF2-40B4-BE49-F238E27FC236}">
                    <a16:creationId xmlns:a16="http://schemas.microsoft.com/office/drawing/2014/main" id="{501C72D5-9204-4357-8F61-286786591090}"/>
                  </a:ext>
                </a:extLst>
              </p:cNvPr>
              <p:cNvCxnSpPr>
                <a:cxnSpLocks/>
              </p:cNvCxnSpPr>
              <p:nvPr userDrawn="1"/>
            </p:nvCxnSpPr>
            <p:spPr>
              <a:xfrm>
                <a:off x="-3740987" y="4142421"/>
                <a:ext cx="3178016" cy="0"/>
              </a:xfrm>
              <a:prstGeom prst="line">
                <a:avLst/>
              </a:prstGeom>
              <a:noFill/>
              <a:ln w="3175" cap="flat" cmpd="sng" algn="ctr">
                <a:solidFill>
                  <a:schemeClr val="accent1"/>
                </a:solidFill>
                <a:prstDash val="solid"/>
              </a:ln>
              <a:effectLst/>
            </p:spPr>
          </p:cxnSp>
        </p:grpSp>
        <p:cxnSp>
          <p:nvCxnSpPr>
            <p:cNvPr id="95" name="Rechte verbindingslijn 94">
              <a:extLst>
                <a:ext uri="{FF2B5EF4-FFF2-40B4-BE49-F238E27FC236}">
                  <a16:creationId xmlns:a16="http://schemas.microsoft.com/office/drawing/2014/main" id="{E73A71B5-D298-408B-B81A-669EDBCB715C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2395374" y="5963729"/>
              <a:ext cx="3178017" cy="0"/>
            </a:xfrm>
            <a:prstGeom prst="line">
              <a:avLst/>
            </a:prstGeom>
            <a:noFill/>
            <a:ln w="3175" cap="flat" cmpd="sng" algn="ctr">
              <a:solidFill>
                <a:schemeClr val="accent1"/>
              </a:solidFill>
              <a:prstDash val="solid"/>
            </a:ln>
            <a:effectLst/>
          </p:spPr>
        </p:cxnSp>
        <p:sp>
          <p:nvSpPr>
            <p:cNvPr id="96" name="Rechthoek 95">
              <a:extLst>
                <a:ext uri="{FF2B5EF4-FFF2-40B4-BE49-F238E27FC236}">
                  <a16:creationId xmlns:a16="http://schemas.microsoft.com/office/drawing/2014/main" id="{4F090187-74DB-4F08-B9D2-5A2495208D4F}"/>
                </a:ext>
              </a:extLst>
            </p:cNvPr>
            <p:cNvSpPr/>
            <p:nvPr userDrawn="1"/>
          </p:nvSpPr>
          <p:spPr>
            <a:xfrm>
              <a:off x="12395375" y="4327164"/>
              <a:ext cx="3178016" cy="191611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ctr"/>
            <a:lstStyle/>
            <a:p>
              <a:pPr marL="0" marR="0" lvl="0" indent="0" defTabSz="914400" eaLnBrk="1" fontAlgn="auto" latinLnBrk="0" hangingPunct="1">
                <a:lnSpc>
                  <a:spcPct val="8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nl-NL" sz="1400" b="1" i="0" u="none" strike="noStrike" kern="0" cap="all" spc="0" normalizeH="0" baseline="0" noProof="0">
                  <a:ln>
                    <a:noFill/>
                  </a:ln>
                  <a:solidFill>
                    <a:schemeClr val="accent1"/>
                  </a:solidFill>
                  <a:effectLst/>
                  <a:uLnTx/>
                  <a:uFillTx/>
                  <a:latin typeface="+mj-lt"/>
                  <a:cs typeface="Segoe UI Light" panose="020B0502040204020203" pitchFamily="34" charset="0"/>
                </a:rPr>
                <a:t>Data van de Grafiek Bewerken</a:t>
              </a:r>
            </a:p>
          </p:txBody>
        </p:sp>
        <p:sp>
          <p:nvSpPr>
            <p:cNvPr id="97" name="Ovaal 96">
              <a:extLst>
                <a:ext uri="{FF2B5EF4-FFF2-40B4-BE49-F238E27FC236}">
                  <a16:creationId xmlns:a16="http://schemas.microsoft.com/office/drawing/2014/main" id="{56242B33-BB1A-4AC4-A7AF-6695B08F87DE}"/>
                </a:ext>
              </a:extLst>
            </p:cNvPr>
            <p:cNvSpPr/>
            <p:nvPr userDrawn="1"/>
          </p:nvSpPr>
          <p:spPr>
            <a:xfrm>
              <a:off x="12389714" y="4706254"/>
              <a:ext cx="260914" cy="259683"/>
            </a:xfrm>
            <a:prstGeom prst="ellipse">
              <a:avLst/>
            </a:prstGeom>
            <a:solidFill>
              <a:schemeClr val="accent1"/>
            </a:solidFill>
            <a:ln w="25400" cap="flat" cmpd="sng" algn="ctr">
              <a:noFill/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1</a:t>
              </a:r>
            </a:p>
          </p:txBody>
        </p:sp>
        <p:cxnSp>
          <p:nvCxnSpPr>
            <p:cNvPr id="98" name="Rechte verbindingslijn 97">
              <a:extLst>
                <a:ext uri="{FF2B5EF4-FFF2-40B4-BE49-F238E27FC236}">
                  <a16:creationId xmlns:a16="http://schemas.microsoft.com/office/drawing/2014/main" id="{7E3C0BF9-E98E-44A9-8118-80E0DAB7D10E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2395374" y="4584932"/>
              <a:ext cx="3178017" cy="0"/>
            </a:xfrm>
            <a:prstGeom prst="line">
              <a:avLst/>
            </a:prstGeom>
            <a:noFill/>
            <a:ln w="3175" cap="flat" cmpd="sng" algn="ctr">
              <a:solidFill>
                <a:schemeClr val="accent1"/>
              </a:solidFill>
              <a:prstDash val="solid"/>
            </a:ln>
            <a:effectLst/>
          </p:spPr>
        </p:cxnSp>
        <p:sp>
          <p:nvSpPr>
            <p:cNvPr id="99" name="Rechthoek 98">
              <a:extLst>
                <a:ext uri="{FF2B5EF4-FFF2-40B4-BE49-F238E27FC236}">
                  <a16:creationId xmlns:a16="http://schemas.microsoft.com/office/drawing/2014/main" id="{7CFB252F-FA08-4A37-88FC-077A1F4CE170}"/>
                </a:ext>
              </a:extLst>
            </p:cNvPr>
            <p:cNvSpPr/>
            <p:nvPr userDrawn="1"/>
          </p:nvSpPr>
          <p:spPr>
            <a:xfrm>
              <a:off x="12755395" y="4772316"/>
              <a:ext cx="2817995" cy="314439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t"/>
            <a:lstStyle/>
            <a:p>
              <a:pPr lvl="0" fontAlgn="auto"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lang="nl-NL" sz="1100" kern="0" noProof="0">
                  <a:solidFill>
                    <a:schemeClr val="tx1"/>
                  </a:solidFill>
                  <a:latin typeface="+mn-lt"/>
                  <a:cs typeface="Segoe UI Light" panose="020B0502040204020203" pitchFamily="34" charset="0"/>
                </a:rPr>
                <a:t>Selecteer de grafiek, klik met de rechter muisknop en kies </a:t>
              </a:r>
              <a:r>
                <a:rPr lang="nl-NL" sz="1100" b="1" kern="0" noProof="0">
                  <a:solidFill>
                    <a:schemeClr val="tx1"/>
                  </a:solidFill>
                  <a:latin typeface="+mn-lt"/>
                  <a:cs typeface="Segoe UI Light" panose="020B0502040204020203" pitchFamily="34" charset="0"/>
                </a:rPr>
                <a:t>‘Gegevens bewerken’</a:t>
              </a:r>
            </a:p>
          </p:txBody>
        </p:sp>
        <p:grpSp>
          <p:nvGrpSpPr>
            <p:cNvPr id="100" name="Groep 99">
              <a:extLst>
                <a:ext uri="{FF2B5EF4-FFF2-40B4-BE49-F238E27FC236}">
                  <a16:creationId xmlns:a16="http://schemas.microsoft.com/office/drawing/2014/main" id="{5149F826-5473-4D84-B11A-B8FCED0BC60B}"/>
                </a:ext>
              </a:extLst>
            </p:cNvPr>
            <p:cNvGrpSpPr/>
            <p:nvPr userDrawn="1"/>
          </p:nvGrpSpPr>
          <p:grpSpPr>
            <a:xfrm>
              <a:off x="12755394" y="5222855"/>
              <a:ext cx="1714530" cy="639425"/>
              <a:chOff x="12757283" y="4365594"/>
              <a:chExt cx="1714530" cy="639425"/>
            </a:xfrm>
          </p:grpSpPr>
          <p:sp>
            <p:nvSpPr>
              <p:cNvPr id="101" name="Rechthoek 100">
                <a:extLst>
                  <a:ext uri="{FF2B5EF4-FFF2-40B4-BE49-F238E27FC236}">
                    <a16:creationId xmlns:a16="http://schemas.microsoft.com/office/drawing/2014/main" id="{4DBEFDC8-2B58-429A-A80F-BECE302BD12E}"/>
                  </a:ext>
                </a:extLst>
              </p:cNvPr>
              <p:cNvSpPr/>
              <p:nvPr userDrawn="1"/>
            </p:nvSpPr>
            <p:spPr>
              <a:xfrm>
                <a:off x="12757283" y="4365594"/>
                <a:ext cx="1626818" cy="580946"/>
              </a:xfrm>
              <a:prstGeom prst="rect">
                <a:avLst/>
              </a:prstGeom>
              <a:solidFill>
                <a:schemeClr val="bg1"/>
              </a:solidFill>
              <a:ln w="12700">
                <a:solidFill>
                  <a:srgbClr val="D1D1D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10800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endParaRPr lang="nl-NL" sz="800" b="0" noProof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102" name="Rechthoek 101">
                <a:extLst>
                  <a:ext uri="{FF2B5EF4-FFF2-40B4-BE49-F238E27FC236}">
                    <a16:creationId xmlns:a16="http://schemas.microsoft.com/office/drawing/2014/main" id="{D9C13CA8-362E-419F-8E5B-5423F1B8C43F}"/>
                  </a:ext>
                </a:extLst>
              </p:cNvPr>
              <p:cNvSpPr/>
              <p:nvPr userDrawn="1"/>
            </p:nvSpPr>
            <p:spPr>
              <a:xfrm>
                <a:off x="12768263" y="4676983"/>
                <a:ext cx="1609231" cy="261256"/>
              </a:xfrm>
              <a:prstGeom prst="rect">
                <a:avLst/>
              </a:prstGeom>
              <a:solidFill>
                <a:srgbClr val="FCE4DC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nl-NL" sz="1000" b="1" noProof="0">
                  <a:solidFill>
                    <a:schemeClr val="tx1"/>
                  </a:solidFill>
                </a:endParaRPr>
              </a:p>
            </p:txBody>
          </p:sp>
          <p:sp>
            <p:nvSpPr>
              <p:cNvPr id="103" name="Tekstvak 102">
                <a:extLst>
                  <a:ext uri="{FF2B5EF4-FFF2-40B4-BE49-F238E27FC236}">
                    <a16:creationId xmlns:a16="http://schemas.microsoft.com/office/drawing/2014/main" id="{38A87954-6B96-4840-99EE-473A13BF08BB}"/>
                  </a:ext>
                </a:extLst>
              </p:cNvPr>
              <p:cNvSpPr txBox="1"/>
              <p:nvPr userDrawn="1"/>
            </p:nvSpPr>
            <p:spPr>
              <a:xfrm>
                <a:off x="12997648" y="4404704"/>
                <a:ext cx="1248154" cy="21698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algn="l" defTabSz="1217512" rtl="0" eaLnBrk="1" latinLnBrk="0" hangingPunct="1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r>
                  <a:rPr lang="nl-NL" sz="900" b="0" kern="1200" noProof="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rPr>
                  <a:t>Grafiektype wijzigen</a:t>
                </a:r>
              </a:p>
            </p:txBody>
          </p:sp>
          <p:sp>
            <p:nvSpPr>
              <p:cNvPr id="104" name="Tekstvak 103">
                <a:extLst>
                  <a:ext uri="{FF2B5EF4-FFF2-40B4-BE49-F238E27FC236}">
                    <a16:creationId xmlns:a16="http://schemas.microsoft.com/office/drawing/2014/main" id="{64EAE2DA-E998-42D4-AF66-6DC0D991A793}"/>
                  </a:ext>
                </a:extLst>
              </p:cNvPr>
              <p:cNvSpPr txBox="1"/>
              <p:nvPr userDrawn="1"/>
            </p:nvSpPr>
            <p:spPr>
              <a:xfrm>
                <a:off x="12984219" y="4725830"/>
                <a:ext cx="1274711" cy="21698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algn="l" defTabSz="1217512" rtl="0" eaLnBrk="1" latinLnBrk="0" hangingPunct="1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r>
                  <a:rPr lang="nl-NL" sz="900" b="0" kern="1200" noProof="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rPr>
                  <a:t>Gegevens bewerken</a:t>
                </a:r>
              </a:p>
            </p:txBody>
          </p:sp>
          <p:pic>
            <p:nvPicPr>
              <p:cNvPr id="105" name="Picture 3">
                <a:extLst>
                  <a:ext uri="{FF2B5EF4-FFF2-40B4-BE49-F238E27FC236}">
                    <a16:creationId xmlns:a16="http://schemas.microsoft.com/office/drawing/2014/main" id="{2637CA94-7489-4D59-BA7C-0072F03D7793}"/>
                  </a:ext>
                </a:extLst>
              </p:cNvPr>
              <p:cNvPicPr>
                <a:picLocks noChangeAspect="1" noChangeArrowheads="1"/>
              </p:cNvPicPr>
              <p:nvPr userDrawn="1"/>
            </p:nvPicPr>
            <p:blipFill>
              <a:blip r:embed="rId2" cstate="email">
                <a:extLst>
                  <a:ext uri="{28A0092B-C50C-407E-A947-70E740481C1C}">
                    <a14:useLocalDpi xmlns:a14="http://schemas.microsoft.com/office/drawing/2010/main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14328727" y="4773688"/>
                <a:ext cx="143086" cy="231331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</p:pic>
          <p:grpSp>
            <p:nvGrpSpPr>
              <p:cNvPr id="106" name="Groep 105">
                <a:extLst>
                  <a:ext uri="{FF2B5EF4-FFF2-40B4-BE49-F238E27FC236}">
                    <a16:creationId xmlns:a16="http://schemas.microsoft.com/office/drawing/2014/main" id="{E0F65D8A-932C-4FFE-8A7C-FCD741C254C1}"/>
                  </a:ext>
                </a:extLst>
              </p:cNvPr>
              <p:cNvGrpSpPr/>
              <p:nvPr userDrawn="1"/>
            </p:nvGrpSpPr>
            <p:grpSpPr>
              <a:xfrm>
                <a:off x="12831198" y="4432250"/>
                <a:ext cx="139861" cy="152244"/>
                <a:chOff x="12574450" y="6053892"/>
                <a:chExt cx="169232" cy="184215"/>
              </a:xfrm>
            </p:grpSpPr>
            <p:sp>
              <p:nvSpPr>
                <p:cNvPr id="129" name="Rechthoek 128">
                  <a:extLst>
                    <a:ext uri="{FF2B5EF4-FFF2-40B4-BE49-F238E27FC236}">
                      <a16:creationId xmlns:a16="http://schemas.microsoft.com/office/drawing/2014/main" id="{E4F2CAC6-C286-4619-9A46-94AF0F3B4813}"/>
                    </a:ext>
                  </a:extLst>
                </p:cNvPr>
                <p:cNvSpPr/>
                <p:nvPr userDrawn="1"/>
              </p:nvSpPr>
              <p:spPr>
                <a:xfrm>
                  <a:off x="12574450" y="6111529"/>
                  <a:ext cx="46293" cy="126577"/>
                </a:xfrm>
                <a:prstGeom prst="rect">
                  <a:avLst/>
                </a:prstGeom>
                <a:solidFill>
                  <a:srgbClr val="4D82B8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sz="2000" noProof="0">
                    <a:solidFill>
                      <a:schemeClr val="tx2"/>
                    </a:solidFill>
                    <a:latin typeface="+mn-lt"/>
                  </a:endParaRPr>
                </a:p>
              </p:txBody>
            </p:sp>
            <p:sp>
              <p:nvSpPr>
                <p:cNvPr id="130" name="Rechthoek 129">
                  <a:extLst>
                    <a:ext uri="{FF2B5EF4-FFF2-40B4-BE49-F238E27FC236}">
                      <a16:creationId xmlns:a16="http://schemas.microsoft.com/office/drawing/2014/main" id="{FF309A0B-5266-403E-A702-BE9F65D24750}"/>
                    </a:ext>
                  </a:extLst>
                </p:cNvPr>
                <p:cNvSpPr/>
                <p:nvPr userDrawn="1"/>
              </p:nvSpPr>
              <p:spPr>
                <a:xfrm>
                  <a:off x="12635427" y="6053892"/>
                  <a:ext cx="46293" cy="184215"/>
                </a:xfrm>
                <a:prstGeom prst="rect">
                  <a:avLst/>
                </a:prstGeom>
                <a:solidFill>
                  <a:srgbClr val="EDC87E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sz="2000" noProof="0">
                    <a:solidFill>
                      <a:schemeClr val="tx2"/>
                    </a:solidFill>
                    <a:latin typeface="+mn-lt"/>
                  </a:endParaRPr>
                </a:p>
              </p:txBody>
            </p:sp>
            <p:sp>
              <p:nvSpPr>
                <p:cNvPr id="131" name="Rechthoek 130">
                  <a:extLst>
                    <a:ext uri="{FF2B5EF4-FFF2-40B4-BE49-F238E27FC236}">
                      <a16:creationId xmlns:a16="http://schemas.microsoft.com/office/drawing/2014/main" id="{6473A50E-AE4B-43CE-8EC8-1620785C8D60}"/>
                    </a:ext>
                  </a:extLst>
                </p:cNvPr>
                <p:cNvSpPr/>
                <p:nvPr userDrawn="1"/>
              </p:nvSpPr>
              <p:spPr>
                <a:xfrm>
                  <a:off x="12697389" y="6094907"/>
                  <a:ext cx="46293" cy="143200"/>
                </a:xfrm>
                <a:prstGeom prst="rect">
                  <a:avLst/>
                </a:prstGeom>
                <a:solidFill>
                  <a:srgbClr val="808080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sz="2000" noProof="0">
                    <a:solidFill>
                      <a:schemeClr val="tx2"/>
                    </a:solidFill>
                    <a:latin typeface="+mn-lt"/>
                  </a:endParaRPr>
                </a:p>
              </p:txBody>
            </p:sp>
          </p:grpSp>
          <p:grpSp>
            <p:nvGrpSpPr>
              <p:cNvPr id="107" name="Groep 106">
                <a:extLst>
                  <a:ext uri="{FF2B5EF4-FFF2-40B4-BE49-F238E27FC236}">
                    <a16:creationId xmlns:a16="http://schemas.microsoft.com/office/drawing/2014/main" id="{A10A86B2-4771-4F86-94AC-EE55D2392979}"/>
                  </a:ext>
                </a:extLst>
              </p:cNvPr>
              <p:cNvGrpSpPr/>
              <p:nvPr userDrawn="1"/>
            </p:nvGrpSpPr>
            <p:grpSpPr>
              <a:xfrm>
                <a:off x="12831198" y="4748585"/>
                <a:ext cx="184916" cy="120210"/>
                <a:chOff x="8815516" y="1076284"/>
                <a:chExt cx="503174" cy="327105"/>
              </a:xfrm>
            </p:grpSpPr>
            <p:sp>
              <p:nvSpPr>
                <p:cNvPr id="108" name="Rechthoek 107">
                  <a:extLst>
                    <a:ext uri="{FF2B5EF4-FFF2-40B4-BE49-F238E27FC236}">
                      <a16:creationId xmlns:a16="http://schemas.microsoft.com/office/drawing/2014/main" id="{47F3F537-AC54-4DE4-9350-4910FCF53CEE}"/>
                    </a:ext>
                  </a:extLst>
                </p:cNvPr>
                <p:cNvSpPr/>
                <p:nvPr userDrawn="1"/>
              </p:nvSpPr>
              <p:spPr>
                <a:xfrm>
                  <a:off x="8815516" y="1133167"/>
                  <a:ext cx="372729" cy="235975"/>
                </a:xfrm>
                <a:prstGeom prst="rect">
                  <a:avLst/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  <p:grpSp>
              <p:nvGrpSpPr>
                <p:cNvPr id="109" name="Groep 108">
                  <a:extLst>
                    <a:ext uri="{FF2B5EF4-FFF2-40B4-BE49-F238E27FC236}">
                      <a16:creationId xmlns:a16="http://schemas.microsoft.com/office/drawing/2014/main" id="{E845CEF2-5548-4E42-8AF4-6F14ED3A3499}"/>
                    </a:ext>
                  </a:extLst>
                </p:cNvPr>
                <p:cNvGrpSpPr/>
                <p:nvPr userDrawn="1"/>
              </p:nvGrpSpPr>
              <p:grpSpPr>
                <a:xfrm>
                  <a:off x="8815517" y="1076284"/>
                  <a:ext cx="503173" cy="327105"/>
                  <a:chOff x="1351248" y="-683635"/>
                  <a:chExt cx="503173" cy="327105"/>
                </a:xfrm>
              </p:grpSpPr>
              <p:grpSp>
                <p:nvGrpSpPr>
                  <p:cNvPr id="110" name="Groep 109">
                    <a:extLst>
                      <a:ext uri="{FF2B5EF4-FFF2-40B4-BE49-F238E27FC236}">
                        <a16:creationId xmlns:a16="http://schemas.microsoft.com/office/drawing/2014/main" id="{E9E726B1-A7C6-4F14-9CAC-F4CD04BDDDF0}"/>
                      </a:ext>
                    </a:extLst>
                  </p:cNvPr>
                  <p:cNvGrpSpPr/>
                  <p:nvPr userDrawn="1"/>
                </p:nvGrpSpPr>
                <p:grpSpPr>
                  <a:xfrm>
                    <a:off x="1351248" y="-683635"/>
                    <a:ext cx="375186" cy="293652"/>
                    <a:chOff x="1094874" y="-884923"/>
                    <a:chExt cx="884668" cy="692417"/>
                  </a:xfrm>
                </p:grpSpPr>
                <p:sp>
                  <p:nvSpPr>
                    <p:cNvPr id="115" name="Rechthoek 114">
                      <a:extLst>
                        <a:ext uri="{FF2B5EF4-FFF2-40B4-BE49-F238E27FC236}">
                          <a16:creationId xmlns:a16="http://schemas.microsoft.com/office/drawing/2014/main" id="{CB7A4333-9006-4DEC-8C05-AB8BA2C89A46}"/>
                        </a:ext>
                      </a:extLst>
                    </p:cNvPr>
                    <p:cNvSpPr/>
                    <p:nvPr userDrawn="1"/>
                  </p:nvSpPr>
                  <p:spPr>
                    <a:xfrm>
                      <a:off x="1094874" y="-884923"/>
                      <a:ext cx="878304" cy="145579"/>
                    </a:xfrm>
                    <a:prstGeom prst="rect">
                      <a:avLst/>
                    </a:prstGeom>
                    <a:solidFill>
                      <a:srgbClr val="818181"/>
                    </a:solidFill>
                    <a:ln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nl-NL" noProof="0"/>
                    </a:p>
                  </p:txBody>
                </p:sp>
                <p:grpSp>
                  <p:nvGrpSpPr>
                    <p:cNvPr id="116" name="Groep 115">
                      <a:extLst>
                        <a:ext uri="{FF2B5EF4-FFF2-40B4-BE49-F238E27FC236}">
                          <a16:creationId xmlns:a16="http://schemas.microsoft.com/office/drawing/2014/main" id="{BBDB74E0-95DA-4B1B-B0B5-526EB6020035}"/>
                        </a:ext>
                      </a:extLst>
                    </p:cNvPr>
                    <p:cNvGrpSpPr/>
                    <p:nvPr userDrawn="1"/>
                  </p:nvGrpSpPr>
                  <p:grpSpPr>
                    <a:xfrm>
                      <a:off x="1094874" y="-878306"/>
                      <a:ext cx="867364" cy="685800"/>
                      <a:chOff x="1094874" y="-878306"/>
                      <a:chExt cx="867364" cy="613611"/>
                    </a:xfrm>
                  </p:grpSpPr>
                  <p:cxnSp>
                    <p:nvCxnSpPr>
                      <p:cNvPr id="122" name="Rechte verbindingslijn 121">
                        <a:extLst>
                          <a:ext uri="{FF2B5EF4-FFF2-40B4-BE49-F238E27FC236}">
                            <a16:creationId xmlns:a16="http://schemas.microsoft.com/office/drawing/2014/main" id="{1F5CA13D-6259-465D-A375-8AADDDE629CC}"/>
                          </a:ext>
                        </a:extLst>
                      </p:cNvPr>
                      <p:cNvCxnSpPr>
                        <a:cxnSpLocks/>
                      </p:cNvCxnSpPr>
                      <p:nvPr userDrawn="1"/>
                    </p:nvCxnSpPr>
                    <p:spPr>
                      <a:xfrm>
                        <a:off x="1094874" y="-878305"/>
                        <a:ext cx="0" cy="613610"/>
                      </a:xfrm>
                      <a:prstGeom prst="line">
                        <a:avLst/>
                      </a:prstGeom>
                      <a:ln>
                        <a:solidFill>
                          <a:srgbClr val="818181"/>
                        </a:solidFill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cxnSp>
                    <p:nvCxnSpPr>
                      <p:cNvPr id="123" name="Rechte verbindingslijn 122">
                        <a:extLst>
                          <a:ext uri="{FF2B5EF4-FFF2-40B4-BE49-F238E27FC236}">
                            <a16:creationId xmlns:a16="http://schemas.microsoft.com/office/drawing/2014/main" id="{F761B7E8-C0D2-4D72-A278-8D0AB0AC27A2}"/>
                          </a:ext>
                        </a:extLst>
                      </p:cNvPr>
                      <p:cNvCxnSpPr>
                        <a:cxnSpLocks/>
                      </p:cNvCxnSpPr>
                      <p:nvPr userDrawn="1"/>
                    </p:nvCxnSpPr>
                    <p:spPr>
                      <a:xfrm>
                        <a:off x="1962238" y="-878306"/>
                        <a:ext cx="0" cy="613611"/>
                      </a:xfrm>
                      <a:prstGeom prst="line">
                        <a:avLst/>
                      </a:prstGeom>
                      <a:ln>
                        <a:solidFill>
                          <a:srgbClr val="818181"/>
                        </a:solidFill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grpSp>
                    <p:nvGrpSpPr>
                      <p:cNvPr id="124" name="Groep 123">
                        <a:extLst>
                          <a:ext uri="{FF2B5EF4-FFF2-40B4-BE49-F238E27FC236}">
                            <a16:creationId xmlns:a16="http://schemas.microsoft.com/office/drawing/2014/main" id="{4E325CC0-D128-44F7-A915-260996265FAB}"/>
                          </a:ext>
                        </a:extLst>
                      </p:cNvPr>
                      <p:cNvGrpSpPr/>
                      <p:nvPr userDrawn="1"/>
                    </p:nvGrpSpPr>
                    <p:grpSpPr>
                      <a:xfrm>
                        <a:off x="1270535" y="-878306"/>
                        <a:ext cx="526983" cy="613611"/>
                        <a:chOff x="1270535" y="-745959"/>
                        <a:chExt cx="526983" cy="481264"/>
                      </a:xfrm>
                    </p:grpSpPr>
                    <p:cxnSp>
                      <p:nvCxnSpPr>
                        <p:cNvPr id="125" name="Rechte verbindingslijn 124">
                          <a:extLst>
                            <a:ext uri="{FF2B5EF4-FFF2-40B4-BE49-F238E27FC236}">
                              <a16:creationId xmlns:a16="http://schemas.microsoft.com/office/drawing/2014/main" id="{C7638D50-02D3-4B9D-A6A4-D1014B950C3B}"/>
                            </a:ext>
                          </a:extLst>
                        </p:cNvPr>
                        <p:cNvCxnSpPr>
                          <a:cxnSpLocks/>
                        </p:cNvCxnSpPr>
                        <p:nvPr userDrawn="1"/>
                      </p:nvCxnSpPr>
                      <p:spPr>
                        <a:xfrm>
                          <a:off x="1446196" y="-745959"/>
                          <a:ext cx="0" cy="481264"/>
                        </a:xfrm>
                        <a:prstGeom prst="line">
                          <a:avLst/>
                        </a:prstGeom>
                        <a:ln w="6350">
                          <a:solidFill>
                            <a:srgbClr val="818181"/>
                          </a:solidFill>
                        </a:ln>
                      </p:spPr>
                      <p:style>
                        <a:lnRef idx="1">
                          <a:schemeClr val="accent1"/>
                        </a:lnRef>
                        <a:fillRef idx="0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tx1"/>
                        </a:fontRef>
                      </p:style>
                    </p:cxnSp>
                    <p:cxnSp>
                      <p:nvCxnSpPr>
                        <p:cNvPr id="126" name="Rechte verbindingslijn 125">
                          <a:extLst>
                            <a:ext uri="{FF2B5EF4-FFF2-40B4-BE49-F238E27FC236}">
                              <a16:creationId xmlns:a16="http://schemas.microsoft.com/office/drawing/2014/main" id="{FC25F6D1-67A7-4D32-8D54-D5234326E527}"/>
                            </a:ext>
                          </a:extLst>
                        </p:cNvPr>
                        <p:cNvCxnSpPr>
                          <a:cxnSpLocks/>
                        </p:cNvCxnSpPr>
                        <p:nvPr userDrawn="1"/>
                      </p:nvCxnSpPr>
                      <p:spPr>
                        <a:xfrm>
                          <a:off x="1270535" y="-745959"/>
                          <a:ext cx="0" cy="481264"/>
                        </a:xfrm>
                        <a:prstGeom prst="line">
                          <a:avLst/>
                        </a:prstGeom>
                        <a:ln w="6350">
                          <a:solidFill>
                            <a:srgbClr val="818181"/>
                          </a:solidFill>
                        </a:ln>
                      </p:spPr>
                      <p:style>
                        <a:lnRef idx="1">
                          <a:schemeClr val="accent1"/>
                        </a:lnRef>
                        <a:fillRef idx="0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tx1"/>
                        </a:fontRef>
                      </p:style>
                    </p:cxnSp>
                    <p:cxnSp>
                      <p:nvCxnSpPr>
                        <p:cNvPr id="127" name="Rechte verbindingslijn 126">
                          <a:extLst>
                            <a:ext uri="{FF2B5EF4-FFF2-40B4-BE49-F238E27FC236}">
                              <a16:creationId xmlns:a16="http://schemas.microsoft.com/office/drawing/2014/main" id="{3D5DF2D7-D0A1-4107-A507-0C75344A26E9}"/>
                            </a:ext>
                          </a:extLst>
                        </p:cNvPr>
                        <p:cNvCxnSpPr>
                          <a:cxnSpLocks/>
                        </p:cNvCxnSpPr>
                        <p:nvPr userDrawn="1"/>
                      </p:nvCxnSpPr>
                      <p:spPr>
                        <a:xfrm>
                          <a:off x="1621857" y="-745959"/>
                          <a:ext cx="0" cy="481264"/>
                        </a:xfrm>
                        <a:prstGeom prst="line">
                          <a:avLst/>
                        </a:prstGeom>
                        <a:ln w="6350">
                          <a:solidFill>
                            <a:srgbClr val="818181"/>
                          </a:solidFill>
                        </a:ln>
                      </p:spPr>
                      <p:style>
                        <a:lnRef idx="1">
                          <a:schemeClr val="accent1"/>
                        </a:lnRef>
                        <a:fillRef idx="0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tx1"/>
                        </a:fontRef>
                      </p:style>
                    </p:cxnSp>
                    <p:cxnSp>
                      <p:nvCxnSpPr>
                        <p:cNvPr id="128" name="Rechte verbindingslijn 127">
                          <a:extLst>
                            <a:ext uri="{FF2B5EF4-FFF2-40B4-BE49-F238E27FC236}">
                              <a16:creationId xmlns:a16="http://schemas.microsoft.com/office/drawing/2014/main" id="{521D8DF3-8251-4453-9315-AC24AD6A8ADD}"/>
                            </a:ext>
                          </a:extLst>
                        </p:cNvPr>
                        <p:cNvCxnSpPr>
                          <a:cxnSpLocks/>
                        </p:cNvCxnSpPr>
                        <p:nvPr userDrawn="1"/>
                      </p:nvCxnSpPr>
                      <p:spPr>
                        <a:xfrm>
                          <a:off x="1797518" y="-745959"/>
                          <a:ext cx="0" cy="481264"/>
                        </a:xfrm>
                        <a:prstGeom prst="line">
                          <a:avLst/>
                        </a:prstGeom>
                        <a:ln w="6350">
                          <a:solidFill>
                            <a:srgbClr val="818181"/>
                          </a:solidFill>
                        </a:ln>
                      </p:spPr>
                      <p:style>
                        <a:lnRef idx="1">
                          <a:schemeClr val="accent1"/>
                        </a:lnRef>
                        <a:fillRef idx="0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tx1"/>
                        </a:fontRef>
                      </p:style>
                    </p:cxnSp>
                  </p:grpSp>
                </p:grpSp>
                <p:cxnSp>
                  <p:nvCxnSpPr>
                    <p:cNvPr id="117" name="Rechte verbindingslijn 116">
                      <a:extLst>
                        <a:ext uri="{FF2B5EF4-FFF2-40B4-BE49-F238E27FC236}">
                          <a16:creationId xmlns:a16="http://schemas.microsoft.com/office/drawing/2014/main" id="{28098B12-E9CD-4E38-8F60-278A86109DF3}"/>
                        </a:ext>
                      </a:extLst>
                    </p:cNvPr>
                    <p:cNvCxnSpPr>
                      <a:cxnSpLocks/>
                    </p:cNvCxnSpPr>
                    <p:nvPr userDrawn="1"/>
                  </p:nvCxnSpPr>
                  <p:spPr>
                    <a:xfrm flipH="1">
                      <a:off x="1098555" y="-192506"/>
                      <a:ext cx="880987" cy="0"/>
                    </a:xfrm>
                    <a:prstGeom prst="line">
                      <a:avLst/>
                    </a:prstGeom>
                    <a:ln>
                      <a:solidFill>
                        <a:srgbClr val="818181"/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grpSp>
                  <p:nvGrpSpPr>
                    <p:cNvPr id="118" name="Groep 117">
                      <a:extLst>
                        <a:ext uri="{FF2B5EF4-FFF2-40B4-BE49-F238E27FC236}">
                          <a16:creationId xmlns:a16="http://schemas.microsoft.com/office/drawing/2014/main" id="{162FE508-906F-49AE-A86E-44E52136004B}"/>
                        </a:ext>
                      </a:extLst>
                    </p:cNvPr>
                    <p:cNvGrpSpPr/>
                    <p:nvPr userDrawn="1"/>
                  </p:nvGrpSpPr>
                  <p:grpSpPr>
                    <a:xfrm>
                      <a:off x="1094874" y="-607596"/>
                      <a:ext cx="878306" cy="276726"/>
                      <a:chOff x="1106905" y="-607596"/>
                      <a:chExt cx="878307" cy="276726"/>
                    </a:xfrm>
                  </p:grpSpPr>
                  <p:cxnSp>
                    <p:nvCxnSpPr>
                      <p:cNvPr id="119" name="Rechte verbindingslijn 118">
                        <a:extLst>
                          <a:ext uri="{FF2B5EF4-FFF2-40B4-BE49-F238E27FC236}">
                            <a16:creationId xmlns:a16="http://schemas.microsoft.com/office/drawing/2014/main" id="{5503EED9-B041-4F8A-B272-009E252CCF53}"/>
                          </a:ext>
                        </a:extLst>
                      </p:cNvPr>
                      <p:cNvCxnSpPr>
                        <a:cxnSpLocks/>
                      </p:cNvCxnSpPr>
                      <p:nvPr userDrawn="1"/>
                    </p:nvCxnSpPr>
                    <p:spPr>
                      <a:xfrm flipH="1">
                        <a:off x="1106905" y="-330870"/>
                        <a:ext cx="878307" cy="0"/>
                      </a:xfrm>
                      <a:prstGeom prst="line">
                        <a:avLst/>
                      </a:prstGeom>
                      <a:ln w="6350">
                        <a:solidFill>
                          <a:srgbClr val="818181"/>
                        </a:solidFill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cxnSp>
                    <p:nvCxnSpPr>
                      <p:cNvPr id="120" name="Rechte verbindingslijn 119">
                        <a:extLst>
                          <a:ext uri="{FF2B5EF4-FFF2-40B4-BE49-F238E27FC236}">
                            <a16:creationId xmlns:a16="http://schemas.microsoft.com/office/drawing/2014/main" id="{94E33E19-C581-40C2-ABEB-4BD42A33E9C1}"/>
                          </a:ext>
                        </a:extLst>
                      </p:cNvPr>
                      <p:cNvCxnSpPr>
                        <a:cxnSpLocks/>
                      </p:cNvCxnSpPr>
                      <p:nvPr userDrawn="1"/>
                    </p:nvCxnSpPr>
                    <p:spPr>
                      <a:xfrm flipH="1">
                        <a:off x="1106905" y="-469233"/>
                        <a:ext cx="878307" cy="0"/>
                      </a:xfrm>
                      <a:prstGeom prst="line">
                        <a:avLst/>
                      </a:prstGeom>
                      <a:ln w="6350">
                        <a:solidFill>
                          <a:srgbClr val="818181"/>
                        </a:solidFill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cxnSp>
                    <p:nvCxnSpPr>
                      <p:cNvPr id="121" name="Rechte verbindingslijn 120">
                        <a:extLst>
                          <a:ext uri="{FF2B5EF4-FFF2-40B4-BE49-F238E27FC236}">
                            <a16:creationId xmlns:a16="http://schemas.microsoft.com/office/drawing/2014/main" id="{7BD10776-A3E1-48E1-86CD-8CDD6A102B0F}"/>
                          </a:ext>
                        </a:extLst>
                      </p:cNvPr>
                      <p:cNvCxnSpPr>
                        <a:cxnSpLocks/>
                      </p:cNvCxnSpPr>
                      <p:nvPr userDrawn="1"/>
                    </p:nvCxnSpPr>
                    <p:spPr>
                      <a:xfrm flipH="1">
                        <a:off x="1106905" y="-607596"/>
                        <a:ext cx="878307" cy="0"/>
                      </a:xfrm>
                      <a:prstGeom prst="line">
                        <a:avLst/>
                      </a:prstGeom>
                      <a:ln w="6350">
                        <a:solidFill>
                          <a:srgbClr val="818181"/>
                        </a:solidFill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</p:grpSp>
              </p:grpSp>
              <p:grpSp>
                <p:nvGrpSpPr>
                  <p:cNvPr id="111" name="Groep 110">
                    <a:extLst>
                      <a:ext uri="{FF2B5EF4-FFF2-40B4-BE49-F238E27FC236}">
                        <a16:creationId xmlns:a16="http://schemas.microsoft.com/office/drawing/2014/main" id="{8B5AFAAA-DAD1-4662-9C8D-62732563B290}"/>
                      </a:ext>
                    </a:extLst>
                  </p:cNvPr>
                  <p:cNvGrpSpPr/>
                  <p:nvPr userDrawn="1"/>
                </p:nvGrpSpPr>
                <p:grpSpPr>
                  <a:xfrm rot="2700000">
                    <a:off x="1605871" y="-605080"/>
                    <a:ext cx="90079" cy="407021"/>
                    <a:chOff x="3130062" y="-817193"/>
                    <a:chExt cx="131884" cy="595920"/>
                  </a:xfrm>
                  <a:solidFill>
                    <a:srgbClr val="3399FF"/>
                  </a:solidFill>
                </p:grpSpPr>
                <p:sp>
                  <p:nvSpPr>
                    <p:cNvPr id="112" name="Rechthoek 111">
                      <a:extLst>
                        <a:ext uri="{FF2B5EF4-FFF2-40B4-BE49-F238E27FC236}">
                          <a16:creationId xmlns:a16="http://schemas.microsoft.com/office/drawing/2014/main" id="{880B84C0-5DE3-42E3-9EF9-49216969E428}"/>
                        </a:ext>
                      </a:extLst>
                    </p:cNvPr>
                    <p:cNvSpPr/>
                    <p:nvPr userDrawn="1"/>
                  </p:nvSpPr>
                  <p:spPr>
                    <a:xfrm>
                      <a:off x="3130062" y="-705979"/>
                      <a:ext cx="131884" cy="281354"/>
                    </a:xfrm>
                    <a:prstGeom prst="rect">
                      <a:avLst/>
                    </a:prstGeom>
                    <a:solidFill>
                      <a:srgbClr val="4D82B8"/>
                    </a:solidFill>
                    <a:ln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nl-NL" noProof="0"/>
                    </a:p>
                  </p:txBody>
                </p:sp>
                <p:sp>
                  <p:nvSpPr>
                    <p:cNvPr id="113" name="Rechthoek: afgeronde bovenhoeken 112">
                      <a:extLst>
                        <a:ext uri="{FF2B5EF4-FFF2-40B4-BE49-F238E27FC236}">
                          <a16:creationId xmlns:a16="http://schemas.microsoft.com/office/drawing/2014/main" id="{FE1C688C-1D06-4343-A0F7-B7B214ECF33A}"/>
                        </a:ext>
                      </a:extLst>
                    </p:cNvPr>
                    <p:cNvSpPr/>
                    <p:nvPr userDrawn="1"/>
                  </p:nvSpPr>
                  <p:spPr>
                    <a:xfrm>
                      <a:off x="3130063" y="-817193"/>
                      <a:ext cx="131883" cy="87615"/>
                    </a:xfrm>
                    <a:prstGeom prst="round2SameRect">
                      <a:avLst>
                        <a:gd name="adj1" fmla="val 50000"/>
                        <a:gd name="adj2" fmla="val 0"/>
                      </a:avLst>
                    </a:prstGeom>
                    <a:solidFill>
                      <a:srgbClr val="4D82B8"/>
                    </a:solidFill>
                    <a:ln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nl-NL" noProof="0"/>
                    </a:p>
                  </p:txBody>
                </p:sp>
                <p:sp>
                  <p:nvSpPr>
                    <p:cNvPr id="114" name="Gelijkbenige driehoek 113">
                      <a:extLst>
                        <a:ext uri="{FF2B5EF4-FFF2-40B4-BE49-F238E27FC236}">
                          <a16:creationId xmlns:a16="http://schemas.microsoft.com/office/drawing/2014/main" id="{26A48251-B39F-43D2-A5B4-8579A5A464C2}"/>
                        </a:ext>
                      </a:extLst>
                    </p:cNvPr>
                    <p:cNvSpPr/>
                    <p:nvPr userDrawn="1"/>
                  </p:nvSpPr>
                  <p:spPr>
                    <a:xfrm rot="10800000">
                      <a:off x="3130062" y="-401026"/>
                      <a:ext cx="131884" cy="179753"/>
                    </a:xfrm>
                    <a:prstGeom prst="triangle">
                      <a:avLst/>
                    </a:prstGeom>
                    <a:solidFill>
                      <a:srgbClr val="4D82B8"/>
                    </a:solidFill>
                    <a:ln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nl-NL" noProof="0"/>
                    </a:p>
                  </p:txBody>
                </p:sp>
              </p:grpSp>
            </p:grpSp>
          </p:grpSp>
        </p:grpSp>
      </p:grpSp>
      <p:grpSp>
        <p:nvGrpSpPr>
          <p:cNvPr id="73" name="GRID" hidden="1">
            <a:extLst>
              <a:ext uri="{FF2B5EF4-FFF2-40B4-BE49-F238E27FC236}">
                <a16:creationId xmlns:a16="http://schemas.microsoft.com/office/drawing/2014/main" id="{A42AA2CB-EB2C-4371-99B2-FFE1C7ABC653}"/>
              </a:ext>
            </a:extLst>
          </p:cNvPr>
          <p:cNvGrpSpPr/>
          <p:nvPr userDrawn="1"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74" name="Rechthoek 73">
              <a:extLst>
                <a:ext uri="{FF2B5EF4-FFF2-40B4-BE49-F238E27FC236}">
                  <a16:creationId xmlns:a16="http://schemas.microsoft.com/office/drawing/2014/main" id="{1B148C1F-0DC3-40A3-9ABA-60E3F85AE7F2}"/>
                </a:ext>
              </a:extLst>
            </p:cNvPr>
            <p:cNvSpPr/>
            <p:nvPr userDrawn="1"/>
          </p:nvSpPr>
          <p:spPr>
            <a:xfrm>
              <a:off x="0" y="0"/>
              <a:ext cx="12192000" cy="261256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75" name="Rechthoek 74">
              <a:extLst>
                <a:ext uri="{FF2B5EF4-FFF2-40B4-BE49-F238E27FC236}">
                  <a16:creationId xmlns:a16="http://schemas.microsoft.com/office/drawing/2014/main" id="{73E3192B-3823-4A68-84E9-3C984563ED0B}"/>
                </a:ext>
              </a:extLst>
            </p:cNvPr>
            <p:cNvSpPr/>
            <p:nvPr userDrawn="1"/>
          </p:nvSpPr>
          <p:spPr>
            <a:xfrm>
              <a:off x="0" y="6596744"/>
              <a:ext cx="12192000" cy="261256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76" name="Rechthoek 75">
              <a:extLst>
                <a:ext uri="{FF2B5EF4-FFF2-40B4-BE49-F238E27FC236}">
                  <a16:creationId xmlns:a16="http://schemas.microsoft.com/office/drawing/2014/main" id="{9155171A-1727-48A0-9D0A-0D7C94E29723}"/>
                </a:ext>
              </a:extLst>
            </p:cNvPr>
            <p:cNvSpPr/>
            <p:nvPr userDrawn="1"/>
          </p:nvSpPr>
          <p:spPr>
            <a:xfrm>
              <a:off x="0" y="0"/>
              <a:ext cx="262800" cy="68580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77" name="Rechthoek 76">
              <a:extLst>
                <a:ext uri="{FF2B5EF4-FFF2-40B4-BE49-F238E27FC236}">
                  <a16:creationId xmlns:a16="http://schemas.microsoft.com/office/drawing/2014/main" id="{CED705F7-47C7-4D84-B9A4-EF4160028016}"/>
                </a:ext>
              </a:extLst>
            </p:cNvPr>
            <p:cNvSpPr/>
            <p:nvPr userDrawn="1"/>
          </p:nvSpPr>
          <p:spPr>
            <a:xfrm>
              <a:off x="11929200" y="0"/>
              <a:ext cx="262800" cy="68580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78" name="Rechthoek 77">
              <a:extLst>
                <a:ext uri="{FF2B5EF4-FFF2-40B4-BE49-F238E27FC236}">
                  <a16:creationId xmlns:a16="http://schemas.microsoft.com/office/drawing/2014/main" id="{51564711-4802-42AE-A003-604DAFEC66D6}"/>
                </a:ext>
              </a:extLst>
            </p:cNvPr>
            <p:cNvSpPr/>
            <p:nvPr userDrawn="1"/>
          </p:nvSpPr>
          <p:spPr>
            <a:xfrm>
              <a:off x="0" y="262512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79" name="Rechthoek 78">
              <a:extLst>
                <a:ext uri="{FF2B5EF4-FFF2-40B4-BE49-F238E27FC236}">
                  <a16:creationId xmlns:a16="http://schemas.microsoft.com/office/drawing/2014/main" id="{A33B453C-82AE-43AA-B3DA-4A9B0925A942}"/>
                </a:ext>
              </a:extLst>
            </p:cNvPr>
            <p:cNvSpPr/>
            <p:nvPr userDrawn="1"/>
          </p:nvSpPr>
          <p:spPr>
            <a:xfrm>
              <a:off x="259064" y="0"/>
              <a:ext cx="262800" cy="6858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80" name="Rechthoek 79">
              <a:extLst>
                <a:ext uri="{FF2B5EF4-FFF2-40B4-BE49-F238E27FC236}">
                  <a16:creationId xmlns:a16="http://schemas.microsoft.com/office/drawing/2014/main" id="{C261EECC-4C34-4F17-AFB5-3CB1CC9E52EB}"/>
                </a:ext>
              </a:extLst>
            </p:cNvPr>
            <p:cNvSpPr/>
            <p:nvPr userDrawn="1"/>
          </p:nvSpPr>
          <p:spPr>
            <a:xfrm>
              <a:off x="11668087" y="0"/>
              <a:ext cx="262800" cy="6858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81" name="Rechthoek 80">
              <a:extLst>
                <a:ext uri="{FF2B5EF4-FFF2-40B4-BE49-F238E27FC236}">
                  <a16:creationId xmlns:a16="http://schemas.microsoft.com/office/drawing/2014/main" id="{DB7F3834-98C1-4824-95C1-84A4AD0BB102}"/>
                </a:ext>
              </a:extLst>
            </p:cNvPr>
            <p:cNvSpPr/>
            <p:nvPr userDrawn="1"/>
          </p:nvSpPr>
          <p:spPr>
            <a:xfrm>
              <a:off x="0" y="6337267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82" name="Rechthoek 81">
              <a:extLst>
                <a:ext uri="{FF2B5EF4-FFF2-40B4-BE49-F238E27FC236}">
                  <a16:creationId xmlns:a16="http://schemas.microsoft.com/office/drawing/2014/main" id="{F3EA1BE1-E41D-4388-9B5A-48435EF2F41E}"/>
                </a:ext>
              </a:extLst>
            </p:cNvPr>
            <p:cNvSpPr/>
            <p:nvPr userDrawn="1"/>
          </p:nvSpPr>
          <p:spPr>
            <a:xfrm>
              <a:off x="9491269" y="0"/>
              <a:ext cx="262800" cy="6858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83" name="Rechthoek 82">
              <a:extLst>
                <a:ext uri="{FF2B5EF4-FFF2-40B4-BE49-F238E27FC236}">
                  <a16:creationId xmlns:a16="http://schemas.microsoft.com/office/drawing/2014/main" id="{9B706927-B552-461D-8CAB-7D27387C4669}"/>
                </a:ext>
              </a:extLst>
            </p:cNvPr>
            <p:cNvSpPr/>
            <p:nvPr userDrawn="1"/>
          </p:nvSpPr>
          <p:spPr>
            <a:xfrm>
              <a:off x="0" y="1132976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84" name="Rechthoek 83">
              <a:extLst>
                <a:ext uri="{FF2B5EF4-FFF2-40B4-BE49-F238E27FC236}">
                  <a16:creationId xmlns:a16="http://schemas.microsoft.com/office/drawing/2014/main" id="{C1979472-D81B-43AA-9831-B5D13FD80B6F}"/>
                </a:ext>
              </a:extLst>
            </p:cNvPr>
            <p:cNvSpPr/>
            <p:nvPr userDrawn="1"/>
          </p:nvSpPr>
          <p:spPr>
            <a:xfrm>
              <a:off x="0" y="5859033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85" name="Rechthoek 84">
              <a:extLst>
                <a:ext uri="{FF2B5EF4-FFF2-40B4-BE49-F238E27FC236}">
                  <a16:creationId xmlns:a16="http://schemas.microsoft.com/office/drawing/2014/main" id="{ED3B4A7B-F5C0-4103-8E58-E0D3779A2B72}"/>
                </a:ext>
              </a:extLst>
            </p:cNvPr>
            <p:cNvSpPr/>
            <p:nvPr userDrawn="1"/>
          </p:nvSpPr>
          <p:spPr>
            <a:xfrm>
              <a:off x="5964600" y="0"/>
              <a:ext cx="262800" cy="6858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</p:grpSp>
      <p:grpSp>
        <p:nvGrpSpPr>
          <p:cNvPr id="135" name="Instructie">
            <a:extLst>
              <a:ext uri="{FF2B5EF4-FFF2-40B4-BE49-F238E27FC236}">
                <a16:creationId xmlns:a16="http://schemas.microsoft.com/office/drawing/2014/main" id="{015A3A78-3E5D-474B-8118-23BEB68D7F72}"/>
              </a:ext>
            </a:extLst>
          </p:cNvPr>
          <p:cNvGrpSpPr/>
          <p:nvPr userDrawn="1"/>
        </p:nvGrpSpPr>
        <p:grpSpPr>
          <a:xfrm>
            <a:off x="12391601" y="0"/>
            <a:ext cx="3183677" cy="2499789"/>
            <a:chOff x="12391601" y="0"/>
            <a:chExt cx="3183677" cy="2499789"/>
          </a:xfrm>
        </p:grpSpPr>
        <p:sp>
          <p:nvSpPr>
            <p:cNvPr id="136" name="Rechthoek 135">
              <a:extLst>
                <a:ext uri="{FF2B5EF4-FFF2-40B4-BE49-F238E27FC236}">
                  <a16:creationId xmlns:a16="http://schemas.microsoft.com/office/drawing/2014/main" id="{1EF28382-F5DA-4222-B10F-3C1A3B1D4D1B}"/>
                </a:ext>
              </a:extLst>
            </p:cNvPr>
            <p:cNvSpPr/>
            <p:nvPr userDrawn="1"/>
          </p:nvSpPr>
          <p:spPr>
            <a:xfrm>
              <a:off x="12397262" y="0"/>
              <a:ext cx="3178016" cy="191611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ctr"/>
            <a:lstStyle/>
            <a:p>
              <a:pPr marL="0" marR="0" lvl="0" indent="0" defTabSz="914400" eaLnBrk="1" fontAlgn="auto" latinLnBrk="0" hangingPunct="1">
                <a:lnSpc>
                  <a:spcPct val="8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nl-NL" sz="1400" b="1" i="0" u="none" strike="noStrike" kern="0" cap="all" spc="0" normalizeH="0" baseline="0" noProof="0">
                  <a:ln>
                    <a:noFill/>
                  </a:ln>
                  <a:solidFill>
                    <a:schemeClr val="accent1"/>
                  </a:solidFill>
                  <a:effectLst/>
                  <a:uLnTx/>
                  <a:uFillTx/>
                  <a:latin typeface="+mj-lt"/>
                  <a:cs typeface="Segoe UI Light" panose="020B0502040204020203" pitchFamily="34" charset="0"/>
                </a:rPr>
                <a:t>Grafiek invoegen/veranderen</a:t>
              </a:r>
            </a:p>
          </p:txBody>
        </p:sp>
        <p:sp>
          <p:nvSpPr>
            <p:cNvPr id="137" name="Ovaal 136">
              <a:extLst>
                <a:ext uri="{FF2B5EF4-FFF2-40B4-BE49-F238E27FC236}">
                  <a16:creationId xmlns:a16="http://schemas.microsoft.com/office/drawing/2014/main" id="{E71F8945-6688-42DC-B6BB-F5523F38EAFD}"/>
                </a:ext>
              </a:extLst>
            </p:cNvPr>
            <p:cNvSpPr/>
            <p:nvPr userDrawn="1"/>
          </p:nvSpPr>
          <p:spPr>
            <a:xfrm>
              <a:off x="12391601" y="366490"/>
              <a:ext cx="260914" cy="259683"/>
            </a:xfrm>
            <a:prstGeom prst="ellipse">
              <a:avLst/>
            </a:prstGeom>
            <a:solidFill>
              <a:schemeClr val="accent1"/>
            </a:solidFill>
            <a:ln w="25400" cap="flat" cmpd="sng" algn="ctr">
              <a:noFill/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1</a:t>
              </a:r>
            </a:p>
          </p:txBody>
        </p:sp>
        <p:cxnSp>
          <p:nvCxnSpPr>
            <p:cNvPr id="138" name="Rechte verbindingslijn 137">
              <a:extLst>
                <a:ext uri="{FF2B5EF4-FFF2-40B4-BE49-F238E27FC236}">
                  <a16:creationId xmlns:a16="http://schemas.microsoft.com/office/drawing/2014/main" id="{E37094F8-B57D-4C64-B920-796D1AFC858E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2397261" y="241635"/>
              <a:ext cx="3178017" cy="0"/>
            </a:xfrm>
            <a:prstGeom prst="line">
              <a:avLst/>
            </a:prstGeom>
            <a:noFill/>
            <a:ln w="3175" cap="flat" cmpd="sng" algn="ctr">
              <a:solidFill>
                <a:schemeClr val="accent1"/>
              </a:solidFill>
              <a:prstDash val="solid"/>
            </a:ln>
            <a:effectLst/>
          </p:spPr>
        </p:cxnSp>
        <p:cxnSp>
          <p:nvCxnSpPr>
            <p:cNvPr id="139" name="Rechte verbindingslijn 138">
              <a:extLst>
                <a:ext uri="{FF2B5EF4-FFF2-40B4-BE49-F238E27FC236}">
                  <a16:creationId xmlns:a16="http://schemas.microsoft.com/office/drawing/2014/main" id="{82D6A188-7533-4E36-BA8C-7CFBBF1DFD9D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2397261" y="1577933"/>
              <a:ext cx="3178017" cy="0"/>
            </a:xfrm>
            <a:prstGeom prst="line">
              <a:avLst/>
            </a:prstGeom>
            <a:noFill/>
            <a:ln w="3175" cap="flat" cmpd="sng" algn="ctr">
              <a:solidFill>
                <a:schemeClr val="accent1"/>
              </a:solidFill>
              <a:prstDash val="solid"/>
            </a:ln>
            <a:effectLst/>
          </p:spPr>
        </p:cxnSp>
        <p:sp>
          <p:nvSpPr>
            <p:cNvPr id="140" name="Rechthoek 139">
              <a:extLst>
                <a:ext uri="{FF2B5EF4-FFF2-40B4-BE49-F238E27FC236}">
                  <a16:creationId xmlns:a16="http://schemas.microsoft.com/office/drawing/2014/main" id="{03F6F256-BAED-42AD-B7CD-CD74E7CB538D}"/>
                </a:ext>
              </a:extLst>
            </p:cNvPr>
            <p:cNvSpPr/>
            <p:nvPr userDrawn="1"/>
          </p:nvSpPr>
          <p:spPr>
            <a:xfrm>
              <a:off x="12757282" y="432552"/>
              <a:ext cx="2817995" cy="595423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t"/>
            <a:lstStyle/>
            <a:p>
              <a:pPr marL="0" marR="0" lvl="0" indent="0" defTabSz="914400" eaLnBrk="1" fontAlgn="auto" latinLnBrk="0" hangingPunct="1">
                <a:lnSpc>
                  <a:spcPct val="90000"/>
                </a:lnSpc>
                <a:spcBef>
                  <a:spcPts val="600"/>
                </a:spcBef>
                <a:spcAft>
                  <a:spcPts val="600"/>
                </a:spcAft>
                <a:buClr>
                  <a:schemeClr val="accent1"/>
                </a:buClr>
                <a:buSzTx/>
                <a:buFont typeface="Arial" panose="020B0604020202020204" pitchFamily="34" charset="0"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Wanneer nodig, verwijder de bestaande grafiek d.m.v. de </a:t>
              </a:r>
              <a:r>
                <a:rPr kumimoji="0" lang="nl-NL" sz="1100" b="1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‘Delete’-knop</a:t>
              </a: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. Klik op het pictogram om een nieuwe grafiek in te voegen. </a:t>
              </a:r>
              <a:r>
                <a:rPr kumimoji="0" lang="nl-NL" sz="1100" b="0" i="1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(zie onderstaand voorbeeld).</a:t>
              </a:r>
              <a:endParaRPr kumimoji="0" lang="nl-NL" sz="11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cs typeface="Segoe UI Light" panose="020B0502040204020203" pitchFamily="34" charset="0"/>
              </a:endParaRPr>
            </a:p>
          </p:txBody>
        </p:sp>
        <p:sp>
          <p:nvSpPr>
            <p:cNvPr id="141" name="Ovaal 140">
              <a:extLst>
                <a:ext uri="{FF2B5EF4-FFF2-40B4-BE49-F238E27FC236}">
                  <a16:creationId xmlns:a16="http://schemas.microsoft.com/office/drawing/2014/main" id="{97A56B35-5EF6-4088-816C-CB973DBB0871}"/>
                </a:ext>
              </a:extLst>
            </p:cNvPr>
            <p:cNvSpPr/>
            <p:nvPr userDrawn="1"/>
          </p:nvSpPr>
          <p:spPr>
            <a:xfrm>
              <a:off x="12391601" y="1706398"/>
              <a:ext cx="260914" cy="259683"/>
            </a:xfrm>
            <a:prstGeom prst="ellipse">
              <a:avLst/>
            </a:prstGeom>
            <a:solidFill>
              <a:schemeClr val="accent1"/>
            </a:solidFill>
            <a:ln w="25400" cap="flat" cmpd="sng" algn="ctr">
              <a:noFill/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2</a:t>
              </a:r>
            </a:p>
          </p:txBody>
        </p:sp>
        <p:sp>
          <p:nvSpPr>
            <p:cNvPr id="142" name="Rechthoek 141">
              <a:extLst>
                <a:ext uri="{FF2B5EF4-FFF2-40B4-BE49-F238E27FC236}">
                  <a16:creationId xmlns:a16="http://schemas.microsoft.com/office/drawing/2014/main" id="{1107F6C4-83ED-4B0A-BA8C-C2D85F7CD015}"/>
                </a:ext>
              </a:extLst>
            </p:cNvPr>
            <p:cNvSpPr/>
            <p:nvPr userDrawn="1"/>
          </p:nvSpPr>
          <p:spPr>
            <a:xfrm>
              <a:off x="12757282" y="1772461"/>
              <a:ext cx="2817995" cy="318048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t"/>
            <a:lstStyle/>
            <a:p>
              <a:pPr marL="0" marR="0" lvl="0" indent="0" defTabSz="914400" eaLnBrk="1" fontAlgn="auto" latinLnBrk="0" hangingPunct="1">
                <a:lnSpc>
                  <a:spcPct val="90000"/>
                </a:lnSpc>
                <a:spcBef>
                  <a:spcPts val="600"/>
                </a:spcBef>
                <a:spcAft>
                  <a:spcPts val="600"/>
                </a:spcAft>
                <a:buClr>
                  <a:schemeClr val="accent1"/>
                </a:buClr>
                <a:buSzTx/>
                <a:buFont typeface="Arial" panose="020B0604020202020204" pitchFamily="34" charset="0"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Selecteer de gewenste grafiek</a:t>
              </a:r>
              <a:b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</a:b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en klik op </a:t>
              </a:r>
              <a:r>
                <a:rPr kumimoji="0" lang="nl-NL" sz="1100" b="1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‘Invoegen’</a:t>
              </a: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.</a:t>
              </a:r>
              <a:endParaRPr kumimoji="0" lang="nl-NL" sz="1100" b="1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cs typeface="Segoe UI Light" panose="020B0502040204020203" pitchFamily="34" charset="0"/>
              </a:endParaRPr>
            </a:p>
          </p:txBody>
        </p:sp>
        <p:grpSp>
          <p:nvGrpSpPr>
            <p:cNvPr id="143" name="Groep 142">
              <a:extLst>
                <a:ext uri="{FF2B5EF4-FFF2-40B4-BE49-F238E27FC236}">
                  <a16:creationId xmlns:a16="http://schemas.microsoft.com/office/drawing/2014/main" id="{099C7953-056F-4CF9-B984-08C5D0BB378B}"/>
                </a:ext>
              </a:extLst>
            </p:cNvPr>
            <p:cNvGrpSpPr/>
            <p:nvPr userDrawn="1"/>
          </p:nvGrpSpPr>
          <p:grpSpPr>
            <a:xfrm>
              <a:off x="12757282" y="2184550"/>
              <a:ext cx="825500" cy="209550"/>
              <a:chOff x="13504624" y="2482850"/>
              <a:chExt cx="825500" cy="209550"/>
            </a:xfrm>
          </p:grpSpPr>
          <p:sp>
            <p:nvSpPr>
              <p:cNvPr id="149" name="Rechthoek 148">
                <a:extLst>
                  <a:ext uri="{FF2B5EF4-FFF2-40B4-BE49-F238E27FC236}">
                    <a16:creationId xmlns:a16="http://schemas.microsoft.com/office/drawing/2014/main" id="{7128E767-D7C4-4F0A-A11C-C36D78ABCA50}"/>
                  </a:ext>
                </a:extLst>
              </p:cNvPr>
              <p:cNvSpPr/>
              <p:nvPr userDrawn="1"/>
            </p:nvSpPr>
            <p:spPr>
              <a:xfrm>
                <a:off x="13504624" y="2482850"/>
                <a:ext cx="825500" cy="209550"/>
              </a:xfrm>
              <a:prstGeom prst="rect">
                <a:avLst/>
              </a:prstGeom>
              <a:solidFill>
                <a:srgbClr val="E5F1FB"/>
              </a:solidFill>
              <a:ln w="12700">
                <a:solidFill>
                  <a:srgbClr val="0B7ED9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10800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r>
                  <a:rPr lang="nl-NL" sz="800" b="0" noProof="0">
                    <a:solidFill>
                      <a:schemeClr val="tx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Invoegen</a:t>
                </a:r>
              </a:p>
            </p:txBody>
          </p:sp>
          <p:cxnSp>
            <p:nvCxnSpPr>
              <p:cNvPr id="150" name="Rechte verbindingslijn 149">
                <a:extLst>
                  <a:ext uri="{FF2B5EF4-FFF2-40B4-BE49-F238E27FC236}">
                    <a16:creationId xmlns:a16="http://schemas.microsoft.com/office/drawing/2014/main" id="{0313D5C2-5876-407F-9A6B-82883BF4BF8C}"/>
                  </a:ext>
                </a:extLst>
              </p:cNvPr>
              <p:cNvCxnSpPr/>
              <p:nvPr userDrawn="1"/>
            </p:nvCxnSpPr>
            <p:spPr>
              <a:xfrm>
                <a:off x="14155269" y="2515250"/>
                <a:ext cx="0" cy="142717"/>
              </a:xfrm>
              <a:prstGeom prst="line">
                <a:avLst/>
              </a:prstGeom>
              <a:noFill/>
              <a:ln w="3175" cap="flat" cmpd="sng" algn="ctr">
                <a:solidFill>
                  <a:srgbClr val="44546A"/>
                </a:solidFill>
                <a:prstDash val="solid"/>
              </a:ln>
              <a:effectLst/>
            </p:spPr>
          </p:cxnSp>
          <p:sp>
            <p:nvSpPr>
              <p:cNvPr id="151" name="Gelijkbenige driehoek 150">
                <a:extLst>
                  <a:ext uri="{FF2B5EF4-FFF2-40B4-BE49-F238E27FC236}">
                    <a16:creationId xmlns:a16="http://schemas.microsoft.com/office/drawing/2014/main" id="{81923B41-E4FE-4FEA-906E-82B89458B5D7}"/>
                  </a:ext>
                </a:extLst>
              </p:cNvPr>
              <p:cNvSpPr/>
              <p:nvPr userDrawn="1"/>
            </p:nvSpPr>
            <p:spPr>
              <a:xfrm rot="10800000">
                <a:off x="14196089" y="2566904"/>
                <a:ext cx="86866" cy="51147"/>
              </a:xfrm>
              <a:prstGeom prst="triangle">
                <a:avLst/>
              </a:prstGeom>
              <a:solidFill>
                <a:srgbClr val="00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nl-NL" sz="1000" b="1" noProof="0">
                  <a:solidFill>
                    <a:schemeClr val="tx1"/>
                  </a:solidFill>
                </a:endParaRPr>
              </a:p>
            </p:txBody>
          </p:sp>
        </p:grpSp>
        <p:cxnSp>
          <p:nvCxnSpPr>
            <p:cNvPr id="144" name="Rechte verbindingslijn 143">
              <a:extLst>
                <a:ext uri="{FF2B5EF4-FFF2-40B4-BE49-F238E27FC236}">
                  <a16:creationId xmlns:a16="http://schemas.microsoft.com/office/drawing/2014/main" id="{8EB43433-97DE-4461-9FAE-0E382BE65EC6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2397261" y="2499789"/>
              <a:ext cx="3178017" cy="0"/>
            </a:xfrm>
            <a:prstGeom prst="line">
              <a:avLst/>
            </a:prstGeom>
            <a:noFill/>
            <a:ln w="3175" cap="flat" cmpd="sng" algn="ctr">
              <a:solidFill>
                <a:schemeClr val="accent1"/>
              </a:solidFill>
              <a:prstDash val="solid"/>
            </a:ln>
            <a:effectLst/>
          </p:spPr>
        </p:cxnSp>
        <p:grpSp>
          <p:nvGrpSpPr>
            <p:cNvPr id="145" name="Groep 144">
              <a:extLst>
                <a:ext uri="{FF2B5EF4-FFF2-40B4-BE49-F238E27FC236}">
                  <a16:creationId xmlns:a16="http://schemas.microsoft.com/office/drawing/2014/main" id="{F96A3E84-258C-4FDC-B46B-F7D1B2F335BB}"/>
                </a:ext>
              </a:extLst>
            </p:cNvPr>
            <p:cNvGrpSpPr/>
            <p:nvPr userDrawn="1"/>
          </p:nvGrpSpPr>
          <p:grpSpPr>
            <a:xfrm>
              <a:off x="12751697" y="1147804"/>
              <a:ext cx="289372" cy="314992"/>
              <a:chOff x="7322769" y="-310267"/>
              <a:chExt cx="289372" cy="314992"/>
            </a:xfrm>
          </p:grpSpPr>
          <p:sp>
            <p:nvSpPr>
              <p:cNvPr id="146" name="Rechthoek 145">
                <a:extLst>
                  <a:ext uri="{FF2B5EF4-FFF2-40B4-BE49-F238E27FC236}">
                    <a16:creationId xmlns:a16="http://schemas.microsoft.com/office/drawing/2014/main" id="{01475AE3-376C-47EE-83D5-684D16F77743}"/>
                  </a:ext>
                </a:extLst>
              </p:cNvPr>
              <p:cNvSpPr/>
              <p:nvPr userDrawn="1"/>
            </p:nvSpPr>
            <p:spPr>
              <a:xfrm>
                <a:off x="7322769" y="-211712"/>
                <a:ext cx="79156" cy="216437"/>
              </a:xfrm>
              <a:prstGeom prst="rect">
                <a:avLst/>
              </a:prstGeom>
              <a:solidFill>
                <a:srgbClr val="4D82B8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nl-NL" noProof="0"/>
              </a:p>
            </p:txBody>
          </p:sp>
          <p:sp>
            <p:nvSpPr>
              <p:cNvPr id="147" name="Rechthoek 146">
                <a:extLst>
                  <a:ext uri="{FF2B5EF4-FFF2-40B4-BE49-F238E27FC236}">
                    <a16:creationId xmlns:a16="http://schemas.microsoft.com/office/drawing/2014/main" id="{D4EE6DCE-B63B-434C-91ED-1587AF755CD2}"/>
                  </a:ext>
                </a:extLst>
              </p:cNvPr>
              <p:cNvSpPr/>
              <p:nvPr userDrawn="1"/>
            </p:nvSpPr>
            <p:spPr>
              <a:xfrm>
                <a:off x="7427035" y="-310267"/>
                <a:ext cx="79156" cy="314992"/>
              </a:xfrm>
              <a:prstGeom prst="rect">
                <a:avLst/>
              </a:prstGeom>
              <a:solidFill>
                <a:srgbClr val="FFCC66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nl-NL" noProof="0"/>
              </a:p>
            </p:txBody>
          </p:sp>
          <p:sp>
            <p:nvSpPr>
              <p:cNvPr id="148" name="Rechthoek 147">
                <a:extLst>
                  <a:ext uri="{FF2B5EF4-FFF2-40B4-BE49-F238E27FC236}">
                    <a16:creationId xmlns:a16="http://schemas.microsoft.com/office/drawing/2014/main" id="{792EC821-EC1B-45CD-AA31-A5174D9AEE25}"/>
                  </a:ext>
                </a:extLst>
              </p:cNvPr>
              <p:cNvSpPr/>
              <p:nvPr userDrawn="1"/>
            </p:nvSpPr>
            <p:spPr>
              <a:xfrm>
                <a:off x="7532985" y="-240134"/>
                <a:ext cx="79156" cy="244859"/>
              </a:xfrm>
              <a:prstGeom prst="rect">
                <a:avLst/>
              </a:prstGeom>
              <a:solidFill>
                <a:srgbClr val="80808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nl-NL" noProof="0"/>
              </a:p>
            </p:txBody>
          </p:sp>
        </p:grpSp>
      </p:grpSp>
      <p:pic>
        <p:nvPicPr>
          <p:cNvPr id="69" name="logo">
            <a:extLst>
              <a:ext uri="{FF2B5EF4-FFF2-40B4-BE49-F238E27FC236}">
                <a16:creationId xmlns:a16="http://schemas.microsoft.com/office/drawing/2014/main" id="{42489D6E-7153-4D41-A3CA-45094A5775A9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0987093" y="6122145"/>
            <a:ext cx="952038" cy="482540"/>
          </a:xfrm>
          <a:prstGeom prst="rect">
            <a:avLst/>
          </a:prstGeom>
        </p:spPr>
      </p:pic>
      <p:sp>
        <p:nvSpPr>
          <p:cNvPr id="71" name="Onder balkje">
            <a:extLst>
              <a:ext uri="{FF2B5EF4-FFF2-40B4-BE49-F238E27FC236}">
                <a16:creationId xmlns:a16="http://schemas.microsoft.com/office/drawing/2014/main" id="{A43B3275-0DAA-46DF-AA83-74A0CD51782F}"/>
              </a:ext>
            </a:extLst>
          </p:cNvPr>
          <p:cNvSpPr/>
          <p:nvPr userDrawn="1"/>
        </p:nvSpPr>
        <p:spPr>
          <a:xfrm>
            <a:off x="-2507" y="6785940"/>
            <a:ext cx="12192000" cy="76919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/>
          </a:p>
        </p:txBody>
      </p:sp>
      <p:sp>
        <p:nvSpPr>
          <p:cNvPr id="87" name="Tijdelijke aanduiding voor dianummer 5">
            <a:extLst>
              <a:ext uri="{FF2B5EF4-FFF2-40B4-BE49-F238E27FC236}">
                <a16:creationId xmlns:a16="http://schemas.microsoft.com/office/drawing/2014/main" id="{59A8263C-BADD-4468-84A9-1E09DB414E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16362" y="6376061"/>
            <a:ext cx="392576" cy="216909"/>
          </a:xfrm>
        </p:spPr>
        <p:txBody>
          <a:bodyPr/>
          <a:lstStyle/>
          <a:p>
            <a:fld id="{7AD0FE45-509C-4BDF-9EDE-64426F8DF3D2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206098355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800">
        <p:fade/>
      </p:transition>
    </mc:Choice>
    <mc:Fallback xmlns="">
      <p:transition spd="slow">
        <p:fade/>
      </p:transition>
    </mc:Fallback>
  </mc:AlternateContent>
</p:sldLayout>
</file>

<file path=ppt/slideLayouts/slideLayout24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KST MET TABEL (50%/ 50%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0DA75972-73CC-4A0A-9567-F2B4412F0205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645707" y="7020856"/>
            <a:ext cx="3140325" cy="216909"/>
          </a:xfrm>
        </p:spPr>
        <p:txBody>
          <a:bodyPr/>
          <a:lstStyle/>
          <a:p>
            <a:fld id="{C8226F51-BA4F-47DD-BB27-1D52D814875C}" type="datetime1">
              <a:rPr lang="nl-NL" smtClean="0"/>
              <a:t>01-04-2025</a:t>
            </a:fld>
            <a:endParaRPr lang="nl-NL"/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D07A43D8-7ED9-442E-BF69-FF8902703C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926910" y="7020856"/>
            <a:ext cx="6718797" cy="216909"/>
          </a:xfrm>
        </p:spPr>
        <p:txBody>
          <a:bodyPr/>
          <a:lstStyle/>
          <a:p>
            <a:r>
              <a:rPr lang="nl-NL"/>
              <a:t>&lt;Plaats hier je voettekst&gt;</a:t>
            </a:r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2AEFA4AD-513F-4FA2-94D5-B906A27FAEC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21864" y="272177"/>
            <a:ext cx="11146223" cy="600744"/>
          </a:xfrm>
        </p:spPr>
        <p:txBody>
          <a:bodyPr/>
          <a:lstStyle>
            <a:lvl1pPr>
              <a:defRPr/>
            </a:lvl1pPr>
          </a:lstStyle>
          <a:p>
            <a:r>
              <a:rPr lang="nl-NL" noProof="0"/>
              <a:t>Plaats hier je titel</a:t>
            </a:r>
            <a:endParaRPr lang="nl-NL"/>
          </a:p>
        </p:txBody>
      </p:sp>
      <p:sp>
        <p:nvSpPr>
          <p:cNvPr id="7" name="Tekstvak 6">
            <a:extLst>
              <a:ext uri="{FF2B5EF4-FFF2-40B4-BE49-F238E27FC236}">
                <a16:creationId xmlns:a16="http://schemas.microsoft.com/office/drawing/2014/main" id="{A6DE5EA5-27BD-42F3-BD1D-C1E35D802DEE}"/>
              </a:ext>
            </a:extLst>
          </p:cNvPr>
          <p:cNvSpPr txBox="1"/>
          <p:nvPr userDrawn="1"/>
        </p:nvSpPr>
        <p:spPr>
          <a:xfrm>
            <a:off x="4639252" y="-885712"/>
            <a:ext cx="2913528" cy="548182"/>
          </a:xfrm>
          <a:prstGeom prst="rect">
            <a:avLst/>
          </a:prstGeom>
          <a:solidFill>
            <a:schemeClr val="bg1"/>
          </a:solidFill>
        </p:spPr>
        <p:txBody>
          <a:bodyPr wrap="none" lIns="360000" tIns="180000" rIns="360000" bIns="180000" rtlCol="0">
            <a:spAutoFit/>
          </a:bodyPr>
          <a:lstStyle/>
          <a:p>
            <a:pPr algn="ctr"/>
            <a:r>
              <a:rPr lang="nl-NL" sz="1200" b="0" spc="50" baseline="0">
                <a:solidFill>
                  <a:srgbClr val="212121"/>
                </a:solidFill>
                <a:latin typeface="+mn-lt"/>
                <a:cs typeface="Calibri" panose="020F0502020204030204" pitchFamily="34" charset="0"/>
              </a:rPr>
              <a:t>TEKST MET TABEL (50%/ 50%)</a:t>
            </a:r>
          </a:p>
        </p:txBody>
      </p:sp>
      <p:sp>
        <p:nvSpPr>
          <p:cNvPr id="152" name="tabel">
            <a:extLst>
              <a:ext uri="{FF2B5EF4-FFF2-40B4-BE49-F238E27FC236}">
                <a16:creationId xmlns:a16="http://schemas.microsoft.com/office/drawing/2014/main" id="{A53CAFF0-6C2E-4CED-9470-8DA99266AE50}"/>
              </a:ext>
            </a:extLst>
          </p:cNvPr>
          <p:cNvSpPr>
            <a:spLocks noGrp="1"/>
          </p:cNvSpPr>
          <p:nvPr>
            <p:ph type="tbl" sz="quarter" idx="14" hasCustomPrompt="1"/>
          </p:nvPr>
        </p:nvSpPr>
        <p:spPr>
          <a:xfrm>
            <a:off x="6247711" y="1407861"/>
            <a:ext cx="5412132" cy="4454808"/>
          </a:xfrm>
          <a:solidFill>
            <a:schemeClr val="bg1">
              <a:lumMod val="95000"/>
            </a:schemeClr>
          </a:solidFill>
        </p:spPr>
        <p:txBody>
          <a:bodyPr tIns="1620000"/>
          <a:lstStyle>
            <a:lvl1pPr marL="0" indent="0" algn="ctr">
              <a:spcBef>
                <a:spcPts val="0"/>
              </a:spcBef>
              <a:spcAft>
                <a:spcPts val="0"/>
              </a:spcAft>
              <a:buNone/>
              <a:defRPr sz="1050" b="1"/>
            </a:lvl1pPr>
          </a:lstStyle>
          <a:p>
            <a:r>
              <a:rPr lang="nl-NL"/>
              <a:t>Klik op onderstaand pictogram</a:t>
            </a:r>
            <a:br>
              <a:rPr lang="nl-NL"/>
            </a:br>
            <a:r>
              <a:rPr lang="nl-NL"/>
              <a:t>om een tabel in te voegen</a:t>
            </a:r>
          </a:p>
        </p:txBody>
      </p:sp>
      <p:grpSp>
        <p:nvGrpSpPr>
          <p:cNvPr id="153" name="Instructie">
            <a:extLst>
              <a:ext uri="{FF2B5EF4-FFF2-40B4-BE49-F238E27FC236}">
                <a16:creationId xmlns:a16="http://schemas.microsoft.com/office/drawing/2014/main" id="{D8FA1774-32C6-44BB-B330-6554B0E7E12D}"/>
              </a:ext>
            </a:extLst>
          </p:cNvPr>
          <p:cNvGrpSpPr/>
          <p:nvPr userDrawn="1"/>
        </p:nvGrpSpPr>
        <p:grpSpPr>
          <a:xfrm>
            <a:off x="12391601" y="0"/>
            <a:ext cx="3183678" cy="3418198"/>
            <a:chOff x="12391601" y="0"/>
            <a:chExt cx="3183678" cy="3418198"/>
          </a:xfrm>
        </p:grpSpPr>
        <p:grpSp>
          <p:nvGrpSpPr>
            <p:cNvPr id="154" name="Meer informatie">
              <a:extLst>
                <a:ext uri="{FF2B5EF4-FFF2-40B4-BE49-F238E27FC236}">
                  <a16:creationId xmlns:a16="http://schemas.microsoft.com/office/drawing/2014/main" id="{7D53CC9C-CDBE-4DFB-AE21-4160803B4CD1}"/>
                </a:ext>
              </a:extLst>
            </p:cNvPr>
            <p:cNvGrpSpPr/>
            <p:nvPr userDrawn="1"/>
          </p:nvGrpSpPr>
          <p:grpSpPr>
            <a:xfrm>
              <a:off x="12396764" y="2622893"/>
              <a:ext cx="3178515" cy="795305"/>
              <a:chOff x="-3741486" y="3347116"/>
              <a:chExt cx="3178515" cy="795305"/>
            </a:xfrm>
          </p:grpSpPr>
          <p:sp>
            <p:nvSpPr>
              <p:cNvPr id="176" name="Freeform 101">
                <a:extLst>
                  <a:ext uri="{FF2B5EF4-FFF2-40B4-BE49-F238E27FC236}">
                    <a16:creationId xmlns:a16="http://schemas.microsoft.com/office/drawing/2014/main" id="{B78FDC53-F231-49E7-A154-56F81091116F}"/>
                  </a:ext>
                </a:extLst>
              </p:cNvPr>
              <p:cNvSpPr>
                <a:spLocks noEditPoints="1"/>
              </p:cNvSpPr>
              <p:nvPr/>
            </p:nvSpPr>
            <p:spPr bwMode="auto">
              <a:xfrm>
                <a:off x="-3741486" y="3347116"/>
                <a:ext cx="255753" cy="255753"/>
              </a:xfrm>
              <a:custGeom>
                <a:avLst/>
                <a:gdLst>
                  <a:gd name="T0" fmla="*/ 0 w 292"/>
                  <a:gd name="T1" fmla="*/ 146 h 292"/>
                  <a:gd name="T2" fmla="*/ 4 w 292"/>
                  <a:gd name="T3" fmla="*/ 113 h 292"/>
                  <a:gd name="T4" fmla="*/ 14 w 292"/>
                  <a:gd name="T5" fmla="*/ 82 h 292"/>
                  <a:gd name="T6" fmla="*/ 31 w 292"/>
                  <a:gd name="T7" fmla="*/ 55 h 292"/>
                  <a:gd name="T8" fmla="*/ 53 w 292"/>
                  <a:gd name="T9" fmla="*/ 32 h 292"/>
                  <a:gd name="T10" fmla="*/ 81 w 292"/>
                  <a:gd name="T11" fmla="*/ 15 h 292"/>
                  <a:gd name="T12" fmla="*/ 112 w 292"/>
                  <a:gd name="T13" fmla="*/ 4 h 292"/>
                  <a:gd name="T14" fmla="*/ 145 w 292"/>
                  <a:gd name="T15" fmla="*/ 0 h 292"/>
                  <a:gd name="T16" fmla="*/ 179 w 292"/>
                  <a:gd name="T17" fmla="*/ 4 h 292"/>
                  <a:gd name="T18" fmla="*/ 209 w 292"/>
                  <a:gd name="T19" fmla="*/ 15 h 292"/>
                  <a:gd name="T20" fmla="*/ 237 w 292"/>
                  <a:gd name="T21" fmla="*/ 32 h 292"/>
                  <a:gd name="T22" fmla="*/ 259 w 292"/>
                  <a:gd name="T23" fmla="*/ 55 h 292"/>
                  <a:gd name="T24" fmla="*/ 276 w 292"/>
                  <a:gd name="T25" fmla="*/ 82 h 292"/>
                  <a:gd name="T26" fmla="*/ 288 w 292"/>
                  <a:gd name="T27" fmla="*/ 113 h 292"/>
                  <a:gd name="T28" fmla="*/ 292 w 292"/>
                  <a:gd name="T29" fmla="*/ 146 h 292"/>
                  <a:gd name="T30" fmla="*/ 288 w 292"/>
                  <a:gd name="T31" fmla="*/ 180 h 292"/>
                  <a:gd name="T32" fmla="*/ 276 w 292"/>
                  <a:gd name="T33" fmla="*/ 210 h 292"/>
                  <a:gd name="T34" fmla="*/ 259 w 292"/>
                  <a:gd name="T35" fmla="*/ 237 h 292"/>
                  <a:gd name="T36" fmla="*/ 237 w 292"/>
                  <a:gd name="T37" fmla="*/ 260 h 292"/>
                  <a:gd name="T38" fmla="*/ 209 w 292"/>
                  <a:gd name="T39" fmla="*/ 278 h 292"/>
                  <a:gd name="T40" fmla="*/ 179 w 292"/>
                  <a:gd name="T41" fmla="*/ 288 h 292"/>
                  <a:gd name="T42" fmla="*/ 145 w 292"/>
                  <a:gd name="T43" fmla="*/ 292 h 292"/>
                  <a:gd name="T44" fmla="*/ 112 w 292"/>
                  <a:gd name="T45" fmla="*/ 288 h 292"/>
                  <a:gd name="T46" fmla="*/ 81 w 292"/>
                  <a:gd name="T47" fmla="*/ 278 h 292"/>
                  <a:gd name="T48" fmla="*/ 53 w 292"/>
                  <a:gd name="T49" fmla="*/ 260 h 292"/>
                  <a:gd name="T50" fmla="*/ 31 w 292"/>
                  <a:gd name="T51" fmla="*/ 237 h 292"/>
                  <a:gd name="T52" fmla="*/ 14 w 292"/>
                  <a:gd name="T53" fmla="*/ 210 h 292"/>
                  <a:gd name="T54" fmla="*/ 4 w 292"/>
                  <a:gd name="T55" fmla="*/ 180 h 292"/>
                  <a:gd name="T56" fmla="*/ 0 w 292"/>
                  <a:gd name="T57" fmla="*/ 146 h 292"/>
                  <a:gd name="T58" fmla="*/ 102 w 292"/>
                  <a:gd name="T59" fmla="*/ 121 h 292"/>
                  <a:gd name="T60" fmla="*/ 102 w 292"/>
                  <a:gd name="T61" fmla="*/ 142 h 292"/>
                  <a:gd name="T62" fmla="*/ 120 w 292"/>
                  <a:gd name="T63" fmla="*/ 142 h 292"/>
                  <a:gd name="T64" fmla="*/ 120 w 292"/>
                  <a:gd name="T65" fmla="*/ 223 h 292"/>
                  <a:gd name="T66" fmla="*/ 102 w 292"/>
                  <a:gd name="T67" fmla="*/ 223 h 292"/>
                  <a:gd name="T68" fmla="*/ 102 w 292"/>
                  <a:gd name="T69" fmla="*/ 244 h 292"/>
                  <a:gd name="T70" fmla="*/ 188 w 292"/>
                  <a:gd name="T71" fmla="*/ 244 h 292"/>
                  <a:gd name="T72" fmla="*/ 188 w 292"/>
                  <a:gd name="T73" fmla="*/ 223 h 292"/>
                  <a:gd name="T74" fmla="*/ 170 w 292"/>
                  <a:gd name="T75" fmla="*/ 223 h 292"/>
                  <a:gd name="T76" fmla="*/ 170 w 292"/>
                  <a:gd name="T77" fmla="*/ 142 h 292"/>
                  <a:gd name="T78" fmla="*/ 188 w 292"/>
                  <a:gd name="T79" fmla="*/ 142 h 292"/>
                  <a:gd name="T80" fmla="*/ 188 w 292"/>
                  <a:gd name="T81" fmla="*/ 121 h 292"/>
                  <a:gd name="T82" fmla="*/ 102 w 292"/>
                  <a:gd name="T83" fmla="*/ 121 h 292"/>
                  <a:gd name="T84" fmla="*/ 115 w 292"/>
                  <a:gd name="T85" fmla="*/ 79 h 292"/>
                  <a:gd name="T86" fmla="*/ 117 w 292"/>
                  <a:gd name="T87" fmla="*/ 92 h 292"/>
                  <a:gd name="T88" fmla="*/ 124 w 292"/>
                  <a:gd name="T89" fmla="*/ 101 h 292"/>
                  <a:gd name="T90" fmla="*/ 133 w 292"/>
                  <a:gd name="T91" fmla="*/ 108 h 292"/>
                  <a:gd name="T92" fmla="*/ 145 w 292"/>
                  <a:gd name="T93" fmla="*/ 110 h 292"/>
                  <a:gd name="T94" fmla="*/ 157 w 292"/>
                  <a:gd name="T95" fmla="*/ 108 h 292"/>
                  <a:gd name="T96" fmla="*/ 167 w 292"/>
                  <a:gd name="T97" fmla="*/ 101 h 292"/>
                  <a:gd name="T98" fmla="*/ 174 w 292"/>
                  <a:gd name="T99" fmla="*/ 92 h 292"/>
                  <a:gd name="T100" fmla="*/ 176 w 292"/>
                  <a:gd name="T101" fmla="*/ 79 h 292"/>
                  <a:gd name="T102" fmla="*/ 174 w 292"/>
                  <a:gd name="T103" fmla="*/ 67 h 292"/>
                  <a:gd name="T104" fmla="*/ 167 w 292"/>
                  <a:gd name="T105" fmla="*/ 58 h 292"/>
                  <a:gd name="T106" fmla="*/ 157 w 292"/>
                  <a:gd name="T107" fmla="*/ 51 h 292"/>
                  <a:gd name="T108" fmla="*/ 145 w 292"/>
                  <a:gd name="T109" fmla="*/ 49 h 292"/>
                  <a:gd name="T110" fmla="*/ 133 w 292"/>
                  <a:gd name="T111" fmla="*/ 51 h 292"/>
                  <a:gd name="T112" fmla="*/ 124 w 292"/>
                  <a:gd name="T113" fmla="*/ 58 h 292"/>
                  <a:gd name="T114" fmla="*/ 117 w 292"/>
                  <a:gd name="T115" fmla="*/ 67 h 292"/>
                  <a:gd name="T116" fmla="*/ 115 w 292"/>
                  <a:gd name="T117" fmla="*/ 79 h 29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  <a:cxn ang="0">
                    <a:pos x="T90" y="T91"/>
                  </a:cxn>
                  <a:cxn ang="0">
                    <a:pos x="T92" y="T93"/>
                  </a:cxn>
                  <a:cxn ang="0">
                    <a:pos x="T94" y="T95"/>
                  </a:cxn>
                  <a:cxn ang="0">
                    <a:pos x="T96" y="T97"/>
                  </a:cxn>
                  <a:cxn ang="0">
                    <a:pos x="T98" y="T99"/>
                  </a:cxn>
                  <a:cxn ang="0">
                    <a:pos x="T100" y="T101"/>
                  </a:cxn>
                  <a:cxn ang="0">
                    <a:pos x="T102" y="T103"/>
                  </a:cxn>
                  <a:cxn ang="0">
                    <a:pos x="T104" y="T105"/>
                  </a:cxn>
                  <a:cxn ang="0">
                    <a:pos x="T106" y="T107"/>
                  </a:cxn>
                  <a:cxn ang="0">
                    <a:pos x="T108" y="T109"/>
                  </a:cxn>
                  <a:cxn ang="0">
                    <a:pos x="T110" y="T111"/>
                  </a:cxn>
                  <a:cxn ang="0">
                    <a:pos x="T112" y="T113"/>
                  </a:cxn>
                  <a:cxn ang="0">
                    <a:pos x="T114" y="T115"/>
                  </a:cxn>
                  <a:cxn ang="0">
                    <a:pos x="T116" y="T117"/>
                  </a:cxn>
                </a:cxnLst>
                <a:rect l="0" t="0" r="r" b="b"/>
                <a:pathLst>
                  <a:path w="292" h="292">
                    <a:moveTo>
                      <a:pt x="0" y="146"/>
                    </a:moveTo>
                    <a:lnTo>
                      <a:pt x="4" y="113"/>
                    </a:lnTo>
                    <a:lnTo>
                      <a:pt x="14" y="82"/>
                    </a:lnTo>
                    <a:lnTo>
                      <a:pt x="31" y="55"/>
                    </a:lnTo>
                    <a:lnTo>
                      <a:pt x="53" y="32"/>
                    </a:lnTo>
                    <a:lnTo>
                      <a:pt x="81" y="15"/>
                    </a:lnTo>
                    <a:lnTo>
                      <a:pt x="112" y="4"/>
                    </a:lnTo>
                    <a:lnTo>
                      <a:pt x="145" y="0"/>
                    </a:lnTo>
                    <a:lnTo>
                      <a:pt x="179" y="4"/>
                    </a:lnTo>
                    <a:lnTo>
                      <a:pt x="209" y="15"/>
                    </a:lnTo>
                    <a:lnTo>
                      <a:pt x="237" y="32"/>
                    </a:lnTo>
                    <a:lnTo>
                      <a:pt x="259" y="55"/>
                    </a:lnTo>
                    <a:lnTo>
                      <a:pt x="276" y="82"/>
                    </a:lnTo>
                    <a:lnTo>
                      <a:pt x="288" y="113"/>
                    </a:lnTo>
                    <a:lnTo>
                      <a:pt x="292" y="146"/>
                    </a:lnTo>
                    <a:lnTo>
                      <a:pt x="288" y="180"/>
                    </a:lnTo>
                    <a:lnTo>
                      <a:pt x="276" y="210"/>
                    </a:lnTo>
                    <a:lnTo>
                      <a:pt x="259" y="237"/>
                    </a:lnTo>
                    <a:lnTo>
                      <a:pt x="237" y="260"/>
                    </a:lnTo>
                    <a:lnTo>
                      <a:pt x="209" y="278"/>
                    </a:lnTo>
                    <a:lnTo>
                      <a:pt x="179" y="288"/>
                    </a:lnTo>
                    <a:lnTo>
                      <a:pt x="145" y="292"/>
                    </a:lnTo>
                    <a:lnTo>
                      <a:pt x="112" y="288"/>
                    </a:lnTo>
                    <a:lnTo>
                      <a:pt x="81" y="278"/>
                    </a:lnTo>
                    <a:lnTo>
                      <a:pt x="53" y="260"/>
                    </a:lnTo>
                    <a:lnTo>
                      <a:pt x="31" y="237"/>
                    </a:lnTo>
                    <a:lnTo>
                      <a:pt x="14" y="210"/>
                    </a:lnTo>
                    <a:lnTo>
                      <a:pt x="4" y="180"/>
                    </a:lnTo>
                    <a:lnTo>
                      <a:pt x="0" y="146"/>
                    </a:lnTo>
                    <a:close/>
                    <a:moveTo>
                      <a:pt x="102" y="121"/>
                    </a:moveTo>
                    <a:lnTo>
                      <a:pt x="102" y="142"/>
                    </a:lnTo>
                    <a:lnTo>
                      <a:pt x="120" y="142"/>
                    </a:lnTo>
                    <a:lnTo>
                      <a:pt x="120" y="223"/>
                    </a:lnTo>
                    <a:lnTo>
                      <a:pt x="102" y="223"/>
                    </a:lnTo>
                    <a:lnTo>
                      <a:pt x="102" y="244"/>
                    </a:lnTo>
                    <a:lnTo>
                      <a:pt x="188" y="244"/>
                    </a:lnTo>
                    <a:lnTo>
                      <a:pt x="188" y="223"/>
                    </a:lnTo>
                    <a:lnTo>
                      <a:pt x="170" y="223"/>
                    </a:lnTo>
                    <a:lnTo>
                      <a:pt x="170" y="142"/>
                    </a:lnTo>
                    <a:lnTo>
                      <a:pt x="188" y="142"/>
                    </a:lnTo>
                    <a:lnTo>
                      <a:pt x="188" y="121"/>
                    </a:lnTo>
                    <a:lnTo>
                      <a:pt x="102" y="121"/>
                    </a:lnTo>
                    <a:close/>
                    <a:moveTo>
                      <a:pt x="115" y="79"/>
                    </a:moveTo>
                    <a:lnTo>
                      <a:pt x="117" y="92"/>
                    </a:lnTo>
                    <a:lnTo>
                      <a:pt x="124" y="101"/>
                    </a:lnTo>
                    <a:lnTo>
                      <a:pt x="133" y="108"/>
                    </a:lnTo>
                    <a:lnTo>
                      <a:pt x="145" y="110"/>
                    </a:lnTo>
                    <a:lnTo>
                      <a:pt x="157" y="108"/>
                    </a:lnTo>
                    <a:lnTo>
                      <a:pt x="167" y="101"/>
                    </a:lnTo>
                    <a:lnTo>
                      <a:pt x="174" y="92"/>
                    </a:lnTo>
                    <a:lnTo>
                      <a:pt x="176" y="79"/>
                    </a:lnTo>
                    <a:lnTo>
                      <a:pt x="174" y="67"/>
                    </a:lnTo>
                    <a:lnTo>
                      <a:pt x="167" y="58"/>
                    </a:lnTo>
                    <a:lnTo>
                      <a:pt x="157" y="51"/>
                    </a:lnTo>
                    <a:lnTo>
                      <a:pt x="145" y="49"/>
                    </a:lnTo>
                    <a:lnTo>
                      <a:pt x="133" y="51"/>
                    </a:lnTo>
                    <a:lnTo>
                      <a:pt x="124" y="58"/>
                    </a:lnTo>
                    <a:lnTo>
                      <a:pt x="117" y="67"/>
                    </a:lnTo>
                    <a:lnTo>
                      <a:pt x="115" y="79"/>
                    </a:lnTo>
                    <a:close/>
                  </a:path>
                </a:pathLst>
              </a:custGeom>
              <a:solidFill>
                <a:srgbClr val="FF7800"/>
              </a:solidFill>
              <a:ln w="0">
                <a:noFill/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nl-NL" sz="1100" noProof="0"/>
              </a:p>
            </p:txBody>
          </p:sp>
          <p:sp>
            <p:nvSpPr>
              <p:cNvPr id="177" name="Rechthoek 176">
                <a:extLst>
                  <a:ext uri="{FF2B5EF4-FFF2-40B4-BE49-F238E27FC236}">
                    <a16:creationId xmlns:a16="http://schemas.microsoft.com/office/drawing/2014/main" id="{D40104D5-463A-4C56-920E-DB709D9672FD}"/>
                  </a:ext>
                </a:extLst>
              </p:cNvPr>
              <p:cNvSpPr/>
              <p:nvPr userDrawn="1"/>
            </p:nvSpPr>
            <p:spPr>
              <a:xfrm>
                <a:off x="-3380966" y="3419145"/>
                <a:ext cx="2817995" cy="592123"/>
              </a:xfrm>
              <a:prstGeom prst="rect">
                <a:avLst/>
              </a:prstGeom>
              <a:noFill/>
              <a:ln w="25400" cap="flat" cmpd="sng" algn="ctr">
                <a:noFill/>
                <a:prstDash val="solid"/>
              </a:ln>
              <a:effectLst/>
            </p:spPr>
            <p:txBody>
              <a:bodyPr lIns="0" tIns="0" rIns="0" bIns="0" rtlCol="0" anchor="t"/>
              <a:lstStyle/>
              <a:p>
                <a:pPr marL="0" marR="0" lvl="0" indent="0" defTabSz="914400" eaLnBrk="1" fontAlgn="auto" latinLnBrk="0" hangingPunct="1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nl-NL" sz="1100" b="0" i="0" u="none" strike="noStrike" kern="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+mn-lt"/>
                    <a:cs typeface="Segoe UI Light" panose="020B0502040204020203" pitchFamily="34" charset="0"/>
                  </a:rPr>
                  <a:t>Meer weten?</a:t>
                </a:r>
                <a:br>
                  <a:rPr kumimoji="0" lang="nl-NL" sz="1100" b="0" i="0" u="none" strike="noStrike" kern="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+mn-lt"/>
                    <a:cs typeface="Segoe UI Light" panose="020B0502040204020203" pitchFamily="34" charset="0"/>
                  </a:rPr>
                </a:br>
                <a:r>
                  <a:rPr kumimoji="0" lang="nl-NL" sz="1100" b="0" i="0" u="none" strike="noStrike" kern="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+mn-lt"/>
                    <a:cs typeface="Segoe UI Light" panose="020B0502040204020203" pitchFamily="34" charset="0"/>
                  </a:rPr>
                  <a:t>Ga naar dia </a:t>
                </a:r>
                <a:r>
                  <a:rPr kumimoji="0" lang="nl-NL" sz="1100" b="1" i="0" u="none" strike="noStrike" kern="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+mn-lt"/>
                    <a:cs typeface="Segoe UI Light" panose="020B0502040204020203" pitchFamily="34" charset="0"/>
                  </a:rPr>
                  <a:t>‘Instructie dia: YouTube links’</a:t>
                </a:r>
                <a:r>
                  <a:rPr kumimoji="0" lang="nl-NL" sz="1100" b="0" i="0" u="none" strike="noStrike" kern="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+mn-lt"/>
                    <a:cs typeface="Segoe UI Light" panose="020B0502040204020203" pitchFamily="34" charset="0"/>
                  </a:rPr>
                  <a:t>, open deze in de diavoorstelling en klik op de gewenste video link.</a:t>
                </a:r>
              </a:p>
            </p:txBody>
          </p:sp>
          <p:cxnSp>
            <p:nvCxnSpPr>
              <p:cNvPr id="178" name="Rechte verbindingslijn 177">
                <a:extLst>
                  <a:ext uri="{FF2B5EF4-FFF2-40B4-BE49-F238E27FC236}">
                    <a16:creationId xmlns:a16="http://schemas.microsoft.com/office/drawing/2014/main" id="{E9CD1AE4-DA73-4EC4-81C0-1F75EE829AA5}"/>
                  </a:ext>
                </a:extLst>
              </p:cNvPr>
              <p:cNvCxnSpPr>
                <a:cxnSpLocks/>
              </p:cNvCxnSpPr>
              <p:nvPr userDrawn="1"/>
            </p:nvCxnSpPr>
            <p:spPr>
              <a:xfrm>
                <a:off x="-3740987" y="4142421"/>
                <a:ext cx="3178016" cy="0"/>
              </a:xfrm>
              <a:prstGeom prst="line">
                <a:avLst/>
              </a:prstGeom>
              <a:noFill/>
              <a:ln w="3175" cap="flat" cmpd="sng" algn="ctr">
                <a:solidFill>
                  <a:schemeClr val="accent1"/>
                </a:solidFill>
                <a:prstDash val="solid"/>
              </a:ln>
              <a:effectLst/>
            </p:spPr>
          </p:cxnSp>
        </p:grpSp>
        <p:sp>
          <p:nvSpPr>
            <p:cNvPr id="155" name="Rechthoek 154">
              <a:extLst>
                <a:ext uri="{FF2B5EF4-FFF2-40B4-BE49-F238E27FC236}">
                  <a16:creationId xmlns:a16="http://schemas.microsoft.com/office/drawing/2014/main" id="{1D0DA284-6D84-4D36-B1B6-DB37B4EE58DE}"/>
                </a:ext>
              </a:extLst>
            </p:cNvPr>
            <p:cNvSpPr/>
            <p:nvPr userDrawn="1"/>
          </p:nvSpPr>
          <p:spPr>
            <a:xfrm>
              <a:off x="12397262" y="0"/>
              <a:ext cx="3178016" cy="191611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ctr"/>
            <a:lstStyle/>
            <a:p>
              <a:pPr marL="0" marR="0" lvl="0" indent="0" defTabSz="914400" eaLnBrk="1" fontAlgn="auto" latinLnBrk="0" hangingPunct="1">
                <a:lnSpc>
                  <a:spcPct val="8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nl-NL" sz="1400" b="1" i="0" u="none" strike="noStrike" kern="0" cap="all" spc="0" normalizeH="0" baseline="0" noProof="0">
                  <a:ln>
                    <a:noFill/>
                  </a:ln>
                  <a:solidFill>
                    <a:schemeClr val="accent1"/>
                  </a:solidFill>
                  <a:effectLst/>
                  <a:uLnTx/>
                  <a:uFillTx/>
                  <a:latin typeface="+mj-lt"/>
                  <a:cs typeface="Segoe UI Light" panose="020B0502040204020203" pitchFamily="34" charset="0"/>
                </a:rPr>
                <a:t>Tabel invoegen/veranderen</a:t>
              </a:r>
            </a:p>
          </p:txBody>
        </p:sp>
        <p:sp>
          <p:nvSpPr>
            <p:cNvPr id="156" name="Ovaal 155">
              <a:extLst>
                <a:ext uri="{FF2B5EF4-FFF2-40B4-BE49-F238E27FC236}">
                  <a16:creationId xmlns:a16="http://schemas.microsoft.com/office/drawing/2014/main" id="{9F53628B-F530-4001-99B6-93A0F44C1D48}"/>
                </a:ext>
              </a:extLst>
            </p:cNvPr>
            <p:cNvSpPr/>
            <p:nvPr userDrawn="1"/>
          </p:nvSpPr>
          <p:spPr>
            <a:xfrm>
              <a:off x="12391601" y="366490"/>
              <a:ext cx="260914" cy="259683"/>
            </a:xfrm>
            <a:prstGeom prst="ellipse">
              <a:avLst/>
            </a:prstGeom>
            <a:solidFill>
              <a:schemeClr val="accent1"/>
            </a:solidFill>
            <a:ln w="25400" cap="flat" cmpd="sng" algn="ctr">
              <a:noFill/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1</a:t>
              </a:r>
            </a:p>
          </p:txBody>
        </p:sp>
        <p:cxnSp>
          <p:nvCxnSpPr>
            <p:cNvPr id="157" name="Rechte verbindingslijn 156">
              <a:extLst>
                <a:ext uri="{FF2B5EF4-FFF2-40B4-BE49-F238E27FC236}">
                  <a16:creationId xmlns:a16="http://schemas.microsoft.com/office/drawing/2014/main" id="{BA5E46A7-E4C0-420C-BD1B-206B69E2B01B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2397261" y="241635"/>
              <a:ext cx="3178017" cy="0"/>
            </a:xfrm>
            <a:prstGeom prst="line">
              <a:avLst/>
            </a:prstGeom>
            <a:noFill/>
            <a:ln w="3175" cap="flat" cmpd="sng" algn="ctr">
              <a:solidFill>
                <a:schemeClr val="accent1"/>
              </a:solidFill>
              <a:prstDash val="solid"/>
            </a:ln>
            <a:effectLst/>
          </p:spPr>
        </p:cxnSp>
        <p:cxnSp>
          <p:nvCxnSpPr>
            <p:cNvPr id="158" name="Rechte verbindingslijn 157">
              <a:extLst>
                <a:ext uri="{FF2B5EF4-FFF2-40B4-BE49-F238E27FC236}">
                  <a16:creationId xmlns:a16="http://schemas.microsoft.com/office/drawing/2014/main" id="{59953485-194D-42FF-82E6-0F30D398DDDD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2397261" y="1577933"/>
              <a:ext cx="3178017" cy="0"/>
            </a:xfrm>
            <a:prstGeom prst="line">
              <a:avLst/>
            </a:prstGeom>
            <a:noFill/>
            <a:ln w="3175" cap="flat" cmpd="sng" algn="ctr">
              <a:solidFill>
                <a:schemeClr val="accent1"/>
              </a:solidFill>
              <a:prstDash val="solid"/>
            </a:ln>
            <a:effectLst/>
          </p:spPr>
        </p:cxnSp>
        <p:sp>
          <p:nvSpPr>
            <p:cNvPr id="159" name="Rechthoek 158">
              <a:extLst>
                <a:ext uri="{FF2B5EF4-FFF2-40B4-BE49-F238E27FC236}">
                  <a16:creationId xmlns:a16="http://schemas.microsoft.com/office/drawing/2014/main" id="{74094B7F-E9F2-4748-9700-863C8ED52479}"/>
                </a:ext>
              </a:extLst>
            </p:cNvPr>
            <p:cNvSpPr/>
            <p:nvPr userDrawn="1"/>
          </p:nvSpPr>
          <p:spPr>
            <a:xfrm>
              <a:off x="12757282" y="432552"/>
              <a:ext cx="2817995" cy="595423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t"/>
            <a:lstStyle/>
            <a:p>
              <a:pPr marL="0" marR="0" lvl="0" indent="0" defTabSz="914400" eaLnBrk="1" fontAlgn="auto" latinLnBrk="0" hangingPunct="1">
                <a:lnSpc>
                  <a:spcPct val="90000"/>
                </a:lnSpc>
                <a:spcBef>
                  <a:spcPts val="600"/>
                </a:spcBef>
                <a:spcAft>
                  <a:spcPts val="600"/>
                </a:spcAft>
                <a:buClr>
                  <a:schemeClr val="accent1"/>
                </a:buClr>
                <a:buSzTx/>
                <a:buFont typeface="Arial" panose="020B0604020202020204" pitchFamily="34" charset="0"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Wanneer nodig, verwijder de bestaande tabel d.m.v. de </a:t>
              </a:r>
              <a:r>
                <a:rPr kumimoji="0" lang="nl-NL" sz="1100" b="1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‘Delete’-knop</a:t>
              </a: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. Klik op het pictogram om een nieuwe tabel in te voegen. </a:t>
              </a:r>
              <a:r>
                <a:rPr kumimoji="0" lang="nl-NL" sz="1100" b="0" i="1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(zie onderstaand voorbeeld).</a:t>
              </a:r>
              <a:endParaRPr kumimoji="0" lang="nl-NL" sz="11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cs typeface="Segoe UI Light" panose="020B0502040204020203" pitchFamily="34" charset="0"/>
              </a:endParaRPr>
            </a:p>
          </p:txBody>
        </p:sp>
        <p:sp>
          <p:nvSpPr>
            <p:cNvPr id="160" name="Ovaal 159">
              <a:extLst>
                <a:ext uri="{FF2B5EF4-FFF2-40B4-BE49-F238E27FC236}">
                  <a16:creationId xmlns:a16="http://schemas.microsoft.com/office/drawing/2014/main" id="{234F4CA7-6E68-48F7-90A9-EA8ADB6F2D62}"/>
                </a:ext>
              </a:extLst>
            </p:cNvPr>
            <p:cNvSpPr/>
            <p:nvPr userDrawn="1"/>
          </p:nvSpPr>
          <p:spPr>
            <a:xfrm>
              <a:off x="12391601" y="1706398"/>
              <a:ext cx="260914" cy="259683"/>
            </a:xfrm>
            <a:prstGeom prst="ellipse">
              <a:avLst/>
            </a:prstGeom>
            <a:solidFill>
              <a:schemeClr val="accent1"/>
            </a:solidFill>
            <a:ln w="25400" cap="flat" cmpd="sng" algn="ctr">
              <a:noFill/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2</a:t>
              </a:r>
            </a:p>
          </p:txBody>
        </p:sp>
        <p:sp>
          <p:nvSpPr>
            <p:cNvPr id="161" name="Rechthoek 160">
              <a:extLst>
                <a:ext uri="{FF2B5EF4-FFF2-40B4-BE49-F238E27FC236}">
                  <a16:creationId xmlns:a16="http://schemas.microsoft.com/office/drawing/2014/main" id="{79CA1389-B637-4556-96EE-0093988A463D}"/>
                </a:ext>
              </a:extLst>
            </p:cNvPr>
            <p:cNvSpPr/>
            <p:nvPr userDrawn="1"/>
          </p:nvSpPr>
          <p:spPr>
            <a:xfrm>
              <a:off x="12757282" y="1772461"/>
              <a:ext cx="2817995" cy="318048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t"/>
            <a:lstStyle/>
            <a:p>
              <a:pPr marL="0" marR="0" lvl="0" indent="0" defTabSz="914400" eaLnBrk="1" fontAlgn="auto" latinLnBrk="0" hangingPunct="1">
                <a:lnSpc>
                  <a:spcPct val="90000"/>
                </a:lnSpc>
                <a:spcBef>
                  <a:spcPts val="600"/>
                </a:spcBef>
                <a:spcAft>
                  <a:spcPts val="600"/>
                </a:spcAft>
                <a:buClr>
                  <a:schemeClr val="accent1"/>
                </a:buClr>
                <a:buSzTx/>
                <a:buFont typeface="Arial" panose="020B0604020202020204" pitchFamily="34" charset="0"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Selecteer het gewenste aantal rijen en kolommen en klik op </a:t>
              </a:r>
              <a:r>
                <a:rPr kumimoji="0" lang="nl-NL" sz="1100" b="1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‘OK’</a:t>
              </a: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.</a:t>
              </a:r>
              <a:endParaRPr kumimoji="0" lang="nl-NL" sz="1100" b="1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cs typeface="Segoe UI Light" panose="020B0502040204020203" pitchFamily="34" charset="0"/>
              </a:endParaRPr>
            </a:p>
          </p:txBody>
        </p:sp>
        <p:grpSp>
          <p:nvGrpSpPr>
            <p:cNvPr id="162" name="Groep 161">
              <a:extLst>
                <a:ext uri="{FF2B5EF4-FFF2-40B4-BE49-F238E27FC236}">
                  <a16:creationId xmlns:a16="http://schemas.microsoft.com/office/drawing/2014/main" id="{36D3135C-9114-41E0-ACB5-71D213B1A776}"/>
                </a:ext>
              </a:extLst>
            </p:cNvPr>
            <p:cNvGrpSpPr/>
            <p:nvPr userDrawn="1"/>
          </p:nvGrpSpPr>
          <p:grpSpPr>
            <a:xfrm>
              <a:off x="12757282" y="2184550"/>
              <a:ext cx="825500" cy="209550"/>
              <a:chOff x="13504624" y="2482850"/>
              <a:chExt cx="825500" cy="209550"/>
            </a:xfrm>
          </p:grpSpPr>
          <p:sp>
            <p:nvSpPr>
              <p:cNvPr id="173" name="Rechthoek 172">
                <a:extLst>
                  <a:ext uri="{FF2B5EF4-FFF2-40B4-BE49-F238E27FC236}">
                    <a16:creationId xmlns:a16="http://schemas.microsoft.com/office/drawing/2014/main" id="{F466C695-CD09-4087-A78D-68D7B0B7730D}"/>
                  </a:ext>
                </a:extLst>
              </p:cNvPr>
              <p:cNvSpPr/>
              <p:nvPr userDrawn="1"/>
            </p:nvSpPr>
            <p:spPr>
              <a:xfrm>
                <a:off x="13504624" y="2482850"/>
                <a:ext cx="825500" cy="209550"/>
              </a:xfrm>
              <a:prstGeom prst="rect">
                <a:avLst/>
              </a:prstGeom>
              <a:solidFill>
                <a:srgbClr val="E5F1FB"/>
              </a:solidFill>
              <a:ln w="12700">
                <a:solidFill>
                  <a:srgbClr val="0B7ED9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25200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r>
                  <a:rPr lang="nl-NL" sz="800" b="0" noProof="0">
                    <a:solidFill>
                      <a:schemeClr val="tx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OK</a:t>
                </a:r>
              </a:p>
            </p:txBody>
          </p:sp>
          <p:cxnSp>
            <p:nvCxnSpPr>
              <p:cNvPr id="174" name="Rechte verbindingslijn 173">
                <a:extLst>
                  <a:ext uri="{FF2B5EF4-FFF2-40B4-BE49-F238E27FC236}">
                    <a16:creationId xmlns:a16="http://schemas.microsoft.com/office/drawing/2014/main" id="{D78B9D92-55AF-410D-9537-D703025B8E58}"/>
                  </a:ext>
                </a:extLst>
              </p:cNvPr>
              <p:cNvCxnSpPr/>
              <p:nvPr userDrawn="1"/>
            </p:nvCxnSpPr>
            <p:spPr>
              <a:xfrm>
                <a:off x="14155269" y="2515250"/>
                <a:ext cx="0" cy="142717"/>
              </a:xfrm>
              <a:prstGeom prst="line">
                <a:avLst/>
              </a:prstGeom>
              <a:noFill/>
              <a:ln w="3175" cap="flat" cmpd="sng" algn="ctr">
                <a:solidFill>
                  <a:srgbClr val="44546A"/>
                </a:solidFill>
                <a:prstDash val="solid"/>
              </a:ln>
              <a:effectLst/>
            </p:spPr>
          </p:cxnSp>
          <p:sp>
            <p:nvSpPr>
              <p:cNvPr id="175" name="Gelijkbenige driehoek 174">
                <a:extLst>
                  <a:ext uri="{FF2B5EF4-FFF2-40B4-BE49-F238E27FC236}">
                    <a16:creationId xmlns:a16="http://schemas.microsoft.com/office/drawing/2014/main" id="{7A520EAA-77FA-4ED5-A4D4-3DE2F8285306}"/>
                  </a:ext>
                </a:extLst>
              </p:cNvPr>
              <p:cNvSpPr/>
              <p:nvPr userDrawn="1"/>
            </p:nvSpPr>
            <p:spPr>
              <a:xfrm rot="10800000">
                <a:off x="14196089" y="2566904"/>
                <a:ext cx="86866" cy="51147"/>
              </a:xfrm>
              <a:prstGeom prst="triangle">
                <a:avLst/>
              </a:prstGeom>
              <a:solidFill>
                <a:srgbClr val="00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nl-NL" sz="1000" b="1" noProof="0">
                  <a:solidFill>
                    <a:schemeClr val="tx1"/>
                  </a:solidFill>
                </a:endParaRPr>
              </a:p>
            </p:txBody>
          </p:sp>
        </p:grpSp>
        <p:cxnSp>
          <p:nvCxnSpPr>
            <p:cNvPr id="163" name="Rechte verbindingslijn 162">
              <a:extLst>
                <a:ext uri="{FF2B5EF4-FFF2-40B4-BE49-F238E27FC236}">
                  <a16:creationId xmlns:a16="http://schemas.microsoft.com/office/drawing/2014/main" id="{65918623-D162-4D5A-9A47-3A7D5A1E0914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2397261" y="2499789"/>
              <a:ext cx="3178017" cy="0"/>
            </a:xfrm>
            <a:prstGeom prst="line">
              <a:avLst/>
            </a:prstGeom>
            <a:noFill/>
            <a:ln w="3175" cap="flat" cmpd="sng" algn="ctr">
              <a:solidFill>
                <a:schemeClr val="accent1"/>
              </a:solidFill>
              <a:prstDash val="solid"/>
            </a:ln>
            <a:effectLst/>
          </p:spPr>
        </p:cxnSp>
        <p:grpSp>
          <p:nvGrpSpPr>
            <p:cNvPr id="164" name="Tabel icoon">
              <a:extLst>
                <a:ext uri="{FF2B5EF4-FFF2-40B4-BE49-F238E27FC236}">
                  <a16:creationId xmlns:a16="http://schemas.microsoft.com/office/drawing/2014/main" id="{A6113588-03B7-4533-ADB2-D0A1084B39F1}"/>
                </a:ext>
              </a:extLst>
            </p:cNvPr>
            <p:cNvGrpSpPr/>
            <p:nvPr userDrawn="1"/>
          </p:nvGrpSpPr>
          <p:grpSpPr>
            <a:xfrm>
              <a:off x="12757283" y="1133664"/>
              <a:ext cx="375500" cy="339168"/>
              <a:chOff x="6072040" y="3376043"/>
              <a:chExt cx="1227920" cy="1109109"/>
            </a:xfrm>
          </p:grpSpPr>
          <p:sp>
            <p:nvSpPr>
              <p:cNvPr id="165" name="Rechthoek 164">
                <a:extLst>
                  <a:ext uri="{FF2B5EF4-FFF2-40B4-BE49-F238E27FC236}">
                    <a16:creationId xmlns:a16="http://schemas.microsoft.com/office/drawing/2014/main" id="{4AFCC203-FD5B-468F-99FB-D1E8E80EFAB9}"/>
                  </a:ext>
                </a:extLst>
              </p:cNvPr>
              <p:cNvSpPr/>
              <p:nvPr userDrawn="1"/>
            </p:nvSpPr>
            <p:spPr>
              <a:xfrm>
                <a:off x="6072040" y="3376043"/>
                <a:ext cx="1227920" cy="1109109"/>
              </a:xfrm>
              <a:prstGeom prst="rect">
                <a:avLst/>
              </a:prstGeom>
              <a:solidFill>
                <a:schemeClr val="bg1"/>
              </a:solidFill>
              <a:ln w="1905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nl-NL" noProof="0"/>
              </a:p>
            </p:txBody>
          </p:sp>
          <p:sp>
            <p:nvSpPr>
              <p:cNvPr id="166" name="Rechthoek 165">
                <a:extLst>
                  <a:ext uri="{FF2B5EF4-FFF2-40B4-BE49-F238E27FC236}">
                    <a16:creationId xmlns:a16="http://schemas.microsoft.com/office/drawing/2014/main" id="{41EFEE30-7FFC-401F-8547-9FBDA36DE4AC}"/>
                  </a:ext>
                </a:extLst>
              </p:cNvPr>
              <p:cNvSpPr/>
              <p:nvPr userDrawn="1"/>
            </p:nvSpPr>
            <p:spPr>
              <a:xfrm>
                <a:off x="6090829" y="3393962"/>
                <a:ext cx="1209131" cy="218971"/>
              </a:xfrm>
              <a:prstGeom prst="rect">
                <a:avLst/>
              </a:prstGeom>
              <a:solidFill>
                <a:srgbClr val="6C6C6C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nl-NL" noProof="0"/>
              </a:p>
            </p:txBody>
          </p:sp>
          <p:cxnSp>
            <p:nvCxnSpPr>
              <p:cNvPr id="167" name="Rechte verbindingslijn 166">
                <a:extLst>
                  <a:ext uri="{FF2B5EF4-FFF2-40B4-BE49-F238E27FC236}">
                    <a16:creationId xmlns:a16="http://schemas.microsoft.com/office/drawing/2014/main" id="{B8972847-4D20-4203-B318-E85BAC05ED5B}"/>
                  </a:ext>
                </a:extLst>
              </p:cNvPr>
              <p:cNvCxnSpPr/>
              <p:nvPr userDrawn="1"/>
            </p:nvCxnSpPr>
            <p:spPr>
              <a:xfrm>
                <a:off x="6493304" y="3605313"/>
                <a:ext cx="0" cy="872219"/>
              </a:xfrm>
              <a:prstGeom prst="line">
                <a:avLst/>
              </a:prstGeom>
              <a:ln w="12700">
                <a:solidFill>
                  <a:srgbClr val="B5B5B5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68" name="Rechte verbindingslijn 167">
                <a:extLst>
                  <a:ext uri="{FF2B5EF4-FFF2-40B4-BE49-F238E27FC236}">
                    <a16:creationId xmlns:a16="http://schemas.microsoft.com/office/drawing/2014/main" id="{F1C4E8A1-E26F-447E-9920-D066950EFDCE}"/>
                  </a:ext>
                </a:extLst>
              </p:cNvPr>
              <p:cNvCxnSpPr/>
              <p:nvPr userDrawn="1"/>
            </p:nvCxnSpPr>
            <p:spPr>
              <a:xfrm>
                <a:off x="6883025" y="3605313"/>
                <a:ext cx="0" cy="872219"/>
              </a:xfrm>
              <a:prstGeom prst="line">
                <a:avLst/>
              </a:prstGeom>
              <a:ln w="12700">
                <a:solidFill>
                  <a:srgbClr val="B5B5B5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69" name="Rechte verbindingslijn 168">
                <a:extLst>
                  <a:ext uri="{FF2B5EF4-FFF2-40B4-BE49-F238E27FC236}">
                    <a16:creationId xmlns:a16="http://schemas.microsoft.com/office/drawing/2014/main" id="{92C262A0-EBDF-4F9B-BF6B-E48D21785575}"/>
                  </a:ext>
                </a:extLst>
              </p:cNvPr>
              <p:cNvCxnSpPr/>
              <p:nvPr userDrawn="1"/>
            </p:nvCxnSpPr>
            <p:spPr>
              <a:xfrm flipH="1">
                <a:off x="6090561" y="3827108"/>
                <a:ext cx="1209399" cy="0"/>
              </a:xfrm>
              <a:prstGeom prst="line">
                <a:avLst/>
              </a:prstGeom>
              <a:ln w="12700">
                <a:solidFill>
                  <a:srgbClr val="B5B5B5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70" name="Rechte verbindingslijn 169">
                <a:extLst>
                  <a:ext uri="{FF2B5EF4-FFF2-40B4-BE49-F238E27FC236}">
                    <a16:creationId xmlns:a16="http://schemas.microsoft.com/office/drawing/2014/main" id="{D4FE1558-6BE7-4FB4-BCDD-2FC1300DE2CE}"/>
                  </a:ext>
                </a:extLst>
              </p:cNvPr>
              <p:cNvCxnSpPr/>
              <p:nvPr userDrawn="1"/>
            </p:nvCxnSpPr>
            <p:spPr>
              <a:xfrm flipH="1">
                <a:off x="6090561" y="4055708"/>
                <a:ext cx="1209399" cy="0"/>
              </a:xfrm>
              <a:prstGeom prst="line">
                <a:avLst/>
              </a:prstGeom>
              <a:ln w="12700">
                <a:solidFill>
                  <a:srgbClr val="B5B5B5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71" name="Rechte verbindingslijn 170">
                <a:extLst>
                  <a:ext uri="{FF2B5EF4-FFF2-40B4-BE49-F238E27FC236}">
                    <a16:creationId xmlns:a16="http://schemas.microsoft.com/office/drawing/2014/main" id="{77DE6BDA-6F53-4F6F-883C-D71B322CD5EA}"/>
                  </a:ext>
                </a:extLst>
              </p:cNvPr>
              <p:cNvCxnSpPr/>
              <p:nvPr userDrawn="1"/>
            </p:nvCxnSpPr>
            <p:spPr>
              <a:xfrm flipH="1">
                <a:off x="6090561" y="4276688"/>
                <a:ext cx="1209399" cy="0"/>
              </a:xfrm>
              <a:prstGeom prst="line">
                <a:avLst/>
              </a:prstGeom>
              <a:ln w="12700">
                <a:solidFill>
                  <a:srgbClr val="B5B5B5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72" name="Rechthoek 171">
                <a:extLst>
                  <a:ext uri="{FF2B5EF4-FFF2-40B4-BE49-F238E27FC236}">
                    <a16:creationId xmlns:a16="http://schemas.microsoft.com/office/drawing/2014/main" id="{917903B9-C840-4B22-8332-0F6FF4E12BCE}"/>
                  </a:ext>
                </a:extLst>
              </p:cNvPr>
              <p:cNvSpPr/>
              <p:nvPr userDrawn="1"/>
            </p:nvSpPr>
            <p:spPr>
              <a:xfrm>
                <a:off x="6072040" y="3376043"/>
                <a:ext cx="1227920" cy="1109109"/>
              </a:xfrm>
              <a:prstGeom prst="rect">
                <a:avLst/>
              </a:prstGeom>
              <a:noFill/>
              <a:ln w="12700">
                <a:solidFill>
                  <a:srgbClr val="6C6C6C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nl-NL" noProof="0"/>
              </a:p>
            </p:txBody>
          </p:sp>
        </p:grpSp>
      </p:grpSp>
      <p:pic>
        <p:nvPicPr>
          <p:cNvPr id="110" name="logo">
            <a:extLst>
              <a:ext uri="{FF2B5EF4-FFF2-40B4-BE49-F238E27FC236}">
                <a16:creationId xmlns:a16="http://schemas.microsoft.com/office/drawing/2014/main" id="{5A08214E-DF57-48EA-84B2-CA6EE2CD7BF9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987093" y="6122145"/>
            <a:ext cx="952038" cy="482540"/>
          </a:xfrm>
          <a:prstGeom prst="rect">
            <a:avLst/>
          </a:prstGeom>
        </p:spPr>
      </p:pic>
      <p:grpSp>
        <p:nvGrpSpPr>
          <p:cNvPr id="38" name="GRID" hidden="1">
            <a:extLst>
              <a:ext uri="{FF2B5EF4-FFF2-40B4-BE49-F238E27FC236}">
                <a16:creationId xmlns:a16="http://schemas.microsoft.com/office/drawing/2014/main" id="{63091A87-E469-4741-AFAE-D9FE9D31606F}"/>
              </a:ext>
            </a:extLst>
          </p:cNvPr>
          <p:cNvGrpSpPr/>
          <p:nvPr userDrawn="1"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39" name="Rechthoek 38">
              <a:extLst>
                <a:ext uri="{FF2B5EF4-FFF2-40B4-BE49-F238E27FC236}">
                  <a16:creationId xmlns:a16="http://schemas.microsoft.com/office/drawing/2014/main" id="{5A6E0E6B-9076-4747-B72A-CE6754E64B56}"/>
                </a:ext>
              </a:extLst>
            </p:cNvPr>
            <p:cNvSpPr/>
            <p:nvPr userDrawn="1"/>
          </p:nvSpPr>
          <p:spPr>
            <a:xfrm>
              <a:off x="0" y="0"/>
              <a:ext cx="12192000" cy="261256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40" name="Rechthoek 39">
              <a:extLst>
                <a:ext uri="{FF2B5EF4-FFF2-40B4-BE49-F238E27FC236}">
                  <a16:creationId xmlns:a16="http://schemas.microsoft.com/office/drawing/2014/main" id="{76726127-9718-42DE-8B36-ACFA6484CDAD}"/>
                </a:ext>
              </a:extLst>
            </p:cNvPr>
            <p:cNvSpPr/>
            <p:nvPr userDrawn="1"/>
          </p:nvSpPr>
          <p:spPr>
            <a:xfrm>
              <a:off x="0" y="6596744"/>
              <a:ext cx="12192000" cy="261256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41" name="Rechthoek 40">
              <a:extLst>
                <a:ext uri="{FF2B5EF4-FFF2-40B4-BE49-F238E27FC236}">
                  <a16:creationId xmlns:a16="http://schemas.microsoft.com/office/drawing/2014/main" id="{5C7B464E-EB02-44DE-B0EA-1B24AF5D234F}"/>
                </a:ext>
              </a:extLst>
            </p:cNvPr>
            <p:cNvSpPr/>
            <p:nvPr userDrawn="1"/>
          </p:nvSpPr>
          <p:spPr>
            <a:xfrm>
              <a:off x="0" y="0"/>
              <a:ext cx="262800" cy="68580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42" name="Rechthoek 41">
              <a:extLst>
                <a:ext uri="{FF2B5EF4-FFF2-40B4-BE49-F238E27FC236}">
                  <a16:creationId xmlns:a16="http://schemas.microsoft.com/office/drawing/2014/main" id="{73496353-1240-4E64-BED4-2A49E6244083}"/>
                </a:ext>
              </a:extLst>
            </p:cNvPr>
            <p:cNvSpPr/>
            <p:nvPr userDrawn="1"/>
          </p:nvSpPr>
          <p:spPr>
            <a:xfrm>
              <a:off x="11929200" y="0"/>
              <a:ext cx="262800" cy="68580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43" name="Rechthoek 42">
              <a:extLst>
                <a:ext uri="{FF2B5EF4-FFF2-40B4-BE49-F238E27FC236}">
                  <a16:creationId xmlns:a16="http://schemas.microsoft.com/office/drawing/2014/main" id="{A67ABC18-63E9-4A12-8233-B9211B2E9B3A}"/>
                </a:ext>
              </a:extLst>
            </p:cNvPr>
            <p:cNvSpPr/>
            <p:nvPr userDrawn="1"/>
          </p:nvSpPr>
          <p:spPr>
            <a:xfrm>
              <a:off x="0" y="262512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44" name="Rechthoek 43">
              <a:extLst>
                <a:ext uri="{FF2B5EF4-FFF2-40B4-BE49-F238E27FC236}">
                  <a16:creationId xmlns:a16="http://schemas.microsoft.com/office/drawing/2014/main" id="{89377A1B-9100-4765-8EBA-772D65451901}"/>
                </a:ext>
              </a:extLst>
            </p:cNvPr>
            <p:cNvSpPr/>
            <p:nvPr userDrawn="1"/>
          </p:nvSpPr>
          <p:spPr>
            <a:xfrm>
              <a:off x="259064" y="0"/>
              <a:ext cx="262800" cy="6858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45" name="Rechthoek 44">
              <a:extLst>
                <a:ext uri="{FF2B5EF4-FFF2-40B4-BE49-F238E27FC236}">
                  <a16:creationId xmlns:a16="http://schemas.microsoft.com/office/drawing/2014/main" id="{99204BCB-084E-4A74-AFCC-C7FBCC293978}"/>
                </a:ext>
              </a:extLst>
            </p:cNvPr>
            <p:cNvSpPr/>
            <p:nvPr userDrawn="1"/>
          </p:nvSpPr>
          <p:spPr>
            <a:xfrm>
              <a:off x="11668087" y="0"/>
              <a:ext cx="262800" cy="6858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46" name="Rechthoek 45">
              <a:extLst>
                <a:ext uri="{FF2B5EF4-FFF2-40B4-BE49-F238E27FC236}">
                  <a16:creationId xmlns:a16="http://schemas.microsoft.com/office/drawing/2014/main" id="{ADD40E2F-10B1-4CA7-9ED6-3F3F72DF520E}"/>
                </a:ext>
              </a:extLst>
            </p:cNvPr>
            <p:cNvSpPr/>
            <p:nvPr userDrawn="1"/>
          </p:nvSpPr>
          <p:spPr>
            <a:xfrm>
              <a:off x="0" y="6337267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47" name="Rechthoek 46">
              <a:extLst>
                <a:ext uri="{FF2B5EF4-FFF2-40B4-BE49-F238E27FC236}">
                  <a16:creationId xmlns:a16="http://schemas.microsoft.com/office/drawing/2014/main" id="{426073FA-9DF6-4303-80AD-06336912AA18}"/>
                </a:ext>
              </a:extLst>
            </p:cNvPr>
            <p:cNvSpPr/>
            <p:nvPr userDrawn="1"/>
          </p:nvSpPr>
          <p:spPr>
            <a:xfrm>
              <a:off x="9491269" y="0"/>
              <a:ext cx="262800" cy="6858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48" name="Rechthoek 47">
              <a:extLst>
                <a:ext uri="{FF2B5EF4-FFF2-40B4-BE49-F238E27FC236}">
                  <a16:creationId xmlns:a16="http://schemas.microsoft.com/office/drawing/2014/main" id="{9252037A-C515-44C2-A220-ABB721F5C4A5}"/>
                </a:ext>
              </a:extLst>
            </p:cNvPr>
            <p:cNvSpPr/>
            <p:nvPr userDrawn="1"/>
          </p:nvSpPr>
          <p:spPr>
            <a:xfrm>
              <a:off x="0" y="1132976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49" name="Rechthoek 48">
              <a:extLst>
                <a:ext uri="{FF2B5EF4-FFF2-40B4-BE49-F238E27FC236}">
                  <a16:creationId xmlns:a16="http://schemas.microsoft.com/office/drawing/2014/main" id="{A06BB989-B0BE-45A8-8D37-EB49821A29C7}"/>
                </a:ext>
              </a:extLst>
            </p:cNvPr>
            <p:cNvSpPr/>
            <p:nvPr userDrawn="1"/>
          </p:nvSpPr>
          <p:spPr>
            <a:xfrm>
              <a:off x="0" y="5859033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50" name="Rechthoek 49">
              <a:extLst>
                <a:ext uri="{FF2B5EF4-FFF2-40B4-BE49-F238E27FC236}">
                  <a16:creationId xmlns:a16="http://schemas.microsoft.com/office/drawing/2014/main" id="{7EE64E67-40EE-4FF9-AA93-4EDDC2C9A948}"/>
                </a:ext>
              </a:extLst>
            </p:cNvPr>
            <p:cNvSpPr/>
            <p:nvPr userDrawn="1"/>
          </p:nvSpPr>
          <p:spPr>
            <a:xfrm>
              <a:off x="5964600" y="0"/>
              <a:ext cx="262800" cy="6858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</p:grpSp>
      <p:sp>
        <p:nvSpPr>
          <p:cNvPr id="51" name="tekst">
            <a:extLst>
              <a:ext uri="{FF2B5EF4-FFF2-40B4-BE49-F238E27FC236}">
                <a16:creationId xmlns:a16="http://schemas.microsoft.com/office/drawing/2014/main" id="{2277963E-BB3D-4657-8FDB-59BC2A5ACE82}"/>
              </a:ext>
            </a:extLst>
          </p:cNvPr>
          <p:cNvSpPr>
            <a:spLocks noGrp="1"/>
          </p:cNvSpPr>
          <p:nvPr>
            <p:ph type="body" orient="vert" idx="1" hasCustomPrompt="1"/>
          </p:nvPr>
        </p:nvSpPr>
        <p:spPr>
          <a:xfrm>
            <a:off x="521864" y="1401494"/>
            <a:ext cx="5426486" cy="4451377"/>
          </a:xfrm>
        </p:spPr>
        <p:txBody>
          <a:bodyPr vert="horz"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  <a:lvl6pPr>
              <a:defRPr/>
            </a:lvl6pPr>
            <a:lvl7pPr>
              <a:defRPr/>
            </a:lvl7pPr>
            <a:lvl8pPr>
              <a:defRPr/>
            </a:lvl8pPr>
            <a:lvl9pPr>
              <a:defRPr/>
            </a:lvl9pPr>
          </a:lstStyle>
          <a:p>
            <a:pPr lvl="0"/>
            <a:r>
              <a:rPr lang="nl-NL" noProof="0"/>
              <a:t>Klik hier om een </a:t>
            </a:r>
            <a:r>
              <a:rPr lang="nl-NL" noProof="0" err="1"/>
              <a:t>bullet</a:t>
            </a:r>
            <a:r>
              <a:rPr lang="nl-NL" noProof="0"/>
              <a:t> te plaatsen. Andere </a:t>
            </a:r>
            <a:r>
              <a:rPr lang="nl-NL" noProof="0" err="1"/>
              <a:t>bullet</a:t>
            </a:r>
            <a:r>
              <a:rPr lang="nl-NL" noProof="0"/>
              <a:t> of tekststijl nodig? Gebruik het menu Tekstopmaak.</a:t>
            </a:r>
          </a:p>
          <a:p>
            <a:pPr lvl="1"/>
            <a:r>
              <a:rPr lang="nl-NL" noProof="0"/>
              <a:t>Sub-</a:t>
            </a:r>
            <a:r>
              <a:rPr lang="nl-NL" noProof="0" err="1"/>
              <a:t>bullet</a:t>
            </a:r>
            <a:endParaRPr lang="nl-NL" noProof="0"/>
          </a:p>
          <a:p>
            <a:pPr lvl="2"/>
            <a:r>
              <a:rPr lang="nl-NL" noProof="0"/>
              <a:t>Leestekst</a:t>
            </a:r>
          </a:p>
          <a:p>
            <a:pPr lvl="3"/>
            <a:r>
              <a:rPr lang="nl-NL" noProof="0"/>
              <a:t>Subtitel</a:t>
            </a:r>
          </a:p>
          <a:p>
            <a:pPr lvl="4"/>
            <a:r>
              <a:rPr lang="nl-NL" noProof="0"/>
              <a:t>Numerieke </a:t>
            </a:r>
            <a:r>
              <a:rPr lang="nl-NL" noProof="0" err="1"/>
              <a:t>bullet</a:t>
            </a:r>
            <a:endParaRPr lang="nl-NL" noProof="0"/>
          </a:p>
          <a:p>
            <a:pPr lvl="5"/>
            <a:r>
              <a:rPr lang="nl-NL" noProof="0" err="1"/>
              <a:t>Bullet</a:t>
            </a:r>
            <a:endParaRPr lang="nl-NL" noProof="0"/>
          </a:p>
          <a:p>
            <a:pPr lvl="6"/>
            <a:r>
              <a:rPr lang="nl-NL" noProof="0"/>
              <a:t>Sub-</a:t>
            </a:r>
            <a:r>
              <a:rPr lang="nl-NL" noProof="0" err="1"/>
              <a:t>bullet</a:t>
            </a:r>
            <a:endParaRPr lang="nl-NL" noProof="0"/>
          </a:p>
          <a:p>
            <a:pPr lvl="7"/>
            <a:r>
              <a:rPr lang="nl-NL" noProof="0"/>
              <a:t>Leestekst</a:t>
            </a:r>
          </a:p>
          <a:p>
            <a:pPr lvl="8"/>
            <a:r>
              <a:rPr lang="nl-NL" noProof="0"/>
              <a:t>Subtitel</a:t>
            </a:r>
          </a:p>
        </p:txBody>
      </p:sp>
      <p:sp>
        <p:nvSpPr>
          <p:cNvPr id="53" name="Onder balkje">
            <a:extLst>
              <a:ext uri="{FF2B5EF4-FFF2-40B4-BE49-F238E27FC236}">
                <a16:creationId xmlns:a16="http://schemas.microsoft.com/office/drawing/2014/main" id="{11CB7B56-D687-4517-BBBD-5752B48393E8}"/>
              </a:ext>
            </a:extLst>
          </p:cNvPr>
          <p:cNvSpPr/>
          <p:nvPr userDrawn="1"/>
        </p:nvSpPr>
        <p:spPr>
          <a:xfrm>
            <a:off x="-2507" y="6785940"/>
            <a:ext cx="12192000" cy="76919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/>
          </a:p>
        </p:txBody>
      </p:sp>
      <p:sp>
        <p:nvSpPr>
          <p:cNvPr id="54" name="Tijdelijke aanduiding voor dianummer 5">
            <a:extLst>
              <a:ext uri="{FF2B5EF4-FFF2-40B4-BE49-F238E27FC236}">
                <a16:creationId xmlns:a16="http://schemas.microsoft.com/office/drawing/2014/main" id="{96F150C4-E3A4-40F1-9ED4-DC76B003B2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16362" y="6376061"/>
            <a:ext cx="392576" cy="216909"/>
          </a:xfrm>
        </p:spPr>
        <p:txBody>
          <a:bodyPr/>
          <a:lstStyle/>
          <a:p>
            <a:fld id="{7AD0FE45-509C-4BDF-9EDE-64426F8DF3D2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410426545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800">
        <p:fade/>
      </p:transition>
    </mc:Choice>
    <mc:Fallback xmlns="">
      <p:transition spd="slow">
        <p:fade/>
      </p:transition>
    </mc:Fallback>
  </mc:AlternateContent>
</p:sldLayout>
</file>

<file path=ppt/slideLayouts/slideLayout25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ABEL (100%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0DA75972-73CC-4A0A-9567-F2B4412F0205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645707" y="7007893"/>
            <a:ext cx="3140325" cy="216909"/>
          </a:xfrm>
        </p:spPr>
        <p:txBody>
          <a:bodyPr/>
          <a:lstStyle/>
          <a:p>
            <a:fld id="{45804E2F-6799-4914-A5D0-6B51B35EFB93}" type="datetime1">
              <a:rPr lang="nl-NL" smtClean="0"/>
              <a:t>01-04-2025</a:t>
            </a:fld>
            <a:endParaRPr lang="nl-NL"/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D07A43D8-7ED9-442E-BF69-FF8902703C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926910" y="7007893"/>
            <a:ext cx="6718797" cy="216909"/>
          </a:xfrm>
        </p:spPr>
        <p:txBody>
          <a:bodyPr/>
          <a:lstStyle/>
          <a:p>
            <a:r>
              <a:rPr lang="nl-NL"/>
              <a:t>&lt;Plaats hier je voettekst&gt;</a:t>
            </a:r>
          </a:p>
        </p:txBody>
      </p:sp>
      <p:sp>
        <p:nvSpPr>
          <p:cNvPr id="7" name="Tekstvak 6">
            <a:extLst>
              <a:ext uri="{FF2B5EF4-FFF2-40B4-BE49-F238E27FC236}">
                <a16:creationId xmlns:a16="http://schemas.microsoft.com/office/drawing/2014/main" id="{A6DE5EA5-27BD-42F3-BD1D-C1E35D802DEE}"/>
              </a:ext>
            </a:extLst>
          </p:cNvPr>
          <p:cNvSpPr txBox="1"/>
          <p:nvPr userDrawn="1"/>
        </p:nvSpPr>
        <p:spPr>
          <a:xfrm>
            <a:off x="5219539" y="-885712"/>
            <a:ext cx="1752954" cy="548182"/>
          </a:xfrm>
          <a:prstGeom prst="rect">
            <a:avLst/>
          </a:prstGeom>
          <a:solidFill>
            <a:schemeClr val="bg1"/>
          </a:solidFill>
        </p:spPr>
        <p:txBody>
          <a:bodyPr wrap="none" lIns="360000" tIns="180000" rIns="360000" bIns="180000" rtlCol="0">
            <a:spAutoFit/>
          </a:bodyPr>
          <a:lstStyle/>
          <a:p>
            <a:pPr algn="ctr"/>
            <a:r>
              <a:rPr lang="nl-NL" sz="1200" b="0" spc="50" baseline="0">
                <a:solidFill>
                  <a:srgbClr val="212121"/>
                </a:solidFill>
                <a:latin typeface="+mn-lt"/>
                <a:cs typeface="Calibri" panose="020F0502020204030204" pitchFamily="34" charset="0"/>
              </a:rPr>
              <a:t>TABEL (100%)</a:t>
            </a:r>
          </a:p>
        </p:txBody>
      </p:sp>
      <p:sp>
        <p:nvSpPr>
          <p:cNvPr id="152" name="tabel">
            <a:extLst>
              <a:ext uri="{FF2B5EF4-FFF2-40B4-BE49-F238E27FC236}">
                <a16:creationId xmlns:a16="http://schemas.microsoft.com/office/drawing/2014/main" id="{A53CAFF0-6C2E-4CED-9470-8DA99266AE50}"/>
              </a:ext>
            </a:extLst>
          </p:cNvPr>
          <p:cNvSpPr>
            <a:spLocks noGrp="1"/>
          </p:cNvSpPr>
          <p:nvPr>
            <p:ph type="tbl" sz="quarter" idx="14" hasCustomPrompt="1"/>
          </p:nvPr>
        </p:nvSpPr>
        <p:spPr>
          <a:xfrm>
            <a:off x="516221" y="1395160"/>
            <a:ext cx="11143622" cy="4471547"/>
          </a:xfrm>
          <a:solidFill>
            <a:schemeClr val="bg1">
              <a:lumMod val="95000"/>
            </a:schemeClr>
          </a:solidFill>
        </p:spPr>
        <p:txBody>
          <a:bodyPr tIns="1620000"/>
          <a:lstStyle>
            <a:lvl1pPr marL="0" indent="0" algn="ctr">
              <a:spcBef>
                <a:spcPts val="0"/>
              </a:spcBef>
              <a:spcAft>
                <a:spcPts val="0"/>
              </a:spcAft>
              <a:buNone/>
              <a:defRPr sz="1050" b="1"/>
            </a:lvl1pPr>
          </a:lstStyle>
          <a:p>
            <a:r>
              <a:rPr lang="nl-NL"/>
              <a:t>Klik op onderstaand pictogram</a:t>
            </a:r>
            <a:br>
              <a:rPr lang="nl-NL"/>
            </a:br>
            <a:r>
              <a:rPr lang="nl-NL"/>
              <a:t>om een tabel in te voegen</a:t>
            </a:r>
          </a:p>
        </p:txBody>
      </p:sp>
      <p:grpSp>
        <p:nvGrpSpPr>
          <p:cNvPr id="153" name="Instructie">
            <a:extLst>
              <a:ext uri="{FF2B5EF4-FFF2-40B4-BE49-F238E27FC236}">
                <a16:creationId xmlns:a16="http://schemas.microsoft.com/office/drawing/2014/main" id="{D8FA1774-32C6-44BB-B330-6554B0E7E12D}"/>
              </a:ext>
            </a:extLst>
          </p:cNvPr>
          <p:cNvGrpSpPr/>
          <p:nvPr userDrawn="1"/>
        </p:nvGrpSpPr>
        <p:grpSpPr>
          <a:xfrm>
            <a:off x="12391601" y="0"/>
            <a:ext cx="3183678" cy="3418198"/>
            <a:chOff x="12391601" y="0"/>
            <a:chExt cx="3183678" cy="3418198"/>
          </a:xfrm>
        </p:grpSpPr>
        <p:grpSp>
          <p:nvGrpSpPr>
            <p:cNvPr id="154" name="Meer informatie">
              <a:extLst>
                <a:ext uri="{FF2B5EF4-FFF2-40B4-BE49-F238E27FC236}">
                  <a16:creationId xmlns:a16="http://schemas.microsoft.com/office/drawing/2014/main" id="{7D53CC9C-CDBE-4DFB-AE21-4160803B4CD1}"/>
                </a:ext>
              </a:extLst>
            </p:cNvPr>
            <p:cNvGrpSpPr/>
            <p:nvPr userDrawn="1"/>
          </p:nvGrpSpPr>
          <p:grpSpPr>
            <a:xfrm>
              <a:off x="12396764" y="2622893"/>
              <a:ext cx="3178515" cy="795305"/>
              <a:chOff x="-3741486" y="3347116"/>
              <a:chExt cx="3178515" cy="795305"/>
            </a:xfrm>
          </p:grpSpPr>
          <p:sp>
            <p:nvSpPr>
              <p:cNvPr id="176" name="Freeform 101">
                <a:extLst>
                  <a:ext uri="{FF2B5EF4-FFF2-40B4-BE49-F238E27FC236}">
                    <a16:creationId xmlns:a16="http://schemas.microsoft.com/office/drawing/2014/main" id="{B78FDC53-F231-49E7-A154-56F81091116F}"/>
                  </a:ext>
                </a:extLst>
              </p:cNvPr>
              <p:cNvSpPr>
                <a:spLocks noEditPoints="1"/>
              </p:cNvSpPr>
              <p:nvPr/>
            </p:nvSpPr>
            <p:spPr bwMode="auto">
              <a:xfrm>
                <a:off x="-3741486" y="3347116"/>
                <a:ext cx="255753" cy="255753"/>
              </a:xfrm>
              <a:custGeom>
                <a:avLst/>
                <a:gdLst>
                  <a:gd name="T0" fmla="*/ 0 w 292"/>
                  <a:gd name="T1" fmla="*/ 146 h 292"/>
                  <a:gd name="T2" fmla="*/ 4 w 292"/>
                  <a:gd name="T3" fmla="*/ 113 h 292"/>
                  <a:gd name="T4" fmla="*/ 14 w 292"/>
                  <a:gd name="T5" fmla="*/ 82 h 292"/>
                  <a:gd name="T6" fmla="*/ 31 w 292"/>
                  <a:gd name="T7" fmla="*/ 55 h 292"/>
                  <a:gd name="T8" fmla="*/ 53 w 292"/>
                  <a:gd name="T9" fmla="*/ 32 h 292"/>
                  <a:gd name="T10" fmla="*/ 81 w 292"/>
                  <a:gd name="T11" fmla="*/ 15 h 292"/>
                  <a:gd name="T12" fmla="*/ 112 w 292"/>
                  <a:gd name="T13" fmla="*/ 4 h 292"/>
                  <a:gd name="T14" fmla="*/ 145 w 292"/>
                  <a:gd name="T15" fmla="*/ 0 h 292"/>
                  <a:gd name="T16" fmla="*/ 179 w 292"/>
                  <a:gd name="T17" fmla="*/ 4 h 292"/>
                  <a:gd name="T18" fmla="*/ 209 w 292"/>
                  <a:gd name="T19" fmla="*/ 15 h 292"/>
                  <a:gd name="T20" fmla="*/ 237 w 292"/>
                  <a:gd name="T21" fmla="*/ 32 h 292"/>
                  <a:gd name="T22" fmla="*/ 259 w 292"/>
                  <a:gd name="T23" fmla="*/ 55 h 292"/>
                  <a:gd name="T24" fmla="*/ 276 w 292"/>
                  <a:gd name="T25" fmla="*/ 82 h 292"/>
                  <a:gd name="T26" fmla="*/ 288 w 292"/>
                  <a:gd name="T27" fmla="*/ 113 h 292"/>
                  <a:gd name="T28" fmla="*/ 292 w 292"/>
                  <a:gd name="T29" fmla="*/ 146 h 292"/>
                  <a:gd name="T30" fmla="*/ 288 w 292"/>
                  <a:gd name="T31" fmla="*/ 180 h 292"/>
                  <a:gd name="T32" fmla="*/ 276 w 292"/>
                  <a:gd name="T33" fmla="*/ 210 h 292"/>
                  <a:gd name="T34" fmla="*/ 259 w 292"/>
                  <a:gd name="T35" fmla="*/ 237 h 292"/>
                  <a:gd name="T36" fmla="*/ 237 w 292"/>
                  <a:gd name="T37" fmla="*/ 260 h 292"/>
                  <a:gd name="T38" fmla="*/ 209 w 292"/>
                  <a:gd name="T39" fmla="*/ 278 h 292"/>
                  <a:gd name="T40" fmla="*/ 179 w 292"/>
                  <a:gd name="T41" fmla="*/ 288 h 292"/>
                  <a:gd name="T42" fmla="*/ 145 w 292"/>
                  <a:gd name="T43" fmla="*/ 292 h 292"/>
                  <a:gd name="T44" fmla="*/ 112 w 292"/>
                  <a:gd name="T45" fmla="*/ 288 h 292"/>
                  <a:gd name="T46" fmla="*/ 81 w 292"/>
                  <a:gd name="T47" fmla="*/ 278 h 292"/>
                  <a:gd name="T48" fmla="*/ 53 w 292"/>
                  <a:gd name="T49" fmla="*/ 260 h 292"/>
                  <a:gd name="T50" fmla="*/ 31 w 292"/>
                  <a:gd name="T51" fmla="*/ 237 h 292"/>
                  <a:gd name="T52" fmla="*/ 14 w 292"/>
                  <a:gd name="T53" fmla="*/ 210 h 292"/>
                  <a:gd name="T54" fmla="*/ 4 w 292"/>
                  <a:gd name="T55" fmla="*/ 180 h 292"/>
                  <a:gd name="T56" fmla="*/ 0 w 292"/>
                  <a:gd name="T57" fmla="*/ 146 h 292"/>
                  <a:gd name="T58" fmla="*/ 102 w 292"/>
                  <a:gd name="T59" fmla="*/ 121 h 292"/>
                  <a:gd name="T60" fmla="*/ 102 w 292"/>
                  <a:gd name="T61" fmla="*/ 142 h 292"/>
                  <a:gd name="T62" fmla="*/ 120 w 292"/>
                  <a:gd name="T63" fmla="*/ 142 h 292"/>
                  <a:gd name="T64" fmla="*/ 120 w 292"/>
                  <a:gd name="T65" fmla="*/ 223 h 292"/>
                  <a:gd name="T66" fmla="*/ 102 w 292"/>
                  <a:gd name="T67" fmla="*/ 223 h 292"/>
                  <a:gd name="T68" fmla="*/ 102 w 292"/>
                  <a:gd name="T69" fmla="*/ 244 h 292"/>
                  <a:gd name="T70" fmla="*/ 188 w 292"/>
                  <a:gd name="T71" fmla="*/ 244 h 292"/>
                  <a:gd name="T72" fmla="*/ 188 w 292"/>
                  <a:gd name="T73" fmla="*/ 223 h 292"/>
                  <a:gd name="T74" fmla="*/ 170 w 292"/>
                  <a:gd name="T75" fmla="*/ 223 h 292"/>
                  <a:gd name="T76" fmla="*/ 170 w 292"/>
                  <a:gd name="T77" fmla="*/ 142 h 292"/>
                  <a:gd name="T78" fmla="*/ 188 w 292"/>
                  <a:gd name="T79" fmla="*/ 142 h 292"/>
                  <a:gd name="T80" fmla="*/ 188 w 292"/>
                  <a:gd name="T81" fmla="*/ 121 h 292"/>
                  <a:gd name="T82" fmla="*/ 102 w 292"/>
                  <a:gd name="T83" fmla="*/ 121 h 292"/>
                  <a:gd name="T84" fmla="*/ 115 w 292"/>
                  <a:gd name="T85" fmla="*/ 79 h 292"/>
                  <a:gd name="T86" fmla="*/ 117 w 292"/>
                  <a:gd name="T87" fmla="*/ 92 h 292"/>
                  <a:gd name="T88" fmla="*/ 124 w 292"/>
                  <a:gd name="T89" fmla="*/ 101 h 292"/>
                  <a:gd name="T90" fmla="*/ 133 w 292"/>
                  <a:gd name="T91" fmla="*/ 108 h 292"/>
                  <a:gd name="T92" fmla="*/ 145 w 292"/>
                  <a:gd name="T93" fmla="*/ 110 h 292"/>
                  <a:gd name="T94" fmla="*/ 157 w 292"/>
                  <a:gd name="T95" fmla="*/ 108 h 292"/>
                  <a:gd name="T96" fmla="*/ 167 w 292"/>
                  <a:gd name="T97" fmla="*/ 101 h 292"/>
                  <a:gd name="T98" fmla="*/ 174 w 292"/>
                  <a:gd name="T99" fmla="*/ 92 h 292"/>
                  <a:gd name="T100" fmla="*/ 176 w 292"/>
                  <a:gd name="T101" fmla="*/ 79 h 292"/>
                  <a:gd name="T102" fmla="*/ 174 w 292"/>
                  <a:gd name="T103" fmla="*/ 67 h 292"/>
                  <a:gd name="T104" fmla="*/ 167 w 292"/>
                  <a:gd name="T105" fmla="*/ 58 h 292"/>
                  <a:gd name="T106" fmla="*/ 157 w 292"/>
                  <a:gd name="T107" fmla="*/ 51 h 292"/>
                  <a:gd name="T108" fmla="*/ 145 w 292"/>
                  <a:gd name="T109" fmla="*/ 49 h 292"/>
                  <a:gd name="T110" fmla="*/ 133 w 292"/>
                  <a:gd name="T111" fmla="*/ 51 h 292"/>
                  <a:gd name="T112" fmla="*/ 124 w 292"/>
                  <a:gd name="T113" fmla="*/ 58 h 292"/>
                  <a:gd name="T114" fmla="*/ 117 w 292"/>
                  <a:gd name="T115" fmla="*/ 67 h 292"/>
                  <a:gd name="T116" fmla="*/ 115 w 292"/>
                  <a:gd name="T117" fmla="*/ 79 h 29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  <a:cxn ang="0">
                    <a:pos x="T90" y="T91"/>
                  </a:cxn>
                  <a:cxn ang="0">
                    <a:pos x="T92" y="T93"/>
                  </a:cxn>
                  <a:cxn ang="0">
                    <a:pos x="T94" y="T95"/>
                  </a:cxn>
                  <a:cxn ang="0">
                    <a:pos x="T96" y="T97"/>
                  </a:cxn>
                  <a:cxn ang="0">
                    <a:pos x="T98" y="T99"/>
                  </a:cxn>
                  <a:cxn ang="0">
                    <a:pos x="T100" y="T101"/>
                  </a:cxn>
                  <a:cxn ang="0">
                    <a:pos x="T102" y="T103"/>
                  </a:cxn>
                  <a:cxn ang="0">
                    <a:pos x="T104" y="T105"/>
                  </a:cxn>
                  <a:cxn ang="0">
                    <a:pos x="T106" y="T107"/>
                  </a:cxn>
                  <a:cxn ang="0">
                    <a:pos x="T108" y="T109"/>
                  </a:cxn>
                  <a:cxn ang="0">
                    <a:pos x="T110" y="T111"/>
                  </a:cxn>
                  <a:cxn ang="0">
                    <a:pos x="T112" y="T113"/>
                  </a:cxn>
                  <a:cxn ang="0">
                    <a:pos x="T114" y="T115"/>
                  </a:cxn>
                  <a:cxn ang="0">
                    <a:pos x="T116" y="T117"/>
                  </a:cxn>
                </a:cxnLst>
                <a:rect l="0" t="0" r="r" b="b"/>
                <a:pathLst>
                  <a:path w="292" h="292">
                    <a:moveTo>
                      <a:pt x="0" y="146"/>
                    </a:moveTo>
                    <a:lnTo>
                      <a:pt x="4" y="113"/>
                    </a:lnTo>
                    <a:lnTo>
                      <a:pt x="14" y="82"/>
                    </a:lnTo>
                    <a:lnTo>
                      <a:pt x="31" y="55"/>
                    </a:lnTo>
                    <a:lnTo>
                      <a:pt x="53" y="32"/>
                    </a:lnTo>
                    <a:lnTo>
                      <a:pt x="81" y="15"/>
                    </a:lnTo>
                    <a:lnTo>
                      <a:pt x="112" y="4"/>
                    </a:lnTo>
                    <a:lnTo>
                      <a:pt x="145" y="0"/>
                    </a:lnTo>
                    <a:lnTo>
                      <a:pt x="179" y="4"/>
                    </a:lnTo>
                    <a:lnTo>
                      <a:pt x="209" y="15"/>
                    </a:lnTo>
                    <a:lnTo>
                      <a:pt x="237" y="32"/>
                    </a:lnTo>
                    <a:lnTo>
                      <a:pt x="259" y="55"/>
                    </a:lnTo>
                    <a:lnTo>
                      <a:pt x="276" y="82"/>
                    </a:lnTo>
                    <a:lnTo>
                      <a:pt x="288" y="113"/>
                    </a:lnTo>
                    <a:lnTo>
                      <a:pt x="292" y="146"/>
                    </a:lnTo>
                    <a:lnTo>
                      <a:pt x="288" y="180"/>
                    </a:lnTo>
                    <a:lnTo>
                      <a:pt x="276" y="210"/>
                    </a:lnTo>
                    <a:lnTo>
                      <a:pt x="259" y="237"/>
                    </a:lnTo>
                    <a:lnTo>
                      <a:pt x="237" y="260"/>
                    </a:lnTo>
                    <a:lnTo>
                      <a:pt x="209" y="278"/>
                    </a:lnTo>
                    <a:lnTo>
                      <a:pt x="179" y="288"/>
                    </a:lnTo>
                    <a:lnTo>
                      <a:pt x="145" y="292"/>
                    </a:lnTo>
                    <a:lnTo>
                      <a:pt x="112" y="288"/>
                    </a:lnTo>
                    <a:lnTo>
                      <a:pt x="81" y="278"/>
                    </a:lnTo>
                    <a:lnTo>
                      <a:pt x="53" y="260"/>
                    </a:lnTo>
                    <a:lnTo>
                      <a:pt x="31" y="237"/>
                    </a:lnTo>
                    <a:lnTo>
                      <a:pt x="14" y="210"/>
                    </a:lnTo>
                    <a:lnTo>
                      <a:pt x="4" y="180"/>
                    </a:lnTo>
                    <a:lnTo>
                      <a:pt x="0" y="146"/>
                    </a:lnTo>
                    <a:close/>
                    <a:moveTo>
                      <a:pt x="102" y="121"/>
                    </a:moveTo>
                    <a:lnTo>
                      <a:pt x="102" y="142"/>
                    </a:lnTo>
                    <a:lnTo>
                      <a:pt x="120" y="142"/>
                    </a:lnTo>
                    <a:lnTo>
                      <a:pt x="120" y="223"/>
                    </a:lnTo>
                    <a:lnTo>
                      <a:pt x="102" y="223"/>
                    </a:lnTo>
                    <a:lnTo>
                      <a:pt x="102" y="244"/>
                    </a:lnTo>
                    <a:lnTo>
                      <a:pt x="188" y="244"/>
                    </a:lnTo>
                    <a:lnTo>
                      <a:pt x="188" y="223"/>
                    </a:lnTo>
                    <a:lnTo>
                      <a:pt x="170" y="223"/>
                    </a:lnTo>
                    <a:lnTo>
                      <a:pt x="170" y="142"/>
                    </a:lnTo>
                    <a:lnTo>
                      <a:pt x="188" y="142"/>
                    </a:lnTo>
                    <a:lnTo>
                      <a:pt x="188" y="121"/>
                    </a:lnTo>
                    <a:lnTo>
                      <a:pt x="102" y="121"/>
                    </a:lnTo>
                    <a:close/>
                    <a:moveTo>
                      <a:pt x="115" y="79"/>
                    </a:moveTo>
                    <a:lnTo>
                      <a:pt x="117" y="92"/>
                    </a:lnTo>
                    <a:lnTo>
                      <a:pt x="124" y="101"/>
                    </a:lnTo>
                    <a:lnTo>
                      <a:pt x="133" y="108"/>
                    </a:lnTo>
                    <a:lnTo>
                      <a:pt x="145" y="110"/>
                    </a:lnTo>
                    <a:lnTo>
                      <a:pt x="157" y="108"/>
                    </a:lnTo>
                    <a:lnTo>
                      <a:pt x="167" y="101"/>
                    </a:lnTo>
                    <a:lnTo>
                      <a:pt x="174" y="92"/>
                    </a:lnTo>
                    <a:lnTo>
                      <a:pt x="176" y="79"/>
                    </a:lnTo>
                    <a:lnTo>
                      <a:pt x="174" y="67"/>
                    </a:lnTo>
                    <a:lnTo>
                      <a:pt x="167" y="58"/>
                    </a:lnTo>
                    <a:lnTo>
                      <a:pt x="157" y="51"/>
                    </a:lnTo>
                    <a:lnTo>
                      <a:pt x="145" y="49"/>
                    </a:lnTo>
                    <a:lnTo>
                      <a:pt x="133" y="51"/>
                    </a:lnTo>
                    <a:lnTo>
                      <a:pt x="124" y="58"/>
                    </a:lnTo>
                    <a:lnTo>
                      <a:pt x="117" y="67"/>
                    </a:lnTo>
                    <a:lnTo>
                      <a:pt x="115" y="79"/>
                    </a:lnTo>
                    <a:close/>
                  </a:path>
                </a:pathLst>
              </a:custGeom>
              <a:solidFill>
                <a:srgbClr val="FF7800"/>
              </a:solidFill>
              <a:ln w="0">
                <a:noFill/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nl-NL" sz="1100" noProof="0"/>
              </a:p>
            </p:txBody>
          </p:sp>
          <p:sp>
            <p:nvSpPr>
              <p:cNvPr id="177" name="Rechthoek 176">
                <a:extLst>
                  <a:ext uri="{FF2B5EF4-FFF2-40B4-BE49-F238E27FC236}">
                    <a16:creationId xmlns:a16="http://schemas.microsoft.com/office/drawing/2014/main" id="{D40104D5-463A-4C56-920E-DB709D9672FD}"/>
                  </a:ext>
                </a:extLst>
              </p:cNvPr>
              <p:cNvSpPr/>
              <p:nvPr userDrawn="1"/>
            </p:nvSpPr>
            <p:spPr>
              <a:xfrm>
                <a:off x="-3380966" y="3419145"/>
                <a:ext cx="2817995" cy="592123"/>
              </a:xfrm>
              <a:prstGeom prst="rect">
                <a:avLst/>
              </a:prstGeom>
              <a:noFill/>
              <a:ln w="25400" cap="flat" cmpd="sng" algn="ctr">
                <a:noFill/>
                <a:prstDash val="solid"/>
              </a:ln>
              <a:effectLst/>
            </p:spPr>
            <p:txBody>
              <a:bodyPr lIns="0" tIns="0" rIns="0" bIns="0" rtlCol="0" anchor="t"/>
              <a:lstStyle/>
              <a:p>
                <a:pPr marL="0" marR="0" lvl="0" indent="0" defTabSz="914400" eaLnBrk="1" fontAlgn="auto" latinLnBrk="0" hangingPunct="1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nl-NL" sz="1100" b="0" i="0" u="none" strike="noStrike" kern="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+mn-lt"/>
                    <a:cs typeface="Segoe UI Light" panose="020B0502040204020203" pitchFamily="34" charset="0"/>
                  </a:rPr>
                  <a:t>Meer weten?</a:t>
                </a:r>
                <a:br>
                  <a:rPr kumimoji="0" lang="nl-NL" sz="1100" b="0" i="0" u="none" strike="noStrike" kern="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+mn-lt"/>
                    <a:cs typeface="Segoe UI Light" panose="020B0502040204020203" pitchFamily="34" charset="0"/>
                  </a:rPr>
                </a:br>
                <a:r>
                  <a:rPr kumimoji="0" lang="nl-NL" sz="1100" b="0" i="0" u="none" strike="noStrike" kern="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+mn-lt"/>
                    <a:cs typeface="Segoe UI Light" panose="020B0502040204020203" pitchFamily="34" charset="0"/>
                  </a:rPr>
                  <a:t>Ga naar dia </a:t>
                </a:r>
                <a:r>
                  <a:rPr kumimoji="0" lang="nl-NL" sz="1100" b="1" i="0" u="none" strike="noStrike" kern="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+mn-lt"/>
                    <a:cs typeface="Segoe UI Light" panose="020B0502040204020203" pitchFamily="34" charset="0"/>
                  </a:rPr>
                  <a:t>‘Instructie dia: YouTube links’</a:t>
                </a:r>
                <a:r>
                  <a:rPr kumimoji="0" lang="nl-NL" sz="1100" b="0" i="0" u="none" strike="noStrike" kern="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+mn-lt"/>
                    <a:cs typeface="Segoe UI Light" panose="020B0502040204020203" pitchFamily="34" charset="0"/>
                  </a:rPr>
                  <a:t>, open deze in de diavoorstelling en klik op de gewenste video link.</a:t>
                </a:r>
              </a:p>
            </p:txBody>
          </p:sp>
          <p:cxnSp>
            <p:nvCxnSpPr>
              <p:cNvPr id="178" name="Rechte verbindingslijn 177">
                <a:extLst>
                  <a:ext uri="{FF2B5EF4-FFF2-40B4-BE49-F238E27FC236}">
                    <a16:creationId xmlns:a16="http://schemas.microsoft.com/office/drawing/2014/main" id="{E9CD1AE4-DA73-4EC4-81C0-1F75EE829AA5}"/>
                  </a:ext>
                </a:extLst>
              </p:cNvPr>
              <p:cNvCxnSpPr>
                <a:cxnSpLocks/>
              </p:cNvCxnSpPr>
              <p:nvPr userDrawn="1"/>
            </p:nvCxnSpPr>
            <p:spPr>
              <a:xfrm>
                <a:off x="-3740987" y="4142421"/>
                <a:ext cx="3178016" cy="0"/>
              </a:xfrm>
              <a:prstGeom prst="line">
                <a:avLst/>
              </a:prstGeom>
              <a:noFill/>
              <a:ln w="3175" cap="flat" cmpd="sng" algn="ctr">
                <a:solidFill>
                  <a:schemeClr val="accent1"/>
                </a:solidFill>
                <a:prstDash val="solid"/>
              </a:ln>
              <a:effectLst/>
            </p:spPr>
          </p:cxnSp>
        </p:grpSp>
        <p:sp>
          <p:nvSpPr>
            <p:cNvPr id="155" name="Rechthoek 154">
              <a:extLst>
                <a:ext uri="{FF2B5EF4-FFF2-40B4-BE49-F238E27FC236}">
                  <a16:creationId xmlns:a16="http://schemas.microsoft.com/office/drawing/2014/main" id="{1D0DA284-6D84-4D36-B1B6-DB37B4EE58DE}"/>
                </a:ext>
              </a:extLst>
            </p:cNvPr>
            <p:cNvSpPr/>
            <p:nvPr userDrawn="1"/>
          </p:nvSpPr>
          <p:spPr>
            <a:xfrm>
              <a:off x="12397262" y="0"/>
              <a:ext cx="3178016" cy="191611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ctr"/>
            <a:lstStyle/>
            <a:p>
              <a:pPr marL="0" marR="0" lvl="0" indent="0" defTabSz="914400" eaLnBrk="1" fontAlgn="auto" latinLnBrk="0" hangingPunct="1">
                <a:lnSpc>
                  <a:spcPct val="8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nl-NL" sz="1400" b="1" i="0" u="none" strike="noStrike" kern="0" cap="all" spc="0" normalizeH="0" baseline="0" noProof="0">
                  <a:ln>
                    <a:noFill/>
                  </a:ln>
                  <a:solidFill>
                    <a:schemeClr val="accent1"/>
                  </a:solidFill>
                  <a:effectLst/>
                  <a:uLnTx/>
                  <a:uFillTx/>
                  <a:latin typeface="+mj-lt"/>
                  <a:cs typeface="Segoe UI Light" panose="020B0502040204020203" pitchFamily="34" charset="0"/>
                </a:rPr>
                <a:t>Tabel invoegen/veranderen</a:t>
              </a:r>
            </a:p>
          </p:txBody>
        </p:sp>
        <p:sp>
          <p:nvSpPr>
            <p:cNvPr id="156" name="Ovaal 155">
              <a:extLst>
                <a:ext uri="{FF2B5EF4-FFF2-40B4-BE49-F238E27FC236}">
                  <a16:creationId xmlns:a16="http://schemas.microsoft.com/office/drawing/2014/main" id="{9F53628B-F530-4001-99B6-93A0F44C1D48}"/>
                </a:ext>
              </a:extLst>
            </p:cNvPr>
            <p:cNvSpPr/>
            <p:nvPr userDrawn="1"/>
          </p:nvSpPr>
          <p:spPr>
            <a:xfrm>
              <a:off x="12391601" y="366490"/>
              <a:ext cx="260914" cy="259683"/>
            </a:xfrm>
            <a:prstGeom prst="ellipse">
              <a:avLst/>
            </a:prstGeom>
            <a:solidFill>
              <a:schemeClr val="accent1"/>
            </a:solidFill>
            <a:ln w="25400" cap="flat" cmpd="sng" algn="ctr">
              <a:noFill/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1</a:t>
              </a:r>
            </a:p>
          </p:txBody>
        </p:sp>
        <p:cxnSp>
          <p:nvCxnSpPr>
            <p:cNvPr id="157" name="Rechte verbindingslijn 156">
              <a:extLst>
                <a:ext uri="{FF2B5EF4-FFF2-40B4-BE49-F238E27FC236}">
                  <a16:creationId xmlns:a16="http://schemas.microsoft.com/office/drawing/2014/main" id="{BA5E46A7-E4C0-420C-BD1B-206B69E2B01B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2397261" y="241635"/>
              <a:ext cx="3178017" cy="0"/>
            </a:xfrm>
            <a:prstGeom prst="line">
              <a:avLst/>
            </a:prstGeom>
            <a:noFill/>
            <a:ln w="3175" cap="flat" cmpd="sng" algn="ctr">
              <a:solidFill>
                <a:schemeClr val="accent1"/>
              </a:solidFill>
              <a:prstDash val="solid"/>
            </a:ln>
            <a:effectLst/>
          </p:spPr>
        </p:cxnSp>
        <p:cxnSp>
          <p:nvCxnSpPr>
            <p:cNvPr id="158" name="Rechte verbindingslijn 157">
              <a:extLst>
                <a:ext uri="{FF2B5EF4-FFF2-40B4-BE49-F238E27FC236}">
                  <a16:creationId xmlns:a16="http://schemas.microsoft.com/office/drawing/2014/main" id="{59953485-194D-42FF-82E6-0F30D398DDDD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2397261" y="1577933"/>
              <a:ext cx="3178017" cy="0"/>
            </a:xfrm>
            <a:prstGeom prst="line">
              <a:avLst/>
            </a:prstGeom>
            <a:noFill/>
            <a:ln w="3175" cap="flat" cmpd="sng" algn="ctr">
              <a:solidFill>
                <a:schemeClr val="accent1"/>
              </a:solidFill>
              <a:prstDash val="solid"/>
            </a:ln>
            <a:effectLst/>
          </p:spPr>
        </p:cxnSp>
        <p:sp>
          <p:nvSpPr>
            <p:cNvPr id="159" name="Rechthoek 158">
              <a:extLst>
                <a:ext uri="{FF2B5EF4-FFF2-40B4-BE49-F238E27FC236}">
                  <a16:creationId xmlns:a16="http://schemas.microsoft.com/office/drawing/2014/main" id="{74094B7F-E9F2-4748-9700-863C8ED52479}"/>
                </a:ext>
              </a:extLst>
            </p:cNvPr>
            <p:cNvSpPr/>
            <p:nvPr userDrawn="1"/>
          </p:nvSpPr>
          <p:spPr>
            <a:xfrm>
              <a:off x="12757282" y="432552"/>
              <a:ext cx="2817995" cy="595423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t"/>
            <a:lstStyle/>
            <a:p>
              <a:pPr marL="0" marR="0" lvl="0" indent="0" defTabSz="914400" eaLnBrk="1" fontAlgn="auto" latinLnBrk="0" hangingPunct="1">
                <a:lnSpc>
                  <a:spcPct val="90000"/>
                </a:lnSpc>
                <a:spcBef>
                  <a:spcPts val="600"/>
                </a:spcBef>
                <a:spcAft>
                  <a:spcPts val="600"/>
                </a:spcAft>
                <a:buClr>
                  <a:schemeClr val="accent1"/>
                </a:buClr>
                <a:buSzTx/>
                <a:buFont typeface="Arial" panose="020B0604020202020204" pitchFamily="34" charset="0"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Wanneer nodig, verwijder de bestaande tabel d.m.v. de </a:t>
              </a:r>
              <a:r>
                <a:rPr kumimoji="0" lang="nl-NL" sz="1100" b="1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‘Delete’-knop</a:t>
              </a: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. Klik op het pictogram om een nieuwe tabel in te voegen. </a:t>
              </a:r>
              <a:r>
                <a:rPr kumimoji="0" lang="nl-NL" sz="1100" b="0" i="1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(zie onderstaand voorbeeld).</a:t>
              </a:r>
              <a:endParaRPr kumimoji="0" lang="nl-NL" sz="11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cs typeface="Segoe UI Light" panose="020B0502040204020203" pitchFamily="34" charset="0"/>
              </a:endParaRPr>
            </a:p>
          </p:txBody>
        </p:sp>
        <p:sp>
          <p:nvSpPr>
            <p:cNvPr id="160" name="Ovaal 159">
              <a:extLst>
                <a:ext uri="{FF2B5EF4-FFF2-40B4-BE49-F238E27FC236}">
                  <a16:creationId xmlns:a16="http://schemas.microsoft.com/office/drawing/2014/main" id="{234F4CA7-6E68-48F7-90A9-EA8ADB6F2D62}"/>
                </a:ext>
              </a:extLst>
            </p:cNvPr>
            <p:cNvSpPr/>
            <p:nvPr userDrawn="1"/>
          </p:nvSpPr>
          <p:spPr>
            <a:xfrm>
              <a:off x="12391601" y="1706398"/>
              <a:ext cx="260914" cy="259683"/>
            </a:xfrm>
            <a:prstGeom prst="ellipse">
              <a:avLst/>
            </a:prstGeom>
            <a:solidFill>
              <a:schemeClr val="accent1"/>
            </a:solidFill>
            <a:ln w="25400" cap="flat" cmpd="sng" algn="ctr">
              <a:noFill/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2</a:t>
              </a:r>
            </a:p>
          </p:txBody>
        </p:sp>
        <p:sp>
          <p:nvSpPr>
            <p:cNvPr id="161" name="Rechthoek 160">
              <a:extLst>
                <a:ext uri="{FF2B5EF4-FFF2-40B4-BE49-F238E27FC236}">
                  <a16:creationId xmlns:a16="http://schemas.microsoft.com/office/drawing/2014/main" id="{79CA1389-B637-4556-96EE-0093988A463D}"/>
                </a:ext>
              </a:extLst>
            </p:cNvPr>
            <p:cNvSpPr/>
            <p:nvPr userDrawn="1"/>
          </p:nvSpPr>
          <p:spPr>
            <a:xfrm>
              <a:off x="12757282" y="1772461"/>
              <a:ext cx="2817995" cy="318048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t"/>
            <a:lstStyle/>
            <a:p>
              <a:pPr marL="0" marR="0" lvl="0" indent="0" defTabSz="914400" eaLnBrk="1" fontAlgn="auto" latinLnBrk="0" hangingPunct="1">
                <a:lnSpc>
                  <a:spcPct val="90000"/>
                </a:lnSpc>
                <a:spcBef>
                  <a:spcPts val="600"/>
                </a:spcBef>
                <a:spcAft>
                  <a:spcPts val="600"/>
                </a:spcAft>
                <a:buClr>
                  <a:schemeClr val="accent1"/>
                </a:buClr>
                <a:buSzTx/>
                <a:buFont typeface="Arial" panose="020B0604020202020204" pitchFamily="34" charset="0"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Selecteer het gewenste aantal rijen en kolommen en klik op </a:t>
              </a:r>
              <a:r>
                <a:rPr kumimoji="0" lang="nl-NL" sz="1100" b="1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‘OK’</a:t>
              </a: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.</a:t>
              </a:r>
              <a:endParaRPr kumimoji="0" lang="nl-NL" sz="1100" b="1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cs typeface="Segoe UI Light" panose="020B0502040204020203" pitchFamily="34" charset="0"/>
              </a:endParaRPr>
            </a:p>
          </p:txBody>
        </p:sp>
        <p:grpSp>
          <p:nvGrpSpPr>
            <p:cNvPr id="162" name="Groep 161">
              <a:extLst>
                <a:ext uri="{FF2B5EF4-FFF2-40B4-BE49-F238E27FC236}">
                  <a16:creationId xmlns:a16="http://schemas.microsoft.com/office/drawing/2014/main" id="{36D3135C-9114-41E0-ACB5-71D213B1A776}"/>
                </a:ext>
              </a:extLst>
            </p:cNvPr>
            <p:cNvGrpSpPr/>
            <p:nvPr userDrawn="1"/>
          </p:nvGrpSpPr>
          <p:grpSpPr>
            <a:xfrm>
              <a:off x="12757282" y="2184550"/>
              <a:ext cx="825500" cy="209550"/>
              <a:chOff x="13504624" y="2482850"/>
              <a:chExt cx="825500" cy="209550"/>
            </a:xfrm>
          </p:grpSpPr>
          <p:sp>
            <p:nvSpPr>
              <p:cNvPr id="173" name="Rechthoek 172">
                <a:extLst>
                  <a:ext uri="{FF2B5EF4-FFF2-40B4-BE49-F238E27FC236}">
                    <a16:creationId xmlns:a16="http://schemas.microsoft.com/office/drawing/2014/main" id="{F466C695-CD09-4087-A78D-68D7B0B7730D}"/>
                  </a:ext>
                </a:extLst>
              </p:cNvPr>
              <p:cNvSpPr/>
              <p:nvPr userDrawn="1"/>
            </p:nvSpPr>
            <p:spPr>
              <a:xfrm>
                <a:off x="13504624" y="2482850"/>
                <a:ext cx="825500" cy="209550"/>
              </a:xfrm>
              <a:prstGeom prst="rect">
                <a:avLst/>
              </a:prstGeom>
              <a:solidFill>
                <a:srgbClr val="E5F1FB"/>
              </a:solidFill>
              <a:ln w="12700">
                <a:solidFill>
                  <a:srgbClr val="0B7ED9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25200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r>
                  <a:rPr lang="nl-NL" sz="800" b="0" noProof="0">
                    <a:solidFill>
                      <a:schemeClr val="tx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OK</a:t>
                </a:r>
              </a:p>
            </p:txBody>
          </p:sp>
          <p:cxnSp>
            <p:nvCxnSpPr>
              <p:cNvPr id="174" name="Rechte verbindingslijn 173">
                <a:extLst>
                  <a:ext uri="{FF2B5EF4-FFF2-40B4-BE49-F238E27FC236}">
                    <a16:creationId xmlns:a16="http://schemas.microsoft.com/office/drawing/2014/main" id="{D78B9D92-55AF-410D-9537-D703025B8E58}"/>
                  </a:ext>
                </a:extLst>
              </p:cNvPr>
              <p:cNvCxnSpPr/>
              <p:nvPr userDrawn="1"/>
            </p:nvCxnSpPr>
            <p:spPr>
              <a:xfrm>
                <a:off x="14155269" y="2515250"/>
                <a:ext cx="0" cy="142717"/>
              </a:xfrm>
              <a:prstGeom prst="line">
                <a:avLst/>
              </a:prstGeom>
              <a:noFill/>
              <a:ln w="3175" cap="flat" cmpd="sng" algn="ctr">
                <a:solidFill>
                  <a:srgbClr val="44546A"/>
                </a:solidFill>
                <a:prstDash val="solid"/>
              </a:ln>
              <a:effectLst/>
            </p:spPr>
          </p:cxnSp>
          <p:sp>
            <p:nvSpPr>
              <p:cNvPr id="175" name="Gelijkbenige driehoek 174">
                <a:extLst>
                  <a:ext uri="{FF2B5EF4-FFF2-40B4-BE49-F238E27FC236}">
                    <a16:creationId xmlns:a16="http://schemas.microsoft.com/office/drawing/2014/main" id="{7A520EAA-77FA-4ED5-A4D4-3DE2F8285306}"/>
                  </a:ext>
                </a:extLst>
              </p:cNvPr>
              <p:cNvSpPr/>
              <p:nvPr userDrawn="1"/>
            </p:nvSpPr>
            <p:spPr>
              <a:xfrm rot="10800000">
                <a:off x="14196089" y="2566904"/>
                <a:ext cx="86866" cy="51147"/>
              </a:xfrm>
              <a:prstGeom prst="triangle">
                <a:avLst/>
              </a:prstGeom>
              <a:solidFill>
                <a:srgbClr val="00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nl-NL" sz="1000" b="1" noProof="0">
                  <a:solidFill>
                    <a:schemeClr val="tx1"/>
                  </a:solidFill>
                </a:endParaRPr>
              </a:p>
            </p:txBody>
          </p:sp>
        </p:grpSp>
        <p:cxnSp>
          <p:nvCxnSpPr>
            <p:cNvPr id="163" name="Rechte verbindingslijn 162">
              <a:extLst>
                <a:ext uri="{FF2B5EF4-FFF2-40B4-BE49-F238E27FC236}">
                  <a16:creationId xmlns:a16="http://schemas.microsoft.com/office/drawing/2014/main" id="{65918623-D162-4D5A-9A47-3A7D5A1E0914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2397261" y="2499789"/>
              <a:ext cx="3178017" cy="0"/>
            </a:xfrm>
            <a:prstGeom prst="line">
              <a:avLst/>
            </a:prstGeom>
            <a:noFill/>
            <a:ln w="3175" cap="flat" cmpd="sng" algn="ctr">
              <a:solidFill>
                <a:schemeClr val="accent1"/>
              </a:solidFill>
              <a:prstDash val="solid"/>
            </a:ln>
            <a:effectLst/>
          </p:spPr>
        </p:cxnSp>
        <p:grpSp>
          <p:nvGrpSpPr>
            <p:cNvPr id="164" name="Tabel icoon">
              <a:extLst>
                <a:ext uri="{FF2B5EF4-FFF2-40B4-BE49-F238E27FC236}">
                  <a16:creationId xmlns:a16="http://schemas.microsoft.com/office/drawing/2014/main" id="{A6113588-03B7-4533-ADB2-D0A1084B39F1}"/>
                </a:ext>
              </a:extLst>
            </p:cNvPr>
            <p:cNvGrpSpPr/>
            <p:nvPr userDrawn="1"/>
          </p:nvGrpSpPr>
          <p:grpSpPr>
            <a:xfrm>
              <a:off x="12757283" y="1133664"/>
              <a:ext cx="375500" cy="339168"/>
              <a:chOff x="6072040" y="3376043"/>
              <a:chExt cx="1227920" cy="1109109"/>
            </a:xfrm>
          </p:grpSpPr>
          <p:sp>
            <p:nvSpPr>
              <p:cNvPr id="165" name="Rechthoek 164">
                <a:extLst>
                  <a:ext uri="{FF2B5EF4-FFF2-40B4-BE49-F238E27FC236}">
                    <a16:creationId xmlns:a16="http://schemas.microsoft.com/office/drawing/2014/main" id="{4AFCC203-FD5B-468F-99FB-D1E8E80EFAB9}"/>
                  </a:ext>
                </a:extLst>
              </p:cNvPr>
              <p:cNvSpPr/>
              <p:nvPr userDrawn="1"/>
            </p:nvSpPr>
            <p:spPr>
              <a:xfrm>
                <a:off x="6072040" y="3376043"/>
                <a:ext cx="1227920" cy="1109109"/>
              </a:xfrm>
              <a:prstGeom prst="rect">
                <a:avLst/>
              </a:prstGeom>
              <a:solidFill>
                <a:schemeClr val="bg1"/>
              </a:solidFill>
              <a:ln w="1905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nl-NL" noProof="0"/>
              </a:p>
            </p:txBody>
          </p:sp>
          <p:sp>
            <p:nvSpPr>
              <p:cNvPr id="166" name="Rechthoek 165">
                <a:extLst>
                  <a:ext uri="{FF2B5EF4-FFF2-40B4-BE49-F238E27FC236}">
                    <a16:creationId xmlns:a16="http://schemas.microsoft.com/office/drawing/2014/main" id="{41EFEE30-7FFC-401F-8547-9FBDA36DE4AC}"/>
                  </a:ext>
                </a:extLst>
              </p:cNvPr>
              <p:cNvSpPr/>
              <p:nvPr userDrawn="1"/>
            </p:nvSpPr>
            <p:spPr>
              <a:xfrm>
                <a:off x="6090829" y="3393962"/>
                <a:ext cx="1209131" cy="218971"/>
              </a:xfrm>
              <a:prstGeom prst="rect">
                <a:avLst/>
              </a:prstGeom>
              <a:solidFill>
                <a:srgbClr val="6C6C6C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nl-NL" noProof="0"/>
              </a:p>
            </p:txBody>
          </p:sp>
          <p:cxnSp>
            <p:nvCxnSpPr>
              <p:cNvPr id="167" name="Rechte verbindingslijn 166">
                <a:extLst>
                  <a:ext uri="{FF2B5EF4-FFF2-40B4-BE49-F238E27FC236}">
                    <a16:creationId xmlns:a16="http://schemas.microsoft.com/office/drawing/2014/main" id="{B8972847-4D20-4203-B318-E85BAC05ED5B}"/>
                  </a:ext>
                </a:extLst>
              </p:cNvPr>
              <p:cNvCxnSpPr/>
              <p:nvPr userDrawn="1"/>
            </p:nvCxnSpPr>
            <p:spPr>
              <a:xfrm>
                <a:off x="6493304" y="3605313"/>
                <a:ext cx="0" cy="872219"/>
              </a:xfrm>
              <a:prstGeom prst="line">
                <a:avLst/>
              </a:prstGeom>
              <a:ln w="12700">
                <a:solidFill>
                  <a:srgbClr val="B5B5B5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68" name="Rechte verbindingslijn 167">
                <a:extLst>
                  <a:ext uri="{FF2B5EF4-FFF2-40B4-BE49-F238E27FC236}">
                    <a16:creationId xmlns:a16="http://schemas.microsoft.com/office/drawing/2014/main" id="{F1C4E8A1-E26F-447E-9920-D066950EFDCE}"/>
                  </a:ext>
                </a:extLst>
              </p:cNvPr>
              <p:cNvCxnSpPr/>
              <p:nvPr userDrawn="1"/>
            </p:nvCxnSpPr>
            <p:spPr>
              <a:xfrm>
                <a:off x="6883025" y="3605313"/>
                <a:ext cx="0" cy="872219"/>
              </a:xfrm>
              <a:prstGeom prst="line">
                <a:avLst/>
              </a:prstGeom>
              <a:ln w="12700">
                <a:solidFill>
                  <a:srgbClr val="B5B5B5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69" name="Rechte verbindingslijn 168">
                <a:extLst>
                  <a:ext uri="{FF2B5EF4-FFF2-40B4-BE49-F238E27FC236}">
                    <a16:creationId xmlns:a16="http://schemas.microsoft.com/office/drawing/2014/main" id="{92C262A0-EBDF-4F9B-BF6B-E48D21785575}"/>
                  </a:ext>
                </a:extLst>
              </p:cNvPr>
              <p:cNvCxnSpPr/>
              <p:nvPr userDrawn="1"/>
            </p:nvCxnSpPr>
            <p:spPr>
              <a:xfrm flipH="1">
                <a:off x="6090561" y="3827108"/>
                <a:ext cx="1209399" cy="0"/>
              </a:xfrm>
              <a:prstGeom prst="line">
                <a:avLst/>
              </a:prstGeom>
              <a:ln w="12700">
                <a:solidFill>
                  <a:srgbClr val="B5B5B5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70" name="Rechte verbindingslijn 169">
                <a:extLst>
                  <a:ext uri="{FF2B5EF4-FFF2-40B4-BE49-F238E27FC236}">
                    <a16:creationId xmlns:a16="http://schemas.microsoft.com/office/drawing/2014/main" id="{D4FE1558-6BE7-4FB4-BCDD-2FC1300DE2CE}"/>
                  </a:ext>
                </a:extLst>
              </p:cNvPr>
              <p:cNvCxnSpPr/>
              <p:nvPr userDrawn="1"/>
            </p:nvCxnSpPr>
            <p:spPr>
              <a:xfrm flipH="1">
                <a:off x="6090561" y="4055708"/>
                <a:ext cx="1209399" cy="0"/>
              </a:xfrm>
              <a:prstGeom prst="line">
                <a:avLst/>
              </a:prstGeom>
              <a:ln w="12700">
                <a:solidFill>
                  <a:srgbClr val="B5B5B5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71" name="Rechte verbindingslijn 170">
                <a:extLst>
                  <a:ext uri="{FF2B5EF4-FFF2-40B4-BE49-F238E27FC236}">
                    <a16:creationId xmlns:a16="http://schemas.microsoft.com/office/drawing/2014/main" id="{77DE6BDA-6F53-4F6F-883C-D71B322CD5EA}"/>
                  </a:ext>
                </a:extLst>
              </p:cNvPr>
              <p:cNvCxnSpPr/>
              <p:nvPr userDrawn="1"/>
            </p:nvCxnSpPr>
            <p:spPr>
              <a:xfrm flipH="1">
                <a:off x="6090561" y="4276688"/>
                <a:ext cx="1209399" cy="0"/>
              </a:xfrm>
              <a:prstGeom prst="line">
                <a:avLst/>
              </a:prstGeom>
              <a:ln w="12700">
                <a:solidFill>
                  <a:srgbClr val="B5B5B5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72" name="Rechthoek 171">
                <a:extLst>
                  <a:ext uri="{FF2B5EF4-FFF2-40B4-BE49-F238E27FC236}">
                    <a16:creationId xmlns:a16="http://schemas.microsoft.com/office/drawing/2014/main" id="{917903B9-C840-4B22-8332-0F6FF4E12BCE}"/>
                  </a:ext>
                </a:extLst>
              </p:cNvPr>
              <p:cNvSpPr/>
              <p:nvPr userDrawn="1"/>
            </p:nvSpPr>
            <p:spPr>
              <a:xfrm>
                <a:off x="6072040" y="3376043"/>
                <a:ext cx="1227920" cy="1109109"/>
              </a:xfrm>
              <a:prstGeom prst="rect">
                <a:avLst/>
              </a:prstGeom>
              <a:noFill/>
              <a:ln w="12700">
                <a:solidFill>
                  <a:srgbClr val="6C6C6C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nl-NL" noProof="0"/>
              </a:p>
            </p:txBody>
          </p:sp>
        </p:grpSp>
      </p:grpSp>
      <p:pic>
        <p:nvPicPr>
          <p:cNvPr id="36" name="logo">
            <a:extLst>
              <a:ext uri="{FF2B5EF4-FFF2-40B4-BE49-F238E27FC236}">
                <a16:creationId xmlns:a16="http://schemas.microsoft.com/office/drawing/2014/main" id="{26B97214-EB17-4B4C-A83C-2409CD416F13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987093" y="6122145"/>
            <a:ext cx="952038" cy="482540"/>
          </a:xfrm>
          <a:prstGeom prst="rect">
            <a:avLst/>
          </a:prstGeom>
        </p:spPr>
      </p:pic>
      <p:grpSp>
        <p:nvGrpSpPr>
          <p:cNvPr id="38" name="GRID" hidden="1">
            <a:extLst>
              <a:ext uri="{FF2B5EF4-FFF2-40B4-BE49-F238E27FC236}">
                <a16:creationId xmlns:a16="http://schemas.microsoft.com/office/drawing/2014/main" id="{639A76BF-A163-4EFD-8CFF-4BFA25D0FEBC}"/>
              </a:ext>
            </a:extLst>
          </p:cNvPr>
          <p:cNvGrpSpPr/>
          <p:nvPr userDrawn="1"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39" name="Rechthoek 38">
              <a:extLst>
                <a:ext uri="{FF2B5EF4-FFF2-40B4-BE49-F238E27FC236}">
                  <a16:creationId xmlns:a16="http://schemas.microsoft.com/office/drawing/2014/main" id="{D00E6290-8C9C-4F77-93B2-6502D3515E19}"/>
                </a:ext>
              </a:extLst>
            </p:cNvPr>
            <p:cNvSpPr/>
            <p:nvPr userDrawn="1"/>
          </p:nvSpPr>
          <p:spPr>
            <a:xfrm>
              <a:off x="0" y="0"/>
              <a:ext cx="12192000" cy="261256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40" name="Rechthoek 39">
              <a:extLst>
                <a:ext uri="{FF2B5EF4-FFF2-40B4-BE49-F238E27FC236}">
                  <a16:creationId xmlns:a16="http://schemas.microsoft.com/office/drawing/2014/main" id="{2C27B0A1-76DD-46F5-91B4-0E59C6218A45}"/>
                </a:ext>
              </a:extLst>
            </p:cNvPr>
            <p:cNvSpPr/>
            <p:nvPr userDrawn="1"/>
          </p:nvSpPr>
          <p:spPr>
            <a:xfrm>
              <a:off x="0" y="6596744"/>
              <a:ext cx="12192000" cy="261256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41" name="Rechthoek 40">
              <a:extLst>
                <a:ext uri="{FF2B5EF4-FFF2-40B4-BE49-F238E27FC236}">
                  <a16:creationId xmlns:a16="http://schemas.microsoft.com/office/drawing/2014/main" id="{FACD1F38-57BF-4C6E-9241-DE4C2D895E41}"/>
                </a:ext>
              </a:extLst>
            </p:cNvPr>
            <p:cNvSpPr/>
            <p:nvPr userDrawn="1"/>
          </p:nvSpPr>
          <p:spPr>
            <a:xfrm>
              <a:off x="0" y="0"/>
              <a:ext cx="262800" cy="68580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42" name="Rechthoek 41">
              <a:extLst>
                <a:ext uri="{FF2B5EF4-FFF2-40B4-BE49-F238E27FC236}">
                  <a16:creationId xmlns:a16="http://schemas.microsoft.com/office/drawing/2014/main" id="{589FA1D8-466C-4112-ADD7-5B535CDFB777}"/>
                </a:ext>
              </a:extLst>
            </p:cNvPr>
            <p:cNvSpPr/>
            <p:nvPr userDrawn="1"/>
          </p:nvSpPr>
          <p:spPr>
            <a:xfrm>
              <a:off x="11929200" y="0"/>
              <a:ext cx="262800" cy="68580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43" name="Rechthoek 42">
              <a:extLst>
                <a:ext uri="{FF2B5EF4-FFF2-40B4-BE49-F238E27FC236}">
                  <a16:creationId xmlns:a16="http://schemas.microsoft.com/office/drawing/2014/main" id="{3FD6F558-5E20-4BB5-8466-ABF62A84CBDE}"/>
                </a:ext>
              </a:extLst>
            </p:cNvPr>
            <p:cNvSpPr/>
            <p:nvPr userDrawn="1"/>
          </p:nvSpPr>
          <p:spPr>
            <a:xfrm>
              <a:off x="0" y="262512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44" name="Rechthoek 43">
              <a:extLst>
                <a:ext uri="{FF2B5EF4-FFF2-40B4-BE49-F238E27FC236}">
                  <a16:creationId xmlns:a16="http://schemas.microsoft.com/office/drawing/2014/main" id="{D167014A-79D1-475C-B572-0DD0EBEA4FC8}"/>
                </a:ext>
              </a:extLst>
            </p:cNvPr>
            <p:cNvSpPr/>
            <p:nvPr userDrawn="1"/>
          </p:nvSpPr>
          <p:spPr>
            <a:xfrm>
              <a:off x="259064" y="0"/>
              <a:ext cx="262800" cy="6858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45" name="Rechthoek 44">
              <a:extLst>
                <a:ext uri="{FF2B5EF4-FFF2-40B4-BE49-F238E27FC236}">
                  <a16:creationId xmlns:a16="http://schemas.microsoft.com/office/drawing/2014/main" id="{5310A694-C177-48B0-9637-F7F43795911E}"/>
                </a:ext>
              </a:extLst>
            </p:cNvPr>
            <p:cNvSpPr/>
            <p:nvPr userDrawn="1"/>
          </p:nvSpPr>
          <p:spPr>
            <a:xfrm>
              <a:off x="11668087" y="0"/>
              <a:ext cx="262800" cy="6858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46" name="Rechthoek 45">
              <a:extLst>
                <a:ext uri="{FF2B5EF4-FFF2-40B4-BE49-F238E27FC236}">
                  <a16:creationId xmlns:a16="http://schemas.microsoft.com/office/drawing/2014/main" id="{244BF96B-7A55-44DD-A11B-2729D6D08EF7}"/>
                </a:ext>
              </a:extLst>
            </p:cNvPr>
            <p:cNvSpPr/>
            <p:nvPr userDrawn="1"/>
          </p:nvSpPr>
          <p:spPr>
            <a:xfrm>
              <a:off x="0" y="6337267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47" name="Rechthoek 46">
              <a:extLst>
                <a:ext uri="{FF2B5EF4-FFF2-40B4-BE49-F238E27FC236}">
                  <a16:creationId xmlns:a16="http://schemas.microsoft.com/office/drawing/2014/main" id="{8CF30CC7-24F4-486B-BE5E-9178BF47AA80}"/>
                </a:ext>
              </a:extLst>
            </p:cNvPr>
            <p:cNvSpPr/>
            <p:nvPr userDrawn="1"/>
          </p:nvSpPr>
          <p:spPr>
            <a:xfrm>
              <a:off x="9491269" y="0"/>
              <a:ext cx="262800" cy="6858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48" name="Rechthoek 47">
              <a:extLst>
                <a:ext uri="{FF2B5EF4-FFF2-40B4-BE49-F238E27FC236}">
                  <a16:creationId xmlns:a16="http://schemas.microsoft.com/office/drawing/2014/main" id="{0D3D758D-F5D7-4981-9C91-0751CE0A3D76}"/>
                </a:ext>
              </a:extLst>
            </p:cNvPr>
            <p:cNvSpPr/>
            <p:nvPr userDrawn="1"/>
          </p:nvSpPr>
          <p:spPr>
            <a:xfrm>
              <a:off x="0" y="1132976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49" name="Rechthoek 48">
              <a:extLst>
                <a:ext uri="{FF2B5EF4-FFF2-40B4-BE49-F238E27FC236}">
                  <a16:creationId xmlns:a16="http://schemas.microsoft.com/office/drawing/2014/main" id="{905494EE-D0BB-48C9-98FE-C0CE5007967B}"/>
                </a:ext>
              </a:extLst>
            </p:cNvPr>
            <p:cNvSpPr/>
            <p:nvPr userDrawn="1"/>
          </p:nvSpPr>
          <p:spPr>
            <a:xfrm>
              <a:off x="0" y="5859033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50" name="Rechthoek 49">
              <a:extLst>
                <a:ext uri="{FF2B5EF4-FFF2-40B4-BE49-F238E27FC236}">
                  <a16:creationId xmlns:a16="http://schemas.microsoft.com/office/drawing/2014/main" id="{CF4AC7A3-CF6E-4270-A7DC-8EFDC6DBA286}"/>
                </a:ext>
              </a:extLst>
            </p:cNvPr>
            <p:cNvSpPr/>
            <p:nvPr userDrawn="1"/>
          </p:nvSpPr>
          <p:spPr>
            <a:xfrm>
              <a:off x="5964600" y="0"/>
              <a:ext cx="262800" cy="6858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</p:grpSp>
      <p:sp>
        <p:nvSpPr>
          <p:cNvPr id="51" name="Titel 1">
            <a:extLst>
              <a:ext uri="{FF2B5EF4-FFF2-40B4-BE49-F238E27FC236}">
                <a16:creationId xmlns:a16="http://schemas.microsoft.com/office/drawing/2014/main" id="{8EEC04D4-F0CA-43BD-BFB9-58F71B9D4F2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21863" y="272177"/>
            <a:ext cx="11146224" cy="600744"/>
          </a:xfrm>
        </p:spPr>
        <p:txBody>
          <a:bodyPr/>
          <a:lstStyle>
            <a:lvl1pPr>
              <a:defRPr/>
            </a:lvl1pPr>
          </a:lstStyle>
          <a:p>
            <a:r>
              <a:rPr lang="nl-NL" noProof="0"/>
              <a:t>Plaats hier je titel</a:t>
            </a:r>
            <a:endParaRPr lang="nl-NL"/>
          </a:p>
        </p:txBody>
      </p:sp>
      <p:sp>
        <p:nvSpPr>
          <p:cNvPr id="52" name="Onder balkje">
            <a:extLst>
              <a:ext uri="{FF2B5EF4-FFF2-40B4-BE49-F238E27FC236}">
                <a16:creationId xmlns:a16="http://schemas.microsoft.com/office/drawing/2014/main" id="{B2ACF3EC-2949-48DB-9FF3-371DCF605862}"/>
              </a:ext>
            </a:extLst>
          </p:cNvPr>
          <p:cNvSpPr/>
          <p:nvPr userDrawn="1"/>
        </p:nvSpPr>
        <p:spPr>
          <a:xfrm>
            <a:off x="-2507" y="6785940"/>
            <a:ext cx="12192000" cy="76919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/>
          </a:p>
        </p:txBody>
      </p:sp>
      <p:sp>
        <p:nvSpPr>
          <p:cNvPr id="54" name="Tijdelijke aanduiding voor dianummer 5">
            <a:extLst>
              <a:ext uri="{FF2B5EF4-FFF2-40B4-BE49-F238E27FC236}">
                <a16:creationId xmlns:a16="http://schemas.microsoft.com/office/drawing/2014/main" id="{6AF92EA9-37D8-4C42-88F3-48205D95F9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16362" y="6376061"/>
            <a:ext cx="392576" cy="216909"/>
          </a:xfrm>
        </p:spPr>
        <p:txBody>
          <a:bodyPr/>
          <a:lstStyle/>
          <a:p>
            <a:fld id="{7AD0FE45-509C-4BDF-9EDE-64426F8DF3D2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53133009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800">
        <p:fade/>
      </p:transition>
    </mc:Choice>
    <mc:Fallback xmlns="">
      <p:transition spd="slow">
        <p:fade/>
      </p:transition>
    </mc:Fallback>
  </mc:AlternateContent>
</p:sldLayout>
</file>

<file path=ppt/slideLayouts/slideLayout25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OTO 100%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Cover logo">
            <a:extLst>
              <a:ext uri="{FF2B5EF4-FFF2-40B4-BE49-F238E27FC236}">
                <a16:creationId xmlns:a16="http://schemas.microsoft.com/office/drawing/2014/main" id="{53E90B51-6AB8-431C-94A8-DB69841799D4}"/>
              </a:ext>
            </a:extLst>
          </p:cNvPr>
          <p:cNvSpPr/>
          <p:nvPr userDrawn="1"/>
        </p:nvSpPr>
        <p:spPr>
          <a:xfrm>
            <a:off x="10325101" y="5688413"/>
            <a:ext cx="1866900" cy="1169587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/>
          </a:p>
        </p:txBody>
      </p:sp>
      <p:sp>
        <p:nvSpPr>
          <p:cNvPr id="63" name="Tijdelijke aanduiding voor datum 3">
            <a:extLst>
              <a:ext uri="{FF2B5EF4-FFF2-40B4-BE49-F238E27FC236}">
                <a16:creationId xmlns:a16="http://schemas.microsoft.com/office/drawing/2014/main" id="{C920EDDF-0CF0-40F2-A240-62F1DBE1BD6B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645707" y="7004037"/>
            <a:ext cx="3140325" cy="216909"/>
          </a:xfrm>
        </p:spPr>
        <p:txBody>
          <a:bodyPr/>
          <a:lstStyle/>
          <a:p>
            <a:fld id="{A9F8B797-7D29-405C-AA62-7DA8D2E9F83B}" type="datetime1">
              <a:rPr lang="nl-NL" smtClean="0"/>
              <a:t>01-04-2025</a:t>
            </a:fld>
            <a:endParaRPr lang="nl-NL"/>
          </a:p>
        </p:txBody>
      </p:sp>
      <p:sp>
        <p:nvSpPr>
          <p:cNvPr id="64" name="Tijdelijke aanduiding voor voettekst 4">
            <a:extLst>
              <a:ext uri="{FF2B5EF4-FFF2-40B4-BE49-F238E27FC236}">
                <a16:creationId xmlns:a16="http://schemas.microsoft.com/office/drawing/2014/main" id="{D9BD7BD9-035F-447F-81D8-F794B396CC5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926910" y="7004037"/>
            <a:ext cx="6718797" cy="216909"/>
          </a:xfrm>
        </p:spPr>
        <p:txBody>
          <a:bodyPr/>
          <a:lstStyle/>
          <a:p>
            <a:r>
              <a:rPr lang="nl-NL"/>
              <a:t>&lt;Plaats hier je voettekst&gt;</a:t>
            </a:r>
          </a:p>
        </p:txBody>
      </p:sp>
      <p:sp>
        <p:nvSpPr>
          <p:cNvPr id="81" name="foto">
            <a:extLst>
              <a:ext uri="{FF2B5EF4-FFF2-40B4-BE49-F238E27FC236}">
                <a16:creationId xmlns:a16="http://schemas.microsoft.com/office/drawing/2014/main" id="{9E6F06BF-EA5C-4854-8C27-73BF65BAF07E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259064" y="261257"/>
            <a:ext cx="11670136" cy="6343604"/>
          </a:xfrm>
          <a:prstGeom prst="roundRect">
            <a:avLst>
              <a:gd name="adj" fmla="val 2210"/>
            </a:avLst>
          </a:prstGeom>
          <a:solidFill>
            <a:schemeClr val="bg1">
              <a:lumMod val="85000"/>
            </a:schemeClr>
          </a:solidFill>
        </p:spPr>
        <p:txBody>
          <a:bodyPr lIns="6480000" tIns="0" anchor="ctr" anchorCtr="0"/>
          <a:lstStyle>
            <a:lvl1pPr marL="0" indent="0" algn="l">
              <a:spcBef>
                <a:spcPts val="0"/>
              </a:spcBef>
              <a:spcAft>
                <a:spcPts val="0"/>
              </a:spcAft>
              <a:buNone/>
              <a:defRPr sz="1050" b="1" baseline="0"/>
            </a:lvl1pPr>
          </a:lstStyle>
          <a:p>
            <a:r>
              <a:rPr lang="nl-NL"/>
              <a:t>Klik op het pictogram hiernaast</a:t>
            </a:r>
            <a:br>
              <a:rPr lang="nl-NL"/>
            </a:br>
            <a:r>
              <a:rPr lang="nl-NL"/>
              <a:t>om een afbeelding in te voegen</a:t>
            </a:r>
          </a:p>
        </p:txBody>
      </p:sp>
      <p:grpSp>
        <p:nvGrpSpPr>
          <p:cNvPr id="3" name="GRID" hidden="1">
            <a:extLst>
              <a:ext uri="{FF2B5EF4-FFF2-40B4-BE49-F238E27FC236}">
                <a16:creationId xmlns:a16="http://schemas.microsoft.com/office/drawing/2014/main" id="{DF9D39C2-2215-4138-8F2D-29B26FF9687E}"/>
              </a:ext>
            </a:extLst>
          </p:cNvPr>
          <p:cNvGrpSpPr/>
          <p:nvPr userDrawn="1"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2" name="Rechthoek 1">
              <a:extLst>
                <a:ext uri="{FF2B5EF4-FFF2-40B4-BE49-F238E27FC236}">
                  <a16:creationId xmlns:a16="http://schemas.microsoft.com/office/drawing/2014/main" id="{88695B46-BCFB-46AE-BDD3-EBC5ED0EF159}"/>
                </a:ext>
              </a:extLst>
            </p:cNvPr>
            <p:cNvSpPr/>
            <p:nvPr userDrawn="1"/>
          </p:nvSpPr>
          <p:spPr>
            <a:xfrm>
              <a:off x="0" y="0"/>
              <a:ext cx="12192000" cy="261256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88" name="Rechthoek 87">
              <a:extLst>
                <a:ext uri="{FF2B5EF4-FFF2-40B4-BE49-F238E27FC236}">
                  <a16:creationId xmlns:a16="http://schemas.microsoft.com/office/drawing/2014/main" id="{F4C4B9B5-431E-4649-8656-9BA6EC80CF9A}"/>
                </a:ext>
              </a:extLst>
            </p:cNvPr>
            <p:cNvSpPr/>
            <p:nvPr userDrawn="1"/>
          </p:nvSpPr>
          <p:spPr>
            <a:xfrm>
              <a:off x="0" y="6596744"/>
              <a:ext cx="12192000" cy="261256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89" name="Rechthoek 88">
              <a:extLst>
                <a:ext uri="{FF2B5EF4-FFF2-40B4-BE49-F238E27FC236}">
                  <a16:creationId xmlns:a16="http://schemas.microsoft.com/office/drawing/2014/main" id="{8F8F300F-40D2-4E56-96C0-6EDCEF308BE4}"/>
                </a:ext>
              </a:extLst>
            </p:cNvPr>
            <p:cNvSpPr/>
            <p:nvPr userDrawn="1"/>
          </p:nvSpPr>
          <p:spPr>
            <a:xfrm>
              <a:off x="0" y="0"/>
              <a:ext cx="262800" cy="68580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90" name="Rechthoek 89">
              <a:extLst>
                <a:ext uri="{FF2B5EF4-FFF2-40B4-BE49-F238E27FC236}">
                  <a16:creationId xmlns:a16="http://schemas.microsoft.com/office/drawing/2014/main" id="{A2736596-913A-45B1-BFD9-BFBAB228CF30}"/>
                </a:ext>
              </a:extLst>
            </p:cNvPr>
            <p:cNvSpPr/>
            <p:nvPr userDrawn="1"/>
          </p:nvSpPr>
          <p:spPr>
            <a:xfrm>
              <a:off x="11929200" y="0"/>
              <a:ext cx="262800" cy="68580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91" name="Rechthoek 90">
              <a:extLst>
                <a:ext uri="{FF2B5EF4-FFF2-40B4-BE49-F238E27FC236}">
                  <a16:creationId xmlns:a16="http://schemas.microsoft.com/office/drawing/2014/main" id="{3E0D08FE-DAC3-4450-B117-863BD3CF4A74}"/>
                </a:ext>
              </a:extLst>
            </p:cNvPr>
            <p:cNvSpPr/>
            <p:nvPr userDrawn="1"/>
          </p:nvSpPr>
          <p:spPr>
            <a:xfrm>
              <a:off x="0" y="262512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92" name="Rechthoek 91">
              <a:extLst>
                <a:ext uri="{FF2B5EF4-FFF2-40B4-BE49-F238E27FC236}">
                  <a16:creationId xmlns:a16="http://schemas.microsoft.com/office/drawing/2014/main" id="{3FAB4B74-1C67-41D3-9B06-C6D45D157F0F}"/>
                </a:ext>
              </a:extLst>
            </p:cNvPr>
            <p:cNvSpPr/>
            <p:nvPr userDrawn="1"/>
          </p:nvSpPr>
          <p:spPr>
            <a:xfrm>
              <a:off x="259064" y="0"/>
              <a:ext cx="262800" cy="6858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93" name="Rechthoek 92">
              <a:extLst>
                <a:ext uri="{FF2B5EF4-FFF2-40B4-BE49-F238E27FC236}">
                  <a16:creationId xmlns:a16="http://schemas.microsoft.com/office/drawing/2014/main" id="{9175AA73-BB14-45AB-8655-3B2853316878}"/>
                </a:ext>
              </a:extLst>
            </p:cNvPr>
            <p:cNvSpPr/>
            <p:nvPr userDrawn="1"/>
          </p:nvSpPr>
          <p:spPr>
            <a:xfrm>
              <a:off x="11668087" y="0"/>
              <a:ext cx="262800" cy="6858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94" name="Rechthoek 93">
              <a:extLst>
                <a:ext uri="{FF2B5EF4-FFF2-40B4-BE49-F238E27FC236}">
                  <a16:creationId xmlns:a16="http://schemas.microsoft.com/office/drawing/2014/main" id="{8A551A27-F963-4330-84CC-1A36F682D208}"/>
                </a:ext>
              </a:extLst>
            </p:cNvPr>
            <p:cNvSpPr/>
            <p:nvPr userDrawn="1"/>
          </p:nvSpPr>
          <p:spPr>
            <a:xfrm>
              <a:off x="0" y="6337267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</p:grpSp>
      <p:sp>
        <p:nvSpPr>
          <p:cNvPr id="7" name="Tekstvak 6">
            <a:extLst>
              <a:ext uri="{FF2B5EF4-FFF2-40B4-BE49-F238E27FC236}">
                <a16:creationId xmlns:a16="http://schemas.microsoft.com/office/drawing/2014/main" id="{A6DE5EA5-27BD-42F3-BD1D-C1E35D802DEE}"/>
              </a:ext>
            </a:extLst>
          </p:cNvPr>
          <p:cNvSpPr txBox="1"/>
          <p:nvPr userDrawn="1"/>
        </p:nvSpPr>
        <p:spPr>
          <a:xfrm>
            <a:off x="5289370" y="-885712"/>
            <a:ext cx="1613301" cy="548182"/>
          </a:xfrm>
          <a:prstGeom prst="rect">
            <a:avLst/>
          </a:prstGeom>
          <a:solidFill>
            <a:schemeClr val="bg1"/>
          </a:solidFill>
        </p:spPr>
        <p:txBody>
          <a:bodyPr wrap="none" lIns="360000" tIns="180000" rIns="360000" bIns="180000" rtlCol="0">
            <a:spAutoFit/>
          </a:bodyPr>
          <a:lstStyle/>
          <a:p>
            <a:pPr algn="ctr"/>
            <a:r>
              <a:rPr lang="nl-NL" sz="1200" b="0" spc="50" baseline="0">
                <a:solidFill>
                  <a:srgbClr val="212121"/>
                </a:solidFill>
                <a:latin typeface="+mn-lt"/>
                <a:cs typeface="Calibri" panose="020F0502020204030204" pitchFamily="34" charset="0"/>
              </a:rPr>
              <a:t>FOTO (100%)</a:t>
            </a:r>
          </a:p>
        </p:txBody>
      </p:sp>
      <p:grpSp>
        <p:nvGrpSpPr>
          <p:cNvPr id="60" name="Instructies">
            <a:extLst>
              <a:ext uri="{FF2B5EF4-FFF2-40B4-BE49-F238E27FC236}">
                <a16:creationId xmlns:a16="http://schemas.microsoft.com/office/drawing/2014/main" id="{98470357-A3BB-4987-BF3A-0293E1EAD884}"/>
              </a:ext>
            </a:extLst>
          </p:cNvPr>
          <p:cNvGrpSpPr/>
          <p:nvPr userDrawn="1"/>
        </p:nvGrpSpPr>
        <p:grpSpPr>
          <a:xfrm>
            <a:off x="12391601" y="0"/>
            <a:ext cx="3183678" cy="6589569"/>
            <a:chOff x="12391601" y="0"/>
            <a:chExt cx="3183678" cy="6589569"/>
          </a:xfrm>
        </p:grpSpPr>
        <p:grpSp>
          <p:nvGrpSpPr>
            <p:cNvPr id="61" name="Groep 60">
              <a:extLst>
                <a:ext uri="{FF2B5EF4-FFF2-40B4-BE49-F238E27FC236}">
                  <a16:creationId xmlns:a16="http://schemas.microsoft.com/office/drawing/2014/main" id="{7216C5C1-F4B1-4B57-9D51-2B13B48B5C6B}"/>
                </a:ext>
              </a:extLst>
            </p:cNvPr>
            <p:cNvGrpSpPr/>
            <p:nvPr userDrawn="1"/>
          </p:nvGrpSpPr>
          <p:grpSpPr>
            <a:xfrm>
              <a:off x="12757282" y="3100116"/>
              <a:ext cx="1499406" cy="678267"/>
              <a:chOff x="12757283" y="3120781"/>
              <a:chExt cx="1499406" cy="678267"/>
            </a:xfrm>
          </p:grpSpPr>
          <p:sp>
            <p:nvSpPr>
              <p:cNvPr id="163" name="Rechthoek 162">
                <a:extLst>
                  <a:ext uri="{FF2B5EF4-FFF2-40B4-BE49-F238E27FC236}">
                    <a16:creationId xmlns:a16="http://schemas.microsoft.com/office/drawing/2014/main" id="{FC31FD13-F608-4A9F-A9B5-A1DBE021B0F4}"/>
                  </a:ext>
                </a:extLst>
              </p:cNvPr>
              <p:cNvSpPr/>
              <p:nvPr userDrawn="1"/>
            </p:nvSpPr>
            <p:spPr>
              <a:xfrm>
                <a:off x="12757283" y="3120781"/>
                <a:ext cx="1499406" cy="580946"/>
              </a:xfrm>
              <a:prstGeom prst="rect">
                <a:avLst/>
              </a:prstGeom>
              <a:solidFill>
                <a:schemeClr val="bg1"/>
              </a:solidFill>
              <a:ln w="12700">
                <a:solidFill>
                  <a:srgbClr val="D1D1D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10800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endParaRPr lang="nl-NL" sz="800" b="0" noProof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164" name="Rechthoek 163">
                <a:extLst>
                  <a:ext uri="{FF2B5EF4-FFF2-40B4-BE49-F238E27FC236}">
                    <a16:creationId xmlns:a16="http://schemas.microsoft.com/office/drawing/2014/main" id="{CF08CDE9-48F1-47DE-A061-FE0A4BA5FB56}"/>
                  </a:ext>
                </a:extLst>
              </p:cNvPr>
              <p:cNvSpPr/>
              <p:nvPr userDrawn="1"/>
            </p:nvSpPr>
            <p:spPr>
              <a:xfrm>
                <a:off x="12761843" y="3432170"/>
                <a:ext cx="1478943" cy="257235"/>
              </a:xfrm>
              <a:prstGeom prst="rect">
                <a:avLst/>
              </a:prstGeom>
              <a:solidFill>
                <a:srgbClr val="FCE4DC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nl-NL" sz="1000" b="1" noProof="0">
                  <a:solidFill>
                    <a:schemeClr val="tx1"/>
                  </a:solidFill>
                </a:endParaRPr>
              </a:p>
            </p:txBody>
          </p:sp>
          <p:sp>
            <p:nvSpPr>
              <p:cNvPr id="165" name="Tekstvak 164">
                <a:extLst>
                  <a:ext uri="{FF2B5EF4-FFF2-40B4-BE49-F238E27FC236}">
                    <a16:creationId xmlns:a16="http://schemas.microsoft.com/office/drawing/2014/main" id="{2D3759EA-0329-4D2E-B950-F6DEA1DA7463}"/>
                  </a:ext>
                </a:extLst>
              </p:cNvPr>
              <p:cNvSpPr txBox="1"/>
              <p:nvPr userDrawn="1"/>
            </p:nvSpPr>
            <p:spPr>
              <a:xfrm>
                <a:off x="12997648" y="3159891"/>
                <a:ext cx="957818" cy="20313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algn="l" defTabSz="1217512" rtl="0" eaLnBrk="1" latinLnBrk="0" hangingPunct="1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r>
                  <a:rPr lang="nl-NL" sz="800" b="0" kern="1200" noProof="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rPr>
                  <a:t>Naar voorgrond</a:t>
                </a:r>
              </a:p>
            </p:txBody>
          </p:sp>
          <p:sp>
            <p:nvSpPr>
              <p:cNvPr id="166" name="Tekstvak 165">
                <a:extLst>
                  <a:ext uri="{FF2B5EF4-FFF2-40B4-BE49-F238E27FC236}">
                    <a16:creationId xmlns:a16="http://schemas.microsoft.com/office/drawing/2014/main" id="{346A390B-4F04-46FE-AEA9-E9933CF3A16B}"/>
                  </a:ext>
                </a:extLst>
              </p:cNvPr>
              <p:cNvSpPr txBox="1"/>
              <p:nvPr userDrawn="1"/>
            </p:nvSpPr>
            <p:spPr>
              <a:xfrm>
                <a:off x="12984219" y="3481017"/>
                <a:ext cx="1165564" cy="20313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algn="l" defTabSz="1217512" rtl="0" eaLnBrk="1" latinLnBrk="0" hangingPunct="1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r>
                  <a:rPr lang="nl-NL" sz="800" b="0" kern="1200" noProof="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rPr>
                  <a:t>Naar achtergrond</a:t>
                </a:r>
              </a:p>
            </p:txBody>
          </p:sp>
          <p:pic>
            <p:nvPicPr>
              <p:cNvPr id="167" name="Picture 3">
                <a:extLst>
                  <a:ext uri="{FF2B5EF4-FFF2-40B4-BE49-F238E27FC236}">
                    <a16:creationId xmlns:a16="http://schemas.microsoft.com/office/drawing/2014/main" id="{5D959765-4B6B-4C0F-9E1B-41CEB29D9BFB}"/>
                  </a:ext>
                </a:extLst>
              </p:cNvPr>
              <p:cNvPicPr>
                <a:picLocks noChangeAspect="1" noChangeArrowheads="1"/>
              </p:cNvPicPr>
              <p:nvPr userDrawn="1"/>
            </p:nvPicPr>
            <p:blipFill>
              <a:blip r:embed="rId2" cstate="email">
                <a:extLst>
                  <a:ext uri="{28A0092B-C50C-407E-A947-70E740481C1C}">
                    <a14:useLocalDpi xmlns:a14="http://schemas.microsoft.com/office/drawing/2010/main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13938926" y="3567717"/>
                <a:ext cx="143086" cy="231331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</p:pic>
          <p:sp>
            <p:nvSpPr>
              <p:cNvPr id="168" name="Gelijkbenige driehoek 167">
                <a:extLst>
                  <a:ext uri="{FF2B5EF4-FFF2-40B4-BE49-F238E27FC236}">
                    <a16:creationId xmlns:a16="http://schemas.microsoft.com/office/drawing/2014/main" id="{3F8C1FF6-930D-4B1F-883F-C386F95C16CE}"/>
                  </a:ext>
                </a:extLst>
              </p:cNvPr>
              <p:cNvSpPr/>
              <p:nvPr userDrawn="1"/>
            </p:nvSpPr>
            <p:spPr>
              <a:xfrm rot="5400000">
                <a:off x="14094210" y="3548999"/>
                <a:ext cx="86866" cy="51147"/>
              </a:xfrm>
              <a:prstGeom prst="triangle">
                <a:avLst/>
              </a:prstGeom>
              <a:solidFill>
                <a:srgbClr val="00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nl-NL" sz="1000" b="1" noProof="0">
                  <a:solidFill>
                    <a:schemeClr val="tx1"/>
                  </a:solidFill>
                </a:endParaRPr>
              </a:p>
            </p:txBody>
          </p:sp>
          <p:grpSp>
            <p:nvGrpSpPr>
              <p:cNvPr id="169" name="Groep 168">
                <a:extLst>
                  <a:ext uri="{FF2B5EF4-FFF2-40B4-BE49-F238E27FC236}">
                    <a16:creationId xmlns:a16="http://schemas.microsoft.com/office/drawing/2014/main" id="{3C538D33-FDEF-4E14-A185-047D677D69D7}"/>
                  </a:ext>
                </a:extLst>
              </p:cNvPr>
              <p:cNvGrpSpPr/>
              <p:nvPr userDrawn="1"/>
            </p:nvGrpSpPr>
            <p:grpSpPr>
              <a:xfrm>
                <a:off x="12822311" y="3178534"/>
                <a:ext cx="182309" cy="163794"/>
                <a:chOff x="12832541" y="3162395"/>
                <a:chExt cx="219532" cy="197236"/>
              </a:xfrm>
            </p:grpSpPr>
            <p:sp>
              <p:nvSpPr>
                <p:cNvPr id="174" name="Rechthoek 173">
                  <a:extLst>
                    <a:ext uri="{FF2B5EF4-FFF2-40B4-BE49-F238E27FC236}">
                      <a16:creationId xmlns:a16="http://schemas.microsoft.com/office/drawing/2014/main" id="{274FBD21-6828-4B68-913F-584B4B0E1202}"/>
                    </a:ext>
                  </a:extLst>
                </p:cNvPr>
                <p:cNvSpPr/>
                <p:nvPr userDrawn="1"/>
              </p:nvSpPr>
              <p:spPr>
                <a:xfrm>
                  <a:off x="12832541" y="3162395"/>
                  <a:ext cx="81487" cy="81487"/>
                </a:xfrm>
                <a:prstGeom prst="rect">
                  <a:avLst/>
                </a:prstGeom>
                <a:solidFill>
                  <a:schemeClr val="bg1"/>
                </a:solidFill>
                <a:ln w="12700">
                  <a:solidFill>
                    <a:schemeClr val="tx2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  <p:sp>
              <p:nvSpPr>
                <p:cNvPr id="175" name="Rechthoek 174">
                  <a:extLst>
                    <a:ext uri="{FF2B5EF4-FFF2-40B4-BE49-F238E27FC236}">
                      <a16:creationId xmlns:a16="http://schemas.microsoft.com/office/drawing/2014/main" id="{09BA5AE3-A533-4B65-BBD2-1EFCA1EDBE45}"/>
                    </a:ext>
                  </a:extLst>
                </p:cNvPr>
                <p:cNvSpPr/>
                <p:nvPr userDrawn="1"/>
              </p:nvSpPr>
              <p:spPr>
                <a:xfrm>
                  <a:off x="12970586" y="3278144"/>
                  <a:ext cx="81487" cy="81487"/>
                </a:xfrm>
                <a:prstGeom prst="rect">
                  <a:avLst/>
                </a:prstGeom>
                <a:solidFill>
                  <a:schemeClr val="bg1"/>
                </a:solidFill>
                <a:ln w="12700">
                  <a:solidFill>
                    <a:schemeClr val="tx2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  <p:sp>
              <p:nvSpPr>
                <p:cNvPr id="176" name="Rechthoek 175">
                  <a:extLst>
                    <a:ext uri="{FF2B5EF4-FFF2-40B4-BE49-F238E27FC236}">
                      <a16:creationId xmlns:a16="http://schemas.microsoft.com/office/drawing/2014/main" id="{72E84307-5A87-442F-8FF9-7FEBE7B50706}"/>
                    </a:ext>
                  </a:extLst>
                </p:cNvPr>
                <p:cNvSpPr/>
                <p:nvPr userDrawn="1"/>
              </p:nvSpPr>
              <p:spPr>
                <a:xfrm>
                  <a:off x="12873284" y="3191991"/>
                  <a:ext cx="138045" cy="138044"/>
                </a:xfrm>
                <a:prstGeom prst="rect">
                  <a:avLst/>
                </a:prstGeom>
                <a:solidFill>
                  <a:srgbClr val="EABE76"/>
                </a:solidFill>
                <a:ln w="12700">
                  <a:solidFill>
                    <a:schemeClr val="bg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</p:grpSp>
          <p:grpSp>
            <p:nvGrpSpPr>
              <p:cNvPr id="170" name="Groep 169">
                <a:extLst>
                  <a:ext uri="{FF2B5EF4-FFF2-40B4-BE49-F238E27FC236}">
                    <a16:creationId xmlns:a16="http://schemas.microsoft.com/office/drawing/2014/main" id="{495CC8FE-D427-4294-BDD6-26C033F57EBE}"/>
                  </a:ext>
                </a:extLst>
              </p:cNvPr>
              <p:cNvGrpSpPr/>
              <p:nvPr userDrawn="1"/>
            </p:nvGrpSpPr>
            <p:grpSpPr>
              <a:xfrm>
                <a:off x="12822311" y="3480352"/>
                <a:ext cx="182309" cy="163794"/>
                <a:chOff x="12832541" y="3162395"/>
                <a:chExt cx="219532" cy="197236"/>
              </a:xfrm>
            </p:grpSpPr>
            <p:sp>
              <p:nvSpPr>
                <p:cNvPr id="171" name="Rechthoek 170">
                  <a:extLst>
                    <a:ext uri="{FF2B5EF4-FFF2-40B4-BE49-F238E27FC236}">
                      <a16:creationId xmlns:a16="http://schemas.microsoft.com/office/drawing/2014/main" id="{FC68A5C7-E609-41C7-B288-8F2C7EA9B165}"/>
                    </a:ext>
                  </a:extLst>
                </p:cNvPr>
                <p:cNvSpPr/>
                <p:nvPr userDrawn="1"/>
              </p:nvSpPr>
              <p:spPr>
                <a:xfrm>
                  <a:off x="12873284" y="3191991"/>
                  <a:ext cx="138045" cy="138044"/>
                </a:xfrm>
                <a:prstGeom prst="rect">
                  <a:avLst/>
                </a:prstGeom>
                <a:solidFill>
                  <a:srgbClr val="EABE76"/>
                </a:solidFill>
                <a:ln w="12700">
                  <a:solidFill>
                    <a:schemeClr val="bg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  <p:sp>
              <p:nvSpPr>
                <p:cNvPr id="172" name="Rechthoek 171">
                  <a:extLst>
                    <a:ext uri="{FF2B5EF4-FFF2-40B4-BE49-F238E27FC236}">
                      <a16:creationId xmlns:a16="http://schemas.microsoft.com/office/drawing/2014/main" id="{3321C70B-29B3-48B6-A676-0F8E5F570EF1}"/>
                    </a:ext>
                  </a:extLst>
                </p:cNvPr>
                <p:cNvSpPr/>
                <p:nvPr userDrawn="1"/>
              </p:nvSpPr>
              <p:spPr>
                <a:xfrm>
                  <a:off x="12832541" y="3162395"/>
                  <a:ext cx="81487" cy="81487"/>
                </a:xfrm>
                <a:prstGeom prst="rect">
                  <a:avLst/>
                </a:prstGeom>
                <a:solidFill>
                  <a:schemeClr val="bg1"/>
                </a:solidFill>
                <a:ln w="12700">
                  <a:solidFill>
                    <a:schemeClr val="tx2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  <p:sp>
              <p:nvSpPr>
                <p:cNvPr id="173" name="Rechthoek 172">
                  <a:extLst>
                    <a:ext uri="{FF2B5EF4-FFF2-40B4-BE49-F238E27FC236}">
                      <a16:creationId xmlns:a16="http://schemas.microsoft.com/office/drawing/2014/main" id="{417364DA-3A21-4534-B44E-7A3B1ADE2C81}"/>
                    </a:ext>
                  </a:extLst>
                </p:cNvPr>
                <p:cNvSpPr/>
                <p:nvPr userDrawn="1"/>
              </p:nvSpPr>
              <p:spPr>
                <a:xfrm>
                  <a:off x="12970586" y="3278144"/>
                  <a:ext cx="81487" cy="81487"/>
                </a:xfrm>
                <a:prstGeom prst="rect">
                  <a:avLst/>
                </a:prstGeom>
                <a:solidFill>
                  <a:schemeClr val="bg1"/>
                </a:solidFill>
                <a:ln w="12700">
                  <a:solidFill>
                    <a:schemeClr val="tx2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</p:grpSp>
        </p:grpSp>
        <p:grpSp>
          <p:nvGrpSpPr>
            <p:cNvPr id="62" name="Meer informatie">
              <a:extLst>
                <a:ext uri="{FF2B5EF4-FFF2-40B4-BE49-F238E27FC236}">
                  <a16:creationId xmlns:a16="http://schemas.microsoft.com/office/drawing/2014/main" id="{650CD994-0CE0-4FE2-99FF-9744C95370A3}"/>
                </a:ext>
              </a:extLst>
            </p:cNvPr>
            <p:cNvGrpSpPr/>
            <p:nvPr userDrawn="1"/>
          </p:nvGrpSpPr>
          <p:grpSpPr>
            <a:xfrm>
              <a:off x="12396764" y="5806296"/>
              <a:ext cx="3178515" cy="783273"/>
              <a:chOff x="-3741486" y="3386444"/>
              <a:chExt cx="3178515" cy="783273"/>
            </a:xfrm>
          </p:grpSpPr>
          <p:sp>
            <p:nvSpPr>
              <p:cNvPr id="160" name="Freeform 101">
                <a:extLst>
                  <a:ext uri="{FF2B5EF4-FFF2-40B4-BE49-F238E27FC236}">
                    <a16:creationId xmlns:a16="http://schemas.microsoft.com/office/drawing/2014/main" id="{B75B8996-C368-4210-8D25-5937B697B9EB}"/>
                  </a:ext>
                </a:extLst>
              </p:cNvPr>
              <p:cNvSpPr>
                <a:spLocks noEditPoints="1"/>
              </p:cNvSpPr>
              <p:nvPr/>
            </p:nvSpPr>
            <p:spPr bwMode="auto">
              <a:xfrm>
                <a:off x="-3741486" y="3386444"/>
                <a:ext cx="255753" cy="255753"/>
              </a:xfrm>
              <a:custGeom>
                <a:avLst/>
                <a:gdLst>
                  <a:gd name="T0" fmla="*/ 0 w 292"/>
                  <a:gd name="T1" fmla="*/ 146 h 292"/>
                  <a:gd name="T2" fmla="*/ 4 w 292"/>
                  <a:gd name="T3" fmla="*/ 113 h 292"/>
                  <a:gd name="T4" fmla="*/ 14 w 292"/>
                  <a:gd name="T5" fmla="*/ 82 h 292"/>
                  <a:gd name="T6" fmla="*/ 31 w 292"/>
                  <a:gd name="T7" fmla="*/ 55 h 292"/>
                  <a:gd name="T8" fmla="*/ 53 w 292"/>
                  <a:gd name="T9" fmla="*/ 32 h 292"/>
                  <a:gd name="T10" fmla="*/ 81 w 292"/>
                  <a:gd name="T11" fmla="*/ 15 h 292"/>
                  <a:gd name="T12" fmla="*/ 112 w 292"/>
                  <a:gd name="T13" fmla="*/ 4 h 292"/>
                  <a:gd name="T14" fmla="*/ 145 w 292"/>
                  <a:gd name="T15" fmla="*/ 0 h 292"/>
                  <a:gd name="T16" fmla="*/ 179 w 292"/>
                  <a:gd name="T17" fmla="*/ 4 h 292"/>
                  <a:gd name="T18" fmla="*/ 209 w 292"/>
                  <a:gd name="T19" fmla="*/ 15 h 292"/>
                  <a:gd name="T20" fmla="*/ 237 w 292"/>
                  <a:gd name="T21" fmla="*/ 32 h 292"/>
                  <a:gd name="T22" fmla="*/ 259 w 292"/>
                  <a:gd name="T23" fmla="*/ 55 h 292"/>
                  <a:gd name="T24" fmla="*/ 276 w 292"/>
                  <a:gd name="T25" fmla="*/ 82 h 292"/>
                  <a:gd name="T26" fmla="*/ 288 w 292"/>
                  <a:gd name="T27" fmla="*/ 113 h 292"/>
                  <a:gd name="T28" fmla="*/ 292 w 292"/>
                  <a:gd name="T29" fmla="*/ 146 h 292"/>
                  <a:gd name="T30" fmla="*/ 288 w 292"/>
                  <a:gd name="T31" fmla="*/ 180 h 292"/>
                  <a:gd name="T32" fmla="*/ 276 w 292"/>
                  <a:gd name="T33" fmla="*/ 210 h 292"/>
                  <a:gd name="T34" fmla="*/ 259 w 292"/>
                  <a:gd name="T35" fmla="*/ 237 h 292"/>
                  <a:gd name="T36" fmla="*/ 237 w 292"/>
                  <a:gd name="T37" fmla="*/ 260 h 292"/>
                  <a:gd name="T38" fmla="*/ 209 w 292"/>
                  <a:gd name="T39" fmla="*/ 278 h 292"/>
                  <a:gd name="T40" fmla="*/ 179 w 292"/>
                  <a:gd name="T41" fmla="*/ 288 h 292"/>
                  <a:gd name="T42" fmla="*/ 145 w 292"/>
                  <a:gd name="T43" fmla="*/ 292 h 292"/>
                  <a:gd name="T44" fmla="*/ 112 w 292"/>
                  <a:gd name="T45" fmla="*/ 288 h 292"/>
                  <a:gd name="T46" fmla="*/ 81 w 292"/>
                  <a:gd name="T47" fmla="*/ 278 h 292"/>
                  <a:gd name="T48" fmla="*/ 53 w 292"/>
                  <a:gd name="T49" fmla="*/ 260 h 292"/>
                  <a:gd name="T50" fmla="*/ 31 w 292"/>
                  <a:gd name="T51" fmla="*/ 237 h 292"/>
                  <a:gd name="T52" fmla="*/ 14 w 292"/>
                  <a:gd name="T53" fmla="*/ 210 h 292"/>
                  <a:gd name="T54" fmla="*/ 4 w 292"/>
                  <a:gd name="T55" fmla="*/ 180 h 292"/>
                  <a:gd name="T56" fmla="*/ 0 w 292"/>
                  <a:gd name="T57" fmla="*/ 146 h 292"/>
                  <a:gd name="T58" fmla="*/ 102 w 292"/>
                  <a:gd name="T59" fmla="*/ 121 h 292"/>
                  <a:gd name="T60" fmla="*/ 102 w 292"/>
                  <a:gd name="T61" fmla="*/ 142 h 292"/>
                  <a:gd name="T62" fmla="*/ 120 w 292"/>
                  <a:gd name="T63" fmla="*/ 142 h 292"/>
                  <a:gd name="T64" fmla="*/ 120 w 292"/>
                  <a:gd name="T65" fmla="*/ 223 h 292"/>
                  <a:gd name="T66" fmla="*/ 102 w 292"/>
                  <a:gd name="T67" fmla="*/ 223 h 292"/>
                  <a:gd name="T68" fmla="*/ 102 w 292"/>
                  <a:gd name="T69" fmla="*/ 244 h 292"/>
                  <a:gd name="T70" fmla="*/ 188 w 292"/>
                  <a:gd name="T71" fmla="*/ 244 h 292"/>
                  <a:gd name="T72" fmla="*/ 188 w 292"/>
                  <a:gd name="T73" fmla="*/ 223 h 292"/>
                  <a:gd name="T74" fmla="*/ 170 w 292"/>
                  <a:gd name="T75" fmla="*/ 223 h 292"/>
                  <a:gd name="T76" fmla="*/ 170 w 292"/>
                  <a:gd name="T77" fmla="*/ 142 h 292"/>
                  <a:gd name="T78" fmla="*/ 188 w 292"/>
                  <a:gd name="T79" fmla="*/ 142 h 292"/>
                  <a:gd name="T80" fmla="*/ 188 w 292"/>
                  <a:gd name="T81" fmla="*/ 121 h 292"/>
                  <a:gd name="T82" fmla="*/ 102 w 292"/>
                  <a:gd name="T83" fmla="*/ 121 h 292"/>
                  <a:gd name="T84" fmla="*/ 115 w 292"/>
                  <a:gd name="T85" fmla="*/ 79 h 292"/>
                  <a:gd name="T86" fmla="*/ 117 w 292"/>
                  <a:gd name="T87" fmla="*/ 92 h 292"/>
                  <a:gd name="T88" fmla="*/ 124 w 292"/>
                  <a:gd name="T89" fmla="*/ 101 h 292"/>
                  <a:gd name="T90" fmla="*/ 133 w 292"/>
                  <a:gd name="T91" fmla="*/ 108 h 292"/>
                  <a:gd name="T92" fmla="*/ 145 w 292"/>
                  <a:gd name="T93" fmla="*/ 110 h 292"/>
                  <a:gd name="T94" fmla="*/ 157 w 292"/>
                  <a:gd name="T95" fmla="*/ 108 h 292"/>
                  <a:gd name="T96" fmla="*/ 167 w 292"/>
                  <a:gd name="T97" fmla="*/ 101 h 292"/>
                  <a:gd name="T98" fmla="*/ 174 w 292"/>
                  <a:gd name="T99" fmla="*/ 92 h 292"/>
                  <a:gd name="T100" fmla="*/ 176 w 292"/>
                  <a:gd name="T101" fmla="*/ 79 h 292"/>
                  <a:gd name="T102" fmla="*/ 174 w 292"/>
                  <a:gd name="T103" fmla="*/ 67 h 292"/>
                  <a:gd name="T104" fmla="*/ 167 w 292"/>
                  <a:gd name="T105" fmla="*/ 58 h 292"/>
                  <a:gd name="T106" fmla="*/ 157 w 292"/>
                  <a:gd name="T107" fmla="*/ 51 h 292"/>
                  <a:gd name="T108" fmla="*/ 145 w 292"/>
                  <a:gd name="T109" fmla="*/ 49 h 292"/>
                  <a:gd name="T110" fmla="*/ 133 w 292"/>
                  <a:gd name="T111" fmla="*/ 51 h 292"/>
                  <a:gd name="T112" fmla="*/ 124 w 292"/>
                  <a:gd name="T113" fmla="*/ 58 h 292"/>
                  <a:gd name="T114" fmla="*/ 117 w 292"/>
                  <a:gd name="T115" fmla="*/ 67 h 292"/>
                  <a:gd name="T116" fmla="*/ 115 w 292"/>
                  <a:gd name="T117" fmla="*/ 79 h 29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  <a:cxn ang="0">
                    <a:pos x="T90" y="T91"/>
                  </a:cxn>
                  <a:cxn ang="0">
                    <a:pos x="T92" y="T93"/>
                  </a:cxn>
                  <a:cxn ang="0">
                    <a:pos x="T94" y="T95"/>
                  </a:cxn>
                  <a:cxn ang="0">
                    <a:pos x="T96" y="T97"/>
                  </a:cxn>
                  <a:cxn ang="0">
                    <a:pos x="T98" y="T99"/>
                  </a:cxn>
                  <a:cxn ang="0">
                    <a:pos x="T100" y="T101"/>
                  </a:cxn>
                  <a:cxn ang="0">
                    <a:pos x="T102" y="T103"/>
                  </a:cxn>
                  <a:cxn ang="0">
                    <a:pos x="T104" y="T105"/>
                  </a:cxn>
                  <a:cxn ang="0">
                    <a:pos x="T106" y="T107"/>
                  </a:cxn>
                  <a:cxn ang="0">
                    <a:pos x="T108" y="T109"/>
                  </a:cxn>
                  <a:cxn ang="0">
                    <a:pos x="T110" y="T111"/>
                  </a:cxn>
                  <a:cxn ang="0">
                    <a:pos x="T112" y="T113"/>
                  </a:cxn>
                  <a:cxn ang="0">
                    <a:pos x="T114" y="T115"/>
                  </a:cxn>
                  <a:cxn ang="0">
                    <a:pos x="T116" y="T117"/>
                  </a:cxn>
                </a:cxnLst>
                <a:rect l="0" t="0" r="r" b="b"/>
                <a:pathLst>
                  <a:path w="292" h="292">
                    <a:moveTo>
                      <a:pt x="0" y="146"/>
                    </a:moveTo>
                    <a:lnTo>
                      <a:pt x="4" y="113"/>
                    </a:lnTo>
                    <a:lnTo>
                      <a:pt x="14" y="82"/>
                    </a:lnTo>
                    <a:lnTo>
                      <a:pt x="31" y="55"/>
                    </a:lnTo>
                    <a:lnTo>
                      <a:pt x="53" y="32"/>
                    </a:lnTo>
                    <a:lnTo>
                      <a:pt x="81" y="15"/>
                    </a:lnTo>
                    <a:lnTo>
                      <a:pt x="112" y="4"/>
                    </a:lnTo>
                    <a:lnTo>
                      <a:pt x="145" y="0"/>
                    </a:lnTo>
                    <a:lnTo>
                      <a:pt x="179" y="4"/>
                    </a:lnTo>
                    <a:lnTo>
                      <a:pt x="209" y="15"/>
                    </a:lnTo>
                    <a:lnTo>
                      <a:pt x="237" y="32"/>
                    </a:lnTo>
                    <a:lnTo>
                      <a:pt x="259" y="55"/>
                    </a:lnTo>
                    <a:lnTo>
                      <a:pt x="276" y="82"/>
                    </a:lnTo>
                    <a:lnTo>
                      <a:pt x="288" y="113"/>
                    </a:lnTo>
                    <a:lnTo>
                      <a:pt x="292" y="146"/>
                    </a:lnTo>
                    <a:lnTo>
                      <a:pt x="288" y="180"/>
                    </a:lnTo>
                    <a:lnTo>
                      <a:pt x="276" y="210"/>
                    </a:lnTo>
                    <a:lnTo>
                      <a:pt x="259" y="237"/>
                    </a:lnTo>
                    <a:lnTo>
                      <a:pt x="237" y="260"/>
                    </a:lnTo>
                    <a:lnTo>
                      <a:pt x="209" y="278"/>
                    </a:lnTo>
                    <a:lnTo>
                      <a:pt x="179" y="288"/>
                    </a:lnTo>
                    <a:lnTo>
                      <a:pt x="145" y="292"/>
                    </a:lnTo>
                    <a:lnTo>
                      <a:pt x="112" y="288"/>
                    </a:lnTo>
                    <a:lnTo>
                      <a:pt x="81" y="278"/>
                    </a:lnTo>
                    <a:lnTo>
                      <a:pt x="53" y="260"/>
                    </a:lnTo>
                    <a:lnTo>
                      <a:pt x="31" y="237"/>
                    </a:lnTo>
                    <a:lnTo>
                      <a:pt x="14" y="210"/>
                    </a:lnTo>
                    <a:lnTo>
                      <a:pt x="4" y="180"/>
                    </a:lnTo>
                    <a:lnTo>
                      <a:pt x="0" y="146"/>
                    </a:lnTo>
                    <a:close/>
                    <a:moveTo>
                      <a:pt x="102" y="121"/>
                    </a:moveTo>
                    <a:lnTo>
                      <a:pt x="102" y="142"/>
                    </a:lnTo>
                    <a:lnTo>
                      <a:pt x="120" y="142"/>
                    </a:lnTo>
                    <a:lnTo>
                      <a:pt x="120" y="223"/>
                    </a:lnTo>
                    <a:lnTo>
                      <a:pt x="102" y="223"/>
                    </a:lnTo>
                    <a:lnTo>
                      <a:pt x="102" y="244"/>
                    </a:lnTo>
                    <a:lnTo>
                      <a:pt x="188" y="244"/>
                    </a:lnTo>
                    <a:lnTo>
                      <a:pt x="188" y="223"/>
                    </a:lnTo>
                    <a:lnTo>
                      <a:pt x="170" y="223"/>
                    </a:lnTo>
                    <a:lnTo>
                      <a:pt x="170" y="142"/>
                    </a:lnTo>
                    <a:lnTo>
                      <a:pt x="188" y="142"/>
                    </a:lnTo>
                    <a:lnTo>
                      <a:pt x="188" y="121"/>
                    </a:lnTo>
                    <a:lnTo>
                      <a:pt x="102" y="121"/>
                    </a:lnTo>
                    <a:close/>
                    <a:moveTo>
                      <a:pt x="115" y="79"/>
                    </a:moveTo>
                    <a:lnTo>
                      <a:pt x="117" y="92"/>
                    </a:lnTo>
                    <a:lnTo>
                      <a:pt x="124" y="101"/>
                    </a:lnTo>
                    <a:lnTo>
                      <a:pt x="133" y="108"/>
                    </a:lnTo>
                    <a:lnTo>
                      <a:pt x="145" y="110"/>
                    </a:lnTo>
                    <a:lnTo>
                      <a:pt x="157" y="108"/>
                    </a:lnTo>
                    <a:lnTo>
                      <a:pt x="167" y="101"/>
                    </a:lnTo>
                    <a:lnTo>
                      <a:pt x="174" y="92"/>
                    </a:lnTo>
                    <a:lnTo>
                      <a:pt x="176" y="79"/>
                    </a:lnTo>
                    <a:lnTo>
                      <a:pt x="174" y="67"/>
                    </a:lnTo>
                    <a:lnTo>
                      <a:pt x="167" y="58"/>
                    </a:lnTo>
                    <a:lnTo>
                      <a:pt x="157" y="51"/>
                    </a:lnTo>
                    <a:lnTo>
                      <a:pt x="145" y="49"/>
                    </a:lnTo>
                    <a:lnTo>
                      <a:pt x="133" y="51"/>
                    </a:lnTo>
                    <a:lnTo>
                      <a:pt x="124" y="58"/>
                    </a:lnTo>
                    <a:lnTo>
                      <a:pt x="117" y="67"/>
                    </a:lnTo>
                    <a:lnTo>
                      <a:pt x="115" y="79"/>
                    </a:lnTo>
                    <a:close/>
                  </a:path>
                </a:pathLst>
              </a:custGeom>
              <a:solidFill>
                <a:srgbClr val="FF7800"/>
              </a:solidFill>
              <a:ln w="0">
                <a:noFill/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nl-NL" sz="1100" noProof="0"/>
              </a:p>
            </p:txBody>
          </p:sp>
          <p:sp>
            <p:nvSpPr>
              <p:cNvPr id="161" name="Rechthoek 160">
                <a:extLst>
                  <a:ext uri="{FF2B5EF4-FFF2-40B4-BE49-F238E27FC236}">
                    <a16:creationId xmlns:a16="http://schemas.microsoft.com/office/drawing/2014/main" id="{E05D4D07-5FB3-4EC9-86F9-4E9D6220A1A1}"/>
                  </a:ext>
                </a:extLst>
              </p:cNvPr>
              <p:cNvSpPr/>
              <p:nvPr userDrawn="1"/>
            </p:nvSpPr>
            <p:spPr>
              <a:xfrm>
                <a:off x="-3380966" y="3458473"/>
                <a:ext cx="2817995" cy="592123"/>
              </a:xfrm>
              <a:prstGeom prst="rect">
                <a:avLst/>
              </a:prstGeom>
              <a:noFill/>
              <a:ln w="25400" cap="flat" cmpd="sng" algn="ctr">
                <a:noFill/>
                <a:prstDash val="solid"/>
              </a:ln>
              <a:effectLst/>
            </p:spPr>
            <p:txBody>
              <a:bodyPr lIns="0" tIns="0" rIns="0" bIns="0" rtlCol="0" anchor="t"/>
              <a:lstStyle/>
              <a:p>
                <a:pPr marL="0" marR="0" lvl="0" indent="0" defTabSz="914400" eaLnBrk="1" fontAlgn="auto" latinLnBrk="0" hangingPunct="1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nl-NL" sz="1100" b="0" i="0" u="none" strike="noStrike" kern="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+mn-lt"/>
                    <a:cs typeface="Segoe UI Light" panose="020B0502040204020203" pitchFamily="34" charset="0"/>
                  </a:rPr>
                  <a:t>Meer weten?</a:t>
                </a:r>
                <a:br>
                  <a:rPr kumimoji="0" lang="nl-NL" sz="1100" b="0" i="0" u="none" strike="noStrike" kern="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+mn-lt"/>
                    <a:cs typeface="Segoe UI Light" panose="020B0502040204020203" pitchFamily="34" charset="0"/>
                  </a:rPr>
                </a:br>
                <a:r>
                  <a:rPr kumimoji="0" lang="nl-NL" sz="1100" b="0" i="0" u="none" strike="noStrike" kern="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+mn-lt"/>
                    <a:cs typeface="Segoe UI Light" panose="020B0502040204020203" pitchFamily="34" charset="0"/>
                  </a:rPr>
                  <a:t>Ga naar dia </a:t>
                </a:r>
                <a:r>
                  <a:rPr kumimoji="0" lang="nl-NL" sz="1100" b="1" i="0" u="none" strike="noStrike" kern="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+mn-lt"/>
                    <a:cs typeface="Segoe UI Light" panose="020B0502040204020203" pitchFamily="34" charset="0"/>
                  </a:rPr>
                  <a:t>‘Instructie dia: YouTube links’</a:t>
                </a:r>
                <a:r>
                  <a:rPr kumimoji="0" lang="nl-NL" sz="1100" b="0" i="0" u="none" strike="noStrike" kern="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+mn-lt"/>
                    <a:cs typeface="Segoe UI Light" panose="020B0502040204020203" pitchFamily="34" charset="0"/>
                  </a:rPr>
                  <a:t>, open deze in de diavoorstelling en klik op de gewenste video link.</a:t>
                </a:r>
              </a:p>
            </p:txBody>
          </p:sp>
          <p:cxnSp>
            <p:nvCxnSpPr>
              <p:cNvPr id="162" name="Rechte verbindingslijn 161">
                <a:extLst>
                  <a:ext uri="{FF2B5EF4-FFF2-40B4-BE49-F238E27FC236}">
                    <a16:creationId xmlns:a16="http://schemas.microsoft.com/office/drawing/2014/main" id="{C5897805-9BF7-466B-90B4-122E11DA9C89}"/>
                  </a:ext>
                </a:extLst>
              </p:cNvPr>
              <p:cNvCxnSpPr>
                <a:cxnSpLocks/>
              </p:cNvCxnSpPr>
              <p:nvPr userDrawn="1"/>
            </p:nvCxnSpPr>
            <p:spPr>
              <a:xfrm>
                <a:off x="-3740987" y="4169717"/>
                <a:ext cx="3178016" cy="0"/>
              </a:xfrm>
              <a:prstGeom prst="line">
                <a:avLst/>
              </a:prstGeom>
              <a:noFill/>
              <a:ln w="3175" cap="flat" cmpd="sng" algn="ctr">
                <a:solidFill>
                  <a:schemeClr val="accent1"/>
                </a:solidFill>
                <a:prstDash val="solid"/>
              </a:ln>
              <a:effectLst/>
            </p:spPr>
          </p:cxnSp>
        </p:grpSp>
        <p:sp>
          <p:nvSpPr>
            <p:cNvPr id="67" name="Rechthoek 66">
              <a:extLst>
                <a:ext uri="{FF2B5EF4-FFF2-40B4-BE49-F238E27FC236}">
                  <a16:creationId xmlns:a16="http://schemas.microsoft.com/office/drawing/2014/main" id="{8A2936BC-0D2F-4DEC-9A36-D49BB4790B82}"/>
                </a:ext>
              </a:extLst>
            </p:cNvPr>
            <p:cNvSpPr/>
            <p:nvPr userDrawn="1"/>
          </p:nvSpPr>
          <p:spPr>
            <a:xfrm>
              <a:off x="12397262" y="0"/>
              <a:ext cx="3178016" cy="191611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ctr"/>
            <a:lstStyle/>
            <a:p>
              <a:pPr marL="0" marR="0" lvl="0" indent="0" defTabSz="914400" eaLnBrk="1" fontAlgn="auto" latinLnBrk="0" hangingPunct="1">
                <a:lnSpc>
                  <a:spcPct val="8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nl-NL" sz="1400" b="1" i="0" u="none" strike="noStrike" kern="0" cap="all" spc="0" normalizeH="0" baseline="0" noProof="0">
                  <a:ln>
                    <a:noFill/>
                  </a:ln>
                  <a:solidFill>
                    <a:schemeClr val="accent1"/>
                  </a:solidFill>
                  <a:effectLst/>
                  <a:uLnTx/>
                  <a:uFillTx/>
                  <a:latin typeface="+mj-lt"/>
                  <a:cs typeface="Segoe UI Light" panose="020B0502040204020203" pitchFamily="34" charset="0"/>
                </a:rPr>
                <a:t>Afbeelding invoegen/veranderen</a:t>
              </a:r>
            </a:p>
          </p:txBody>
        </p:sp>
        <p:sp>
          <p:nvSpPr>
            <p:cNvPr id="69" name="Ovaal 68">
              <a:extLst>
                <a:ext uri="{FF2B5EF4-FFF2-40B4-BE49-F238E27FC236}">
                  <a16:creationId xmlns:a16="http://schemas.microsoft.com/office/drawing/2014/main" id="{D8479DE8-58D3-4BD6-8B33-1D342945635A}"/>
                </a:ext>
              </a:extLst>
            </p:cNvPr>
            <p:cNvSpPr/>
            <p:nvPr userDrawn="1"/>
          </p:nvSpPr>
          <p:spPr>
            <a:xfrm>
              <a:off x="12391601" y="366490"/>
              <a:ext cx="260914" cy="259683"/>
            </a:xfrm>
            <a:prstGeom prst="ellipse">
              <a:avLst/>
            </a:prstGeom>
            <a:solidFill>
              <a:schemeClr val="accent1"/>
            </a:solidFill>
            <a:ln w="25400" cap="flat" cmpd="sng" algn="ctr">
              <a:noFill/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1</a:t>
              </a:r>
            </a:p>
          </p:txBody>
        </p:sp>
        <p:cxnSp>
          <p:nvCxnSpPr>
            <p:cNvPr id="70" name="Rechte verbindingslijn 69">
              <a:extLst>
                <a:ext uri="{FF2B5EF4-FFF2-40B4-BE49-F238E27FC236}">
                  <a16:creationId xmlns:a16="http://schemas.microsoft.com/office/drawing/2014/main" id="{F68F612D-E2FE-438B-AF6C-D650A11D6173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2397261" y="241635"/>
              <a:ext cx="3178017" cy="0"/>
            </a:xfrm>
            <a:prstGeom prst="line">
              <a:avLst/>
            </a:prstGeom>
            <a:noFill/>
            <a:ln w="3175" cap="flat" cmpd="sng" algn="ctr">
              <a:solidFill>
                <a:schemeClr val="accent1"/>
              </a:solidFill>
              <a:prstDash val="solid"/>
            </a:ln>
            <a:effectLst/>
          </p:spPr>
        </p:cxnSp>
        <p:cxnSp>
          <p:nvCxnSpPr>
            <p:cNvPr id="71" name="Rechte verbindingslijn 70">
              <a:extLst>
                <a:ext uri="{FF2B5EF4-FFF2-40B4-BE49-F238E27FC236}">
                  <a16:creationId xmlns:a16="http://schemas.microsoft.com/office/drawing/2014/main" id="{1719104B-BFD6-4F99-ACB0-76A6B91F6BF1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2397261" y="1577933"/>
              <a:ext cx="3178017" cy="0"/>
            </a:xfrm>
            <a:prstGeom prst="line">
              <a:avLst/>
            </a:prstGeom>
            <a:noFill/>
            <a:ln w="3175" cap="flat" cmpd="sng" algn="ctr">
              <a:solidFill>
                <a:schemeClr val="accent1"/>
              </a:solidFill>
              <a:prstDash val="solid"/>
            </a:ln>
            <a:effectLst/>
          </p:spPr>
        </p:cxnSp>
        <p:sp>
          <p:nvSpPr>
            <p:cNvPr id="72" name="Rechthoek 71">
              <a:extLst>
                <a:ext uri="{FF2B5EF4-FFF2-40B4-BE49-F238E27FC236}">
                  <a16:creationId xmlns:a16="http://schemas.microsoft.com/office/drawing/2014/main" id="{6A76C2CE-5F20-4EB2-9A6F-65D70EA662D3}"/>
                </a:ext>
              </a:extLst>
            </p:cNvPr>
            <p:cNvSpPr/>
            <p:nvPr userDrawn="1"/>
          </p:nvSpPr>
          <p:spPr>
            <a:xfrm>
              <a:off x="12757282" y="432552"/>
              <a:ext cx="2817995" cy="595423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t"/>
            <a:lstStyle/>
            <a:p>
              <a:pPr marL="0" marR="0" lvl="0" indent="0" defTabSz="914400" eaLnBrk="1" fontAlgn="auto" latinLnBrk="0" hangingPunct="1">
                <a:lnSpc>
                  <a:spcPct val="90000"/>
                </a:lnSpc>
                <a:spcBef>
                  <a:spcPts val="600"/>
                </a:spcBef>
                <a:spcAft>
                  <a:spcPts val="600"/>
                </a:spcAft>
                <a:buClr>
                  <a:schemeClr val="accent1"/>
                </a:buClr>
                <a:buSzTx/>
                <a:buFont typeface="Arial" panose="020B0604020202020204" pitchFamily="34" charset="0"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Wanneer nodig, verwijder de bestaande afbeelding d.m.v. de </a:t>
              </a:r>
              <a:r>
                <a:rPr kumimoji="0" lang="nl-NL" sz="1100" b="1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‘Delete’-knop</a:t>
              </a: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. Klik op het pictogram om een nieuwe afbeelding in te voegen. </a:t>
              </a:r>
              <a:r>
                <a:rPr kumimoji="0" lang="nl-NL" sz="1100" b="0" i="1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(zie onderstaand voorbeeld).</a:t>
              </a:r>
              <a:endParaRPr kumimoji="0" lang="nl-NL" sz="11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cs typeface="Segoe UI Light" panose="020B0502040204020203" pitchFamily="34" charset="0"/>
              </a:endParaRPr>
            </a:p>
          </p:txBody>
        </p:sp>
        <p:cxnSp>
          <p:nvCxnSpPr>
            <p:cNvPr id="73" name="Rechte verbindingslijn 72">
              <a:extLst>
                <a:ext uri="{FF2B5EF4-FFF2-40B4-BE49-F238E27FC236}">
                  <a16:creationId xmlns:a16="http://schemas.microsoft.com/office/drawing/2014/main" id="{B642726B-5625-41A3-97FD-51B3ADC166E2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2397261" y="5688413"/>
              <a:ext cx="3178017" cy="0"/>
            </a:xfrm>
            <a:prstGeom prst="line">
              <a:avLst/>
            </a:prstGeom>
            <a:noFill/>
            <a:ln w="3175" cap="flat" cmpd="sng" algn="ctr">
              <a:solidFill>
                <a:schemeClr val="accent1"/>
              </a:solidFill>
              <a:prstDash val="solid"/>
            </a:ln>
            <a:effectLst/>
          </p:spPr>
        </p:cxnSp>
        <p:sp>
          <p:nvSpPr>
            <p:cNvPr id="75" name="Ovaal 74">
              <a:extLst>
                <a:ext uri="{FF2B5EF4-FFF2-40B4-BE49-F238E27FC236}">
                  <a16:creationId xmlns:a16="http://schemas.microsoft.com/office/drawing/2014/main" id="{6A1D5F81-2CCD-4841-A8BC-C55424790FDA}"/>
                </a:ext>
              </a:extLst>
            </p:cNvPr>
            <p:cNvSpPr/>
            <p:nvPr userDrawn="1"/>
          </p:nvSpPr>
          <p:spPr>
            <a:xfrm>
              <a:off x="12391601" y="1706398"/>
              <a:ext cx="260914" cy="259683"/>
            </a:xfrm>
            <a:prstGeom prst="ellipse">
              <a:avLst/>
            </a:prstGeom>
            <a:solidFill>
              <a:schemeClr val="accent1"/>
            </a:solidFill>
            <a:ln w="25400" cap="flat" cmpd="sng" algn="ctr">
              <a:noFill/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2</a:t>
              </a:r>
            </a:p>
          </p:txBody>
        </p:sp>
        <p:sp>
          <p:nvSpPr>
            <p:cNvPr id="76" name="Rechthoek 75">
              <a:extLst>
                <a:ext uri="{FF2B5EF4-FFF2-40B4-BE49-F238E27FC236}">
                  <a16:creationId xmlns:a16="http://schemas.microsoft.com/office/drawing/2014/main" id="{51DEED6B-8A75-4CCC-B153-B4C182E02F93}"/>
                </a:ext>
              </a:extLst>
            </p:cNvPr>
            <p:cNvSpPr/>
            <p:nvPr userDrawn="1"/>
          </p:nvSpPr>
          <p:spPr>
            <a:xfrm>
              <a:off x="12757282" y="1772461"/>
              <a:ext cx="2817995" cy="318048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t"/>
            <a:lstStyle/>
            <a:p>
              <a:pPr marL="0" marR="0" lvl="0" indent="0" defTabSz="914400" eaLnBrk="1" fontAlgn="auto" latinLnBrk="0" hangingPunct="1">
                <a:lnSpc>
                  <a:spcPct val="90000"/>
                </a:lnSpc>
                <a:spcBef>
                  <a:spcPts val="600"/>
                </a:spcBef>
                <a:spcAft>
                  <a:spcPts val="600"/>
                </a:spcAft>
                <a:buClr>
                  <a:schemeClr val="accent1"/>
                </a:buClr>
                <a:buSzTx/>
                <a:buFont typeface="Arial" panose="020B0604020202020204" pitchFamily="34" charset="0"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Selecteer de gewenste afbeelding</a:t>
              </a:r>
              <a:b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</a:b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en klik op </a:t>
              </a:r>
              <a:r>
                <a:rPr kumimoji="0" lang="nl-NL" sz="1100" b="1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‘Invoegen’</a:t>
              </a: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.</a:t>
              </a:r>
              <a:endParaRPr kumimoji="0" lang="nl-NL" sz="1100" b="1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cs typeface="Segoe UI Light" panose="020B0502040204020203" pitchFamily="34" charset="0"/>
              </a:endParaRPr>
            </a:p>
          </p:txBody>
        </p:sp>
        <p:grpSp>
          <p:nvGrpSpPr>
            <p:cNvPr id="77" name="Groep 76">
              <a:extLst>
                <a:ext uri="{FF2B5EF4-FFF2-40B4-BE49-F238E27FC236}">
                  <a16:creationId xmlns:a16="http://schemas.microsoft.com/office/drawing/2014/main" id="{39404035-A07A-4071-8C0F-8FC1846C53EC}"/>
                </a:ext>
              </a:extLst>
            </p:cNvPr>
            <p:cNvGrpSpPr/>
            <p:nvPr userDrawn="1"/>
          </p:nvGrpSpPr>
          <p:grpSpPr>
            <a:xfrm>
              <a:off x="12757282" y="2184550"/>
              <a:ext cx="825500" cy="209550"/>
              <a:chOff x="13504624" y="2482850"/>
              <a:chExt cx="825500" cy="209550"/>
            </a:xfrm>
          </p:grpSpPr>
          <p:sp>
            <p:nvSpPr>
              <p:cNvPr id="157" name="Rechthoek 156">
                <a:extLst>
                  <a:ext uri="{FF2B5EF4-FFF2-40B4-BE49-F238E27FC236}">
                    <a16:creationId xmlns:a16="http://schemas.microsoft.com/office/drawing/2014/main" id="{B9FCAFAF-FDFA-45FE-8FB4-A95BFDF2CA00}"/>
                  </a:ext>
                </a:extLst>
              </p:cNvPr>
              <p:cNvSpPr/>
              <p:nvPr userDrawn="1"/>
            </p:nvSpPr>
            <p:spPr>
              <a:xfrm>
                <a:off x="13504624" y="2482850"/>
                <a:ext cx="825500" cy="209550"/>
              </a:xfrm>
              <a:prstGeom prst="rect">
                <a:avLst/>
              </a:prstGeom>
              <a:solidFill>
                <a:srgbClr val="E5F1FB"/>
              </a:solidFill>
              <a:ln w="12700">
                <a:solidFill>
                  <a:srgbClr val="0B7ED9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10800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r>
                  <a:rPr lang="nl-NL" sz="800" b="0" noProof="0">
                    <a:solidFill>
                      <a:schemeClr val="tx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Invoegen</a:t>
                </a:r>
              </a:p>
            </p:txBody>
          </p:sp>
          <p:cxnSp>
            <p:nvCxnSpPr>
              <p:cNvPr id="158" name="Rechte verbindingslijn 157">
                <a:extLst>
                  <a:ext uri="{FF2B5EF4-FFF2-40B4-BE49-F238E27FC236}">
                    <a16:creationId xmlns:a16="http://schemas.microsoft.com/office/drawing/2014/main" id="{937B9EA0-1740-4175-BB87-E60F9BF3440D}"/>
                  </a:ext>
                </a:extLst>
              </p:cNvPr>
              <p:cNvCxnSpPr/>
              <p:nvPr userDrawn="1"/>
            </p:nvCxnSpPr>
            <p:spPr>
              <a:xfrm>
                <a:off x="14155269" y="2515250"/>
                <a:ext cx="0" cy="142717"/>
              </a:xfrm>
              <a:prstGeom prst="line">
                <a:avLst/>
              </a:prstGeom>
              <a:noFill/>
              <a:ln w="3175" cap="flat" cmpd="sng" algn="ctr">
                <a:solidFill>
                  <a:srgbClr val="44546A"/>
                </a:solidFill>
                <a:prstDash val="solid"/>
              </a:ln>
              <a:effectLst/>
            </p:spPr>
          </p:cxnSp>
          <p:sp>
            <p:nvSpPr>
              <p:cNvPr id="159" name="Gelijkbenige driehoek 158">
                <a:extLst>
                  <a:ext uri="{FF2B5EF4-FFF2-40B4-BE49-F238E27FC236}">
                    <a16:creationId xmlns:a16="http://schemas.microsoft.com/office/drawing/2014/main" id="{AD5D6E17-3679-4ECD-BB9A-094F5E0E7170}"/>
                  </a:ext>
                </a:extLst>
              </p:cNvPr>
              <p:cNvSpPr/>
              <p:nvPr userDrawn="1"/>
            </p:nvSpPr>
            <p:spPr>
              <a:xfrm rot="10800000">
                <a:off x="14196089" y="2566904"/>
                <a:ext cx="86866" cy="51147"/>
              </a:xfrm>
              <a:prstGeom prst="triangle">
                <a:avLst/>
              </a:prstGeom>
              <a:solidFill>
                <a:srgbClr val="00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nl-NL" sz="1000" b="1" noProof="0">
                  <a:solidFill>
                    <a:schemeClr val="tx1"/>
                  </a:solidFill>
                </a:endParaRPr>
              </a:p>
            </p:txBody>
          </p:sp>
        </p:grpSp>
        <p:grpSp>
          <p:nvGrpSpPr>
            <p:cNvPr id="78" name="Groep 77">
              <a:extLst>
                <a:ext uri="{FF2B5EF4-FFF2-40B4-BE49-F238E27FC236}">
                  <a16:creationId xmlns:a16="http://schemas.microsoft.com/office/drawing/2014/main" id="{31D6A9A0-2C04-45EC-9FC9-53A66589F59A}"/>
                </a:ext>
              </a:extLst>
            </p:cNvPr>
            <p:cNvGrpSpPr/>
            <p:nvPr userDrawn="1"/>
          </p:nvGrpSpPr>
          <p:grpSpPr>
            <a:xfrm>
              <a:off x="12757282" y="1141626"/>
              <a:ext cx="294789" cy="318834"/>
              <a:chOff x="14466489" y="1001522"/>
              <a:chExt cx="290627" cy="314333"/>
            </a:xfrm>
          </p:grpSpPr>
          <p:sp>
            <p:nvSpPr>
              <p:cNvPr id="151" name="Rechthoek 150">
                <a:extLst>
                  <a:ext uri="{FF2B5EF4-FFF2-40B4-BE49-F238E27FC236}">
                    <a16:creationId xmlns:a16="http://schemas.microsoft.com/office/drawing/2014/main" id="{7537D14E-3145-41AA-8BA6-E2DA4792DAB5}"/>
                  </a:ext>
                </a:extLst>
              </p:cNvPr>
              <p:cNvSpPr/>
              <p:nvPr userDrawn="1"/>
            </p:nvSpPr>
            <p:spPr>
              <a:xfrm>
                <a:off x="14466489" y="1001522"/>
                <a:ext cx="257935" cy="254168"/>
              </a:xfrm>
              <a:prstGeom prst="rect">
                <a:avLst/>
              </a:prstGeom>
              <a:solidFill>
                <a:schemeClr val="bg1"/>
              </a:solidFill>
              <a:ln w="12700">
                <a:solidFill>
                  <a:srgbClr val="C0C0C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10800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lvl="0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endParaRPr lang="nl-NL" sz="800" b="0" noProof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152" name="Ovaal 151">
                <a:extLst>
                  <a:ext uri="{FF2B5EF4-FFF2-40B4-BE49-F238E27FC236}">
                    <a16:creationId xmlns:a16="http://schemas.microsoft.com/office/drawing/2014/main" id="{5A063F0D-3016-4D67-A80E-A2ACE05C76A0}"/>
                  </a:ext>
                </a:extLst>
              </p:cNvPr>
              <p:cNvSpPr/>
              <p:nvPr userDrawn="1"/>
            </p:nvSpPr>
            <p:spPr>
              <a:xfrm>
                <a:off x="14623626" y="1033630"/>
                <a:ext cx="71169" cy="71169"/>
              </a:xfrm>
              <a:prstGeom prst="ellipse">
                <a:avLst/>
              </a:prstGeom>
              <a:solidFill>
                <a:srgbClr val="F1D8A5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nl-NL" sz="1000" b="1" noProof="0">
                  <a:solidFill>
                    <a:schemeClr val="tx1"/>
                  </a:solidFill>
                </a:endParaRPr>
              </a:p>
            </p:txBody>
          </p:sp>
          <p:sp>
            <p:nvSpPr>
              <p:cNvPr id="153" name="Vrije vorm: vorm 152">
                <a:extLst>
                  <a:ext uri="{FF2B5EF4-FFF2-40B4-BE49-F238E27FC236}">
                    <a16:creationId xmlns:a16="http://schemas.microsoft.com/office/drawing/2014/main" id="{B6672389-7339-4818-917A-210CB31A7851}"/>
                  </a:ext>
                </a:extLst>
              </p:cNvPr>
              <p:cNvSpPr/>
              <p:nvPr userDrawn="1"/>
            </p:nvSpPr>
            <p:spPr>
              <a:xfrm rot="2700000">
                <a:off x="14498877" y="1157846"/>
                <a:ext cx="168558" cy="147459"/>
              </a:xfrm>
              <a:custGeom>
                <a:avLst/>
                <a:gdLst>
                  <a:gd name="connsiteX0" fmla="*/ 12837 w 168558"/>
                  <a:gd name="connsiteY0" fmla="*/ 12836 h 147459"/>
                  <a:gd name="connsiteX1" fmla="*/ 43826 w 168558"/>
                  <a:gd name="connsiteY1" fmla="*/ 0 h 147459"/>
                  <a:gd name="connsiteX2" fmla="*/ 168558 w 168558"/>
                  <a:gd name="connsiteY2" fmla="*/ 0 h 147459"/>
                  <a:gd name="connsiteX3" fmla="*/ 21099 w 168558"/>
                  <a:gd name="connsiteY3" fmla="*/ 147459 h 147459"/>
                  <a:gd name="connsiteX4" fmla="*/ 0 w 168558"/>
                  <a:gd name="connsiteY4" fmla="*/ 126361 h 147459"/>
                  <a:gd name="connsiteX5" fmla="*/ 0 w 168558"/>
                  <a:gd name="connsiteY5" fmla="*/ 43826 h 147459"/>
                  <a:gd name="connsiteX6" fmla="*/ 12837 w 168558"/>
                  <a:gd name="connsiteY6" fmla="*/ 12836 h 14745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68558" h="147459">
                    <a:moveTo>
                      <a:pt x="12837" y="12836"/>
                    </a:moveTo>
                    <a:cubicBezTo>
                      <a:pt x="20768" y="4905"/>
                      <a:pt x="31724" y="0"/>
                      <a:pt x="43826" y="0"/>
                    </a:cubicBezTo>
                    <a:lnTo>
                      <a:pt x="168558" y="0"/>
                    </a:lnTo>
                    <a:lnTo>
                      <a:pt x="21099" y="147459"/>
                    </a:lnTo>
                    <a:lnTo>
                      <a:pt x="0" y="126361"/>
                    </a:lnTo>
                    <a:lnTo>
                      <a:pt x="0" y="43826"/>
                    </a:lnTo>
                    <a:cubicBezTo>
                      <a:pt x="1" y="31723"/>
                      <a:pt x="4906" y="20767"/>
                      <a:pt x="12837" y="12836"/>
                    </a:cubicBezTo>
                    <a:close/>
                  </a:path>
                </a:pathLst>
              </a:custGeom>
              <a:solidFill>
                <a:srgbClr val="C9D8E9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nl-NL" sz="1000" b="1" noProof="0">
                  <a:solidFill>
                    <a:schemeClr val="tx1"/>
                  </a:solidFill>
                </a:endParaRPr>
              </a:p>
            </p:txBody>
          </p:sp>
          <p:sp>
            <p:nvSpPr>
              <p:cNvPr id="154" name="Rechthoek: afgeronde hoeken 153">
                <a:extLst>
                  <a:ext uri="{FF2B5EF4-FFF2-40B4-BE49-F238E27FC236}">
                    <a16:creationId xmlns:a16="http://schemas.microsoft.com/office/drawing/2014/main" id="{CC87DF75-C992-4B02-97F4-10B66F4FCBB5}"/>
                  </a:ext>
                </a:extLst>
              </p:cNvPr>
              <p:cNvSpPr/>
              <p:nvPr userDrawn="1"/>
            </p:nvSpPr>
            <p:spPr>
              <a:xfrm>
                <a:off x="14601150" y="1145314"/>
                <a:ext cx="155966" cy="116816"/>
              </a:xfrm>
              <a:prstGeom prst="roundRect">
                <a:avLst/>
              </a:prstGeom>
              <a:solidFill>
                <a:schemeClr val="bg1"/>
              </a:solidFill>
              <a:ln w="19050">
                <a:solidFill>
                  <a:srgbClr val="8AADD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10800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lvl="0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endParaRPr lang="nl-NL" sz="800" b="0" noProof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cxnSp>
            <p:nvCxnSpPr>
              <p:cNvPr id="155" name="Rechte verbindingslijn 154">
                <a:extLst>
                  <a:ext uri="{FF2B5EF4-FFF2-40B4-BE49-F238E27FC236}">
                    <a16:creationId xmlns:a16="http://schemas.microsoft.com/office/drawing/2014/main" id="{A594B960-EC39-48A1-BD3B-8BDE1CEA55DC}"/>
                  </a:ext>
                </a:extLst>
              </p:cNvPr>
              <p:cNvCxnSpPr>
                <a:cxnSpLocks/>
              </p:cNvCxnSpPr>
              <p:nvPr userDrawn="1"/>
            </p:nvCxnSpPr>
            <p:spPr>
              <a:xfrm>
                <a:off x="14637490" y="1308665"/>
                <a:ext cx="83286" cy="0"/>
              </a:xfrm>
              <a:prstGeom prst="line">
                <a:avLst/>
              </a:prstGeom>
              <a:solidFill>
                <a:schemeClr val="bg1"/>
              </a:solidFill>
              <a:ln w="19050">
                <a:solidFill>
                  <a:srgbClr val="8AADD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156" name="Rechte verbindingslijn 155">
                <a:extLst>
                  <a:ext uri="{FF2B5EF4-FFF2-40B4-BE49-F238E27FC236}">
                    <a16:creationId xmlns:a16="http://schemas.microsoft.com/office/drawing/2014/main" id="{29E4933F-B681-40E9-81E6-4BFE50351C8B}"/>
                  </a:ext>
                </a:extLst>
              </p:cNvPr>
              <p:cNvCxnSpPr>
                <a:cxnSpLocks/>
                <a:stCxn id="154" idx="2"/>
              </p:cNvCxnSpPr>
              <p:nvPr userDrawn="1"/>
            </p:nvCxnSpPr>
            <p:spPr>
              <a:xfrm flipH="1">
                <a:off x="14678717" y="1262130"/>
                <a:ext cx="416" cy="43573"/>
              </a:xfrm>
              <a:prstGeom prst="line">
                <a:avLst/>
              </a:prstGeom>
              <a:solidFill>
                <a:schemeClr val="bg1"/>
              </a:solidFill>
              <a:ln w="19050">
                <a:solidFill>
                  <a:srgbClr val="8AADD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</p:grpSp>
        <p:sp>
          <p:nvSpPr>
            <p:cNvPr id="79" name="Ovaal 78">
              <a:extLst>
                <a:ext uri="{FF2B5EF4-FFF2-40B4-BE49-F238E27FC236}">
                  <a16:creationId xmlns:a16="http://schemas.microsoft.com/office/drawing/2014/main" id="{95ADBB4B-DB43-4B95-BBB1-4EF78D913B23}"/>
                </a:ext>
              </a:extLst>
            </p:cNvPr>
            <p:cNvSpPr/>
            <p:nvPr userDrawn="1"/>
          </p:nvSpPr>
          <p:spPr>
            <a:xfrm>
              <a:off x="12391601" y="2617951"/>
              <a:ext cx="260914" cy="259683"/>
            </a:xfrm>
            <a:prstGeom prst="ellipse">
              <a:avLst/>
            </a:prstGeom>
            <a:solidFill>
              <a:schemeClr val="accent1"/>
            </a:solidFill>
            <a:ln w="25400" cap="flat" cmpd="sng" algn="ctr">
              <a:noFill/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3</a:t>
              </a:r>
            </a:p>
          </p:txBody>
        </p:sp>
        <p:sp>
          <p:nvSpPr>
            <p:cNvPr id="80" name="Rechthoek 79">
              <a:extLst>
                <a:ext uri="{FF2B5EF4-FFF2-40B4-BE49-F238E27FC236}">
                  <a16:creationId xmlns:a16="http://schemas.microsoft.com/office/drawing/2014/main" id="{28504821-72A2-4CEA-9D50-70679CC2C0B7}"/>
                </a:ext>
              </a:extLst>
            </p:cNvPr>
            <p:cNvSpPr/>
            <p:nvPr userDrawn="1"/>
          </p:nvSpPr>
          <p:spPr>
            <a:xfrm>
              <a:off x="12757283" y="2684015"/>
              <a:ext cx="2817996" cy="316612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t"/>
            <a:lstStyle/>
            <a:p>
              <a:pPr marL="0" marR="0" lvl="0" indent="0" defTabSz="914400" eaLnBrk="1" fontAlgn="auto" latinLnBrk="0" hangingPunct="1">
                <a:lnSpc>
                  <a:spcPct val="90000"/>
                </a:lnSpc>
                <a:spcBef>
                  <a:spcPts val="600"/>
                </a:spcBef>
                <a:spcAft>
                  <a:spcPts val="600"/>
                </a:spcAft>
                <a:buClr>
                  <a:schemeClr val="accent1"/>
                </a:buClr>
                <a:buSzTx/>
                <a:buFont typeface="Arial" panose="020B0604020202020204" pitchFamily="34" charset="0"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Klik met de rechter muisknop op de afbeelding en kies </a:t>
              </a:r>
              <a:r>
                <a:rPr kumimoji="0" lang="nl-NL" sz="1100" b="1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´Naar achtergrond´</a:t>
              </a: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.</a:t>
              </a:r>
              <a:endParaRPr kumimoji="0" lang="nl-NL" sz="1100" b="1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cs typeface="Segoe UI Light" panose="020B0502040204020203" pitchFamily="34" charset="0"/>
              </a:endParaRPr>
            </a:p>
          </p:txBody>
        </p:sp>
        <p:cxnSp>
          <p:nvCxnSpPr>
            <p:cNvPr id="82" name="Rechte verbindingslijn 81">
              <a:extLst>
                <a:ext uri="{FF2B5EF4-FFF2-40B4-BE49-F238E27FC236}">
                  <a16:creationId xmlns:a16="http://schemas.microsoft.com/office/drawing/2014/main" id="{240EAD0F-2F2B-4096-9FD4-D4694C040511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2397261" y="2499789"/>
              <a:ext cx="3178017" cy="0"/>
            </a:xfrm>
            <a:prstGeom prst="line">
              <a:avLst/>
            </a:prstGeom>
            <a:noFill/>
            <a:ln w="3175" cap="flat" cmpd="sng" algn="ctr">
              <a:solidFill>
                <a:schemeClr val="accent1"/>
              </a:solidFill>
              <a:prstDash val="solid"/>
            </a:ln>
            <a:effectLst/>
          </p:spPr>
        </p:cxnSp>
        <p:grpSp>
          <p:nvGrpSpPr>
            <p:cNvPr id="83" name="Groep 82">
              <a:extLst>
                <a:ext uri="{FF2B5EF4-FFF2-40B4-BE49-F238E27FC236}">
                  <a16:creationId xmlns:a16="http://schemas.microsoft.com/office/drawing/2014/main" id="{21918E90-E0C4-4A19-B70F-77772F93CCCE}"/>
                </a:ext>
              </a:extLst>
            </p:cNvPr>
            <p:cNvGrpSpPr/>
            <p:nvPr userDrawn="1"/>
          </p:nvGrpSpPr>
          <p:grpSpPr>
            <a:xfrm>
              <a:off x="12757282" y="4967075"/>
              <a:ext cx="1499406" cy="580946"/>
              <a:chOff x="12757283" y="3120781"/>
              <a:chExt cx="1499406" cy="580946"/>
            </a:xfrm>
          </p:grpSpPr>
          <p:sp>
            <p:nvSpPr>
              <p:cNvPr id="137" name="Rechthoek 136">
                <a:extLst>
                  <a:ext uri="{FF2B5EF4-FFF2-40B4-BE49-F238E27FC236}">
                    <a16:creationId xmlns:a16="http://schemas.microsoft.com/office/drawing/2014/main" id="{C505D121-7242-4280-A811-F9654B7259E3}"/>
                  </a:ext>
                </a:extLst>
              </p:cNvPr>
              <p:cNvSpPr/>
              <p:nvPr userDrawn="1"/>
            </p:nvSpPr>
            <p:spPr>
              <a:xfrm>
                <a:off x="12757283" y="3120781"/>
                <a:ext cx="1499406" cy="580946"/>
              </a:xfrm>
              <a:prstGeom prst="rect">
                <a:avLst/>
              </a:prstGeom>
              <a:solidFill>
                <a:schemeClr val="bg1"/>
              </a:solidFill>
              <a:ln w="12700">
                <a:solidFill>
                  <a:srgbClr val="D1D1D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10800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endParaRPr lang="nl-NL" sz="800" b="0" noProof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138" name="Rechthoek 137">
                <a:extLst>
                  <a:ext uri="{FF2B5EF4-FFF2-40B4-BE49-F238E27FC236}">
                    <a16:creationId xmlns:a16="http://schemas.microsoft.com/office/drawing/2014/main" id="{9E207B54-A356-463F-BDD8-988B2933314B}"/>
                  </a:ext>
                </a:extLst>
              </p:cNvPr>
              <p:cNvSpPr/>
              <p:nvPr userDrawn="1"/>
            </p:nvSpPr>
            <p:spPr>
              <a:xfrm>
                <a:off x="12761843" y="3146420"/>
                <a:ext cx="1478943" cy="257235"/>
              </a:xfrm>
              <a:prstGeom prst="rect">
                <a:avLst/>
              </a:prstGeom>
              <a:solidFill>
                <a:srgbClr val="FCE4DC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nl-NL" sz="700" b="1" noProof="0">
                  <a:solidFill>
                    <a:schemeClr val="tx1"/>
                  </a:solidFill>
                </a:endParaRPr>
              </a:p>
            </p:txBody>
          </p:sp>
          <p:sp>
            <p:nvSpPr>
              <p:cNvPr id="139" name="Tekstvak 138">
                <a:extLst>
                  <a:ext uri="{FF2B5EF4-FFF2-40B4-BE49-F238E27FC236}">
                    <a16:creationId xmlns:a16="http://schemas.microsoft.com/office/drawing/2014/main" id="{030C3FAC-57AC-41A4-B754-252703D57B58}"/>
                  </a:ext>
                </a:extLst>
              </p:cNvPr>
              <p:cNvSpPr txBox="1"/>
              <p:nvPr userDrawn="1"/>
            </p:nvSpPr>
            <p:spPr>
              <a:xfrm>
                <a:off x="12997648" y="3173471"/>
                <a:ext cx="957818" cy="20313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algn="l" defTabSz="1217512" rtl="0" eaLnBrk="1" latinLnBrk="0" hangingPunct="1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r>
                  <a:rPr lang="nl-NL" sz="800" b="0" kern="1200" noProof="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rPr>
                  <a:t>Naar voorgrond</a:t>
                </a:r>
              </a:p>
            </p:txBody>
          </p:sp>
          <p:sp>
            <p:nvSpPr>
              <p:cNvPr id="140" name="Tekstvak 139">
                <a:extLst>
                  <a:ext uri="{FF2B5EF4-FFF2-40B4-BE49-F238E27FC236}">
                    <a16:creationId xmlns:a16="http://schemas.microsoft.com/office/drawing/2014/main" id="{5C11FAC4-4C9D-4DED-B58C-8B3C3878D53D}"/>
                  </a:ext>
                </a:extLst>
              </p:cNvPr>
              <p:cNvSpPr txBox="1"/>
              <p:nvPr userDrawn="1"/>
            </p:nvSpPr>
            <p:spPr>
              <a:xfrm>
                <a:off x="12984219" y="3481017"/>
                <a:ext cx="1165564" cy="20313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algn="l" defTabSz="1217512" rtl="0" eaLnBrk="1" latinLnBrk="0" hangingPunct="1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r>
                  <a:rPr lang="nl-NL" sz="800" b="0" kern="1200" noProof="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rPr>
                  <a:t>Naar achtergrond</a:t>
                </a:r>
              </a:p>
            </p:txBody>
          </p:sp>
          <p:pic>
            <p:nvPicPr>
              <p:cNvPr id="141" name="Picture 3">
                <a:extLst>
                  <a:ext uri="{FF2B5EF4-FFF2-40B4-BE49-F238E27FC236}">
                    <a16:creationId xmlns:a16="http://schemas.microsoft.com/office/drawing/2014/main" id="{05F88D51-A991-4386-ADA4-11EDA59DD8E6}"/>
                  </a:ext>
                </a:extLst>
              </p:cNvPr>
              <p:cNvPicPr>
                <a:picLocks noChangeAspect="1" noChangeArrowheads="1"/>
              </p:cNvPicPr>
              <p:nvPr userDrawn="1"/>
            </p:nvPicPr>
            <p:blipFill>
              <a:blip r:embed="rId2" cstate="email">
                <a:extLst>
                  <a:ext uri="{28A0092B-C50C-407E-A947-70E740481C1C}">
                    <a14:useLocalDpi xmlns:a14="http://schemas.microsoft.com/office/drawing/2010/main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13938926" y="3243867"/>
                <a:ext cx="143086" cy="231331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</p:pic>
          <p:sp>
            <p:nvSpPr>
              <p:cNvPr id="142" name="Gelijkbenige driehoek 141">
                <a:extLst>
                  <a:ext uri="{FF2B5EF4-FFF2-40B4-BE49-F238E27FC236}">
                    <a16:creationId xmlns:a16="http://schemas.microsoft.com/office/drawing/2014/main" id="{8DE089DD-599B-460B-9DAE-D75E57CA5E25}"/>
                  </a:ext>
                </a:extLst>
              </p:cNvPr>
              <p:cNvSpPr/>
              <p:nvPr userDrawn="1"/>
            </p:nvSpPr>
            <p:spPr>
              <a:xfrm rot="5400000">
                <a:off x="14094210" y="3244199"/>
                <a:ext cx="86866" cy="51147"/>
              </a:xfrm>
              <a:prstGeom prst="triangle">
                <a:avLst/>
              </a:prstGeom>
              <a:solidFill>
                <a:srgbClr val="00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nl-NL" sz="1000" b="1" noProof="0">
                  <a:solidFill>
                    <a:schemeClr val="tx1"/>
                  </a:solidFill>
                </a:endParaRPr>
              </a:p>
            </p:txBody>
          </p:sp>
          <p:grpSp>
            <p:nvGrpSpPr>
              <p:cNvPr id="143" name="Groep 142">
                <a:extLst>
                  <a:ext uri="{FF2B5EF4-FFF2-40B4-BE49-F238E27FC236}">
                    <a16:creationId xmlns:a16="http://schemas.microsoft.com/office/drawing/2014/main" id="{A5951D05-6D0B-4634-A3CD-03C4848054FA}"/>
                  </a:ext>
                </a:extLst>
              </p:cNvPr>
              <p:cNvGrpSpPr/>
              <p:nvPr userDrawn="1"/>
            </p:nvGrpSpPr>
            <p:grpSpPr>
              <a:xfrm>
                <a:off x="12822311" y="3178534"/>
                <a:ext cx="182309" cy="163794"/>
                <a:chOff x="12832541" y="3162395"/>
                <a:chExt cx="219532" cy="197236"/>
              </a:xfrm>
            </p:grpSpPr>
            <p:sp>
              <p:nvSpPr>
                <p:cNvPr id="148" name="Rechthoek 147">
                  <a:extLst>
                    <a:ext uri="{FF2B5EF4-FFF2-40B4-BE49-F238E27FC236}">
                      <a16:creationId xmlns:a16="http://schemas.microsoft.com/office/drawing/2014/main" id="{07BDD439-596B-4C5D-A74F-A713FEB706E9}"/>
                    </a:ext>
                  </a:extLst>
                </p:cNvPr>
                <p:cNvSpPr/>
                <p:nvPr userDrawn="1"/>
              </p:nvSpPr>
              <p:spPr>
                <a:xfrm>
                  <a:off x="12832541" y="3162395"/>
                  <a:ext cx="81487" cy="81487"/>
                </a:xfrm>
                <a:prstGeom prst="rect">
                  <a:avLst/>
                </a:prstGeom>
                <a:solidFill>
                  <a:schemeClr val="bg1"/>
                </a:solidFill>
                <a:ln w="12700">
                  <a:solidFill>
                    <a:schemeClr val="tx2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  <p:sp>
              <p:nvSpPr>
                <p:cNvPr id="149" name="Rechthoek 148">
                  <a:extLst>
                    <a:ext uri="{FF2B5EF4-FFF2-40B4-BE49-F238E27FC236}">
                      <a16:creationId xmlns:a16="http://schemas.microsoft.com/office/drawing/2014/main" id="{3981B1DD-F789-4EA5-B4C6-9CEFC733AEC2}"/>
                    </a:ext>
                  </a:extLst>
                </p:cNvPr>
                <p:cNvSpPr/>
                <p:nvPr userDrawn="1"/>
              </p:nvSpPr>
              <p:spPr>
                <a:xfrm>
                  <a:off x="12970586" y="3278144"/>
                  <a:ext cx="81487" cy="81487"/>
                </a:xfrm>
                <a:prstGeom prst="rect">
                  <a:avLst/>
                </a:prstGeom>
                <a:solidFill>
                  <a:schemeClr val="bg1"/>
                </a:solidFill>
                <a:ln w="12700">
                  <a:solidFill>
                    <a:schemeClr val="tx2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  <p:sp>
              <p:nvSpPr>
                <p:cNvPr id="150" name="Rechthoek 149">
                  <a:extLst>
                    <a:ext uri="{FF2B5EF4-FFF2-40B4-BE49-F238E27FC236}">
                      <a16:creationId xmlns:a16="http://schemas.microsoft.com/office/drawing/2014/main" id="{842F42B4-4878-410D-904A-E73DA089926C}"/>
                    </a:ext>
                  </a:extLst>
                </p:cNvPr>
                <p:cNvSpPr/>
                <p:nvPr userDrawn="1"/>
              </p:nvSpPr>
              <p:spPr>
                <a:xfrm>
                  <a:off x="12873284" y="3191991"/>
                  <a:ext cx="138045" cy="138044"/>
                </a:xfrm>
                <a:prstGeom prst="rect">
                  <a:avLst/>
                </a:prstGeom>
                <a:solidFill>
                  <a:srgbClr val="EABE76"/>
                </a:solidFill>
                <a:ln w="12700">
                  <a:solidFill>
                    <a:schemeClr val="bg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</p:grpSp>
          <p:grpSp>
            <p:nvGrpSpPr>
              <p:cNvPr id="144" name="Groep 143">
                <a:extLst>
                  <a:ext uri="{FF2B5EF4-FFF2-40B4-BE49-F238E27FC236}">
                    <a16:creationId xmlns:a16="http://schemas.microsoft.com/office/drawing/2014/main" id="{4E12BE22-FB15-497E-9873-919D343F0EBF}"/>
                  </a:ext>
                </a:extLst>
              </p:cNvPr>
              <p:cNvGrpSpPr/>
              <p:nvPr userDrawn="1"/>
            </p:nvGrpSpPr>
            <p:grpSpPr>
              <a:xfrm>
                <a:off x="12822311" y="3480352"/>
                <a:ext cx="182309" cy="163794"/>
                <a:chOff x="12832541" y="3162395"/>
                <a:chExt cx="219532" cy="197236"/>
              </a:xfrm>
            </p:grpSpPr>
            <p:sp>
              <p:nvSpPr>
                <p:cNvPr id="145" name="Rechthoek 144">
                  <a:extLst>
                    <a:ext uri="{FF2B5EF4-FFF2-40B4-BE49-F238E27FC236}">
                      <a16:creationId xmlns:a16="http://schemas.microsoft.com/office/drawing/2014/main" id="{041B8852-528A-4DE0-90D1-89383BC87B3E}"/>
                    </a:ext>
                  </a:extLst>
                </p:cNvPr>
                <p:cNvSpPr/>
                <p:nvPr userDrawn="1"/>
              </p:nvSpPr>
              <p:spPr>
                <a:xfrm>
                  <a:off x="12873284" y="3191991"/>
                  <a:ext cx="138045" cy="138044"/>
                </a:xfrm>
                <a:prstGeom prst="rect">
                  <a:avLst/>
                </a:prstGeom>
                <a:solidFill>
                  <a:srgbClr val="EABE76"/>
                </a:solidFill>
                <a:ln w="12700">
                  <a:solidFill>
                    <a:schemeClr val="bg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  <p:sp>
              <p:nvSpPr>
                <p:cNvPr id="146" name="Rechthoek 145">
                  <a:extLst>
                    <a:ext uri="{FF2B5EF4-FFF2-40B4-BE49-F238E27FC236}">
                      <a16:creationId xmlns:a16="http://schemas.microsoft.com/office/drawing/2014/main" id="{DA209949-23BB-4725-8472-A7C4CE10DDFB}"/>
                    </a:ext>
                  </a:extLst>
                </p:cNvPr>
                <p:cNvSpPr/>
                <p:nvPr userDrawn="1"/>
              </p:nvSpPr>
              <p:spPr>
                <a:xfrm>
                  <a:off x="12832541" y="3162395"/>
                  <a:ext cx="81487" cy="81487"/>
                </a:xfrm>
                <a:prstGeom prst="rect">
                  <a:avLst/>
                </a:prstGeom>
                <a:solidFill>
                  <a:schemeClr val="bg1"/>
                </a:solidFill>
                <a:ln w="12700">
                  <a:solidFill>
                    <a:schemeClr val="tx2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  <p:sp>
              <p:nvSpPr>
                <p:cNvPr id="147" name="Rechthoek 146">
                  <a:extLst>
                    <a:ext uri="{FF2B5EF4-FFF2-40B4-BE49-F238E27FC236}">
                      <a16:creationId xmlns:a16="http://schemas.microsoft.com/office/drawing/2014/main" id="{C024A17F-57DA-4CE8-8CFB-620696FBEB80}"/>
                    </a:ext>
                  </a:extLst>
                </p:cNvPr>
                <p:cNvSpPr/>
                <p:nvPr userDrawn="1"/>
              </p:nvSpPr>
              <p:spPr>
                <a:xfrm>
                  <a:off x="12970586" y="3278144"/>
                  <a:ext cx="81487" cy="81487"/>
                </a:xfrm>
                <a:prstGeom prst="rect">
                  <a:avLst/>
                </a:prstGeom>
                <a:solidFill>
                  <a:schemeClr val="bg1"/>
                </a:solidFill>
                <a:ln w="12700">
                  <a:solidFill>
                    <a:schemeClr val="tx2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</p:grpSp>
        </p:grpSp>
        <p:sp>
          <p:nvSpPr>
            <p:cNvPr id="84" name="Ovaal 83">
              <a:extLst>
                <a:ext uri="{FF2B5EF4-FFF2-40B4-BE49-F238E27FC236}">
                  <a16:creationId xmlns:a16="http://schemas.microsoft.com/office/drawing/2014/main" id="{6B404E5B-A21A-48CD-9633-E950FE14BC16}"/>
                </a:ext>
              </a:extLst>
            </p:cNvPr>
            <p:cNvSpPr/>
            <p:nvPr userDrawn="1"/>
          </p:nvSpPr>
          <p:spPr>
            <a:xfrm>
              <a:off x="12391601" y="4027651"/>
              <a:ext cx="260914" cy="259683"/>
            </a:xfrm>
            <a:prstGeom prst="ellipse">
              <a:avLst/>
            </a:prstGeom>
            <a:solidFill>
              <a:schemeClr val="accent1"/>
            </a:solidFill>
            <a:ln w="25400" cap="flat" cmpd="sng" algn="ctr">
              <a:noFill/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4</a:t>
              </a:r>
            </a:p>
          </p:txBody>
        </p:sp>
        <p:sp>
          <p:nvSpPr>
            <p:cNvPr id="85" name="Rechthoek 84">
              <a:extLst>
                <a:ext uri="{FF2B5EF4-FFF2-40B4-BE49-F238E27FC236}">
                  <a16:creationId xmlns:a16="http://schemas.microsoft.com/office/drawing/2014/main" id="{3BD891F5-8C9E-4D5F-9723-D81EB874E023}"/>
                </a:ext>
              </a:extLst>
            </p:cNvPr>
            <p:cNvSpPr/>
            <p:nvPr userDrawn="1"/>
          </p:nvSpPr>
          <p:spPr>
            <a:xfrm>
              <a:off x="12757283" y="4093714"/>
              <a:ext cx="2817996" cy="628659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t"/>
            <a:lstStyle/>
            <a:p>
              <a:pPr marL="0" marR="0" lvl="0" indent="0" defTabSz="914400" eaLnBrk="1" fontAlgn="auto" latinLnBrk="0" hangingPunct="1">
                <a:lnSpc>
                  <a:spcPct val="90000"/>
                </a:lnSpc>
                <a:spcBef>
                  <a:spcPts val="600"/>
                </a:spcBef>
                <a:spcAft>
                  <a:spcPts val="600"/>
                </a:spcAft>
                <a:buClr>
                  <a:schemeClr val="accent1"/>
                </a:buClr>
                <a:buSzTx/>
                <a:buFont typeface="Arial" panose="020B0604020202020204" pitchFamily="34" charset="0"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Staat het invoegvenster achter de oranje lijn? Klik dan op de rechtermuisknop en kies </a:t>
              </a:r>
              <a:b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</a:b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‘</a:t>
              </a:r>
              <a:r>
                <a:rPr kumimoji="0" lang="nl-NL" sz="1100" b="1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naar voorgrond</a:t>
              </a: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’ om deze naar voren </a:t>
              </a:r>
              <a:b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</a:b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te halen. Klik na het invoegen op </a:t>
              </a:r>
              <a:b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</a:b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‘</a:t>
              </a:r>
              <a:r>
                <a:rPr kumimoji="0" lang="nl-NL" sz="1100" b="1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Naar achtergrond</a:t>
              </a: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’.</a:t>
              </a:r>
              <a:endParaRPr kumimoji="0" lang="nl-NL" sz="1100" b="1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cs typeface="Segoe UI Light" panose="020B0502040204020203" pitchFamily="34" charset="0"/>
              </a:endParaRPr>
            </a:p>
          </p:txBody>
        </p:sp>
        <p:cxnSp>
          <p:nvCxnSpPr>
            <p:cNvPr id="135" name="Rechte verbindingslijn 134">
              <a:extLst>
                <a:ext uri="{FF2B5EF4-FFF2-40B4-BE49-F238E27FC236}">
                  <a16:creationId xmlns:a16="http://schemas.microsoft.com/office/drawing/2014/main" id="{A8CAD07D-6BEC-4525-A385-59CA6FD1ACC3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2397261" y="3909489"/>
              <a:ext cx="3178017" cy="0"/>
            </a:xfrm>
            <a:prstGeom prst="line">
              <a:avLst/>
            </a:prstGeom>
            <a:noFill/>
            <a:ln w="3175" cap="flat" cmpd="sng" algn="ctr">
              <a:solidFill>
                <a:schemeClr val="accent1"/>
              </a:solidFill>
              <a:prstDash val="solid"/>
            </a:ln>
            <a:effectLst/>
          </p:spPr>
        </p:cxnSp>
      </p:grpSp>
      <p:sp>
        <p:nvSpPr>
          <p:cNvPr id="74" name="logo">
            <a:extLst>
              <a:ext uri="{FF2B5EF4-FFF2-40B4-BE49-F238E27FC236}">
                <a16:creationId xmlns:a16="http://schemas.microsoft.com/office/drawing/2014/main" id="{458ED21E-36CB-428F-A21D-04589AFD8EE0}"/>
              </a:ext>
            </a:extLst>
          </p:cNvPr>
          <p:cNvSpPr>
            <a:spLocks noGrp="1"/>
          </p:cNvSpPr>
          <p:nvPr>
            <p:ph type="body" sz="quarter" idx="64" hasCustomPrompt="1"/>
          </p:nvPr>
        </p:nvSpPr>
        <p:spPr>
          <a:xfrm>
            <a:off x="10691963" y="5852007"/>
            <a:ext cx="991742" cy="486603"/>
          </a:xfrm>
          <a:blipFill>
            <a:blip r:embed="rId3" cstate="email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>
              <a:fillRect l="1580" r="1580"/>
            </a:stretch>
          </a:blipFill>
        </p:spPr>
        <p:txBody>
          <a:bodyPr anchor="t"/>
          <a:lstStyle>
            <a:lvl1pPr marL="0" indent="0" algn="ctr">
              <a:lnSpc>
                <a:spcPct val="80000"/>
              </a:lnSpc>
              <a:buNone/>
              <a:defRPr sz="1600" b="0">
                <a:solidFill>
                  <a:schemeClr val="tx1"/>
                </a:solidFill>
                <a:effectLst/>
                <a:latin typeface="+mj-lt"/>
              </a:defRPr>
            </a:lvl1pPr>
          </a:lstStyle>
          <a:p>
            <a:pPr lvl="0"/>
            <a:r>
              <a:rPr lang="nl-NL"/>
              <a:t>  </a:t>
            </a:r>
          </a:p>
        </p:txBody>
      </p:sp>
      <p:sp>
        <p:nvSpPr>
          <p:cNvPr id="87" name="Tijdelijke aanduiding voor dianummer 5">
            <a:extLst>
              <a:ext uri="{FF2B5EF4-FFF2-40B4-BE49-F238E27FC236}">
                <a16:creationId xmlns:a16="http://schemas.microsoft.com/office/drawing/2014/main" id="{1ADB3DF9-1775-4B02-BB3B-7CA5D78347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16362" y="6376061"/>
            <a:ext cx="392576" cy="216909"/>
          </a:xfrm>
        </p:spPr>
        <p:txBody>
          <a:bodyPr/>
          <a:lstStyle/>
          <a:p>
            <a:fld id="{7AD0FE45-509C-4BDF-9EDE-64426F8DF3D2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296529493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800">
        <p:fade/>
      </p:transition>
    </mc:Choice>
    <mc:Fallback xmlns="">
      <p:transition spd="slow">
        <p:fade/>
      </p:transition>
    </mc:Fallback>
  </mc:AlternateContent>
</p:sldLayout>
</file>

<file path=ppt/slideLayouts/slideLayout25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ITAAT - ZWART (100% FOTO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Cover logo">
            <a:extLst>
              <a:ext uri="{FF2B5EF4-FFF2-40B4-BE49-F238E27FC236}">
                <a16:creationId xmlns:a16="http://schemas.microsoft.com/office/drawing/2014/main" id="{53E90B51-6AB8-431C-94A8-DB69841799D4}"/>
              </a:ext>
            </a:extLst>
          </p:cNvPr>
          <p:cNvSpPr/>
          <p:nvPr userDrawn="1"/>
        </p:nvSpPr>
        <p:spPr>
          <a:xfrm>
            <a:off x="10325101" y="5688413"/>
            <a:ext cx="1866900" cy="1169587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/>
          </a:p>
        </p:txBody>
      </p:sp>
      <p:sp>
        <p:nvSpPr>
          <p:cNvPr id="63" name="Tijdelijke aanduiding voor datum 3">
            <a:extLst>
              <a:ext uri="{FF2B5EF4-FFF2-40B4-BE49-F238E27FC236}">
                <a16:creationId xmlns:a16="http://schemas.microsoft.com/office/drawing/2014/main" id="{C920EDDF-0CF0-40F2-A240-62F1DBE1BD6B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645707" y="7004037"/>
            <a:ext cx="3140325" cy="216909"/>
          </a:xfrm>
        </p:spPr>
        <p:txBody>
          <a:bodyPr/>
          <a:lstStyle/>
          <a:p>
            <a:fld id="{B7BF963E-A335-4EFC-96E2-BC5DDD288207}" type="datetime1">
              <a:rPr lang="nl-NL" smtClean="0"/>
              <a:t>01-04-2025</a:t>
            </a:fld>
            <a:endParaRPr lang="nl-NL"/>
          </a:p>
        </p:txBody>
      </p:sp>
      <p:sp>
        <p:nvSpPr>
          <p:cNvPr id="64" name="Tijdelijke aanduiding voor voettekst 4">
            <a:extLst>
              <a:ext uri="{FF2B5EF4-FFF2-40B4-BE49-F238E27FC236}">
                <a16:creationId xmlns:a16="http://schemas.microsoft.com/office/drawing/2014/main" id="{D9BD7BD9-035F-447F-81D8-F794B396CC5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926910" y="7004037"/>
            <a:ext cx="6718797" cy="216909"/>
          </a:xfrm>
        </p:spPr>
        <p:txBody>
          <a:bodyPr/>
          <a:lstStyle/>
          <a:p>
            <a:r>
              <a:rPr lang="nl-NL"/>
              <a:t>&lt;Plaats hier je voettekst&gt;</a:t>
            </a:r>
          </a:p>
        </p:txBody>
      </p:sp>
      <p:sp>
        <p:nvSpPr>
          <p:cNvPr id="81" name="foto">
            <a:extLst>
              <a:ext uri="{FF2B5EF4-FFF2-40B4-BE49-F238E27FC236}">
                <a16:creationId xmlns:a16="http://schemas.microsoft.com/office/drawing/2014/main" id="{9E6F06BF-EA5C-4854-8C27-73BF65BAF07E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259064" y="261257"/>
            <a:ext cx="11670136" cy="6343604"/>
          </a:xfrm>
          <a:prstGeom prst="roundRect">
            <a:avLst>
              <a:gd name="adj" fmla="val 2210"/>
            </a:avLst>
          </a:prstGeom>
          <a:solidFill>
            <a:schemeClr val="bg1">
              <a:lumMod val="85000"/>
            </a:schemeClr>
          </a:solidFill>
        </p:spPr>
        <p:txBody>
          <a:bodyPr lIns="6480000" tIns="0" anchor="ctr" anchorCtr="0"/>
          <a:lstStyle>
            <a:lvl1pPr marL="0" indent="0" algn="l">
              <a:spcBef>
                <a:spcPts val="0"/>
              </a:spcBef>
              <a:spcAft>
                <a:spcPts val="0"/>
              </a:spcAft>
              <a:buNone/>
              <a:defRPr sz="1050" b="1" baseline="0"/>
            </a:lvl1pPr>
          </a:lstStyle>
          <a:p>
            <a:r>
              <a:rPr lang="nl-NL"/>
              <a:t>Klik op het pictogram hiernaast</a:t>
            </a:r>
            <a:br>
              <a:rPr lang="nl-NL"/>
            </a:br>
            <a:r>
              <a:rPr lang="nl-NL"/>
              <a:t>om een afbeelding in te voegen</a:t>
            </a:r>
          </a:p>
        </p:txBody>
      </p:sp>
      <p:grpSp>
        <p:nvGrpSpPr>
          <p:cNvPr id="3" name="GRID" hidden="1">
            <a:extLst>
              <a:ext uri="{FF2B5EF4-FFF2-40B4-BE49-F238E27FC236}">
                <a16:creationId xmlns:a16="http://schemas.microsoft.com/office/drawing/2014/main" id="{DF9D39C2-2215-4138-8F2D-29B26FF9687E}"/>
              </a:ext>
            </a:extLst>
          </p:cNvPr>
          <p:cNvGrpSpPr/>
          <p:nvPr userDrawn="1"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2" name="Rechthoek 1">
              <a:extLst>
                <a:ext uri="{FF2B5EF4-FFF2-40B4-BE49-F238E27FC236}">
                  <a16:creationId xmlns:a16="http://schemas.microsoft.com/office/drawing/2014/main" id="{88695B46-BCFB-46AE-BDD3-EBC5ED0EF159}"/>
                </a:ext>
              </a:extLst>
            </p:cNvPr>
            <p:cNvSpPr/>
            <p:nvPr userDrawn="1"/>
          </p:nvSpPr>
          <p:spPr>
            <a:xfrm>
              <a:off x="0" y="0"/>
              <a:ext cx="12192000" cy="261256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88" name="Rechthoek 87">
              <a:extLst>
                <a:ext uri="{FF2B5EF4-FFF2-40B4-BE49-F238E27FC236}">
                  <a16:creationId xmlns:a16="http://schemas.microsoft.com/office/drawing/2014/main" id="{F4C4B9B5-431E-4649-8656-9BA6EC80CF9A}"/>
                </a:ext>
              </a:extLst>
            </p:cNvPr>
            <p:cNvSpPr/>
            <p:nvPr userDrawn="1"/>
          </p:nvSpPr>
          <p:spPr>
            <a:xfrm>
              <a:off x="0" y="6596744"/>
              <a:ext cx="12192000" cy="261256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89" name="Rechthoek 88">
              <a:extLst>
                <a:ext uri="{FF2B5EF4-FFF2-40B4-BE49-F238E27FC236}">
                  <a16:creationId xmlns:a16="http://schemas.microsoft.com/office/drawing/2014/main" id="{8F8F300F-40D2-4E56-96C0-6EDCEF308BE4}"/>
                </a:ext>
              </a:extLst>
            </p:cNvPr>
            <p:cNvSpPr/>
            <p:nvPr userDrawn="1"/>
          </p:nvSpPr>
          <p:spPr>
            <a:xfrm>
              <a:off x="0" y="0"/>
              <a:ext cx="262800" cy="68580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90" name="Rechthoek 89">
              <a:extLst>
                <a:ext uri="{FF2B5EF4-FFF2-40B4-BE49-F238E27FC236}">
                  <a16:creationId xmlns:a16="http://schemas.microsoft.com/office/drawing/2014/main" id="{A2736596-913A-45B1-BFD9-BFBAB228CF30}"/>
                </a:ext>
              </a:extLst>
            </p:cNvPr>
            <p:cNvSpPr/>
            <p:nvPr userDrawn="1"/>
          </p:nvSpPr>
          <p:spPr>
            <a:xfrm>
              <a:off x="11929200" y="0"/>
              <a:ext cx="262800" cy="68580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91" name="Rechthoek 90">
              <a:extLst>
                <a:ext uri="{FF2B5EF4-FFF2-40B4-BE49-F238E27FC236}">
                  <a16:creationId xmlns:a16="http://schemas.microsoft.com/office/drawing/2014/main" id="{3E0D08FE-DAC3-4450-B117-863BD3CF4A74}"/>
                </a:ext>
              </a:extLst>
            </p:cNvPr>
            <p:cNvSpPr/>
            <p:nvPr userDrawn="1"/>
          </p:nvSpPr>
          <p:spPr>
            <a:xfrm>
              <a:off x="0" y="554622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92" name="Rechthoek 91">
              <a:extLst>
                <a:ext uri="{FF2B5EF4-FFF2-40B4-BE49-F238E27FC236}">
                  <a16:creationId xmlns:a16="http://schemas.microsoft.com/office/drawing/2014/main" id="{3FAB4B74-1C67-41D3-9B06-C6D45D157F0F}"/>
                </a:ext>
              </a:extLst>
            </p:cNvPr>
            <p:cNvSpPr/>
            <p:nvPr userDrawn="1"/>
          </p:nvSpPr>
          <p:spPr>
            <a:xfrm>
              <a:off x="548696" y="0"/>
              <a:ext cx="262800" cy="6858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93" name="Rechthoek 92">
              <a:extLst>
                <a:ext uri="{FF2B5EF4-FFF2-40B4-BE49-F238E27FC236}">
                  <a16:creationId xmlns:a16="http://schemas.microsoft.com/office/drawing/2014/main" id="{9175AA73-BB14-45AB-8655-3B2853316878}"/>
                </a:ext>
              </a:extLst>
            </p:cNvPr>
            <p:cNvSpPr/>
            <p:nvPr userDrawn="1"/>
          </p:nvSpPr>
          <p:spPr>
            <a:xfrm>
              <a:off x="11668087" y="0"/>
              <a:ext cx="262800" cy="6858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94" name="Rechthoek 93">
              <a:extLst>
                <a:ext uri="{FF2B5EF4-FFF2-40B4-BE49-F238E27FC236}">
                  <a16:creationId xmlns:a16="http://schemas.microsoft.com/office/drawing/2014/main" id="{8A551A27-F963-4330-84CC-1A36F682D208}"/>
                </a:ext>
              </a:extLst>
            </p:cNvPr>
            <p:cNvSpPr/>
            <p:nvPr userDrawn="1"/>
          </p:nvSpPr>
          <p:spPr>
            <a:xfrm>
              <a:off x="0" y="6337267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86" name="Rechthoek 85">
              <a:extLst>
                <a:ext uri="{FF2B5EF4-FFF2-40B4-BE49-F238E27FC236}">
                  <a16:creationId xmlns:a16="http://schemas.microsoft.com/office/drawing/2014/main" id="{AAB64408-F9F2-48A3-9D2A-956BA628C6D4}"/>
                </a:ext>
              </a:extLst>
            </p:cNvPr>
            <p:cNvSpPr/>
            <p:nvPr userDrawn="1"/>
          </p:nvSpPr>
          <p:spPr>
            <a:xfrm>
              <a:off x="0" y="6074199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</p:grpSp>
      <p:sp>
        <p:nvSpPr>
          <p:cNvPr id="7" name="Tekstvak 6">
            <a:extLst>
              <a:ext uri="{FF2B5EF4-FFF2-40B4-BE49-F238E27FC236}">
                <a16:creationId xmlns:a16="http://schemas.microsoft.com/office/drawing/2014/main" id="{A6DE5EA5-27BD-42F3-BD1D-C1E35D802DEE}"/>
              </a:ext>
            </a:extLst>
          </p:cNvPr>
          <p:cNvSpPr txBox="1"/>
          <p:nvPr userDrawn="1"/>
        </p:nvSpPr>
        <p:spPr>
          <a:xfrm>
            <a:off x="4728033" y="-885712"/>
            <a:ext cx="2735979" cy="548182"/>
          </a:xfrm>
          <a:prstGeom prst="rect">
            <a:avLst/>
          </a:prstGeom>
          <a:solidFill>
            <a:schemeClr val="bg1"/>
          </a:solidFill>
        </p:spPr>
        <p:txBody>
          <a:bodyPr wrap="none" lIns="360000" tIns="180000" rIns="360000" bIns="180000" rtlCol="0">
            <a:spAutoFit/>
          </a:bodyPr>
          <a:lstStyle/>
          <a:p>
            <a:pPr algn="ctr"/>
            <a:r>
              <a:rPr lang="nl-NL" sz="1200" b="0" spc="50" baseline="0">
                <a:solidFill>
                  <a:srgbClr val="212121"/>
                </a:solidFill>
                <a:latin typeface="+mn-lt"/>
                <a:cs typeface="Calibri" panose="020F0502020204030204" pitchFamily="34" charset="0"/>
              </a:rPr>
              <a:t>CITAAT - ZWART (FOTO 100%)</a:t>
            </a:r>
          </a:p>
        </p:txBody>
      </p:sp>
      <p:grpSp>
        <p:nvGrpSpPr>
          <p:cNvPr id="60" name="Instructies">
            <a:extLst>
              <a:ext uri="{FF2B5EF4-FFF2-40B4-BE49-F238E27FC236}">
                <a16:creationId xmlns:a16="http://schemas.microsoft.com/office/drawing/2014/main" id="{98470357-A3BB-4987-BF3A-0293E1EAD884}"/>
              </a:ext>
            </a:extLst>
          </p:cNvPr>
          <p:cNvGrpSpPr/>
          <p:nvPr userDrawn="1"/>
        </p:nvGrpSpPr>
        <p:grpSpPr>
          <a:xfrm>
            <a:off x="12391601" y="0"/>
            <a:ext cx="3183678" cy="6589569"/>
            <a:chOff x="12391601" y="0"/>
            <a:chExt cx="3183678" cy="6589569"/>
          </a:xfrm>
        </p:grpSpPr>
        <p:grpSp>
          <p:nvGrpSpPr>
            <p:cNvPr id="61" name="Groep 60">
              <a:extLst>
                <a:ext uri="{FF2B5EF4-FFF2-40B4-BE49-F238E27FC236}">
                  <a16:creationId xmlns:a16="http://schemas.microsoft.com/office/drawing/2014/main" id="{7216C5C1-F4B1-4B57-9D51-2B13B48B5C6B}"/>
                </a:ext>
              </a:extLst>
            </p:cNvPr>
            <p:cNvGrpSpPr/>
            <p:nvPr userDrawn="1"/>
          </p:nvGrpSpPr>
          <p:grpSpPr>
            <a:xfrm>
              <a:off x="12757282" y="3100116"/>
              <a:ext cx="1499406" cy="678267"/>
              <a:chOff x="12757283" y="3120781"/>
              <a:chExt cx="1499406" cy="678267"/>
            </a:xfrm>
          </p:grpSpPr>
          <p:sp>
            <p:nvSpPr>
              <p:cNvPr id="163" name="Rechthoek 162">
                <a:extLst>
                  <a:ext uri="{FF2B5EF4-FFF2-40B4-BE49-F238E27FC236}">
                    <a16:creationId xmlns:a16="http://schemas.microsoft.com/office/drawing/2014/main" id="{FC31FD13-F608-4A9F-A9B5-A1DBE021B0F4}"/>
                  </a:ext>
                </a:extLst>
              </p:cNvPr>
              <p:cNvSpPr/>
              <p:nvPr userDrawn="1"/>
            </p:nvSpPr>
            <p:spPr>
              <a:xfrm>
                <a:off x="12757283" y="3120781"/>
                <a:ext cx="1499406" cy="580946"/>
              </a:xfrm>
              <a:prstGeom prst="rect">
                <a:avLst/>
              </a:prstGeom>
              <a:solidFill>
                <a:schemeClr val="bg1"/>
              </a:solidFill>
              <a:ln w="12700">
                <a:solidFill>
                  <a:srgbClr val="D1D1D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10800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endParaRPr lang="nl-NL" sz="800" b="0" noProof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164" name="Rechthoek 163">
                <a:extLst>
                  <a:ext uri="{FF2B5EF4-FFF2-40B4-BE49-F238E27FC236}">
                    <a16:creationId xmlns:a16="http://schemas.microsoft.com/office/drawing/2014/main" id="{CF08CDE9-48F1-47DE-A061-FE0A4BA5FB56}"/>
                  </a:ext>
                </a:extLst>
              </p:cNvPr>
              <p:cNvSpPr/>
              <p:nvPr userDrawn="1"/>
            </p:nvSpPr>
            <p:spPr>
              <a:xfrm>
                <a:off x="12761843" y="3432170"/>
                <a:ext cx="1478943" cy="257235"/>
              </a:xfrm>
              <a:prstGeom prst="rect">
                <a:avLst/>
              </a:prstGeom>
              <a:solidFill>
                <a:srgbClr val="FCE4DC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nl-NL" sz="1000" b="1" noProof="0">
                  <a:solidFill>
                    <a:schemeClr val="tx1"/>
                  </a:solidFill>
                </a:endParaRPr>
              </a:p>
            </p:txBody>
          </p:sp>
          <p:sp>
            <p:nvSpPr>
              <p:cNvPr id="165" name="Tekstvak 164">
                <a:extLst>
                  <a:ext uri="{FF2B5EF4-FFF2-40B4-BE49-F238E27FC236}">
                    <a16:creationId xmlns:a16="http://schemas.microsoft.com/office/drawing/2014/main" id="{2D3759EA-0329-4D2E-B950-F6DEA1DA7463}"/>
                  </a:ext>
                </a:extLst>
              </p:cNvPr>
              <p:cNvSpPr txBox="1"/>
              <p:nvPr userDrawn="1"/>
            </p:nvSpPr>
            <p:spPr>
              <a:xfrm>
                <a:off x="12997648" y="3159891"/>
                <a:ext cx="957818" cy="20313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algn="l" defTabSz="1217512" rtl="0" eaLnBrk="1" latinLnBrk="0" hangingPunct="1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r>
                  <a:rPr lang="nl-NL" sz="800" b="0" kern="1200" noProof="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rPr>
                  <a:t>Naar voorgrond</a:t>
                </a:r>
              </a:p>
            </p:txBody>
          </p:sp>
          <p:sp>
            <p:nvSpPr>
              <p:cNvPr id="166" name="Tekstvak 165">
                <a:extLst>
                  <a:ext uri="{FF2B5EF4-FFF2-40B4-BE49-F238E27FC236}">
                    <a16:creationId xmlns:a16="http://schemas.microsoft.com/office/drawing/2014/main" id="{346A390B-4F04-46FE-AEA9-E9933CF3A16B}"/>
                  </a:ext>
                </a:extLst>
              </p:cNvPr>
              <p:cNvSpPr txBox="1"/>
              <p:nvPr userDrawn="1"/>
            </p:nvSpPr>
            <p:spPr>
              <a:xfrm>
                <a:off x="12984219" y="3481017"/>
                <a:ext cx="1165564" cy="20313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algn="l" defTabSz="1217512" rtl="0" eaLnBrk="1" latinLnBrk="0" hangingPunct="1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r>
                  <a:rPr lang="nl-NL" sz="800" b="0" kern="1200" noProof="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rPr>
                  <a:t>Naar achtergrond</a:t>
                </a:r>
              </a:p>
            </p:txBody>
          </p:sp>
          <p:pic>
            <p:nvPicPr>
              <p:cNvPr id="167" name="Picture 3">
                <a:extLst>
                  <a:ext uri="{FF2B5EF4-FFF2-40B4-BE49-F238E27FC236}">
                    <a16:creationId xmlns:a16="http://schemas.microsoft.com/office/drawing/2014/main" id="{5D959765-4B6B-4C0F-9E1B-41CEB29D9BFB}"/>
                  </a:ext>
                </a:extLst>
              </p:cNvPr>
              <p:cNvPicPr>
                <a:picLocks noChangeAspect="1" noChangeArrowheads="1"/>
              </p:cNvPicPr>
              <p:nvPr userDrawn="1"/>
            </p:nvPicPr>
            <p:blipFill>
              <a:blip r:embed="rId2" cstate="email">
                <a:extLst>
                  <a:ext uri="{28A0092B-C50C-407E-A947-70E740481C1C}">
                    <a14:useLocalDpi xmlns:a14="http://schemas.microsoft.com/office/drawing/2010/main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13938926" y="3567717"/>
                <a:ext cx="143086" cy="231331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</p:pic>
          <p:sp>
            <p:nvSpPr>
              <p:cNvPr id="168" name="Gelijkbenige driehoek 167">
                <a:extLst>
                  <a:ext uri="{FF2B5EF4-FFF2-40B4-BE49-F238E27FC236}">
                    <a16:creationId xmlns:a16="http://schemas.microsoft.com/office/drawing/2014/main" id="{3F8C1FF6-930D-4B1F-883F-C386F95C16CE}"/>
                  </a:ext>
                </a:extLst>
              </p:cNvPr>
              <p:cNvSpPr/>
              <p:nvPr userDrawn="1"/>
            </p:nvSpPr>
            <p:spPr>
              <a:xfrm rot="5400000">
                <a:off x="14094210" y="3548999"/>
                <a:ext cx="86866" cy="51147"/>
              </a:xfrm>
              <a:prstGeom prst="triangle">
                <a:avLst/>
              </a:prstGeom>
              <a:solidFill>
                <a:srgbClr val="00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nl-NL" sz="1000" b="1" noProof="0">
                  <a:solidFill>
                    <a:schemeClr val="tx1"/>
                  </a:solidFill>
                </a:endParaRPr>
              </a:p>
            </p:txBody>
          </p:sp>
          <p:grpSp>
            <p:nvGrpSpPr>
              <p:cNvPr id="169" name="Groep 168">
                <a:extLst>
                  <a:ext uri="{FF2B5EF4-FFF2-40B4-BE49-F238E27FC236}">
                    <a16:creationId xmlns:a16="http://schemas.microsoft.com/office/drawing/2014/main" id="{3C538D33-FDEF-4E14-A185-047D677D69D7}"/>
                  </a:ext>
                </a:extLst>
              </p:cNvPr>
              <p:cNvGrpSpPr/>
              <p:nvPr userDrawn="1"/>
            </p:nvGrpSpPr>
            <p:grpSpPr>
              <a:xfrm>
                <a:off x="12822311" y="3178534"/>
                <a:ext cx="182309" cy="163794"/>
                <a:chOff x="12832541" y="3162395"/>
                <a:chExt cx="219532" cy="197236"/>
              </a:xfrm>
            </p:grpSpPr>
            <p:sp>
              <p:nvSpPr>
                <p:cNvPr id="174" name="Rechthoek 173">
                  <a:extLst>
                    <a:ext uri="{FF2B5EF4-FFF2-40B4-BE49-F238E27FC236}">
                      <a16:creationId xmlns:a16="http://schemas.microsoft.com/office/drawing/2014/main" id="{274FBD21-6828-4B68-913F-584B4B0E1202}"/>
                    </a:ext>
                  </a:extLst>
                </p:cNvPr>
                <p:cNvSpPr/>
                <p:nvPr userDrawn="1"/>
              </p:nvSpPr>
              <p:spPr>
                <a:xfrm>
                  <a:off x="12832541" y="3162395"/>
                  <a:ext cx="81487" cy="81487"/>
                </a:xfrm>
                <a:prstGeom prst="rect">
                  <a:avLst/>
                </a:prstGeom>
                <a:solidFill>
                  <a:schemeClr val="bg1"/>
                </a:solidFill>
                <a:ln w="12700">
                  <a:solidFill>
                    <a:schemeClr val="tx2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  <p:sp>
              <p:nvSpPr>
                <p:cNvPr id="175" name="Rechthoek 174">
                  <a:extLst>
                    <a:ext uri="{FF2B5EF4-FFF2-40B4-BE49-F238E27FC236}">
                      <a16:creationId xmlns:a16="http://schemas.microsoft.com/office/drawing/2014/main" id="{09BA5AE3-A533-4B65-BBD2-1EFCA1EDBE45}"/>
                    </a:ext>
                  </a:extLst>
                </p:cNvPr>
                <p:cNvSpPr/>
                <p:nvPr userDrawn="1"/>
              </p:nvSpPr>
              <p:spPr>
                <a:xfrm>
                  <a:off x="12970586" y="3278144"/>
                  <a:ext cx="81487" cy="81487"/>
                </a:xfrm>
                <a:prstGeom prst="rect">
                  <a:avLst/>
                </a:prstGeom>
                <a:solidFill>
                  <a:schemeClr val="bg1"/>
                </a:solidFill>
                <a:ln w="12700">
                  <a:solidFill>
                    <a:schemeClr val="tx2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  <p:sp>
              <p:nvSpPr>
                <p:cNvPr id="176" name="Rechthoek 175">
                  <a:extLst>
                    <a:ext uri="{FF2B5EF4-FFF2-40B4-BE49-F238E27FC236}">
                      <a16:creationId xmlns:a16="http://schemas.microsoft.com/office/drawing/2014/main" id="{72E84307-5A87-442F-8FF9-7FEBE7B50706}"/>
                    </a:ext>
                  </a:extLst>
                </p:cNvPr>
                <p:cNvSpPr/>
                <p:nvPr userDrawn="1"/>
              </p:nvSpPr>
              <p:spPr>
                <a:xfrm>
                  <a:off x="12873284" y="3191991"/>
                  <a:ext cx="138045" cy="138044"/>
                </a:xfrm>
                <a:prstGeom prst="rect">
                  <a:avLst/>
                </a:prstGeom>
                <a:solidFill>
                  <a:srgbClr val="EABE76"/>
                </a:solidFill>
                <a:ln w="12700">
                  <a:solidFill>
                    <a:schemeClr val="bg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</p:grpSp>
          <p:grpSp>
            <p:nvGrpSpPr>
              <p:cNvPr id="170" name="Groep 169">
                <a:extLst>
                  <a:ext uri="{FF2B5EF4-FFF2-40B4-BE49-F238E27FC236}">
                    <a16:creationId xmlns:a16="http://schemas.microsoft.com/office/drawing/2014/main" id="{495CC8FE-D427-4294-BDD6-26C033F57EBE}"/>
                  </a:ext>
                </a:extLst>
              </p:cNvPr>
              <p:cNvGrpSpPr/>
              <p:nvPr userDrawn="1"/>
            </p:nvGrpSpPr>
            <p:grpSpPr>
              <a:xfrm>
                <a:off x="12822311" y="3480352"/>
                <a:ext cx="182309" cy="163794"/>
                <a:chOff x="12832541" y="3162395"/>
                <a:chExt cx="219532" cy="197236"/>
              </a:xfrm>
            </p:grpSpPr>
            <p:sp>
              <p:nvSpPr>
                <p:cNvPr id="171" name="Rechthoek 170">
                  <a:extLst>
                    <a:ext uri="{FF2B5EF4-FFF2-40B4-BE49-F238E27FC236}">
                      <a16:creationId xmlns:a16="http://schemas.microsoft.com/office/drawing/2014/main" id="{FC68A5C7-E609-41C7-B288-8F2C7EA9B165}"/>
                    </a:ext>
                  </a:extLst>
                </p:cNvPr>
                <p:cNvSpPr/>
                <p:nvPr userDrawn="1"/>
              </p:nvSpPr>
              <p:spPr>
                <a:xfrm>
                  <a:off x="12873284" y="3191991"/>
                  <a:ext cx="138045" cy="138044"/>
                </a:xfrm>
                <a:prstGeom prst="rect">
                  <a:avLst/>
                </a:prstGeom>
                <a:solidFill>
                  <a:srgbClr val="EABE76"/>
                </a:solidFill>
                <a:ln w="12700">
                  <a:solidFill>
                    <a:schemeClr val="bg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  <p:sp>
              <p:nvSpPr>
                <p:cNvPr id="172" name="Rechthoek 171">
                  <a:extLst>
                    <a:ext uri="{FF2B5EF4-FFF2-40B4-BE49-F238E27FC236}">
                      <a16:creationId xmlns:a16="http://schemas.microsoft.com/office/drawing/2014/main" id="{3321C70B-29B3-48B6-A676-0F8E5F570EF1}"/>
                    </a:ext>
                  </a:extLst>
                </p:cNvPr>
                <p:cNvSpPr/>
                <p:nvPr userDrawn="1"/>
              </p:nvSpPr>
              <p:spPr>
                <a:xfrm>
                  <a:off x="12832541" y="3162395"/>
                  <a:ext cx="81487" cy="81487"/>
                </a:xfrm>
                <a:prstGeom prst="rect">
                  <a:avLst/>
                </a:prstGeom>
                <a:solidFill>
                  <a:schemeClr val="bg1"/>
                </a:solidFill>
                <a:ln w="12700">
                  <a:solidFill>
                    <a:schemeClr val="tx2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  <p:sp>
              <p:nvSpPr>
                <p:cNvPr id="173" name="Rechthoek 172">
                  <a:extLst>
                    <a:ext uri="{FF2B5EF4-FFF2-40B4-BE49-F238E27FC236}">
                      <a16:creationId xmlns:a16="http://schemas.microsoft.com/office/drawing/2014/main" id="{417364DA-3A21-4534-B44E-7A3B1ADE2C81}"/>
                    </a:ext>
                  </a:extLst>
                </p:cNvPr>
                <p:cNvSpPr/>
                <p:nvPr userDrawn="1"/>
              </p:nvSpPr>
              <p:spPr>
                <a:xfrm>
                  <a:off x="12970586" y="3278144"/>
                  <a:ext cx="81487" cy="81487"/>
                </a:xfrm>
                <a:prstGeom prst="rect">
                  <a:avLst/>
                </a:prstGeom>
                <a:solidFill>
                  <a:schemeClr val="bg1"/>
                </a:solidFill>
                <a:ln w="12700">
                  <a:solidFill>
                    <a:schemeClr val="tx2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</p:grpSp>
        </p:grpSp>
        <p:grpSp>
          <p:nvGrpSpPr>
            <p:cNvPr id="62" name="Meer informatie">
              <a:extLst>
                <a:ext uri="{FF2B5EF4-FFF2-40B4-BE49-F238E27FC236}">
                  <a16:creationId xmlns:a16="http://schemas.microsoft.com/office/drawing/2014/main" id="{650CD994-0CE0-4FE2-99FF-9744C95370A3}"/>
                </a:ext>
              </a:extLst>
            </p:cNvPr>
            <p:cNvGrpSpPr/>
            <p:nvPr userDrawn="1"/>
          </p:nvGrpSpPr>
          <p:grpSpPr>
            <a:xfrm>
              <a:off x="12396764" y="5806296"/>
              <a:ext cx="3178515" cy="783273"/>
              <a:chOff x="-3741486" y="3386444"/>
              <a:chExt cx="3178515" cy="783273"/>
            </a:xfrm>
          </p:grpSpPr>
          <p:sp>
            <p:nvSpPr>
              <p:cNvPr id="160" name="Freeform 101">
                <a:extLst>
                  <a:ext uri="{FF2B5EF4-FFF2-40B4-BE49-F238E27FC236}">
                    <a16:creationId xmlns:a16="http://schemas.microsoft.com/office/drawing/2014/main" id="{B75B8996-C368-4210-8D25-5937B697B9EB}"/>
                  </a:ext>
                </a:extLst>
              </p:cNvPr>
              <p:cNvSpPr>
                <a:spLocks noEditPoints="1"/>
              </p:cNvSpPr>
              <p:nvPr/>
            </p:nvSpPr>
            <p:spPr bwMode="auto">
              <a:xfrm>
                <a:off x="-3741486" y="3386444"/>
                <a:ext cx="255753" cy="255753"/>
              </a:xfrm>
              <a:custGeom>
                <a:avLst/>
                <a:gdLst>
                  <a:gd name="T0" fmla="*/ 0 w 292"/>
                  <a:gd name="T1" fmla="*/ 146 h 292"/>
                  <a:gd name="T2" fmla="*/ 4 w 292"/>
                  <a:gd name="T3" fmla="*/ 113 h 292"/>
                  <a:gd name="T4" fmla="*/ 14 w 292"/>
                  <a:gd name="T5" fmla="*/ 82 h 292"/>
                  <a:gd name="T6" fmla="*/ 31 w 292"/>
                  <a:gd name="T7" fmla="*/ 55 h 292"/>
                  <a:gd name="T8" fmla="*/ 53 w 292"/>
                  <a:gd name="T9" fmla="*/ 32 h 292"/>
                  <a:gd name="T10" fmla="*/ 81 w 292"/>
                  <a:gd name="T11" fmla="*/ 15 h 292"/>
                  <a:gd name="T12" fmla="*/ 112 w 292"/>
                  <a:gd name="T13" fmla="*/ 4 h 292"/>
                  <a:gd name="T14" fmla="*/ 145 w 292"/>
                  <a:gd name="T15" fmla="*/ 0 h 292"/>
                  <a:gd name="T16" fmla="*/ 179 w 292"/>
                  <a:gd name="T17" fmla="*/ 4 h 292"/>
                  <a:gd name="T18" fmla="*/ 209 w 292"/>
                  <a:gd name="T19" fmla="*/ 15 h 292"/>
                  <a:gd name="T20" fmla="*/ 237 w 292"/>
                  <a:gd name="T21" fmla="*/ 32 h 292"/>
                  <a:gd name="T22" fmla="*/ 259 w 292"/>
                  <a:gd name="T23" fmla="*/ 55 h 292"/>
                  <a:gd name="T24" fmla="*/ 276 w 292"/>
                  <a:gd name="T25" fmla="*/ 82 h 292"/>
                  <a:gd name="T26" fmla="*/ 288 w 292"/>
                  <a:gd name="T27" fmla="*/ 113 h 292"/>
                  <a:gd name="T28" fmla="*/ 292 w 292"/>
                  <a:gd name="T29" fmla="*/ 146 h 292"/>
                  <a:gd name="T30" fmla="*/ 288 w 292"/>
                  <a:gd name="T31" fmla="*/ 180 h 292"/>
                  <a:gd name="T32" fmla="*/ 276 w 292"/>
                  <a:gd name="T33" fmla="*/ 210 h 292"/>
                  <a:gd name="T34" fmla="*/ 259 w 292"/>
                  <a:gd name="T35" fmla="*/ 237 h 292"/>
                  <a:gd name="T36" fmla="*/ 237 w 292"/>
                  <a:gd name="T37" fmla="*/ 260 h 292"/>
                  <a:gd name="T38" fmla="*/ 209 w 292"/>
                  <a:gd name="T39" fmla="*/ 278 h 292"/>
                  <a:gd name="T40" fmla="*/ 179 w 292"/>
                  <a:gd name="T41" fmla="*/ 288 h 292"/>
                  <a:gd name="T42" fmla="*/ 145 w 292"/>
                  <a:gd name="T43" fmla="*/ 292 h 292"/>
                  <a:gd name="T44" fmla="*/ 112 w 292"/>
                  <a:gd name="T45" fmla="*/ 288 h 292"/>
                  <a:gd name="T46" fmla="*/ 81 w 292"/>
                  <a:gd name="T47" fmla="*/ 278 h 292"/>
                  <a:gd name="T48" fmla="*/ 53 w 292"/>
                  <a:gd name="T49" fmla="*/ 260 h 292"/>
                  <a:gd name="T50" fmla="*/ 31 w 292"/>
                  <a:gd name="T51" fmla="*/ 237 h 292"/>
                  <a:gd name="T52" fmla="*/ 14 w 292"/>
                  <a:gd name="T53" fmla="*/ 210 h 292"/>
                  <a:gd name="T54" fmla="*/ 4 w 292"/>
                  <a:gd name="T55" fmla="*/ 180 h 292"/>
                  <a:gd name="T56" fmla="*/ 0 w 292"/>
                  <a:gd name="T57" fmla="*/ 146 h 292"/>
                  <a:gd name="T58" fmla="*/ 102 w 292"/>
                  <a:gd name="T59" fmla="*/ 121 h 292"/>
                  <a:gd name="T60" fmla="*/ 102 w 292"/>
                  <a:gd name="T61" fmla="*/ 142 h 292"/>
                  <a:gd name="T62" fmla="*/ 120 w 292"/>
                  <a:gd name="T63" fmla="*/ 142 h 292"/>
                  <a:gd name="T64" fmla="*/ 120 w 292"/>
                  <a:gd name="T65" fmla="*/ 223 h 292"/>
                  <a:gd name="T66" fmla="*/ 102 w 292"/>
                  <a:gd name="T67" fmla="*/ 223 h 292"/>
                  <a:gd name="T68" fmla="*/ 102 w 292"/>
                  <a:gd name="T69" fmla="*/ 244 h 292"/>
                  <a:gd name="T70" fmla="*/ 188 w 292"/>
                  <a:gd name="T71" fmla="*/ 244 h 292"/>
                  <a:gd name="T72" fmla="*/ 188 w 292"/>
                  <a:gd name="T73" fmla="*/ 223 h 292"/>
                  <a:gd name="T74" fmla="*/ 170 w 292"/>
                  <a:gd name="T75" fmla="*/ 223 h 292"/>
                  <a:gd name="T76" fmla="*/ 170 w 292"/>
                  <a:gd name="T77" fmla="*/ 142 h 292"/>
                  <a:gd name="T78" fmla="*/ 188 w 292"/>
                  <a:gd name="T79" fmla="*/ 142 h 292"/>
                  <a:gd name="T80" fmla="*/ 188 w 292"/>
                  <a:gd name="T81" fmla="*/ 121 h 292"/>
                  <a:gd name="T82" fmla="*/ 102 w 292"/>
                  <a:gd name="T83" fmla="*/ 121 h 292"/>
                  <a:gd name="T84" fmla="*/ 115 w 292"/>
                  <a:gd name="T85" fmla="*/ 79 h 292"/>
                  <a:gd name="T86" fmla="*/ 117 w 292"/>
                  <a:gd name="T87" fmla="*/ 92 h 292"/>
                  <a:gd name="T88" fmla="*/ 124 w 292"/>
                  <a:gd name="T89" fmla="*/ 101 h 292"/>
                  <a:gd name="T90" fmla="*/ 133 w 292"/>
                  <a:gd name="T91" fmla="*/ 108 h 292"/>
                  <a:gd name="T92" fmla="*/ 145 w 292"/>
                  <a:gd name="T93" fmla="*/ 110 h 292"/>
                  <a:gd name="T94" fmla="*/ 157 w 292"/>
                  <a:gd name="T95" fmla="*/ 108 h 292"/>
                  <a:gd name="T96" fmla="*/ 167 w 292"/>
                  <a:gd name="T97" fmla="*/ 101 h 292"/>
                  <a:gd name="T98" fmla="*/ 174 w 292"/>
                  <a:gd name="T99" fmla="*/ 92 h 292"/>
                  <a:gd name="T100" fmla="*/ 176 w 292"/>
                  <a:gd name="T101" fmla="*/ 79 h 292"/>
                  <a:gd name="T102" fmla="*/ 174 w 292"/>
                  <a:gd name="T103" fmla="*/ 67 h 292"/>
                  <a:gd name="T104" fmla="*/ 167 w 292"/>
                  <a:gd name="T105" fmla="*/ 58 h 292"/>
                  <a:gd name="T106" fmla="*/ 157 w 292"/>
                  <a:gd name="T107" fmla="*/ 51 h 292"/>
                  <a:gd name="T108" fmla="*/ 145 w 292"/>
                  <a:gd name="T109" fmla="*/ 49 h 292"/>
                  <a:gd name="T110" fmla="*/ 133 w 292"/>
                  <a:gd name="T111" fmla="*/ 51 h 292"/>
                  <a:gd name="T112" fmla="*/ 124 w 292"/>
                  <a:gd name="T113" fmla="*/ 58 h 292"/>
                  <a:gd name="T114" fmla="*/ 117 w 292"/>
                  <a:gd name="T115" fmla="*/ 67 h 292"/>
                  <a:gd name="T116" fmla="*/ 115 w 292"/>
                  <a:gd name="T117" fmla="*/ 79 h 29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  <a:cxn ang="0">
                    <a:pos x="T90" y="T91"/>
                  </a:cxn>
                  <a:cxn ang="0">
                    <a:pos x="T92" y="T93"/>
                  </a:cxn>
                  <a:cxn ang="0">
                    <a:pos x="T94" y="T95"/>
                  </a:cxn>
                  <a:cxn ang="0">
                    <a:pos x="T96" y="T97"/>
                  </a:cxn>
                  <a:cxn ang="0">
                    <a:pos x="T98" y="T99"/>
                  </a:cxn>
                  <a:cxn ang="0">
                    <a:pos x="T100" y="T101"/>
                  </a:cxn>
                  <a:cxn ang="0">
                    <a:pos x="T102" y="T103"/>
                  </a:cxn>
                  <a:cxn ang="0">
                    <a:pos x="T104" y="T105"/>
                  </a:cxn>
                  <a:cxn ang="0">
                    <a:pos x="T106" y="T107"/>
                  </a:cxn>
                  <a:cxn ang="0">
                    <a:pos x="T108" y="T109"/>
                  </a:cxn>
                  <a:cxn ang="0">
                    <a:pos x="T110" y="T111"/>
                  </a:cxn>
                  <a:cxn ang="0">
                    <a:pos x="T112" y="T113"/>
                  </a:cxn>
                  <a:cxn ang="0">
                    <a:pos x="T114" y="T115"/>
                  </a:cxn>
                  <a:cxn ang="0">
                    <a:pos x="T116" y="T117"/>
                  </a:cxn>
                </a:cxnLst>
                <a:rect l="0" t="0" r="r" b="b"/>
                <a:pathLst>
                  <a:path w="292" h="292">
                    <a:moveTo>
                      <a:pt x="0" y="146"/>
                    </a:moveTo>
                    <a:lnTo>
                      <a:pt x="4" y="113"/>
                    </a:lnTo>
                    <a:lnTo>
                      <a:pt x="14" y="82"/>
                    </a:lnTo>
                    <a:lnTo>
                      <a:pt x="31" y="55"/>
                    </a:lnTo>
                    <a:lnTo>
                      <a:pt x="53" y="32"/>
                    </a:lnTo>
                    <a:lnTo>
                      <a:pt x="81" y="15"/>
                    </a:lnTo>
                    <a:lnTo>
                      <a:pt x="112" y="4"/>
                    </a:lnTo>
                    <a:lnTo>
                      <a:pt x="145" y="0"/>
                    </a:lnTo>
                    <a:lnTo>
                      <a:pt x="179" y="4"/>
                    </a:lnTo>
                    <a:lnTo>
                      <a:pt x="209" y="15"/>
                    </a:lnTo>
                    <a:lnTo>
                      <a:pt x="237" y="32"/>
                    </a:lnTo>
                    <a:lnTo>
                      <a:pt x="259" y="55"/>
                    </a:lnTo>
                    <a:lnTo>
                      <a:pt x="276" y="82"/>
                    </a:lnTo>
                    <a:lnTo>
                      <a:pt x="288" y="113"/>
                    </a:lnTo>
                    <a:lnTo>
                      <a:pt x="292" y="146"/>
                    </a:lnTo>
                    <a:lnTo>
                      <a:pt x="288" y="180"/>
                    </a:lnTo>
                    <a:lnTo>
                      <a:pt x="276" y="210"/>
                    </a:lnTo>
                    <a:lnTo>
                      <a:pt x="259" y="237"/>
                    </a:lnTo>
                    <a:lnTo>
                      <a:pt x="237" y="260"/>
                    </a:lnTo>
                    <a:lnTo>
                      <a:pt x="209" y="278"/>
                    </a:lnTo>
                    <a:lnTo>
                      <a:pt x="179" y="288"/>
                    </a:lnTo>
                    <a:lnTo>
                      <a:pt x="145" y="292"/>
                    </a:lnTo>
                    <a:lnTo>
                      <a:pt x="112" y="288"/>
                    </a:lnTo>
                    <a:lnTo>
                      <a:pt x="81" y="278"/>
                    </a:lnTo>
                    <a:lnTo>
                      <a:pt x="53" y="260"/>
                    </a:lnTo>
                    <a:lnTo>
                      <a:pt x="31" y="237"/>
                    </a:lnTo>
                    <a:lnTo>
                      <a:pt x="14" y="210"/>
                    </a:lnTo>
                    <a:lnTo>
                      <a:pt x="4" y="180"/>
                    </a:lnTo>
                    <a:lnTo>
                      <a:pt x="0" y="146"/>
                    </a:lnTo>
                    <a:close/>
                    <a:moveTo>
                      <a:pt x="102" y="121"/>
                    </a:moveTo>
                    <a:lnTo>
                      <a:pt x="102" y="142"/>
                    </a:lnTo>
                    <a:lnTo>
                      <a:pt x="120" y="142"/>
                    </a:lnTo>
                    <a:lnTo>
                      <a:pt x="120" y="223"/>
                    </a:lnTo>
                    <a:lnTo>
                      <a:pt x="102" y="223"/>
                    </a:lnTo>
                    <a:lnTo>
                      <a:pt x="102" y="244"/>
                    </a:lnTo>
                    <a:lnTo>
                      <a:pt x="188" y="244"/>
                    </a:lnTo>
                    <a:lnTo>
                      <a:pt x="188" y="223"/>
                    </a:lnTo>
                    <a:lnTo>
                      <a:pt x="170" y="223"/>
                    </a:lnTo>
                    <a:lnTo>
                      <a:pt x="170" y="142"/>
                    </a:lnTo>
                    <a:lnTo>
                      <a:pt x="188" y="142"/>
                    </a:lnTo>
                    <a:lnTo>
                      <a:pt x="188" y="121"/>
                    </a:lnTo>
                    <a:lnTo>
                      <a:pt x="102" y="121"/>
                    </a:lnTo>
                    <a:close/>
                    <a:moveTo>
                      <a:pt x="115" y="79"/>
                    </a:moveTo>
                    <a:lnTo>
                      <a:pt x="117" y="92"/>
                    </a:lnTo>
                    <a:lnTo>
                      <a:pt x="124" y="101"/>
                    </a:lnTo>
                    <a:lnTo>
                      <a:pt x="133" y="108"/>
                    </a:lnTo>
                    <a:lnTo>
                      <a:pt x="145" y="110"/>
                    </a:lnTo>
                    <a:lnTo>
                      <a:pt x="157" y="108"/>
                    </a:lnTo>
                    <a:lnTo>
                      <a:pt x="167" y="101"/>
                    </a:lnTo>
                    <a:lnTo>
                      <a:pt x="174" y="92"/>
                    </a:lnTo>
                    <a:lnTo>
                      <a:pt x="176" y="79"/>
                    </a:lnTo>
                    <a:lnTo>
                      <a:pt x="174" y="67"/>
                    </a:lnTo>
                    <a:lnTo>
                      <a:pt x="167" y="58"/>
                    </a:lnTo>
                    <a:lnTo>
                      <a:pt x="157" y="51"/>
                    </a:lnTo>
                    <a:lnTo>
                      <a:pt x="145" y="49"/>
                    </a:lnTo>
                    <a:lnTo>
                      <a:pt x="133" y="51"/>
                    </a:lnTo>
                    <a:lnTo>
                      <a:pt x="124" y="58"/>
                    </a:lnTo>
                    <a:lnTo>
                      <a:pt x="117" y="67"/>
                    </a:lnTo>
                    <a:lnTo>
                      <a:pt x="115" y="79"/>
                    </a:lnTo>
                    <a:close/>
                  </a:path>
                </a:pathLst>
              </a:custGeom>
              <a:solidFill>
                <a:srgbClr val="FF7800"/>
              </a:solidFill>
              <a:ln w="0">
                <a:noFill/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nl-NL" sz="1100" noProof="0"/>
              </a:p>
            </p:txBody>
          </p:sp>
          <p:sp>
            <p:nvSpPr>
              <p:cNvPr id="161" name="Rechthoek 160">
                <a:extLst>
                  <a:ext uri="{FF2B5EF4-FFF2-40B4-BE49-F238E27FC236}">
                    <a16:creationId xmlns:a16="http://schemas.microsoft.com/office/drawing/2014/main" id="{E05D4D07-5FB3-4EC9-86F9-4E9D6220A1A1}"/>
                  </a:ext>
                </a:extLst>
              </p:cNvPr>
              <p:cNvSpPr/>
              <p:nvPr userDrawn="1"/>
            </p:nvSpPr>
            <p:spPr>
              <a:xfrm>
                <a:off x="-3380966" y="3458473"/>
                <a:ext cx="2817995" cy="592123"/>
              </a:xfrm>
              <a:prstGeom prst="rect">
                <a:avLst/>
              </a:prstGeom>
              <a:noFill/>
              <a:ln w="25400" cap="flat" cmpd="sng" algn="ctr">
                <a:noFill/>
                <a:prstDash val="solid"/>
              </a:ln>
              <a:effectLst/>
            </p:spPr>
            <p:txBody>
              <a:bodyPr lIns="0" tIns="0" rIns="0" bIns="0" rtlCol="0" anchor="t"/>
              <a:lstStyle/>
              <a:p>
                <a:pPr marL="0" marR="0" lvl="0" indent="0" defTabSz="914400" eaLnBrk="1" fontAlgn="auto" latinLnBrk="0" hangingPunct="1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nl-NL" sz="1100" b="0" i="0" u="none" strike="noStrike" kern="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+mn-lt"/>
                    <a:cs typeface="Segoe UI Light" panose="020B0502040204020203" pitchFamily="34" charset="0"/>
                  </a:rPr>
                  <a:t>Meer weten?</a:t>
                </a:r>
                <a:br>
                  <a:rPr kumimoji="0" lang="nl-NL" sz="1100" b="0" i="0" u="none" strike="noStrike" kern="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+mn-lt"/>
                    <a:cs typeface="Segoe UI Light" panose="020B0502040204020203" pitchFamily="34" charset="0"/>
                  </a:rPr>
                </a:br>
                <a:r>
                  <a:rPr kumimoji="0" lang="nl-NL" sz="1100" b="0" i="0" u="none" strike="noStrike" kern="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+mn-lt"/>
                    <a:cs typeface="Segoe UI Light" panose="020B0502040204020203" pitchFamily="34" charset="0"/>
                  </a:rPr>
                  <a:t>Ga naar dia </a:t>
                </a:r>
                <a:r>
                  <a:rPr kumimoji="0" lang="nl-NL" sz="1100" b="1" i="0" u="none" strike="noStrike" kern="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+mn-lt"/>
                    <a:cs typeface="Segoe UI Light" panose="020B0502040204020203" pitchFamily="34" charset="0"/>
                  </a:rPr>
                  <a:t>‘Instructie dia: YouTube links’</a:t>
                </a:r>
                <a:r>
                  <a:rPr kumimoji="0" lang="nl-NL" sz="1100" b="0" i="0" u="none" strike="noStrike" kern="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+mn-lt"/>
                    <a:cs typeface="Segoe UI Light" panose="020B0502040204020203" pitchFamily="34" charset="0"/>
                  </a:rPr>
                  <a:t>, open deze in de diavoorstelling en klik op de gewenste video link.</a:t>
                </a:r>
              </a:p>
            </p:txBody>
          </p:sp>
          <p:cxnSp>
            <p:nvCxnSpPr>
              <p:cNvPr id="162" name="Rechte verbindingslijn 161">
                <a:extLst>
                  <a:ext uri="{FF2B5EF4-FFF2-40B4-BE49-F238E27FC236}">
                    <a16:creationId xmlns:a16="http://schemas.microsoft.com/office/drawing/2014/main" id="{C5897805-9BF7-466B-90B4-122E11DA9C89}"/>
                  </a:ext>
                </a:extLst>
              </p:cNvPr>
              <p:cNvCxnSpPr>
                <a:cxnSpLocks/>
              </p:cNvCxnSpPr>
              <p:nvPr userDrawn="1"/>
            </p:nvCxnSpPr>
            <p:spPr>
              <a:xfrm>
                <a:off x="-3740987" y="4169717"/>
                <a:ext cx="3178016" cy="0"/>
              </a:xfrm>
              <a:prstGeom prst="line">
                <a:avLst/>
              </a:prstGeom>
              <a:noFill/>
              <a:ln w="3175" cap="flat" cmpd="sng" algn="ctr">
                <a:solidFill>
                  <a:schemeClr val="accent1"/>
                </a:solidFill>
                <a:prstDash val="solid"/>
              </a:ln>
              <a:effectLst/>
            </p:spPr>
          </p:cxnSp>
        </p:grpSp>
        <p:sp>
          <p:nvSpPr>
            <p:cNvPr id="67" name="Rechthoek 66">
              <a:extLst>
                <a:ext uri="{FF2B5EF4-FFF2-40B4-BE49-F238E27FC236}">
                  <a16:creationId xmlns:a16="http://schemas.microsoft.com/office/drawing/2014/main" id="{8A2936BC-0D2F-4DEC-9A36-D49BB4790B82}"/>
                </a:ext>
              </a:extLst>
            </p:cNvPr>
            <p:cNvSpPr/>
            <p:nvPr userDrawn="1"/>
          </p:nvSpPr>
          <p:spPr>
            <a:xfrm>
              <a:off x="12397262" y="0"/>
              <a:ext cx="3178016" cy="191611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ctr"/>
            <a:lstStyle/>
            <a:p>
              <a:pPr marL="0" marR="0" lvl="0" indent="0" defTabSz="914400" eaLnBrk="1" fontAlgn="auto" latinLnBrk="0" hangingPunct="1">
                <a:lnSpc>
                  <a:spcPct val="8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nl-NL" sz="1400" b="1" i="0" u="none" strike="noStrike" kern="0" cap="all" spc="0" normalizeH="0" baseline="0" noProof="0">
                  <a:ln>
                    <a:noFill/>
                  </a:ln>
                  <a:solidFill>
                    <a:schemeClr val="accent1"/>
                  </a:solidFill>
                  <a:effectLst/>
                  <a:uLnTx/>
                  <a:uFillTx/>
                  <a:latin typeface="+mj-lt"/>
                  <a:cs typeface="Segoe UI Light" panose="020B0502040204020203" pitchFamily="34" charset="0"/>
                </a:rPr>
                <a:t>Afbeelding invoegen/veranderen</a:t>
              </a:r>
            </a:p>
          </p:txBody>
        </p:sp>
        <p:sp>
          <p:nvSpPr>
            <p:cNvPr id="69" name="Ovaal 68">
              <a:extLst>
                <a:ext uri="{FF2B5EF4-FFF2-40B4-BE49-F238E27FC236}">
                  <a16:creationId xmlns:a16="http://schemas.microsoft.com/office/drawing/2014/main" id="{D8479DE8-58D3-4BD6-8B33-1D342945635A}"/>
                </a:ext>
              </a:extLst>
            </p:cNvPr>
            <p:cNvSpPr/>
            <p:nvPr userDrawn="1"/>
          </p:nvSpPr>
          <p:spPr>
            <a:xfrm>
              <a:off x="12391601" y="366490"/>
              <a:ext cx="260914" cy="259683"/>
            </a:xfrm>
            <a:prstGeom prst="ellipse">
              <a:avLst/>
            </a:prstGeom>
            <a:solidFill>
              <a:schemeClr val="accent1"/>
            </a:solidFill>
            <a:ln w="25400" cap="flat" cmpd="sng" algn="ctr">
              <a:noFill/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1</a:t>
              </a:r>
            </a:p>
          </p:txBody>
        </p:sp>
        <p:cxnSp>
          <p:nvCxnSpPr>
            <p:cNvPr id="70" name="Rechte verbindingslijn 69">
              <a:extLst>
                <a:ext uri="{FF2B5EF4-FFF2-40B4-BE49-F238E27FC236}">
                  <a16:creationId xmlns:a16="http://schemas.microsoft.com/office/drawing/2014/main" id="{F68F612D-E2FE-438B-AF6C-D650A11D6173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2397261" y="241635"/>
              <a:ext cx="3178017" cy="0"/>
            </a:xfrm>
            <a:prstGeom prst="line">
              <a:avLst/>
            </a:prstGeom>
            <a:noFill/>
            <a:ln w="3175" cap="flat" cmpd="sng" algn="ctr">
              <a:solidFill>
                <a:schemeClr val="accent1"/>
              </a:solidFill>
              <a:prstDash val="solid"/>
            </a:ln>
            <a:effectLst/>
          </p:spPr>
        </p:cxnSp>
        <p:cxnSp>
          <p:nvCxnSpPr>
            <p:cNvPr id="71" name="Rechte verbindingslijn 70">
              <a:extLst>
                <a:ext uri="{FF2B5EF4-FFF2-40B4-BE49-F238E27FC236}">
                  <a16:creationId xmlns:a16="http://schemas.microsoft.com/office/drawing/2014/main" id="{1719104B-BFD6-4F99-ACB0-76A6B91F6BF1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2397261" y="1577933"/>
              <a:ext cx="3178017" cy="0"/>
            </a:xfrm>
            <a:prstGeom prst="line">
              <a:avLst/>
            </a:prstGeom>
            <a:noFill/>
            <a:ln w="3175" cap="flat" cmpd="sng" algn="ctr">
              <a:solidFill>
                <a:schemeClr val="accent1"/>
              </a:solidFill>
              <a:prstDash val="solid"/>
            </a:ln>
            <a:effectLst/>
          </p:spPr>
        </p:cxnSp>
        <p:sp>
          <p:nvSpPr>
            <p:cNvPr id="72" name="Rechthoek 71">
              <a:extLst>
                <a:ext uri="{FF2B5EF4-FFF2-40B4-BE49-F238E27FC236}">
                  <a16:creationId xmlns:a16="http://schemas.microsoft.com/office/drawing/2014/main" id="{6A76C2CE-5F20-4EB2-9A6F-65D70EA662D3}"/>
                </a:ext>
              </a:extLst>
            </p:cNvPr>
            <p:cNvSpPr/>
            <p:nvPr userDrawn="1"/>
          </p:nvSpPr>
          <p:spPr>
            <a:xfrm>
              <a:off x="12757282" y="432552"/>
              <a:ext cx="2817995" cy="595423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t"/>
            <a:lstStyle/>
            <a:p>
              <a:pPr marL="0" marR="0" lvl="0" indent="0" defTabSz="914400" eaLnBrk="1" fontAlgn="auto" latinLnBrk="0" hangingPunct="1">
                <a:lnSpc>
                  <a:spcPct val="90000"/>
                </a:lnSpc>
                <a:spcBef>
                  <a:spcPts val="600"/>
                </a:spcBef>
                <a:spcAft>
                  <a:spcPts val="600"/>
                </a:spcAft>
                <a:buClr>
                  <a:schemeClr val="accent1"/>
                </a:buClr>
                <a:buSzTx/>
                <a:buFont typeface="Arial" panose="020B0604020202020204" pitchFamily="34" charset="0"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Wanneer nodig, verwijder de bestaande afbeelding d.m.v. de </a:t>
              </a:r>
              <a:r>
                <a:rPr kumimoji="0" lang="nl-NL" sz="1100" b="1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‘Delete’-knop</a:t>
              </a: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. Klik op het pictogram om een nieuwe afbeelding in te voegen. </a:t>
              </a:r>
              <a:r>
                <a:rPr kumimoji="0" lang="nl-NL" sz="1100" b="0" i="1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(zie onderstaand voorbeeld).</a:t>
              </a:r>
              <a:endParaRPr kumimoji="0" lang="nl-NL" sz="11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cs typeface="Segoe UI Light" panose="020B0502040204020203" pitchFamily="34" charset="0"/>
              </a:endParaRPr>
            </a:p>
          </p:txBody>
        </p:sp>
        <p:cxnSp>
          <p:nvCxnSpPr>
            <p:cNvPr id="73" name="Rechte verbindingslijn 72">
              <a:extLst>
                <a:ext uri="{FF2B5EF4-FFF2-40B4-BE49-F238E27FC236}">
                  <a16:creationId xmlns:a16="http://schemas.microsoft.com/office/drawing/2014/main" id="{B642726B-5625-41A3-97FD-51B3ADC166E2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2397261" y="5688413"/>
              <a:ext cx="3178017" cy="0"/>
            </a:xfrm>
            <a:prstGeom prst="line">
              <a:avLst/>
            </a:prstGeom>
            <a:noFill/>
            <a:ln w="3175" cap="flat" cmpd="sng" algn="ctr">
              <a:solidFill>
                <a:schemeClr val="accent1"/>
              </a:solidFill>
              <a:prstDash val="solid"/>
            </a:ln>
            <a:effectLst/>
          </p:spPr>
        </p:cxnSp>
        <p:sp>
          <p:nvSpPr>
            <p:cNvPr id="75" name="Ovaal 74">
              <a:extLst>
                <a:ext uri="{FF2B5EF4-FFF2-40B4-BE49-F238E27FC236}">
                  <a16:creationId xmlns:a16="http://schemas.microsoft.com/office/drawing/2014/main" id="{6A1D5F81-2CCD-4841-A8BC-C55424790FDA}"/>
                </a:ext>
              </a:extLst>
            </p:cNvPr>
            <p:cNvSpPr/>
            <p:nvPr userDrawn="1"/>
          </p:nvSpPr>
          <p:spPr>
            <a:xfrm>
              <a:off x="12391601" y="1706398"/>
              <a:ext cx="260914" cy="259683"/>
            </a:xfrm>
            <a:prstGeom prst="ellipse">
              <a:avLst/>
            </a:prstGeom>
            <a:solidFill>
              <a:schemeClr val="accent1"/>
            </a:solidFill>
            <a:ln w="25400" cap="flat" cmpd="sng" algn="ctr">
              <a:noFill/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2</a:t>
              </a:r>
            </a:p>
          </p:txBody>
        </p:sp>
        <p:sp>
          <p:nvSpPr>
            <p:cNvPr id="76" name="Rechthoek 75">
              <a:extLst>
                <a:ext uri="{FF2B5EF4-FFF2-40B4-BE49-F238E27FC236}">
                  <a16:creationId xmlns:a16="http://schemas.microsoft.com/office/drawing/2014/main" id="{51DEED6B-8A75-4CCC-B153-B4C182E02F93}"/>
                </a:ext>
              </a:extLst>
            </p:cNvPr>
            <p:cNvSpPr/>
            <p:nvPr userDrawn="1"/>
          </p:nvSpPr>
          <p:spPr>
            <a:xfrm>
              <a:off x="12757282" y="1772461"/>
              <a:ext cx="2817995" cy="318048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t"/>
            <a:lstStyle/>
            <a:p>
              <a:pPr marL="0" marR="0" lvl="0" indent="0" defTabSz="914400" eaLnBrk="1" fontAlgn="auto" latinLnBrk="0" hangingPunct="1">
                <a:lnSpc>
                  <a:spcPct val="90000"/>
                </a:lnSpc>
                <a:spcBef>
                  <a:spcPts val="600"/>
                </a:spcBef>
                <a:spcAft>
                  <a:spcPts val="600"/>
                </a:spcAft>
                <a:buClr>
                  <a:schemeClr val="accent1"/>
                </a:buClr>
                <a:buSzTx/>
                <a:buFont typeface="Arial" panose="020B0604020202020204" pitchFamily="34" charset="0"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Selecteer de gewenste afbeelding</a:t>
              </a:r>
              <a:b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</a:b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en klik op </a:t>
              </a:r>
              <a:r>
                <a:rPr kumimoji="0" lang="nl-NL" sz="1100" b="1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‘Invoegen’</a:t>
              </a: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.</a:t>
              </a:r>
              <a:endParaRPr kumimoji="0" lang="nl-NL" sz="1100" b="1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cs typeface="Segoe UI Light" panose="020B0502040204020203" pitchFamily="34" charset="0"/>
              </a:endParaRPr>
            </a:p>
          </p:txBody>
        </p:sp>
        <p:grpSp>
          <p:nvGrpSpPr>
            <p:cNvPr id="77" name="Groep 76">
              <a:extLst>
                <a:ext uri="{FF2B5EF4-FFF2-40B4-BE49-F238E27FC236}">
                  <a16:creationId xmlns:a16="http://schemas.microsoft.com/office/drawing/2014/main" id="{39404035-A07A-4071-8C0F-8FC1846C53EC}"/>
                </a:ext>
              </a:extLst>
            </p:cNvPr>
            <p:cNvGrpSpPr/>
            <p:nvPr userDrawn="1"/>
          </p:nvGrpSpPr>
          <p:grpSpPr>
            <a:xfrm>
              <a:off x="12757282" y="2184550"/>
              <a:ext cx="825500" cy="209550"/>
              <a:chOff x="13504624" y="2482850"/>
              <a:chExt cx="825500" cy="209550"/>
            </a:xfrm>
          </p:grpSpPr>
          <p:sp>
            <p:nvSpPr>
              <p:cNvPr id="157" name="Rechthoek 156">
                <a:extLst>
                  <a:ext uri="{FF2B5EF4-FFF2-40B4-BE49-F238E27FC236}">
                    <a16:creationId xmlns:a16="http://schemas.microsoft.com/office/drawing/2014/main" id="{B9FCAFAF-FDFA-45FE-8FB4-A95BFDF2CA00}"/>
                  </a:ext>
                </a:extLst>
              </p:cNvPr>
              <p:cNvSpPr/>
              <p:nvPr userDrawn="1"/>
            </p:nvSpPr>
            <p:spPr>
              <a:xfrm>
                <a:off x="13504624" y="2482850"/>
                <a:ext cx="825500" cy="209550"/>
              </a:xfrm>
              <a:prstGeom prst="rect">
                <a:avLst/>
              </a:prstGeom>
              <a:solidFill>
                <a:srgbClr val="E5F1FB"/>
              </a:solidFill>
              <a:ln w="12700">
                <a:solidFill>
                  <a:srgbClr val="0B7ED9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10800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r>
                  <a:rPr lang="nl-NL" sz="800" b="0" noProof="0">
                    <a:solidFill>
                      <a:schemeClr val="tx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Invoegen</a:t>
                </a:r>
              </a:p>
            </p:txBody>
          </p:sp>
          <p:cxnSp>
            <p:nvCxnSpPr>
              <p:cNvPr id="158" name="Rechte verbindingslijn 157">
                <a:extLst>
                  <a:ext uri="{FF2B5EF4-FFF2-40B4-BE49-F238E27FC236}">
                    <a16:creationId xmlns:a16="http://schemas.microsoft.com/office/drawing/2014/main" id="{937B9EA0-1740-4175-BB87-E60F9BF3440D}"/>
                  </a:ext>
                </a:extLst>
              </p:cNvPr>
              <p:cNvCxnSpPr/>
              <p:nvPr userDrawn="1"/>
            </p:nvCxnSpPr>
            <p:spPr>
              <a:xfrm>
                <a:off x="14155269" y="2515250"/>
                <a:ext cx="0" cy="142717"/>
              </a:xfrm>
              <a:prstGeom prst="line">
                <a:avLst/>
              </a:prstGeom>
              <a:noFill/>
              <a:ln w="3175" cap="flat" cmpd="sng" algn="ctr">
                <a:solidFill>
                  <a:srgbClr val="44546A"/>
                </a:solidFill>
                <a:prstDash val="solid"/>
              </a:ln>
              <a:effectLst/>
            </p:spPr>
          </p:cxnSp>
          <p:sp>
            <p:nvSpPr>
              <p:cNvPr id="159" name="Gelijkbenige driehoek 158">
                <a:extLst>
                  <a:ext uri="{FF2B5EF4-FFF2-40B4-BE49-F238E27FC236}">
                    <a16:creationId xmlns:a16="http://schemas.microsoft.com/office/drawing/2014/main" id="{AD5D6E17-3679-4ECD-BB9A-094F5E0E7170}"/>
                  </a:ext>
                </a:extLst>
              </p:cNvPr>
              <p:cNvSpPr/>
              <p:nvPr userDrawn="1"/>
            </p:nvSpPr>
            <p:spPr>
              <a:xfrm rot="10800000">
                <a:off x="14196089" y="2566904"/>
                <a:ext cx="86866" cy="51147"/>
              </a:xfrm>
              <a:prstGeom prst="triangle">
                <a:avLst/>
              </a:prstGeom>
              <a:solidFill>
                <a:srgbClr val="00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nl-NL" sz="1000" b="1" noProof="0">
                  <a:solidFill>
                    <a:schemeClr val="tx1"/>
                  </a:solidFill>
                </a:endParaRPr>
              </a:p>
            </p:txBody>
          </p:sp>
        </p:grpSp>
        <p:grpSp>
          <p:nvGrpSpPr>
            <p:cNvPr id="78" name="Groep 77">
              <a:extLst>
                <a:ext uri="{FF2B5EF4-FFF2-40B4-BE49-F238E27FC236}">
                  <a16:creationId xmlns:a16="http://schemas.microsoft.com/office/drawing/2014/main" id="{31D6A9A0-2C04-45EC-9FC9-53A66589F59A}"/>
                </a:ext>
              </a:extLst>
            </p:cNvPr>
            <p:cNvGrpSpPr/>
            <p:nvPr userDrawn="1"/>
          </p:nvGrpSpPr>
          <p:grpSpPr>
            <a:xfrm>
              <a:off x="12757282" y="1141626"/>
              <a:ext cx="294789" cy="318834"/>
              <a:chOff x="14466489" y="1001522"/>
              <a:chExt cx="290627" cy="314333"/>
            </a:xfrm>
          </p:grpSpPr>
          <p:sp>
            <p:nvSpPr>
              <p:cNvPr id="151" name="Rechthoek 150">
                <a:extLst>
                  <a:ext uri="{FF2B5EF4-FFF2-40B4-BE49-F238E27FC236}">
                    <a16:creationId xmlns:a16="http://schemas.microsoft.com/office/drawing/2014/main" id="{7537D14E-3145-41AA-8BA6-E2DA4792DAB5}"/>
                  </a:ext>
                </a:extLst>
              </p:cNvPr>
              <p:cNvSpPr/>
              <p:nvPr userDrawn="1"/>
            </p:nvSpPr>
            <p:spPr>
              <a:xfrm>
                <a:off x="14466489" y="1001522"/>
                <a:ext cx="257935" cy="254168"/>
              </a:xfrm>
              <a:prstGeom prst="rect">
                <a:avLst/>
              </a:prstGeom>
              <a:solidFill>
                <a:schemeClr val="bg1"/>
              </a:solidFill>
              <a:ln w="12700">
                <a:solidFill>
                  <a:srgbClr val="C0C0C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10800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lvl="0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endParaRPr lang="nl-NL" sz="800" b="0" noProof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152" name="Ovaal 151">
                <a:extLst>
                  <a:ext uri="{FF2B5EF4-FFF2-40B4-BE49-F238E27FC236}">
                    <a16:creationId xmlns:a16="http://schemas.microsoft.com/office/drawing/2014/main" id="{5A063F0D-3016-4D67-A80E-A2ACE05C76A0}"/>
                  </a:ext>
                </a:extLst>
              </p:cNvPr>
              <p:cNvSpPr/>
              <p:nvPr userDrawn="1"/>
            </p:nvSpPr>
            <p:spPr>
              <a:xfrm>
                <a:off x="14623626" y="1033630"/>
                <a:ext cx="71169" cy="71169"/>
              </a:xfrm>
              <a:prstGeom prst="ellipse">
                <a:avLst/>
              </a:prstGeom>
              <a:solidFill>
                <a:srgbClr val="F1D8A5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nl-NL" sz="1000" b="1" noProof="0">
                  <a:solidFill>
                    <a:schemeClr val="tx1"/>
                  </a:solidFill>
                </a:endParaRPr>
              </a:p>
            </p:txBody>
          </p:sp>
          <p:sp>
            <p:nvSpPr>
              <p:cNvPr id="153" name="Vrije vorm: vorm 152">
                <a:extLst>
                  <a:ext uri="{FF2B5EF4-FFF2-40B4-BE49-F238E27FC236}">
                    <a16:creationId xmlns:a16="http://schemas.microsoft.com/office/drawing/2014/main" id="{B6672389-7339-4818-917A-210CB31A7851}"/>
                  </a:ext>
                </a:extLst>
              </p:cNvPr>
              <p:cNvSpPr/>
              <p:nvPr userDrawn="1"/>
            </p:nvSpPr>
            <p:spPr>
              <a:xfrm rot="2700000">
                <a:off x="14498877" y="1157846"/>
                <a:ext cx="168558" cy="147459"/>
              </a:xfrm>
              <a:custGeom>
                <a:avLst/>
                <a:gdLst>
                  <a:gd name="connsiteX0" fmla="*/ 12837 w 168558"/>
                  <a:gd name="connsiteY0" fmla="*/ 12836 h 147459"/>
                  <a:gd name="connsiteX1" fmla="*/ 43826 w 168558"/>
                  <a:gd name="connsiteY1" fmla="*/ 0 h 147459"/>
                  <a:gd name="connsiteX2" fmla="*/ 168558 w 168558"/>
                  <a:gd name="connsiteY2" fmla="*/ 0 h 147459"/>
                  <a:gd name="connsiteX3" fmla="*/ 21099 w 168558"/>
                  <a:gd name="connsiteY3" fmla="*/ 147459 h 147459"/>
                  <a:gd name="connsiteX4" fmla="*/ 0 w 168558"/>
                  <a:gd name="connsiteY4" fmla="*/ 126361 h 147459"/>
                  <a:gd name="connsiteX5" fmla="*/ 0 w 168558"/>
                  <a:gd name="connsiteY5" fmla="*/ 43826 h 147459"/>
                  <a:gd name="connsiteX6" fmla="*/ 12837 w 168558"/>
                  <a:gd name="connsiteY6" fmla="*/ 12836 h 14745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68558" h="147459">
                    <a:moveTo>
                      <a:pt x="12837" y="12836"/>
                    </a:moveTo>
                    <a:cubicBezTo>
                      <a:pt x="20768" y="4905"/>
                      <a:pt x="31724" y="0"/>
                      <a:pt x="43826" y="0"/>
                    </a:cubicBezTo>
                    <a:lnTo>
                      <a:pt x="168558" y="0"/>
                    </a:lnTo>
                    <a:lnTo>
                      <a:pt x="21099" y="147459"/>
                    </a:lnTo>
                    <a:lnTo>
                      <a:pt x="0" y="126361"/>
                    </a:lnTo>
                    <a:lnTo>
                      <a:pt x="0" y="43826"/>
                    </a:lnTo>
                    <a:cubicBezTo>
                      <a:pt x="1" y="31723"/>
                      <a:pt x="4906" y="20767"/>
                      <a:pt x="12837" y="12836"/>
                    </a:cubicBezTo>
                    <a:close/>
                  </a:path>
                </a:pathLst>
              </a:custGeom>
              <a:solidFill>
                <a:srgbClr val="C9D8E9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nl-NL" sz="1000" b="1" noProof="0">
                  <a:solidFill>
                    <a:schemeClr val="tx1"/>
                  </a:solidFill>
                </a:endParaRPr>
              </a:p>
            </p:txBody>
          </p:sp>
          <p:sp>
            <p:nvSpPr>
              <p:cNvPr id="154" name="Rechthoek: afgeronde hoeken 153">
                <a:extLst>
                  <a:ext uri="{FF2B5EF4-FFF2-40B4-BE49-F238E27FC236}">
                    <a16:creationId xmlns:a16="http://schemas.microsoft.com/office/drawing/2014/main" id="{CC87DF75-C992-4B02-97F4-10B66F4FCBB5}"/>
                  </a:ext>
                </a:extLst>
              </p:cNvPr>
              <p:cNvSpPr/>
              <p:nvPr userDrawn="1"/>
            </p:nvSpPr>
            <p:spPr>
              <a:xfrm>
                <a:off x="14601150" y="1145314"/>
                <a:ext cx="155966" cy="116816"/>
              </a:xfrm>
              <a:prstGeom prst="roundRect">
                <a:avLst/>
              </a:prstGeom>
              <a:solidFill>
                <a:schemeClr val="bg1"/>
              </a:solidFill>
              <a:ln w="19050">
                <a:solidFill>
                  <a:srgbClr val="8AADD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10800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lvl="0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endParaRPr lang="nl-NL" sz="800" b="0" noProof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cxnSp>
            <p:nvCxnSpPr>
              <p:cNvPr id="155" name="Rechte verbindingslijn 154">
                <a:extLst>
                  <a:ext uri="{FF2B5EF4-FFF2-40B4-BE49-F238E27FC236}">
                    <a16:creationId xmlns:a16="http://schemas.microsoft.com/office/drawing/2014/main" id="{A594B960-EC39-48A1-BD3B-8BDE1CEA55DC}"/>
                  </a:ext>
                </a:extLst>
              </p:cNvPr>
              <p:cNvCxnSpPr>
                <a:cxnSpLocks/>
              </p:cNvCxnSpPr>
              <p:nvPr userDrawn="1"/>
            </p:nvCxnSpPr>
            <p:spPr>
              <a:xfrm>
                <a:off x="14637490" y="1308665"/>
                <a:ext cx="83286" cy="0"/>
              </a:xfrm>
              <a:prstGeom prst="line">
                <a:avLst/>
              </a:prstGeom>
              <a:solidFill>
                <a:schemeClr val="bg1"/>
              </a:solidFill>
              <a:ln w="19050">
                <a:solidFill>
                  <a:srgbClr val="8AADD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156" name="Rechte verbindingslijn 155">
                <a:extLst>
                  <a:ext uri="{FF2B5EF4-FFF2-40B4-BE49-F238E27FC236}">
                    <a16:creationId xmlns:a16="http://schemas.microsoft.com/office/drawing/2014/main" id="{29E4933F-B681-40E9-81E6-4BFE50351C8B}"/>
                  </a:ext>
                </a:extLst>
              </p:cNvPr>
              <p:cNvCxnSpPr>
                <a:cxnSpLocks/>
                <a:stCxn id="154" idx="2"/>
              </p:cNvCxnSpPr>
              <p:nvPr userDrawn="1"/>
            </p:nvCxnSpPr>
            <p:spPr>
              <a:xfrm flipH="1">
                <a:off x="14678717" y="1262130"/>
                <a:ext cx="416" cy="43573"/>
              </a:xfrm>
              <a:prstGeom prst="line">
                <a:avLst/>
              </a:prstGeom>
              <a:solidFill>
                <a:schemeClr val="bg1"/>
              </a:solidFill>
              <a:ln w="19050">
                <a:solidFill>
                  <a:srgbClr val="8AADD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</p:grpSp>
        <p:sp>
          <p:nvSpPr>
            <p:cNvPr id="79" name="Ovaal 78">
              <a:extLst>
                <a:ext uri="{FF2B5EF4-FFF2-40B4-BE49-F238E27FC236}">
                  <a16:creationId xmlns:a16="http://schemas.microsoft.com/office/drawing/2014/main" id="{95ADBB4B-DB43-4B95-BBB1-4EF78D913B23}"/>
                </a:ext>
              </a:extLst>
            </p:cNvPr>
            <p:cNvSpPr/>
            <p:nvPr userDrawn="1"/>
          </p:nvSpPr>
          <p:spPr>
            <a:xfrm>
              <a:off x="12391601" y="2617951"/>
              <a:ext cx="260914" cy="259683"/>
            </a:xfrm>
            <a:prstGeom prst="ellipse">
              <a:avLst/>
            </a:prstGeom>
            <a:solidFill>
              <a:schemeClr val="accent1"/>
            </a:solidFill>
            <a:ln w="25400" cap="flat" cmpd="sng" algn="ctr">
              <a:noFill/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3</a:t>
              </a:r>
            </a:p>
          </p:txBody>
        </p:sp>
        <p:sp>
          <p:nvSpPr>
            <p:cNvPr id="80" name="Rechthoek 79">
              <a:extLst>
                <a:ext uri="{FF2B5EF4-FFF2-40B4-BE49-F238E27FC236}">
                  <a16:creationId xmlns:a16="http://schemas.microsoft.com/office/drawing/2014/main" id="{28504821-72A2-4CEA-9D50-70679CC2C0B7}"/>
                </a:ext>
              </a:extLst>
            </p:cNvPr>
            <p:cNvSpPr/>
            <p:nvPr userDrawn="1"/>
          </p:nvSpPr>
          <p:spPr>
            <a:xfrm>
              <a:off x="12757283" y="2684015"/>
              <a:ext cx="2817996" cy="316612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t"/>
            <a:lstStyle/>
            <a:p>
              <a:pPr marL="0" marR="0" lvl="0" indent="0" defTabSz="914400" eaLnBrk="1" fontAlgn="auto" latinLnBrk="0" hangingPunct="1">
                <a:lnSpc>
                  <a:spcPct val="90000"/>
                </a:lnSpc>
                <a:spcBef>
                  <a:spcPts val="600"/>
                </a:spcBef>
                <a:spcAft>
                  <a:spcPts val="600"/>
                </a:spcAft>
                <a:buClr>
                  <a:schemeClr val="accent1"/>
                </a:buClr>
                <a:buSzTx/>
                <a:buFont typeface="Arial" panose="020B0604020202020204" pitchFamily="34" charset="0"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Klik met de rechter muisknop op de afbeelding en kies </a:t>
              </a:r>
              <a:r>
                <a:rPr kumimoji="0" lang="nl-NL" sz="1100" b="1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´Naar achtergrond´</a:t>
              </a: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.</a:t>
              </a:r>
              <a:endParaRPr kumimoji="0" lang="nl-NL" sz="1100" b="1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cs typeface="Segoe UI Light" panose="020B0502040204020203" pitchFamily="34" charset="0"/>
              </a:endParaRPr>
            </a:p>
          </p:txBody>
        </p:sp>
        <p:cxnSp>
          <p:nvCxnSpPr>
            <p:cNvPr id="82" name="Rechte verbindingslijn 81">
              <a:extLst>
                <a:ext uri="{FF2B5EF4-FFF2-40B4-BE49-F238E27FC236}">
                  <a16:creationId xmlns:a16="http://schemas.microsoft.com/office/drawing/2014/main" id="{240EAD0F-2F2B-4096-9FD4-D4694C040511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2397261" y="2499789"/>
              <a:ext cx="3178017" cy="0"/>
            </a:xfrm>
            <a:prstGeom prst="line">
              <a:avLst/>
            </a:prstGeom>
            <a:noFill/>
            <a:ln w="3175" cap="flat" cmpd="sng" algn="ctr">
              <a:solidFill>
                <a:schemeClr val="accent1"/>
              </a:solidFill>
              <a:prstDash val="solid"/>
            </a:ln>
            <a:effectLst/>
          </p:spPr>
        </p:cxnSp>
        <p:grpSp>
          <p:nvGrpSpPr>
            <p:cNvPr id="83" name="Groep 82">
              <a:extLst>
                <a:ext uri="{FF2B5EF4-FFF2-40B4-BE49-F238E27FC236}">
                  <a16:creationId xmlns:a16="http://schemas.microsoft.com/office/drawing/2014/main" id="{21918E90-E0C4-4A19-B70F-77772F93CCCE}"/>
                </a:ext>
              </a:extLst>
            </p:cNvPr>
            <p:cNvGrpSpPr/>
            <p:nvPr userDrawn="1"/>
          </p:nvGrpSpPr>
          <p:grpSpPr>
            <a:xfrm>
              <a:off x="12757282" y="4967075"/>
              <a:ext cx="1499406" cy="580946"/>
              <a:chOff x="12757283" y="3120781"/>
              <a:chExt cx="1499406" cy="580946"/>
            </a:xfrm>
          </p:grpSpPr>
          <p:sp>
            <p:nvSpPr>
              <p:cNvPr id="137" name="Rechthoek 136">
                <a:extLst>
                  <a:ext uri="{FF2B5EF4-FFF2-40B4-BE49-F238E27FC236}">
                    <a16:creationId xmlns:a16="http://schemas.microsoft.com/office/drawing/2014/main" id="{C505D121-7242-4280-A811-F9654B7259E3}"/>
                  </a:ext>
                </a:extLst>
              </p:cNvPr>
              <p:cNvSpPr/>
              <p:nvPr userDrawn="1"/>
            </p:nvSpPr>
            <p:spPr>
              <a:xfrm>
                <a:off x="12757283" y="3120781"/>
                <a:ext cx="1499406" cy="580946"/>
              </a:xfrm>
              <a:prstGeom prst="rect">
                <a:avLst/>
              </a:prstGeom>
              <a:solidFill>
                <a:schemeClr val="bg1"/>
              </a:solidFill>
              <a:ln w="12700">
                <a:solidFill>
                  <a:srgbClr val="D1D1D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10800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endParaRPr lang="nl-NL" sz="800" b="0" noProof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138" name="Rechthoek 137">
                <a:extLst>
                  <a:ext uri="{FF2B5EF4-FFF2-40B4-BE49-F238E27FC236}">
                    <a16:creationId xmlns:a16="http://schemas.microsoft.com/office/drawing/2014/main" id="{9E207B54-A356-463F-BDD8-988B2933314B}"/>
                  </a:ext>
                </a:extLst>
              </p:cNvPr>
              <p:cNvSpPr/>
              <p:nvPr userDrawn="1"/>
            </p:nvSpPr>
            <p:spPr>
              <a:xfrm>
                <a:off x="12761843" y="3146420"/>
                <a:ext cx="1478943" cy="257235"/>
              </a:xfrm>
              <a:prstGeom prst="rect">
                <a:avLst/>
              </a:prstGeom>
              <a:solidFill>
                <a:srgbClr val="FCE4DC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nl-NL" sz="700" b="1" noProof="0">
                  <a:solidFill>
                    <a:schemeClr val="tx1"/>
                  </a:solidFill>
                </a:endParaRPr>
              </a:p>
            </p:txBody>
          </p:sp>
          <p:sp>
            <p:nvSpPr>
              <p:cNvPr id="139" name="Tekstvak 138">
                <a:extLst>
                  <a:ext uri="{FF2B5EF4-FFF2-40B4-BE49-F238E27FC236}">
                    <a16:creationId xmlns:a16="http://schemas.microsoft.com/office/drawing/2014/main" id="{030C3FAC-57AC-41A4-B754-252703D57B58}"/>
                  </a:ext>
                </a:extLst>
              </p:cNvPr>
              <p:cNvSpPr txBox="1"/>
              <p:nvPr userDrawn="1"/>
            </p:nvSpPr>
            <p:spPr>
              <a:xfrm>
                <a:off x="12997648" y="3173471"/>
                <a:ext cx="957818" cy="20313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algn="l" defTabSz="1217512" rtl="0" eaLnBrk="1" latinLnBrk="0" hangingPunct="1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r>
                  <a:rPr lang="nl-NL" sz="800" b="0" kern="1200" noProof="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rPr>
                  <a:t>Naar voorgrond</a:t>
                </a:r>
              </a:p>
            </p:txBody>
          </p:sp>
          <p:sp>
            <p:nvSpPr>
              <p:cNvPr id="140" name="Tekstvak 139">
                <a:extLst>
                  <a:ext uri="{FF2B5EF4-FFF2-40B4-BE49-F238E27FC236}">
                    <a16:creationId xmlns:a16="http://schemas.microsoft.com/office/drawing/2014/main" id="{5C11FAC4-4C9D-4DED-B58C-8B3C3878D53D}"/>
                  </a:ext>
                </a:extLst>
              </p:cNvPr>
              <p:cNvSpPr txBox="1"/>
              <p:nvPr userDrawn="1"/>
            </p:nvSpPr>
            <p:spPr>
              <a:xfrm>
                <a:off x="12984219" y="3481017"/>
                <a:ext cx="1165564" cy="20313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algn="l" defTabSz="1217512" rtl="0" eaLnBrk="1" latinLnBrk="0" hangingPunct="1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r>
                  <a:rPr lang="nl-NL" sz="800" b="0" kern="1200" noProof="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rPr>
                  <a:t>Naar achtergrond</a:t>
                </a:r>
              </a:p>
            </p:txBody>
          </p:sp>
          <p:pic>
            <p:nvPicPr>
              <p:cNvPr id="141" name="Picture 3">
                <a:extLst>
                  <a:ext uri="{FF2B5EF4-FFF2-40B4-BE49-F238E27FC236}">
                    <a16:creationId xmlns:a16="http://schemas.microsoft.com/office/drawing/2014/main" id="{05F88D51-A991-4386-ADA4-11EDA59DD8E6}"/>
                  </a:ext>
                </a:extLst>
              </p:cNvPr>
              <p:cNvPicPr>
                <a:picLocks noChangeAspect="1" noChangeArrowheads="1"/>
              </p:cNvPicPr>
              <p:nvPr userDrawn="1"/>
            </p:nvPicPr>
            <p:blipFill>
              <a:blip r:embed="rId2" cstate="email">
                <a:extLst>
                  <a:ext uri="{28A0092B-C50C-407E-A947-70E740481C1C}">
                    <a14:useLocalDpi xmlns:a14="http://schemas.microsoft.com/office/drawing/2010/main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13938926" y="3243867"/>
                <a:ext cx="143086" cy="231331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</p:pic>
          <p:sp>
            <p:nvSpPr>
              <p:cNvPr id="142" name="Gelijkbenige driehoek 141">
                <a:extLst>
                  <a:ext uri="{FF2B5EF4-FFF2-40B4-BE49-F238E27FC236}">
                    <a16:creationId xmlns:a16="http://schemas.microsoft.com/office/drawing/2014/main" id="{8DE089DD-599B-460B-9DAE-D75E57CA5E25}"/>
                  </a:ext>
                </a:extLst>
              </p:cNvPr>
              <p:cNvSpPr/>
              <p:nvPr userDrawn="1"/>
            </p:nvSpPr>
            <p:spPr>
              <a:xfrm rot="5400000">
                <a:off x="14094210" y="3244199"/>
                <a:ext cx="86866" cy="51147"/>
              </a:xfrm>
              <a:prstGeom prst="triangle">
                <a:avLst/>
              </a:prstGeom>
              <a:solidFill>
                <a:srgbClr val="00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nl-NL" sz="1000" b="1" noProof="0">
                  <a:solidFill>
                    <a:schemeClr val="tx1"/>
                  </a:solidFill>
                </a:endParaRPr>
              </a:p>
            </p:txBody>
          </p:sp>
          <p:grpSp>
            <p:nvGrpSpPr>
              <p:cNvPr id="143" name="Groep 142">
                <a:extLst>
                  <a:ext uri="{FF2B5EF4-FFF2-40B4-BE49-F238E27FC236}">
                    <a16:creationId xmlns:a16="http://schemas.microsoft.com/office/drawing/2014/main" id="{A5951D05-6D0B-4634-A3CD-03C4848054FA}"/>
                  </a:ext>
                </a:extLst>
              </p:cNvPr>
              <p:cNvGrpSpPr/>
              <p:nvPr userDrawn="1"/>
            </p:nvGrpSpPr>
            <p:grpSpPr>
              <a:xfrm>
                <a:off x="12822311" y="3178534"/>
                <a:ext cx="182309" cy="163794"/>
                <a:chOff x="12832541" y="3162395"/>
                <a:chExt cx="219532" cy="197236"/>
              </a:xfrm>
            </p:grpSpPr>
            <p:sp>
              <p:nvSpPr>
                <p:cNvPr id="148" name="Rechthoek 147">
                  <a:extLst>
                    <a:ext uri="{FF2B5EF4-FFF2-40B4-BE49-F238E27FC236}">
                      <a16:creationId xmlns:a16="http://schemas.microsoft.com/office/drawing/2014/main" id="{07BDD439-596B-4C5D-A74F-A713FEB706E9}"/>
                    </a:ext>
                  </a:extLst>
                </p:cNvPr>
                <p:cNvSpPr/>
                <p:nvPr userDrawn="1"/>
              </p:nvSpPr>
              <p:spPr>
                <a:xfrm>
                  <a:off x="12832541" y="3162395"/>
                  <a:ext cx="81487" cy="81487"/>
                </a:xfrm>
                <a:prstGeom prst="rect">
                  <a:avLst/>
                </a:prstGeom>
                <a:solidFill>
                  <a:schemeClr val="bg1"/>
                </a:solidFill>
                <a:ln w="12700">
                  <a:solidFill>
                    <a:schemeClr val="tx2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  <p:sp>
              <p:nvSpPr>
                <p:cNvPr id="149" name="Rechthoek 148">
                  <a:extLst>
                    <a:ext uri="{FF2B5EF4-FFF2-40B4-BE49-F238E27FC236}">
                      <a16:creationId xmlns:a16="http://schemas.microsoft.com/office/drawing/2014/main" id="{3981B1DD-F789-4EA5-B4C6-9CEFC733AEC2}"/>
                    </a:ext>
                  </a:extLst>
                </p:cNvPr>
                <p:cNvSpPr/>
                <p:nvPr userDrawn="1"/>
              </p:nvSpPr>
              <p:spPr>
                <a:xfrm>
                  <a:off x="12970586" y="3278144"/>
                  <a:ext cx="81487" cy="81487"/>
                </a:xfrm>
                <a:prstGeom prst="rect">
                  <a:avLst/>
                </a:prstGeom>
                <a:solidFill>
                  <a:schemeClr val="bg1"/>
                </a:solidFill>
                <a:ln w="12700">
                  <a:solidFill>
                    <a:schemeClr val="tx2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  <p:sp>
              <p:nvSpPr>
                <p:cNvPr id="150" name="Rechthoek 149">
                  <a:extLst>
                    <a:ext uri="{FF2B5EF4-FFF2-40B4-BE49-F238E27FC236}">
                      <a16:creationId xmlns:a16="http://schemas.microsoft.com/office/drawing/2014/main" id="{842F42B4-4878-410D-904A-E73DA089926C}"/>
                    </a:ext>
                  </a:extLst>
                </p:cNvPr>
                <p:cNvSpPr/>
                <p:nvPr userDrawn="1"/>
              </p:nvSpPr>
              <p:spPr>
                <a:xfrm>
                  <a:off x="12873284" y="3191991"/>
                  <a:ext cx="138045" cy="138044"/>
                </a:xfrm>
                <a:prstGeom prst="rect">
                  <a:avLst/>
                </a:prstGeom>
                <a:solidFill>
                  <a:srgbClr val="EABE76"/>
                </a:solidFill>
                <a:ln w="12700">
                  <a:solidFill>
                    <a:schemeClr val="bg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</p:grpSp>
          <p:grpSp>
            <p:nvGrpSpPr>
              <p:cNvPr id="144" name="Groep 143">
                <a:extLst>
                  <a:ext uri="{FF2B5EF4-FFF2-40B4-BE49-F238E27FC236}">
                    <a16:creationId xmlns:a16="http://schemas.microsoft.com/office/drawing/2014/main" id="{4E12BE22-FB15-497E-9873-919D343F0EBF}"/>
                  </a:ext>
                </a:extLst>
              </p:cNvPr>
              <p:cNvGrpSpPr/>
              <p:nvPr userDrawn="1"/>
            </p:nvGrpSpPr>
            <p:grpSpPr>
              <a:xfrm>
                <a:off x="12822311" y="3480352"/>
                <a:ext cx="182309" cy="163794"/>
                <a:chOff x="12832541" y="3162395"/>
                <a:chExt cx="219532" cy="197236"/>
              </a:xfrm>
            </p:grpSpPr>
            <p:sp>
              <p:nvSpPr>
                <p:cNvPr id="145" name="Rechthoek 144">
                  <a:extLst>
                    <a:ext uri="{FF2B5EF4-FFF2-40B4-BE49-F238E27FC236}">
                      <a16:creationId xmlns:a16="http://schemas.microsoft.com/office/drawing/2014/main" id="{041B8852-528A-4DE0-90D1-89383BC87B3E}"/>
                    </a:ext>
                  </a:extLst>
                </p:cNvPr>
                <p:cNvSpPr/>
                <p:nvPr userDrawn="1"/>
              </p:nvSpPr>
              <p:spPr>
                <a:xfrm>
                  <a:off x="12873284" y="3191991"/>
                  <a:ext cx="138045" cy="138044"/>
                </a:xfrm>
                <a:prstGeom prst="rect">
                  <a:avLst/>
                </a:prstGeom>
                <a:solidFill>
                  <a:srgbClr val="EABE76"/>
                </a:solidFill>
                <a:ln w="12700">
                  <a:solidFill>
                    <a:schemeClr val="bg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  <p:sp>
              <p:nvSpPr>
                <p:cNvPr id="146" name="Rechthoek 145">
                  <a:extLst>
                    <a:ext uri="{FF2B5EF4-FFF2-40B4-BE49-F238E27FC236}">
                      <a16:creationId xmlns:a16="http://schemas.microsoft.com/office/drawing/2014/main" id="{DA209949-23BB-4725-8472-A7C4CE10DDFB}"/>
                    </a:ext>
                  </a:extLst>
                </p:cNvPr>
                <p:cNvSpPr/>
                <p:nvPr userDrawn="1"/>
              </p:nvSpPr>
              <p:spPr>
                <a:xfrm>
                  <a:off x="12832541" y="3162395"/>
                  <a:ext cx="81487" cy="81487"/>
                </a:xfrm>
                <a:prstGeom prst="rect">
                  <a:avLst/>
                </a:prstGeom>
                <a:solidFill>
                  <a:schemeClr val="bg1"/>
                </a:solidFill>
                <a:ln w="12700">
                  <a:solidFill>
                    <a:schemeClr val="tx2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  <p:sp>
              <p:nvSpPr>
                <p:cNvPr id="147" name="Rechthoek 146">
                  <a:extLst>
                    <a:ext uri="{FF2B5EF4-FFF2-40B4-BE49-F238E27FC236}">
                      <a16:creationId xmlns:a16="http://schemas.microsoft.com/office/drawing/2014/main" id="{C024A17F-57DA-4CE8-8CFB-620696FBEB80}"/>
                    </a:ext>
                  </a:extLst>
                </p:cNvPr>
                <p:cNvSpPr/>
                <p:nvPr userDrawn="1"/>
              </p:nvSpPr>
              <p:spPr>
                <a:xfrm>
                  <a:off x="12970586" y="3278144"/>
                  <a:ext cx="81487" cy="81487"/>
                </a:xfrm>
                <a:prstGeom prst="rect">
                  <a:avLst/>
                </a:prstGeom>
                <a:solidFill>
                  <a:schemeClr val="bg1"/>
                </a:solidFill>
                <a:ln w="12700">
                  <a:solidFill>
                    <a:schemeClr val="tx2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</p:grpSp>
        </p:grpSp>
        <p:sp>
          <p:nvSpPr>
            <p:cNvPr id="84" name="Ovaal 83">
              <a:extLst>
                <a:ext uri="{FF2B5EF4-FFF2-40B4-BE49-F238E27FC236}">
                  <a16:creationId xmlns:a16="http://schemas.microsoft.com/office/drawing/2014/main" id="{6B404E5B-A21A-48CD-9633-E950FE14BC16}"/>
                </a:ext>
              </a:extLst>
            </p:cNvPr>
            <p:cNvSpPr/>
            <p:nvPr userDrawn="1"/>
          </p:nvSpPr>
          <p:spPr>
            <a:xfrm>
              <a:off x="12391601" y="4027651"/>
              <a:ext cx="260914" cy="259683"/>
            </a:xfrm>
            <a:prstGeom prst="ellipse">
              <a:avLst/>
            </a:prstGeom>
            <a:solidFill>
              <a:schemeClr val="accent1"/>
            </a:solidFill>
            <a:ln w="25400" cap="flat" cmpd="sng" algn="ctr">
              <a:noFill/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4</a:t>
              </a:r>
            </a:p>
          </p:txBody>
        </p:sp>
        <p:sp>
          <p:nvSpPr>
            <p:cNvPr id="85" name="Rechthoek 84">
              <a:extLst>
                <a:ext uri="{FF2B5EF4-FFF2-40B4-BE49-F238E27FC236}">
                  <a16:creationId xmlns:a16="http://schemas.microsoft.com/office/drawing/2014/main" id="{3BD891F5-8C9E-4D5F-9723-D81EB874E023}"/>
                </a:ext>
              </a:extLst>
            </p:cNvPr>
            <p:cNvSpPr/>
            <p:nvPr userDrawn="1"/>
          </p:nvSpPr>
          <p:spPr>
            <a:xfrm>
              <a:off x="12757283" y="4093714"/>
              <a:ext cx="2817996" cy="628659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t"/>
            <a:lstStyle/>
            <a:p>
              <a:pPr marL="0" marR="0" lvl="0" indent="0" defTabSz="914400" eaLnBrk="1" fontAlgn="auto" latinLnBrk="0" hangingPunct="1">
                <a:lnSpc>
                  <a:spcPct val="90000"/>
                </a:lnSpc>
                <a:spcBef>
                  <a:spcPts val="600"/>
                </a:spcBef>
                <a:spcAft>
                  <a:spcPts val="600"/>
                </a:spcAft>
                <a:buClr>
                  <a:schemeClr val="accent1"/>
                </a:buClr>
                <a:buSzTx/>
                <a:buFont typeface="Arial" panose="020B0604020202020204" pitchFamily="34" charset="0"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Staat het invoegvenster achter de oranje lijn? Klik dan op de rechtermuisknop en kies </a:t>
              </a:r>
              <a:b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</a:b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‘</a:t>
              </a:r>
              <a:r>
                <a:rPr kumimoji="0" lang="nl-NL" sz="1100" b="1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naar voorgrond</a:t>
              </a: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’ om deze naar voren </a:t>
              </a:r>
              <a:b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</a:b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te halen. Klik na het invoegen op </a:t>
              </a:r>
              <a:b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</a:b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‘</a:t>
              </a:r>
              <a:r>
                <a:rPr kumimoji="0" lang="nl-NL" sz="1100" b="1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Naar achtergrond</a:t>
              </a: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’.</a:t>
              </a:r>
              <a:endParaRPr kumimoji="0" lang="nl-NL" sz="1100" b="1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cs typeface="Segoe UI Light" panose="020B0502040204020203" pitchFamily="34" charset="0"/>
              </a:endParaRPr>
            </a:p>
          </p:txBody>
        </p:sp>
        <p:cxnSp>
          <p:nvCxnSpPr>
            <p:cNvPr id="135" name="Rechte verbindingslijn 134">
              <a:extLst>
                <a:ext uri="{FF2B5EF4-FFF2-40B4-BE49-F238E27FC236}">
                  <a16:creationId xmlns:a16="http://schemas.microsoft.com/office/drawing/2014/main" id="{A8CAD07D-6BEC-4525-A385-59CA6FD1ACC3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2397261" y="3909489"/>
              <a:ext cx="3178017" cy="0"/>
            </a:xfrm>
            <a:prstGeom prst="line">
              <a:avLst/>
            </a:prstGeom>
            <a:noFill/>
            <a:ln w="3175" cap="flat" cmpd="sng" algn="ctr">
              <a:solidFill>
                <a:schemeClr val="accent1"/>
              </a:solidFill>
              <a:prstDash val="solid"/>
            </a:ln>
            <a:effectLst/>
          </p:spPr>
        </p:cxnSp>
      </p:grpSp>
      <p:sp>
        <p:nvSpPr>
          <p:cNvPr id="74" name="logo">
            <a:extLst>
              <a:ext uri="{FF2B5EF4-FFF2-40B4-BE49-F238E27FC236}">
                <a16:creationId xmlns:a16="http://schemas.microsoft.com/office/drawing/2014/main" id="{458ED21E-36CB-428F-A21D-04589AFD8EE0}"/>
              </a:ext>
            </a:extLst>
          </p:cNvPr>
          <p:cNvSpPr>
            <a:spLocks noGrp="1"/>
          </p:cNvSpPr>
          <p:nvPr>
            <p:ph type="body" sz="quarter" idx="64" hasCustomPrompt="1"/>
          </p:nvPr>
        </p:nvSpPr>
        <p:spPr>
          <a:xfrm>
            <a:off x="10691963" y="5852007"/>
            <a:ext cx="991742" cy="486603"/>
          </a:xfrm>
          <a:blipFill>
            <a:blip r:embed="rId3" cstate="email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>
              <a:fillRect l="1580" r="1580"/>
            </a:stretch>
          </a:blipFill>
        </p:spPr>
        <p:txBody>
          <a:bodyPr anchor="t"/>
          <a:lstStyle>
            <a:lvl1pPr marL="0" indent="0" algn="ctr">
              <a:lnSpc>
                <a:spcPct val="80000"/>
              </a:lnSpc>
              <a:buNone/>
              <a:defRPr sz="1600" b="0">
                <a:solidFill>
                  <a:schemeClr val="tx1"/>
                </a:solidFill>
                <a:effectLst/>
                <a:latin typeface="+mj-lt"/>
              </a:defRPr>
            </a:lvl1pPr>
          </a:lstStyle>
          <a:p>
            <a:pPr lvl="0"/>
            <a:r>
              <a:rPr lang="nl-NL"/>
              <a:t>  </a:t>
            </a:r>
          </a:p>
        </p:txBody>
      </p:sp>
      <p:sp>
        <p:nvSpPr>
          <p:cNvPr id="5" name="Tijdelijke aanduiding voor tekst 4">
            <a:extLst>
              <a:ext uri="{FF2B5EF4-FFF2-40B4-BE49-F238E27FC236}">
                <a16:creationId xmlns:a16="http://schemas.microsoft.com/office/drawing/2014/main" id="{7AF0307D-613D-4A4A-87F3-837BD313BCE6}"/>
              </a:ext>
            </a:extLst>
          </p:cNvPr>
          <p:cNvSpPr>
            <a:spLocks noGrp="1"/>
          </p:cNvSpPr>
          <p:nvPr>
            <p:ph type="body" sz="quarter" idx="65" hasCustomPrompt="1"/>
          </p:nvPr>
        </p:nvSpPr>
        <p:spPr>
          <a:xfrm>
            <a:off x="820498" y="824593"/>
            <a:ext cx="4448188" cy="5233988"/>
          </a:xfrm>
          <a:prstGeom prst="roundRect">
            <a:avLst>
              <a:gd name="adj" fmla="val 3255"/>
            </a:avLst>
          </a:prstGeom>
          <a:solidFill>
            <a:schemeClr val="bg1">
              <a:alpha val="70000"/>
            </a:schemeClr>
          </a:solidFill>
          <a:ln w="12700">
            <a:noFill/>
          </a:ln>
        </p:spPr>
        <p:txBody>
          <a:bodyPr lIns="180000" tIns="252000" rIns="180000" bIns="252000" anchor="ctr" anchorCtr="0"/>
          <a:lstStyle>
            <a:lvl1pPr marL="0" indent="0" algn="ctr">
              <a:buFont typeface="Arial" panose="020B0604020202020204" pitchFamily="34" charset="0"/>
              <a:buNone/>
              <a:defRPr sz="4000"/>
            </a:lvl1pPr>
            <a:lvl2pPr marL="0" indent="0" algn="ctr">
              <a:buFont typeface="Arial" panose="020B0604020202020204" pitchFamily="34" charset="0"/>
              <a:buNone/>
              <a:defRPr/>
            </a:lvl2pPr>
            <a:lvl3pPr marL="0" indent="0" algn="ctr">
              <a:buFont typeface="Arial" panose="020B0604020202020204" pitchFamily="34" charset="0"/>
              <a:buNone/>
              <a:defRPr/>
            </a:lvl3pPr>
            <a:lvl4pPr marL="0" indent="0" algn="ctr">
              <a:buFont typeface="Arial" panose="020B0604020202020204" pitchFamily="34" charset="0"/>
              <a:buNone/>
              <a:defRPr/>
            </a:lvl4pPr>
            <a:lvl5pPr marL="0" indent="0" algn="ctr">
              <a:buFont typeface="Arial" panose="020B0604020202020204" pitchFamily="34" charset="0"/>
              <a:buNone/>
              <a:defRPr/>
            </a:lvl5pPr>
            <a:lvl6pPr algn="ctr">
              <a:defRPr sz="4000" b="0"/>
            </a:lvl6pPr>
          </a:lstStyle>
          <a:p>
            <a:pPr lvl="0"/>
            <a:r>
              <a:rPr lang="nl-NL"/>
              <a:t>‘’Plaats hier </a:t>
            </a:r>
            <a:br>
              <a:rPr lang="nl-NL"/>
            </a:br>
            <a:r>
              <a:rPr lang="nl-NL"/>
              <a:t>de citaat’’</a:t>
            </a:r>
          </a:p>
          <a:p>
            <a:pPr lvl="0"/>
            <a:r>
              <a:rPr lang="nl-NL"/>
              <a:t>JU-LEVEL1=Citaat</a:t>
            </a:r>
          </a:p>
        </p:txBody>
      </p:sp>
      <p:sp>
        <p:nvSpPr>
          <p:cNvPr id="95" name="Tijdelijke aanduiding voor dianummer 5">
            <a:extLst>
              <a:ext uri="{FF2B5EF4-FFF2-40B4-BE49-F238E27FC236}">
                <a16:creationId xmlns:a16="http://schemas.microsoft.com/office/drawing/2014/main" id="{CC4936A4-A609-4DB4-B771-319DE3996A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16362" y="6376061"/>
            <a:ext cx="392576" cy="216909"/>
          </a:xfrm>
        </p:spPr>
        <p:txBody>
          <a:bodyPr/>
          <a:lstStyle/>
          <a:p>
            <a:fld id="{7AD0FE45-509C-4BDF-9EDE-64426F8DF3D2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01229574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800">
        <p:fade/>
      </p:transition>
    </mc:Choice>
    <mc:Fallback xmlns="">
      <p:transition spd="slow">
        <p:fade/>
      </p:transition>
    </mc:Fallback>
  </mc:AlternateContent>
</p:sldLayout>
</file>

<file path=ppt/slideLayouts/slideLayout25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ITAAT - WIT (100% FOTO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Cover logo">
            <a:extLst>
              <a:ext uri="{FF2B5EF4-FFF2-40B4-BE49-F238E27FC236}">
                <a16:creationId xmlns:a16="http://schemas.microsoft.com/office/drawing/2014/main" id="{53E90B51-6AB8-431C-94A8-DB69841799D4}"/>
              </a:ext>
            </a:extLst>
          </p:cNvPr>
          <p:cNvSpPr/>
          <p:nvPr userDrawn="1"/>
        </p:nvSpPr>
        <p:spPr>
          <a:xfrm>
            <a:off x="10325101" y="5688413"/>
            <a:ext cx="1866900" cy="1169587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/>
          </a:p>
        </p:txBody>
      </p:sp>
      <p:sp>
        <p:nvSpPr>
          <p:cNvPr id="63" name="Tijdelijke aanduiding voor datum 3">
            <a:extLst>
              <a:ext uri="{FF2B5EF4-FFF2-40B4-BE49-F238E27FC236}">
                <a16:creationId xmlns:a16="http://schemas.microsoft.com/office/drawing/2014/main" id="{C920EDDF-0CF0-40F2-A240-62F1DBE1BD6B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645707" y="7004037"/>
            <a:ext cx="3140325" cy="216909"/>
          </a:xfrm>
        </p:spPr>
        <p:txBody>
          <a:bodyPr/>
          <a:lstStyle/>
          <a:p>
            <a:fld id="{715CEF43-AFAE-4401-A83A-77818006065C}" type="datetime1">
              <a:rPr lang="nl-NL" smtClean="0"/>
              <a:t>01-04-2025</a:t>
            </a:fld>
            <a:endParaRPr lang="nl-NL"/>
          </a:p>
        </p:txBody>
      </p:sp>
      <p:sp>
        <p:nvSpPr>
          <p:cNvPr id="64" name="Tijdelijke aanduiding voor voettekst 4">
            <a:extLst>
              <a:ext uri="{FF2B5EF4-FFF2-40B4-BE49-F238E27FC236}">
                <a16:creationId xmlns:a16="http://schemas.microsoft.com/office/drawing/2014/main" id="{D9BD7BD9-035F-447F-81D8-F794B396CC5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926910" y="7004037"/>
            <a:ext cx="6718797" cy="216909"/>
          </a:xfrm>
        </p:spPr>
        <p:txBody>
          <a:bodyPr/>
          <a:lstStyle/>
          <a:p>
            <a:r>
              <a:rPr lang="nl-NL"/>
              <a:t>&lt;Plaats hier je voettekst&gt;</a:t>
            </a:r>
          </a:p>
        </p:txBody>
      </p:sp>
      <p:sp>
        <p:nvSpPr>
          <p:cNvPr id="81" name="foto">
            <a:extLst>
              <a:ext uri="{FF2B5EF4-FFF2-40B4-BE49-F238E27FC236}">
                <a16:creationId xmlns:a16="http://schemas.microsoft.com/office/drawing/2014/main" id="{9E6F06BF-EA5C-4854-8C27-73BF65BAF07E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259064" y="261257"/>
            <a:ext cx="11670136" cy="6343604"/>
          </a:xfrm>
          <a:prstGeom prst="roundRect">
            <a:avLst>
              <a:gd name="adj" fmla="val 2210"/>
            </a:avLst>
          </a:prstGeom>
          <a:solidFill>
            <a:schemeClr val="bg1">
              <a:lumMod val="85000"/>
            </a:schemeClr>
          </a:solidFill>
        </p:spPr>
        <p:txBody>
          <a:bodyPr lIns="6480000" tIns="0" anchor="ctr" anchorCtr="0"/>
          <a:lstStyle>
            <a:lvl1pPr marL="0" indent="0" algn="l">
              <a:spcBef>
                <a:spcPts val="0"/>
              </a:spcBef>
              <a:spcAft>
                <a:spcPts val="0"/>
              </a:spcAft>
              <a:buNone/>
              <a:defRPr sz="1050" b="1" baseline="0"/>
            </a:lvl1pPr>
          </a:lstStyle>
          <a:p>
            <a:r>
              <a:rPr lang="nl-NL"/>
              <a:t>Klik op het pictogram hiernaast</a:t>
            </a:r>
            <a:br>
              <a:rPr lang="nl-NL"/>
            </a:br>
            <a:r>
              <a:rPr lang="nl-NL"/>
              <a:t>om een afbeelding in te voegen</a:t>
            </a:r>
          </a:p>
        </p:txBody>
      </p:sp>
      <p:grpSp>
        <p:nvGrpSpPr>
          <p:cNvPr id="3" name="GRID" hidden="1">
            <a:extLst>
              <a:ext uri="{FF2B5EF4-FFF2-40B4-BE49-F238E27FC236}">
                <a16:creationId xmlns:a16="http://schemas.microsoft.com/office/drawing/2014/main" id="{DF9D39C2-2215-4138-8F2D-29B26FF9687E}"/>
              </a:ext>
            </a:extLst>
          </p:cNvPr>
          <p:cNvGrpSpPr/>
          <p:nvPr userDrawn="1"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2" name="Rechthoek 1">
              <a:extLst>
                <a:ext uri="{FF2B5EF4-FFF2-40B4-BE49-F238E27FC236}">
                  <a16:creationId xmlns:a16="http://schemas.microsoft.com/office/drawing/2014/main" id="{88695B46-BCFB-46AE-BDD3-EBC5ED0EF159}"/>
                </a:ext>
              </a:extLst>
            </p:cNvPr>
            <p:cNvSpPr/>
            <p:nvPr userDrawn="1"/>
          </p:nvSpPr>
          <p:spPr>
            <a:xfrm>
              <a:off x="0" y="0"/>
              <a:ext cx="12192000" cy="261256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88" name="Rechthoek 87">
              <a:extLst>
                <a:ext uri="{FF2B5EF4-FFF2-40B4-BE49-F238E27FC236}">
                  <a16:creationId xmlns:a16="http://schemas.microsoft.com/office/drawing/2014/main" id="{F4C4B9B5-431E-4649-8656-9BA6EC80CF9A}"/>
                </a:ext>
              </a:extLst>
            </p:cNvPr>
            <p:cNvSpPr/>
            <p:nvPr userDrawn="1"/>
          </p:nvSpPr>
          <p:spPr>
            <a:xfrm>
              <a:off x="0" y="6596744"/>
              <a:ext cx="12192000" cy="261256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89" name="Rechthoek 88">
              <a:extLst>
                <a:ext uri="{FF2B5EF4-FFF2-40B4-BE49-F238E27FC236}">
                  <a16:creationId xmlns:a16="http://schemas.microsoft.com/office/drawing/2014/main" id="{8F8F300F-40D2-4E56-96C0-6EDCEF308BE4}"/>
                </a:ext>
              </a:extLst>
            </p:cNvPr>
            <p:cNvSpPr/>
            <p:nvPr userDrawn="1"/>
          </p:nvSpPr>
          <p:spPr>
            <a:xfrm>
              <a:off x="0" y="0"/>
              <a:ext cx="262800" cy="68580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90" name="Rechthoek 89">
              <a:extLst>
                <a:ext uri="{FF2B5EF4-FFF2-40B4-BE49-F238E27FC236}">
                  <a16:creationId xmlns:a16="http://schemas.microsoft.com/office/drawing/2014/main" id="{A2736596-913A-45B1-BFD9-BFBAB228CF30}"/>
                </a:ext>
              </a:extLst>
            </p:cNvPr>
            <p:cNvSpPr/>
            <p:nvPr userDrawn="1"/>
          </p:nvSpPr>
          <p:spPr>
            <a:xfrm>
              <a:off x="11929200" y="0"/>
              <a:ext cx="262800" cy="68580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91" name="Rechthoek 90">
              <a:extLst>
                <a:ext uri="{FF2B5EF4-FFF2-40B4-BE49-F238E27FC236}">
                  <a16:creationId xmlns:a16="http://schemas.microsoft.com/office/drawing/2014/main" id="{3E0D08FE-DAC3-4450-B117-863BD3CF4A74}"/>
                </a:ext>
              </a:extLst>
            </p:cNvPr>
            <p:cNvSpPr/>
            <p:nvPr userDrawn="1"/>
          </p:nvSpPr>
          <p:spPr>
            <a:xfrm>
              <a:off x="0" y="554622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92" name="Rechthoek 91">
              <a:extLst>
                <a:ext uri="{FF2B5EF4-FFF2-40B4-BE49-F238E27FC236}">
                  <a16:creationId xmlns:a16="http://schemas.microsoft.com/office/drawing/2014/main" id="{3FAB4B74-1C67-41D3-9B06-C6D45D157F0F}"/>
                </a:ext>
              </a:extLst>
            </p:cNvPr>
            <p:cNvSpPr/>
            <p:nvPr userDrawn="1"/>
          </p:nvSpPr>
          <p:spPr>
            <a:xfrm>
              <a:off x="548696" y="0"/>
              <a:ext cx="262800" cy="6858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93" name="Rechthoek 92">
              <a:extLst>
                <a:ext uri="{FF2B5EF4-FFF2-40B4-BE49-F238E27FC236}">
                  <a16:creationId xmlns:a16="http://schemas.microsoft.com/office/drawing/2014/main" id="{9175AA73-BB14-45AB-8655-3B2853316878}"/>
                </a:ext>
              </a:extLst>
            </p:cNvPr>
            <p:cNvSpPr/>
            <p:nvPr userDrawn="1"/>
          </p:nvSpPr>
          <p:spPr>
            <a:xfrm>
              <a:off x="11668087" y="0"/>
              <a:ext cx="262800" cy="6858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94" name="Rechthoek 93">
              <a:extLst>
                <a:ext uri="{FF2B5EF4-FFF2-40B4-BE49-F238E27FC236}">
                  <a16:creationId xmlns:a16="http://schemas.microsoft.com/office/drawing/2014/main" id="{8A551A27-F963-4330-84CC-1A36F682D208}"/>
                </a:ext>
              </a:extLst>
            </p:cNvPr>
            <p:cNvSpPr/>
            <p:nvPr userDrawn="1"/>
          </p:nvSpPr>
          <p:spPr>
            <a:xfrm>
              <a:off x="0" y="6337267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86" name="Rechthoek 85">
              <a:extLst>
                <a:ext uri="{FF2B5EF4-FFF2-40B4-BE49-F238E27FC236}">
                  <a16:creationId xmlns:a16="http://schemas.microsoft.com/office/drawing/2014/main" id="{AAB64408-F9F2-48A3-9D2A-956BA628C6D4}"/>
                </a:ext>
              </a:extLst>
            </p:cNvPr>
            <p:cNvSpPr/>
            <p:nvPr userDrawn="1"/>
          </p:nvSpPr>
          <p:spPr>
            <a:xfrm>
              <a:off x="0" y="6074199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</p:grpSp>
      <p:sp>
        <p:nvSpPr>
          <p:cNvPr id="7" name="Tekstvak 6">
            <a:extLst>
              <a:ext uri="{FF2B5EF4-FFF2-40B4-BE49-F238E27FC236}">
                <a16:creationId xmlns:a16="http://schemas.microsoft.com/office/drawing/2014/main" id="{A6DE5EA5-27BD-42F3-BD1D-C1E35D802DEE}"/>
              </a:ext>
            </a:extLst>
          </p:cNvPr>
          <p:cNvSpPr txBox="1"/>
          <p:nvPr userDrawn="1"/>
        </p:nvSpPr>
        <p:spPr>
          <a:xfrm>
            <a:off x="4833351" y="-885712"/>
            <a:ext cx="2525344" cy="548182"/>
          </a:xfrm>
          <a:prstGeom prst="rect">
            <a:avLst/>
          </a:prstGeom>
          <a:solidFill>
            <a:schemeClr val="bg1"/>
          </a:solidFill>
        </p:spPr>
        <p:txBody>
          <a:bodyPr wrap="none" lIns="360000" tIns="180000" rIns="360000" bIns="180000" rtlCol="0">
            <a:spAutoFit/>
          </a:bodyPr>
          <a:lstStyle/>
          <a:p>
            <a:pPr algn="ctr"/>
            <a:r>
              <a:rPr lang="nl-NL" sz="1200" b="0" spc="50" baseline="0">
                <a:solidFill>
                  <a:srgbClr val="212121"/>
                </a:solidFill>
                <a:latin typeface="+mn-lt"/>
                <a:cs typeface="Calibri" panose="020F0502020204030204" pitchFamily="34" charset="0"/>
              </a:rPr>
              <a:t>CITAAT - WIT (FOTO 100%)</a:t>
            </a:r>
          </a:p>
        </p:txBody>
      </p:sp>
      <p:grpSp>
        <p:nvGrpSpPr>
          <p:cNvPr id="60" name="Instructies">
            <a:extLst>
              <a:ext uri="{FF2B5EF4-FFF2-40B4-BE49-F238E27FC236}">
                <a16:creationId xmlns:a16="http://schemas.microsoft.com/office/drawing/2014/main" id="{98470357-A3BB-4987-BF3A-0293E1EAD884}"/>
              </a:ext>
            </a:extLst>
          </p:cNvPr>
          <p:cNvGrpSpPr/>
          <p:nvPr userDrawn="1"/>
        </p:nvGrpSpPr>
        <p:grpSpPr>
          <a:xfrm>
            <a:off x="12391601" y="0"/>
            <a:ext cx="3183678" cy="6589569"/>
            <a:chOff x="12391601" y="0"/>
            <a:chExt cx="3183678" cy="6589569"/>
          </a:xfrm>
        </p:grpSpPr>
        <p:grpSp>
          <p:nvGrpSpPr>
            <p:cNvPr id="61" name="Groep 60">
              <a:extLst>
                <a:ext uri="{FF2B5EF4-FFF2-40B4-BE49-F238E27FC236}">
                  <a16:creationId xmlns:a16="http://schemas.microsoft.com/office/drawing/2014/main" id="{7216C5C1-F4B1-4B57-9D51-2B13B48B5C6B}"/>
                </a:ext>
              </a:extLst>
            </p:cNvPr>
            <p:cNvGrpSpPr/>
            <p:nvPr userDrawn="1"/>
          </p:nvGrpSpPr>
          <p:grpSpPr>
            <a:xfrm>
              <a:off x="12757282" y="3100116"/>
              <a:ext cx="1499406" cy="678267"/>
              <a:chOff x="12757283" y="3120781"/>
              <a:chExt cx="1499406" cy="678267"/>
            </a:xfrm>
          </p:grpSpPr>
          <p:sp>
            <p:nvSpPr>
              <p:cNvPr id="163" name="Rechthoek 162">
                <a:extLst>
                  <a:ext uri="{FF2B5EF4-FFF2-40B4-BE49-F238E27FC236}">
                    <a16:creationId xmlns:a16="http://schemas.microsoft.com/office/drawing/2014/main" id="{FC31FD13-F608-4A9F-A9B5-A1DBE021B0F4}"/>
                  </a:ext>
                </a:extLst>
              </p:cNvPr>
              <p:cNvSpPr/>
              <p:nvPr userDrawn="1"/>
            </p:nvSpPr>
            <p:spPr>
              <a:xfrm>
                <a:off x="12757283" y="3120781"/>
                <a:ext cx="1499406" cy="580946"/>
              </a:xfrm>
              <a:prstGeom prst="rect">
                <a:avLst/>
              </a:prstGeom>
              <a:solidFill>
                <a:schemeClr val="bg1"/>
              </a:solidFill>
              <a:ln w="12700">
                <a:solidFill>
                  <a:srgbClr val="D1D1D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10800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endParaRPr lang="nl-NL" sz="800" b="0" noProof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164" name="Rechthoek 163">
                <a:extLst>
                  <a:ext uri="{FF2B5EF4-FFF2-40B4-BE49-F238E27FC236}">
                    <a16:creationId xmlns:a16="http://schemas.microsoft.com/office/drawing/2014/main" id="{CF08CDE9-48F1-47DE-A061-FE0A4BA5FB56}"/>
                  </a:ext>
                </a:extLst>
              </p:cNvPr>
              <p:cNvSpPr/>
              <p:nvPr userDrawn="1"/>
            </p:nvSpPr>
            <p:spPr>
              <a:xfrm>
                <a:off x="12761843" y="3432170"/>
                <a:ext cx="1478943" cy="257235"/>
              </a:xfrm>
              <a:prstGeom prst="rect">
                <a:avLst/>
              </a:prstGeom>
              <a:solidFill>
                <a:srgbClr val="FCE4DC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nl-NL" sz="1000" b="1" noProof="0">
                  <a:solidFill>
                    <a:schemeClr val="tx1"/>
                  </a:solidFill>
                </a:endParaRPr>
              </a:p>
            </p:txBody>
          </p:sp>
          <p:sp>
            <p:nvSpPr>
              <p:cNvPr id="165" name="Tekstvak 164">
                <a:extLst>
                  <a:ext uri="{FF2B5EF4-FFF2-40B4-BE49-F238E27FC236}">
                    <a16:creationId xmlns:a16="http://schemas.microsoft.com/office/drawing/2014/main" id="{2D3759EA-0329-4D2E-B950-F6DEA1DA7463}"/>
                  </a:ext>
                </a:extLst>
              </p:cNvPr>
              <p:cNvSpPr txBox="1"/>
              <p:nvPr userDrawn="1"/>
            </p:nvSpPr>
            <p:spPr>
              <a:xfrm>
                <a:off x="12997648" y="3159891"/>
                <a:ext cx="957818" cy="20313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algn="l" defTabSz="1217512" rtl="0" eaLnBrk="1" latinLnBrk="0" hangingPunct="1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r>
                  <a:rPr lang="nl-NL" sz="800" b="0" kern="1200" noProof="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rPr>
                  <a:t>Naar voorgrond</a:t>
                </a:r>
              </a:p>
            </p:txBody>
          </p:sp>
          <p:sp>
            <p:nvSpPr>
              <p:cNvPr id="166" name="Tekstvak 165">
                <a:extLst>
                  <a:ext uri="{FF2B5EF4-FFF2-40B4-BE49-F238E27FC236}">
                    <a16:creationId xmlns:a16="http://schemas.microsoft.com/office/drawing/2014/main" id="{346A390B-4F04-46FE-AEA9-E9933CF3A16B}"/>
                  </a:ext>
                </a:extLst>
              </p:cNvPr>
              <p:cNvSpPr txBox="1"/>
              <p:nvPr userDrawn="1"/>
            </p:nvSpPr>
            <p:spPr>
              <a:xfrm>
                <a:off x="12984219" y="3481017"/>
                <a:ext cx="1165564" cy="20313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algn="l" defTabSz="1217512" rtl="0" eaLnBrk="1" latinLnBrk="0" hangingPunct="1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r>
                  <a:rPr lang="nl-NL" sz="800" b="0" kern="1200" noProof="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rPr>
                  <a:t>Naar achtergrond</a:t>
                </a:r>
              </a:p>
            </p:txBody>
          </p:sp>
          <p:pic>
            <p:nvPicPr>
              <p:cNvPr id="167" name="Picture 3">
                <a:extLst>
                  <a:ext uri="{FF2B5EF4-FFF2-40B4-BE49-F238E27FC236}">
                    <a16:creationId xmlns:a16="http://schemas.microsoft.com/office/drawing/2014/main" id="{5D959765-4B6B-4C0F-9E1B-41CEB29D9BFB}"/>
                  </a:ext>
                </a:extLst>
              </p:cNvPr>
              <p:cNvPicPr>
                <a:picLocks noChangeAspect="1" noChangeArrowheads="1"/>
              </p:cNvPicPr>
              <p:nvPr userDrawn="1"/>
            </p:nvPicPr>
            <p:blipFill>
              <a:blip r:embed="rId2" cstate="email">
                <a:extLst>
                  <a:ext uri="{28A0092B-C50C-407E-A947-70E740481C1C}">
                    <a14:useLocalDpi xmlns:a14="http://schemas.microsoft.com/office/drawing/2010/main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13938926" y="3567717"/>
                <a:ext cx="143086" cy="231331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</p:pic>
          <p:sp>
            <p:nvSpPr>
              <p:cNvPr id="168" name="Gelijkbenige driehoek 167">
                <a:extLst>
                  <a:ext uri="{FF2B5EF4-FFF2-40B4-BE49-F238E27FC236}">
                    <a16:creationId xmlns:a16="http://schemas.microsoft.com/office/drawing/2014/main" id="{3F8C1FF6-930D-4B1F-883F-C386F95C16CE}"/>
                  </a:ext>
                </a:extLst>
              </p:cNvPr>
              <p:cNvSpPr/>
              <p:nvPr userDrawn="1"/>
            </p:nvSpPr>
            <p:spPr>
              <a:xfrm rot="5400000">
                <a:off x="14094210" y="3548999"/>
                <a:ext cx="86866" cy="51147"/>
              </a:xfrm>
              <a:prstGeom prst="triangle">
                <a:avLst/>
              </a:prstGeom>
              <a:solidFill>
                <a:srgbClr val="00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nl-NL" sz="1000" b="1" noProof="0">
                  <a:solidFill>
                    <a:schemeClr val="tx1"/>
                  </a:solidFill>
                </a:endParaRPr>
              </a:p>
            </p:txBody>
          </p:sp>
          <p:grpSp>
            <p:nvGrpSpPr>
              <p:cNvPr id="169" name="Groep 168">
                <a:extLst>
                  <a:ext uri="{FF2B5EF4-FFF2-40B4-BE49-F238E27FC236}">
                    <a16:creationId xmlns:a16="http://schemas.microsoft.com/office/drawing/2014/main" id="{3C538D33-FDEF-4E14-A185-047D677D69D7}"/>
                  </a:ext>
                </a:extLst>
              </p:cNvPr>
              <p:cNvGrpSpPr/>
              <p:nvPr userDrawn="1"/>
            </p:nvGrpSpPr>
            <p:grpSpPr>
              <a:xfrm>
                <a:off x="12822311" y="3178534"/>
                <a:ext cx="182309" cy="163794"/>
                <a:chOff x="12832541" y="3162395"/>
                <a:chExt cx="219532" cy="197236"/>
              </a:xfrm>
            </p:grpSpPr>
            <p:sp>
              <p:nvSpPr>
                <p:cNvPr id="174" name="Rechthoek 173">
                  <a:extLst>
                    <a:ext uri="{FF2B5EF4-FFF2-40B4-BE49-F238E27FC236}">
                      <a16:creationId xmlns:a16="http://schemas.microsoft.com/office/drawing/2014/main" id="{274FBD21-6828-4B68-913F-584B4B0E1202}"/>
                    </a:ext>
                  </a:extLst>
                </p:cNvPr>
                <p:cNvSpPr/>
                <p:nvPr userDrawn="1"/>
              </p:nvSpPr>
              <p:spPr>
                <a:xfrm>
                  <a:off x="12832541" y="3162395"/>
                  <a:ext cx="81487" cy="81487"/>
                </a:xfrm>
                <a:prstGeom prst="rect">
                  <a:avLst/>
                </a:prstGeom>
                <a:solidFill>
                  <a:schemeClr val="bg1"/>
                </a:solidFill>
                <a:ln w="12700">
                  <a:solidFill>
                    <a:schemeClr val="tx2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  <p:sp>
              <p:nvSpPr>
                <p:cNvPr id="175" name="Rechthoek 174">
                  <a:extLst>
                    <a:ext uri="{FF2B5EF4-FFF2-40B4-BE49-F238E27FC236}">
                      <a16:creationId xmlns:a16="http://schemas.microsoft.com/office/drawing/2014/main" id="{09BA5AE3-A533-4B65-BBD2-1EFCA1EDBE45}"/>
                    </a:ext>
                  </a:extLst>
                </p:cNvPr>
                <p:cNvSpPr/>
                <p:nvPr userDrawn="1"/>
              </p:nvSpPr>
              <p:spPr>
                <a:xfrm>
                  <a:off x="12970586" y="3278144"/>
                  <a:ext cx="81487" cy="81487"/>
                </a:xfrm>
                <a:prstGeom prst="rect">
                  <a:avLst/>
                </a:prstGeom>
                <a:solidFill>
                  <a:schemeClr val="bg1"/>
                </a:solidFill>
                <a:ln w="12700">
                  <a:solidFill>
                    <a:schemeClr val="tx2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  <p:sp>
              <p:nvSpPr>
                <p:cNvPr id="176" name="Rechthoek 175">
                  <a:extLst>
                    <a:ext uri="{FF2B5EF4-FFF2-40B4-BE49-F238E27FC236}">
                      <a16:creationId xmlns:a16="http://schemas.microsoft.com/office/drawing/2014/main" id="{72E84307-5A87-442F-8FF9-7FEBE7B50706}"/>
                    </a:ext>
                  </a:extLst>
                </p:cNvPr>
                <p:cNvSpPr/>
                <p:nvPr userDrawn="1"/>
              </p:nvSpPr>
              <p:spPr>
                <a:xfrm>
                  <a:off x="12873284" y="3191991"/>
                  <a:ext cx="138045" cy="138044"/>
                </a:xfrm>
                <a:prstGeom prst="rect">
                  <a:avLst/>
                </a:prstGeom>
                <a:solidFill>
                  <a:srgbClr val="EABE76"/>
                </a:solidFill>
                <a:ln w="12700">
                  <a:solidFill>
                    <a:schemeClr val="bg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</p:grpSp>
          <p:grpSp>
            <p:nvGrpSpPr>
              <p:cNvPr id="170" name="Groep 169">
                <a:extLst>
                  <a:ext uri="{FF2B5EF4-FFF2-40B4-BE49-F238E27FC236}">
                    <a16:creationId xmlns:a16="http://schemas.microsoft.com/office/drawing/2014/main" id="{495CC8FE-D427-4294-BDD6-26C033F57EBE}"/>
                  </a:ext>
                </a:extLst>
              </p:cNvPr>
              <p:cNvGrpSpPr/>
              <p:nvPr userDrawn="1"/>
            </p:nvGrpSpPr>
            <p:grpSpPr>
              <a:xfrm>
                <a:off x="12822311" y="3480352"/>
                <a:ext cx="182309" cy="163794"/>
                <a:chOff x="12832541" y="3162395"/>
                <a:chExt cx="219532" cy="197236"/>
              </a:xfrm>
            </p:grpSpPr>
            <p:sp>
              <p:nvSpPr>
                <p:cNvPr id="171" name="Rechthoek 170">
                  <a:extLst>
                    <a:ext uri="{FF2B5EF4-FFF2-40B4-BE49-F238E27FC236}">
                      <a16:creationId xmlns:a16="http://schemas.microsoft.com/office/drawing/2014/main" id="{FC68A5C7-E609-41C7-B288-8F2C7EA9B165}"/>
                    </a:ext>
                  </a:extLst>
                </p:cNvPr>
                <p:cNvSpPr/>
                <p:nvPr userDrawn="1"/>
              </p:nvSpPr>
              <p:spPr>
                <a:xfrm>
                  <a:off x="12873284" y="3191991"/>
                  <a:ext cx="138045" cy="138044"/>
                </a:xfrm>
                <a:prstGeom prst="rect">
                  <a:avLst/>
                </a:prstGeom>
                <a:solidFill>
                  <a:srgbClr val="EABE76"/>
                </a:solidFill>
                <a:ln w="12700">
                  <a:solidFill>
                    <a:schemeClr val="bg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  <p:sp>
              <p:nvSpPr>
                <p:cNvPr id="172" name="Rechthoek 171">
                  <a:extLst>
                    <a:ext uri="{FF2B5EF4-FFF2-40B4-BE49-F238E27FC236}">
                      <a16:creationId xmlns:a16="http://schemas.microsoft.com/office/drawing/2014/main" id="{3321C70B-29B3-48B6-A676-0F8E5F570EF1}"/>
                    </a:ext>
                  </a:extLst>
                </p:cNvPr>
                <p:cNvSpPr/>
                <p:nvPr userDrawn="1"/>
              </p:nvSpPr>
              <p:spPr>
                <a:xfrm>
                  <a:off x="12832541" y="3162395"/>
                  <a:ext cx="81487" cy="81487"/>
                </a:xfrm>
                <a:prstGeom prst="rect">
                  <a:avLst/>
                </a:prstGeom>
                <a:solidFill>
                  <a:schemeClr val="bg1"/>
                </a:solidFill>
                <a:ln w="12700">
                  <a:solidFill>
                    <a:schemeClr val="tx2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  <p:sp>
              <p:nvSpPr>
                <p:cNvPr id="173" name="Rechthoek 172">
                  <a:extLst>
                    <a:ext uri="{FF2B5EF4-FFF2-40B4-BE49-F238E27FC236}">
                      <a16:creationId xmlns:a16="http://schemas.microsoft.com/office/drawing/2014/main" id="{417364DA-3A21-4534-B44E-7A3B1ADE2C81}"/>
                    </a:ext>
                  </a:extLst>
                </p:cNvPr>
                <p:cNvSpPr/>
                <p:nvPr userDrawn="1"/>
              </p:nvSpPr>
              <p:spPr>
                <a:xfrm>
                  <a:off x="12970586" y="3278144"/>
                  <a:ext cx="81487" cy="81487"/>
                </a:xfrm>
                <a:prstGeom prst="rect">
                  <a:avLst/>
                </a:prstGeom>
                <a:solidFill>
                  <a:schemeClr val="bg1"/>
                </a:solidFill>
                <a:ln w="12700">
                  <a:solidFill>
                    <a:schemeClr val="tx2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</p:grpSp>
        </p:grpSp>
        <p:grpSp>
          <p:nvGrpSpPr>
            <p:cNvPr id="62" name="Meer informatie">
              <a:extLst>
                <a:ext uri="{FF2B5EF4-FFF2-40B4-BE49-F238E27FC236}">
                  <a16:creationId xmlns:a16="http://schemas.microsoft.com/office/drawing/2014/main" id="{650CD994-0CE0-4FE2-99FF-9744C95370A3}"/>
                </a:ext>
              </a:extLst>
            </p:cNvPr>
            <p:cNvGrpSpPr/>
            <p:nvPr userDrawn="1"/>
          </p:nvGrpSpPr>
          <p:grpSpPr>
            <a:xfrm>
              <a:off x="12396764" y="5806296"/>
              <a:ext cx="3178515" cy="783273"/>
              <a:chOff x="-3741486" y="3386444"/>
              <a:chExt cx="3178515" cy="783273"/>
            </a:xfrm>
          </p:grpSpPr>
          <p:sp>
            <p:nvSpPr>
              <p:cNvPr id="160" name="Freeform 101">
                <a:extLst>
                  <a:ext uri="{FF2B5EF4-FFF2-40B4-BE49-F238E27FC236}">
                    <a16:creationId xmlns:a16="http://schemas.microsoft.com/office/drawing/2014/main" id="{B75B8996-C368-4210-8D25-5937B697B9EB}"/>
                  </a:ext>
                </a:extLst>
              </p:cNvPr>
              <p:cNvSpPr>
                <a:spLocks noEditPoints="1"/>
              </p:cNvSpPr>
              <p:nvPr/>
            </p:nvSpPr>
            <p:spPr bwMode="auto">
              <a:xfrm>
                <a:off x="-3741486" y="3386444"/>
                <a:ext cx="255753" cy="255753"/>
              </a:xfrm>
              <a:custGeom>
                <a:avLst/>
                <a:gdLst>
                  <a:gd name="T0" fmla="*/ 0 w 292"/>
                  <a:gd name="T1" fmla="*/ 146 h 292"/>
                  <a:gd name="T2" fmla="*/ 4 w 292"/>
                  <a:gd name="T3" fmla="*/ 113 h 292"/>
                  <a:gd name="T4" fmla="*/ 14 w 292"/>
                  <a:gd name="T5" fmla="*/ 82 h 292"/>
                  <a:gd name="T6" fmla="*/ 31 w 292"/>
                  <a:gd name="T7" fmla="*/ 55 h 292"/>
                  <a:gd name="T8" fmla="*/ 53 w 292"/>
                  <a:gd name="T9" fmla="*/ 32 h 292"/>
                  <a:gd name="T10" fmla="*/ 81 w 292"/>
                  <a:gd name="T11" fmla="*/ 15 h 292"/>
                  <a:gd name="T12" fmla="*/ 112 w 292"/>
                  <a:gd name="T13" fmla="*/ 4 h 292"/>
                  <a:gd name="T14" fmla="*/ 145 w 292"/>
                  <a:gd name="T15" fmla="*/ 0 h 292"/>
                  <a:gd name="T16" fmla="*/ 179 w 292"/>
                  <a:gd name="T17" fmla="*/ 4 h 292"/>
                  <a:gd name="T18" fmla="*/ 209 w 292"/>
                  <a:gd name="T19" fmla="*/ 15 h 292"/>
                  <a:gd name="T20" fmla="*/ 237 w 292"/>
                  <a:gd name="T21" fmla="*/ 32 h 292"/>
                  <a:gd name="T22" fmla="*/ 259 w 292"/>
                  <a:gd name="T23" fmla="*/ 55 h 292"/>
                  <a:gd name="T24" fmla="*/ 276 w 292"/>
                  <a:gd name="T25" fmla="*/ 82 h 292"/>
                  <a:gd name="T26" fmla="*/ 288 w 292"/>
                  <a:gd name="T27" fmla="*/ 113 h 292"/>
                  <a:gd name="T28" fmla="*/ 292 w 292"/>
                  <a:gd name="T29" fmla="*/ 146 h 292"/>
                  <a:gd name="T30" fmla="*/ 288 w 292"/>
                  <a:gd name="T31" fmla="*/ 180 h 292"/>
                  <a:gd name="T32" fmla="*/ 276 w 292"/>
                  <a:gd name="T33" fmla="*/ 210 h 292"/>
                  <a:gd name="T34" fmla="*/ 259 w 292"/>
                  <a:gd name="T35" fmla="*/ 237 h 292"/>
                  <a:gd name="T36" fmla="*/ 237 w 292"/>
                  <a:gd name="T37" fmla="*/ 260 h 292"/>
                  <a:gd name="T38" fmla="*/ 209 w 292"/>
                  <a:gd name="T39" fmla="*/ 278 h 292"/>
                  <a:gd name="T40" fmla="*/ 179 w 292"/>
                  <a:gd name="T41" fmla="*/ 288 h 292"/>
                  <a:gd name="T42" fmla="*/ 145 w 292"/>
                  <a:gd name="T43" fmla="*/ 292 h 292"/>
                  <a:gd name="T44" fmla="*/ 112 w 292"/>
                  <a:gd name="T45" fmla="*/ 288 h 292"/>
                  <a:gd name="T46" fmla="*/ 81 w 292"/>
                  <a:gd name="T47" fmla="*/ 278 h 292"/>
                  <a:gd name="T48" fmla="*/ 53 w 292"/>
                  <a:gd name="T49" fmla="*/ 260 h 292"/>
                  <a:gd name="T50" fmla="*/ 31 w 292"/>
                  <a:gd name="T51" fmla="*/ 237 h 292"/>
                  <a:gd name="T52" fmla="*/ 14 w 292"/>
                  <a:gd name="T53" fmla="*/ 210 h 292"/>
                  <a:gd name="T54" fmla="*/ 4 w 292"/>
                  <a:gd name="T55" fmla="*/ 180 h 292"/>
                  <a:gd name="T56" fmla="*/ 0 w 292"/>
                  <a:gd name="T57" fmla="*/ 146 h 292"/>
                  <a:gd name="T58" fmla="*/ 102 w 292"/>
                  <a:gd name="T59" fmla="*/ 121 h 292"/>
                  <a:gd name="T60" fmla="*/ 102 w 292"/>
                  <a:gd name="T61" fmla="*/ 142 h 292"/>
                  <a:gd name="T62" fmla="*/ 120 w 292"/>
                  <a:gd name="T63" fmla="*/ 142 h 292"/>
                  <a:gd name="T64" fmla="*/ 120 w 292"/>
                  <a:gd name="T65" fmla="*/ 223 h 292"/>
                  <a:gd name="T66" fmla="*/ 102 w 292"/>
                  <a:gd name="T67" fmla="*/ 223 h 292"/>
                  <a:gd name="T68" fmla="*/ 102 w 292"/>
                  <a:gd name="T69" fmla="*/ 244 h 292"/>
                  <a:gd name="T70" fmla="*/ 188 w 292"/>
                  <a:gd name="T71" fmla="*/ 244 h 292"/>
                  <a:gd name="T72" fmla="*/ 188 w 292"/>
                  <a:gd name="T73" fmla="*/ 223 h 292"/>
                  <a:gd name="T74" fmla="*/ 170 w 292"/>
                  <a:gd name="T75" fmla="*/ 223 h 292"/>
                  <a:gd name="T76" fmla="*/ 170 w 292"/>
                  <a:gd name="T77" fmla="*/ 142 h 292"/>
                  <a:gd name="T78" fmla="*/ 188 w 292"/>
                  <a:gd name="T79" fmla="*/ 142 h 292"/>
                  <a:gd name="T80" fmla="*/ 188 w 292"/>
                  <a:gd name="T81" fmla="*/ 121 h 292"/>
                  <a:gd name="T82" fmla="*/ 102 w 292"/>
                  <a:gd name="T83" fmla="*/ 121 h 292"/>
                  <a:gd name="T84" fmla="*/ 115 w 292"/>
                  <a:gd name="T85" fmla="*/ 79 h 292"/>
                  <a:gd name="T86" fmla="*/ 117 w 292"/>
                  <a:gd name="T87" fmla="*/ 92 h 292"/>
                  <a:gd name="T88" fmla="*/ 124 w 292"/>
                  <a:gd name="T89" fmla="*/ 101 h 292"/>
                  <a:gd name="T90" fmla="*/ 133 w 292"/>
                  <a:gd name="T91" fmla="*/ 108 h 292"/>
                  <a:gd name="T92" fmla="*/ 145 w 292"/>
                  <a:gd name="T93" fmla="*/ 110 h 292"/>
                  <a:gd name="T94" fmla="*/ 157 w 292"/>
                  <a:gd name="T95" fmla="*/ 108 h 292"/>
                  <a:gd name="T96" fmla="*/ 167 w 292"/>
                  <a:gd name="T97" fmla="*/ 101 h 292"/>
                  <a:gd name="T98" fmla="*/ 174 w 292"/>
                  <a:gd name="T99" fmla="*/ 92 h 292"/>
                  <a:gd name="T100" fmla="*/ 176 w 292"/>
                  <a:gd name="T101" fmla="*/ 79 h 292"/>
                  <a:gd name="T102" fmla="*/ 174 w 292"/>
                  <a:gd name="T103" fmla="*/ 67 h 292"/>
                  <a:gd name="T104" fmla="*/ 167 w 292"/>
                  <a:gd name="T105" fmla="*/ 58 h 292"/>
                  <a:gd name="T106" fmla="*/ 157 w 292"/>
                  <a:gd name="T107" fmla="*/ 51 h 292"/>
                  <a:gd name="T108" fmla="*/ 145 w 292"/>
                  <a:gd name="T109" fmla="*/ 49 h 292"/>
                  <a:gd name="T110" fmla="*/ 133 w 292"/>
                  <a:gd name="T111" fmla="*/ 51 h 292"/>
                  <a:gd name="T112" fmla="*/ 124 w 292"/>
                  <a:gd name="T113" fmla="*/ 58 h 292"/>
                  <a:gd name="T114" fmla="*/ 117 w 292"/>
                  <a:gd name="T115" fmla="*/ 67 h 292"/>
                  <a:gd name="T116" fmla="*/ 115 w 292"/>
                  <a:gd name="T117" fmla="*/ 79 h 29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  <a:cxn ang="0">
                    <a:pos x="T90" y="T91"/>
                  </a:cxn>
                  <a:cxn ang="0">
                    <a:pos x="T92" y="T93"/>
                  </a:cxn>
                  <a:cxn ang="0">
                    <a:pos x="T94" y="T95"/>
                  </a:cxn>
                  <a:cxn ang="0">
                    <a:pos x="T96" y="T97"/>
                  </a:cxn>
                  <a:cxn ang="0">
                    <a:pos x="T98" y="T99"/>
                  </a:cxn>
                  <a:cxn ang="0">
                    <a:pos x="T100" y="T101"/>
                  </a:cxn>
                  <a:cxn ang="0">
                    <a:pos x="T102" y="T103"/>
                  </a:cxn>
                  <a:cxn ang="0">
                    <a:pos x="T104" y="T105"/>
                  </a:cxn>
                  <a:cxn ang="0">
                    <a:pos x="T106" y="T107"/>
                  </a:cxn>
                  <a:cxn ang="0">
                    <a:pos x="T108" y="T109"/>
                  </a:cxn>
                  <a:cxn ang="0">
                    <a:pos x="T110" y="T111"/>
                  </a:cxn>
                  <a:cxn ang="0">
                    <a:pos x="T112" y="T113"/>
                  </a:cxn>
                  <a:cxn ang="0">
                    <a:pos x="T114" y="T115"/>
                  </a:cxn>
                  <a:cxn ang="0">
                    <a:pos x="T116" y="T117"/>
                  </a:cxn>
                </a:cxnLst>
                <a:rect l="0" t="0" r="r" b="b"/>
                <a:pathLst>
                  <a:path w="292" h="292">
                    <a:moveTo>
                      <a:pt x="0" y="146"/>
                    </a:moveTo>
                    <a:lnTo>
                      <a:pt x="4" y="113"/>
                    </a:lnTo>
                    <a:lnTo>
                      <a:pt x="14" y="82"/>
                    </a:lnTo>
                    <a:lnTo>
                      <a:pt x="31" y="55"/>
                    </a:lnTo>
                    <a:lnTo>
                      <a:pt x="53" y="32"/>
                    </a:lnTo>
                    <a:lnTo>
                      <a:pt x="81" y="15"/>
                    </a:lnTo>
                    <a:lnTo>
                      <a:pt x="112" y="4"/>
                    </a:lnTo>
                    <a:lnTo>
                      <a:pt x="145" y="0"/>
                    </a:lnTo>
                    <a:lnTo>
                      <a:pt x="179" y="4"/>
                    </a:lnTo>
                    <a:lnTo>
                      <a:pt x="209" y="15"/>
                    </a:lnTo>
                    <a:lnTo>
                      <a:pt x="237" y="32"/>
                    </a:lnTo>
                    <a:lnTo>
                      <a:pt x="259" y="55"/>
                    </a:lnTo>
                    <a:lnTo>
                      <a:pt x="276" y="82"/>
                    </a:lnTo>
                    <a:lnTo>
                      <a:pt x="288" y="113"/>
                    </a:lnTo>
                    <a:lnTo>
                      <a:pt x="292" y="146"/>
                    </a:lnTo>
                    <a:lnTo>
                      <a:pt x="288" y="180"/>
                    </a:lnTo>
                    <a:lnTo>
                      <a:pt x="276" y="210"/>
                    </a:lnTo>
                    <a:lnTo>
                      <a:pt x="259" y="237"/>
                    </a:lnTo>
                    <a:lnTo>
                      <a:pt x="237" y="260"/>
                    </a:lnTo>
                    <a:lnTo>
                      <a:pt x="209" y="278"/>
                    </a:lnTo>
                    <a:lnTo>
                      <a:pt x="179" y="288"/>
                    </a:lnTo>
                    <a:lnTo>
                      <a:pt x="145" y="292"/>
                    </a:lnTo>
                    <a:lnTo>
                      <a:pt x="112" y="288"/>
                    </a:lnTo>
                    <a:lnTo>
                      <a:pt x="81" y="278"/>
                    </a:lnTo>
                    <a:lnTo>
                      <a:pt x="53" y="260"/>
                    </a:lnTo>
                    <a:lnTo>
                      <a:pt x="31" y="237"/>
                    </a:lnTo>
                    <a:lnTo>
                      <a:pt x="14" y="210"/>
                    </a:lnTo>
                    <a:lnTo>
                      <a:pt x="4" y="180"/>
                    </a:lnTo>
                    <a:lnTo>
                      <a:pt x="0" y="146"/>
                    </a:lnTo>
                    <a:close/>
                    <a:moveTo>
                      <a:pt x="102" y="121"/>
                    </a:moveTo>
                    <a:lnTo>
                      <a:pt x="102" y="142"/>
                    </a:lnTo>
                    <a:lnTo>
                      <a:pt x="120" y="142"/>
                    </a:lnTo>
                    <a:lnTo>
                      <a:pt x="120" y="223"/>
                    </a:lnTo>
                    <a:lnTo>
                      <a:pt x="102" y="223"/>
                    </a:lnTo>
                    <a:lnTo>
                      <a:pt x="102" y="244"/>
                    </a:lnTo>
                    <a:lnTo>
                      <a:pt x="188" y="244"/>
                    </a:lnTo>
                    <a:lnTo>
                      <a:pt x="188" y="223"/>
                    </a:lnTo>
                    <a:lnTo>
                      <a:pt x="170" y="223"/>
                    </a:lnTo>
                    <a:lnTo>
                      <a:pt x="170" y="142"/>
                    </a:lnTo>
                    <a:lnTo>
                      <a:pt x="188" y="142"/>
                    </a:lnTo>
                    <a:lnTo>
                      <a:pt x="188" y="121"/>
                    </a:lnTo>
                    <a:lnTo>
                      <a:pt x="102" y="121"/>
                    </a:lnTo>
                    <a:close/>
                    <a:moveTo>
                      <a:pt x="115" y="79"/>
                    </a:moveTo>
                    <a:lnTo>
                      <a:pt x="117" y="92"/>
                    </a:lnTo>
                    <a:lnTo>
                      <a:pt x="124" y="101"/>
                    </a:lnTo>
                    <a:lnTo>
                      <a:pt x="133" y="108"/>
                    </a:lnTo>
                    <a:lnTo>
                      <a:pt x="145" y="110"/>
                    </a:lnTo>
                    <a:lnTo>
                      <a:pt x="157" y="108"/>
                    </a:lnTo>
                    <a:lnTo>
                      <a:pt x="167" y="101"/>
                    </a:lnTo>
                    <a:lnTo>
                      <a:pt x="174" y="92"/>
                    </a:lnTo>
                    <a:lnTo>
                      <a:pt x="176" y="79"/>
                    </a:lnTo>
                    <a:lnTo>
                      <a:pt x="174" y="67"/>
                    </a:lnTo>
                    <a:lnTo>
                      <a:pt x="167" y="58"/>
                    </a:lnTo>
                    <a:lnTo>
                      <a:pt x="157" y="51"/>
                    </a:lnTo>
                    <a:lnTo>
                      <a:pt x="145" y="49"/>
                    </a:lnTo>
                    <a:lnTo>
                      <a:pt x="133" y="51"/>
                    </a:lnTo>
                    <a:lnTo>
                      <a:pt x="124" y="58"/>
                    </a:lnTo>
                    <a:lnTo>
                      <a:pt x="117" y="67"/>
                    </a:lnTo>
                    <a:lnTo>
                      <a:pt x="115" y="79"/>
                    </a:lnTo>
                    <a:close/>
                  </a:path>
                </a:pathLst>
              </a:custGeom>
              <a:solidFill>
                <a:srgbClr val="FF7800"/>
              </a:solidFill>
              <a:ln w="0">
                <a:noFill/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nl-NL" sz="1100" noProof="0"/>
              </a:p>
            </p:txBody>
          </p:sp>
          <p:sp>
            <p:nvSpPr>
              <p:cNvPr id="161" name="Rechthoek 160">
                <a:extLst>
                  <a:ext uri="{FF2B5EF4-FFF2-40B4-BE49-F238E27FC236}">
                    <a16:creationId xmlns:a16="http://schemas.microsoft.com/office/drawing/2014/main" id="{E05D4D07-5FB3-4EC9-86F9-4E9D6220A1A1}"/>
                  </a:ext>
                </a:extLst>
              </p:cNvPr>
              <p:cNvSpPr/>
              <p:nvPr userDrawn="1"/>
            </p:nvSpPr>
            <p:spPr>
              <a:xfrm>
                <a:off x="-3380966" y="3458473"/>
                <a:ext cx="2817995" cy="592123"/>
              </a:xfrm>
              <a:prstGeom prst="rect">
                <a:avLst/>
              </a:prstGeom>
              <a:noFill/>
              <a:ln w="25400" cap="flat" cmpd="sng" algn="ctr">
                <a:noFill/>
                <a:prstDash val="solid"/>
              </a:ln>
              <a:effectLst/>
            </p:spPr>
            <p:txBody>
              <a:bodyPr lIns="0" tIns="0" rIns="0" bIns="0" rtlCol="0" anchor="t"/>
              <a:lstStyle/>
              <a:p>
                <a:pPr marL="0" marR="0" lvl="0" indent="0" defTabSz="914400" eaLnBrk="1" fontAlgn="auto" latinLnBrk="0" hangingPunct="1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nl-NL" sz="1100" b="0" i="0" u="none" strike="noStrike" kern="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+mn-lt"/>
                    <a:cs typeface="Segoe UI Light" panose="020B0502040204020203" pitchFamily="34" charset="0"/>
                  </a:rPr>
                  <a:t>Meer weten?</a:t>
                </a:r>
                <a:br>
                  <a:rPr kumimoji="0" lang="nl-NL" sz="1100" b="0" i="0" u="none" strike="noStrike" kern="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+mn-lt"/>
                    <a:cs typeface="Segoe UI Light" panose="020B0502040204020203" pitchFamily="34" charset="0"/>
                  </a:rPr>
                </a:br>
                <a:r>
                  <a:rPr kumimoji="0" lang="nl-NL" sz="1100" b="0" i="0" u="none" strike="noStrike" kern="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+mn-lt"/>
                    <a:cs typeface="Segoe UI Light" panose="020B0502040204020203" pitchFamily="34" charset="0"/>
                  </a:rPr>
                  <a:t>Ga naar dia </a:t>
                </a:r>
                <a:r>
                  <a:rPr kumimoji="0" lang="nl-NL" sz="1100" b="1" i="0" u="none" strike="noStrike" kern="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+mn-lt"/>
                    <a:cs typeface="Segoe UI Light" panose="020B0502040204020203" pitchFamily="34" charset="0"/>
                  </a:rPr>
                  <a:t>‘Instructie dia: YouTube links’</a:t>
                </a:r>
                <a:r>
                  <a:rPr kumimoji="0" lang="nl-NL" sz="1100" b="0" i="0" u="none" strike="noStrike" kern="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+mn-lt"/>
                    <a:cs typeface="Segoe UI Light" panose="020B0502040204020203" pitchFamily="34" charset="0"/>
                  </a:rPr>
                  <a:t>, open deze in de diavoorstelling en klik op de gewenste video link.</a:t>
                </a:r>
              </a:p>
            </p:txBody>
          </p:sp>
          <p:cxnSp>
            <p:nvCxnSpPr>
              <p:cNvPr id="162" name="Rechte verbindingslijn 161">
                <a:extLst>
                  <a:ext uri="{FF2B5EF4-FFF2-40B4-BE49-F238E27FC236}">
                    <a16:creationId xmlns:a16="http://schemas.microsoft.com/office/drawing/2014/main" id="{C5897805-9BF7-466B-90B4-122E11DA9C89}"/>
                  </a:ext>
                </a:extLst>
              </p:cNvPr>
              <p:cNvCxnSpPr>
                <a:cxnSpLocks/>
              </p:cNvCxnSpPr>
              <p:nvPr userDrawn="1"/>
            </p:nvCxnSpPr>
            <p:spPr>
              <a:xfrm>
                <a:off x="-3740987" y="4169717"/>
                <a:ext cx="3178016" cy="0"/>
              </a:xfrm>
              <a:prstGeom prst="line">
                <a:avLst/>
              </a:prstGeom>
              <a:noFill/>
              <a:ln w="3175" cap="flat" cmpd="sng" algn="ctr">
                <a:solidFill>
                  <a:schemeClr val="accent1"/>
                </a:solidFill>
                <a:prstDash val="solid"/>
              </a:ln>
              <a:effectLst/>
            </p:spPr>
          </p:cxnSp>
        </p:grpSp>
        <p:sp>
          <p:nvSpPr>
            <p:cNvPr id="67" name="Rechthoek 66">
              <a:extLst>
                <a:ext uri="{FF2B5EF4-FFF2-40B4-BE49-F238E27FC236}">
                  <a16:creationId xmlns:a16="http://schemas.microsoft.com/office/drawing/2014/main" id="{8A2936BC-0D2F-4DEC-9A36-D49BB4790B82}"/>
                </a:ext>
              </a:extLst>
            </p:cNvPr>
            <p:cNvSpPr/>
            <p:nvPr userDrawn="1"/>
          </p:nvSpPr>
          <p:spPr>
            <a:xfrm>
              <a:off x="12397262" y="0"/>
              <a:ext cx="3178016" cy="191611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ctr"/>
            <a:lstStyle/>
            <a:p>
              <a:pPr marL="0" marR="0" lvl="0" indent="0" defTabSz="914400" eaLnBrk="1" fontAlgn="auto" latinLnBrk="0" hangingPunct="1">
                <a:lnSpc>
                  <a:spcPct val="8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nl-NL" sz="1400" b="1" i="0" u="none" strike="noStrike" kern="0" cap="all" spc="0" normalizeH="0" baseline="0" noProof="0">
                  <a:ln>
                    <a:noFill/>
                  </a:ln>
                  <a:solidFill>
                    <a:schemeClr val="accent1"/>
                  </a:solidFill>
                  <a:effectLst/>
                  <a:uLnTx/>
                  <a:uFillTx/>
                  <a:latin typeface="+mj-lt"/>
                  <a:cs typeface="Segoe UI Light" panose="020B0502040204020203" pitchFamily="34" charset="0"/>
                </a:rPr>
                <a:t>Afbeelding invoegen/veranderen</a:t>
              </a:r>
            </a:p>
          </p:txBody>
        </p:sp>
        <p:sp>
          <p:nvSpPr>
            <p:cNvPr id="69" name="Ovaal 68">
              <a:extLst>
                <a:ext uri="{FF2B5EF4-FFF2-40B4-BE49-F238E27FC236}">
                  <a16:creationId xmlns:a16="http://schemas.microsoft.com/office/drawing/2014/main" id="{D8479DE8-58D3-4BD6-8B33-1D342945635A}"/>
                </a:ext>
              </a:extLst>
            </p:cNvPr>
            <p:cNvSpPr/>
            <p:nvPr userDrawn="1"/>
          </p:nvSpPr>
          <p:spPr>
            <a:xfrm>
              <a:off x="12391601" y="366490"/>
              <a:ext cx="260914" cy="259683"/>
            </a:xfrm>
            <a:prstGeom prst="ellipse">
              <a:avLst/>
            </a:prstGeom>
            <a:solidFill>
              <a:schemeClr val="accent1"/>
            </a:solidFill>
            <a:ln w="25400" cap="flat" cmpd="sng" algn="ctr">
              <a:noFill/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1</a:t>
              </a:r>
            </a:p>
          </p:txBody>
        </p:sp>
        <p:cxnSp>
          <p:nvCxnSpPr>
            <p:cNvPr id="70" name="Rechte verbindingslijn 69">
              <a:extLst>
                <a:ext uri="{FF2B5EF4-FFF2-40B4-BE49-F238E27FC236}">
                  <a16:creationId xmlns:a16="http://schemas.microsoft.com/office/drawing/2014/main" id="{F68F612D-E2FE-438B-AF6C-D650A11D6173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2397261" y="241635"/>
              <a:ext cx="3178017" cy="0"/>
            </a:xfrm>
            <a:prstGeom prst="line">
              <a:avLst/>
            </a:prstGeom>
            <a:noFill/>
            <a:ln w="3175" cap="flat" cmpd="sng" algn="ctr">
              <a:solidFill>
                <a:schemeClr val="accent1"/>
              </a:solidFill>
              <a:prstDash val="solid"/>
            </a:ln>
            <a:effectLst/>
          </p:spPr>
        </p:cxnSp>
        <p:cxnSp>
          <p:nvCxnSpPr>
            <p:cNvPr id="71" name="Rechte verbindingslijn 70">
              <a:extLst>
                <a:ext uri="{FF2B5EF4-FFF2-40B4-BE49-F238E27FC236}">
                  <a16:creationId xmlns:a16="http://schemas.microsoft.com/office/drawing/2014/main" id="{1719104B-BFD6-4F99-ACB0-76A6B91F6BF1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2397261" y="1577933"/>
              <a:ext cx="3178017" cy="0"/>
            </a:xfrm>
            <a:prstGeom prst="line">
              <a:avLst/>
            </a:prstGeom>
            <a:noFill/>
            <a:ln w="3175" cap="flat" cmpd="sng" algn="ctr">
              <a:solidFill>
                <a:schemeClr val="accent1"/>
              </a:solidFill>
              <a:prstDash val="solid"/>
            </a:ln>
            <a:effectLst/>
          </p:spPr>
        </p:cxnSp>
        <p:sp>
          <p:nvSpPr>
            <p:cNvPr id="72" name="Rechthoek 71">
              <a:extLst>
                <a:ext uri="{FF2B5EF4-FFF2-40B4-BE49-F238E27FC236}">
                  <a16:creationId xmlns:a16="http://schemas.microsoft.com/office/drawing/2014/main" id="{6A76C2CE-5F20-4EB2-9A6F-65D70EA662D3}"/>
                </a:ext>
              </a:extLst>
            </p:cNvPr>
            <p:cNvSpPr/>
            <p:nvPr userDrawn="1"/>
          </p:nvSpPr>
          <p:spPr>
            <a:xfrm>
              <a:off x="12757282" y="432552"/>
              <a:ext cx="2817995" cy="595423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t"/>
            <a:lstStyle/>
            <a:p>
              <a:pPr marL="0" marR="0" lvl="0" indent="0" defTabSz="914400" eaLnBrk="1" fontAlgn="auto" latinLnBrk="0" hangingPunct="1">
                <a:lnSpc>
                  <a:spcPct val="90000"/>
                </a:lnSpc>
                <a:spcBef>
                  <a:spcPts val="600"/>
                </a:spcBef>
                <a:spcAft>
                  <a:spcPts val="600"/>
                </a:spcAft>
                <a:buClr>
                  <a:schemeClr val="accent1"/>
                </a:buClr>
                <a:buSzTx/>
                <a:buFont typeface="Arial" panose="020B0604020202020204" pitchFamily="34" charset="0"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Wanneer nodig, verwijder de bestaande afbeelding d.m.v. de </a:t>
              </a:r>
              <a:r>
                <a:rPr kumimoji="0" lang="nl-NL" sz="1100" b="1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‘Delete’-knop</a:t>
              </a: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. Klik op het pictogram om een nieuwe afbeelding in te voegen. </a:t>
              </a:r>
              <a:r>
                <a:rPr kumimoji="0" lang="nl-NL" sz="1100" b="0" i="1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(zie onderstaand voorbeeld).</a:t>
              </a:r>
              <a:endParaRPr kumimoji="0" lang="nl-NL" sz="11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cs typeface="Segoe UI Light" panose="020B0502040204020203" pitchFamily="34" charset="0"/>
              </a:endParaRPr>
            </a:p>
          </p:txBody>
        </p:sp>
        <p:cxnSp>
          <p:nvCxnSpPr>
            <p:cNvPr id="73" name="Rechte verbindingslijn 72">
              <a:extLst>
                <a:ext uri="{FF2B5EF4-FFF2-40B4-BE49-F238E27FC236}">
                  <a16:creationId xmlns:a16="http://schemas.microsoft.com/office/drawing/2014/main" id="{B642726B-5625-41A3-97FD-51B3ADC166E2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2397261" y="5688413"/>
              <a:ext cx="3178017" cy="0"/>
            </a:xfrm>
            <a:prstGeom prst="line">
              <a:avLst/>
            </a:prstGeom>
            <a:noFill/>
            <a:ln w="3175" cap="flat" cmpd="sng" algn="ctr">
              <a:solidFill>
                <a:schemeClr val="accent1"/>
              </a:solidFill>
              <a:prstDash val="solid"/>
            </a:ln>
            <a:effectLst/>
          </p:spPr>
        </p:cxnSp>
        <p:sp>
          <p:nvSpPr>
            <p:cNvPr id="75" name="Ovaal 74">
              <a:extLst>
                <a:ext uri="{FF2B5EF4-FFF2-40B4-BE49-F238E27FC236}">
                  <a16:creationId xmlns:a16="http://schemas.microsoft.com/office/drawing/2014/main" id="{6A1D5F81-2CCD-4841-A8BC-C55424790FDA}"/>
                </a:ext>
              </a:extLst>
            </p:cNvPr>
            <p:cNvSpPr/>
            <p:nvPr userDrawn="1"/>
          </p:nvSpPr>
          <p:spPr>
            <a:xfrm>
              <a:off x="12391601" y="1706398"/>
              <a:ext cx="260914" cy="259683"/>
            </a:xfrm>
            <a:prstGeom prst="ellipse">
              <a:avLst/>
            </a:prstGeom>
            <a:solidFill>
              <a:schemeClr val="accent1"/>
            </a:solidFill>
            <a:ln w="25400" cap="flat" cmpd="sng" algn="ctr">
              <a:noFill/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2</a:t>
              </a:r>
            </a:p>
          </p:txBody>
        </p:sp>
        <p:sp>
          <p:nvSpPr>
            <p:cNvPr id="76" name="Rechthoek 75">
              <a:extLst>
                <a:ext uri="{FF2B5EF4-FFF2-40B4-BE49-F238E27FC236}">
                  <a16:creationId xmlns:a16="http://schemas.microsoft.com/office/drawing/2014/main" id="{51DEED6B-8A75-4CCC-B153-B4C182E02F93}"/>
                </a:ext>
              </a:extLst>
            </p:cNvPr>
            <p:cNvSpPr/>
            <p:nvPr userDrawn="1"/>
          </p:nvSpPr>
          <p:spPr>
            <a:xfrm>
              <a:off x="12757282" y="1772461"/>
              <a:ext cx="2817995" cy="318048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t"/>
            <a:lstStyle/>
            <a:p>
              <a:pPr marL="0" marR="0" lvl="0" indent="0" defTabSz="914400" eaLnBrk="1" fontAlgn="auto" latinLnBrk="0" hangingPunct="1">
                <a:lnSpc>
                  <a:spcPct val="90000"/>
                </a:lnSpc>
                <a:spcBef>
                  <a:spcPts val="600"/>
                </a:spcBef>
                <a:spcAft>
                  <a:spcPts val="600"/>
                </a:spcAft>
                <a:buClr>
                  <a:schemeClr val="accent1"/>
                </a:buClr>
                <a:buSzTx/>
                <a:buFont typeface="Arial" panose="020B0604020202020204" pitchFamily="34" charset="0"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Selecteer de gewenste afbeelding</a:t>
              </a:r>
              <a:b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</a:b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en klik op </a:t>
              </a:r>
              <a:r>
                <a:rPr kumimoji="0" lang="nl-NL" sz="1100" b="1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‘Invoegen’</a:t>
              </a: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.</a:t>
              </a:r>
              <a:endParaRPr kumimoji="0" lang="nl-NL" sz="1100" b="1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cs typeface="Segoe UI Light" panose="020B0502040204020203" pitchFamily="34" charset="0"/>
              </a:endParaRPr>
            </a:p>
          </p:txBody>
        </p:sp>
        <p:grpSp>
          <p:nvGrpSpPr>
            <p:cNvPr id="77" name="Groep 76">
              <a:extLst>
                <a:ext uri="{FF2B5EF4-FFF2-40B4-BE49-F238E27FC236}">
                  <a16:creationId xmlns:a16="http://schemas.microsoft.com/office/drawing/2014/main" id="{39404035-A07A-4071-8C0F-8FC1846C53EC}"/>
                </a:ext>
              </a:extLst>
            </p:cNvPr>
            <p:cNvGrpSpPr/>
            <p:nvPr userDrawn="1"/>
          </p:nvGrpSpPr>
          <p:grpSpPr>
            <a:xfrm>
              <a:off x="12757282" y="2184550"/>
              <a:ext cx="825500" cy="209550"/>
              <a:chOff x="13504624" y="2482850"/>
              <a:chExt cx="825500" cy="209550"/>
            </a:xfrm>
          </p:grpSpPr>
          <p:sp>
            <p:nvSpPr>
              <p:cNvPr id="157" name="Rechthoek 156">
                <a:extLst>
                  <a:ext uri="{FF2B5EF4-FFF2-40B4-BE49-F238E27FC236}">
                    <a16:creationId xmlns:a16="http://schemas.microsoft.com/office/drawing/2014/main" id="{B9FCAFAF-FDFA-45FE-8FB4-A95BFDF2CA00}"/>
                  </a:ext>
                </a:extLst>
              </p:cNvPr>
              <p:cNvSpPr/>
              <p:nvPr userDrawn="1"/>
            </p:nvSpPr>
            <p:spPr>
              <a:xfrm>
                <a:off x="13504624" y="2482850"/>
                <a:ext cx="825500" cy="209550"/>
              </a:xfrm>
              <a:prstGeom prst="rect">
                <a:avLst/>
              </a:prstGeom>
              <a:solidFill>
                <a:srgbClr val="E5F1FB"/>
              </a:solidFill>
              <a:ln w="12700">
                <a:solidFill>
                  <a:srgbClr val="0B7ED9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10800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r>
                  <a:rPr lang="nl-NL" sz="800" b="0" noProof="0">
                    <a:solidFill>
                      <a:schemeClr val="tx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Invoegen</a:t>
                </a:r>
              </a:p>
            </p:txBody>
          </p:sp>
          <p:cxnSp>
            <p:nvCxnSpPr>
              <p:cNvPr id="158" name="Rechte verbindingslijn 157">
                <a:extLst>
                  <a:ext uri="{FF2B5EF4-FFF2-40B4-BE49-F238E27FC236}">
                    <a16:creationId xmlns:a16="http://schemas.microsoft.com/office/drawing/2014/main" id="{937B9EA0-1740-4175-BB87-E60F9BF3440D}"/>
                  </a:ext>
                </a:extLst>
              </p:cNvPr>
              <p:cNvCxnSpPr/>
              <p:nvPr userDrawn="1"/>
            </p:nvCxnSpPr>
            <p:spPr>
              <a:xfrm>
                <a:off x="14155269" y="2515250"/>
                <a:ext cx="0" cy="142717"/>
              </a:xfrm>
              <a:prstGeom prst="line">
                <a:avLst/>
              </a:prstGeom>
              <a:noFill/>
              <a:ln w="3175" cap="flat" cmpd="sng" algn="ctr">
                <a:solidFill>
                  <a:srgbClr val="44546A"/>
                </a:solidFill>
                <a:prstDash val="solid"/>
              </a:ln>
              <a:effectLst/>
            </p:spPr>
          </p:cxnSp>
          <p:sp>
            <p:nvSpPr>
              <p:cNvPr id="159" name="Gelijkbenige driehoek 158">
                <a:extLst>
                  <a:ext uri="{FF2B5EF4-FFF2-40B4-BE49-F238E27FC236}">
                    <a16:creationId xmlns:a16="http://schemas.microsoft.com/office/drawing/2014/main" id="{AD5D6E17-3679-4ECD-BB9A-094F5E0E7170}"/>
                  </a:ext>
                </a:extLst>
              </p:cNvPr>
              <p:cNvSpPr/>
              <p:nvPr userDrawn="1"/>
            </p:nvSpPr>
            <p:spPr>
              <a:xfrm rot="10800000">
                <a:off x="14196089" y="2566904"/>
                <a:ext cx="86866" cy="51147"/>
              </a:xfrm>
              <a:prstGeom prst="triangle">
                <a:avLst/>
              </a:prstGeom>
              <a:solidFill>
                <a:srgbClr val="00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nl-NL" sz="1000" b="1" noProof="0">
                  <a:solidFill>
                    <a:schemeClr val="tx1"/>
                  </a:solidFill>
                </a:endParaRPr>
              </a:p>
            </p:txBody>
          </p:sp>
        </p:grpSp>
        <p:grpSp>
          <p:nvGrpSpPr>
            <p:cNvPr id="78" name="Groep 77">
              <a:extLst>
                <a:ext uri="{FF2B5EF4-FFF2-40B4-BE49-F238E27FC236}">
                  <a16:creationId xmlns:a16="http://schemas.microsoft.com/office/drawing/2014/main" id="{31D6A9A0-2C04-45EC-9FC9-53A66589F59A}"/>
                </a:ext>
              </a:extLst>
            </p:cNvPr>
            <p:cNvGrpSpPr/>
            <p:nvPr userDrawn="1"/>
          </p:nvGrpSpPr>
          <p:grpSpPr>
            <a:xfrm>
              <a:off x="12757282" y="1141626"/>
              <a:ext cx="294789" cy="318834"/>
              <a:chOff x="14466489" y="1001522"/>
              <a:chExt cx="290627" cy="314333"/>
            </a:xfrm>
          </p:grpSpPr>
          <p:sp>
            <p:nvSpPr>
              <p:cNvPr id="151" name="Rechthoek 150">
                <a:extLst>
                  <a:ext uri="{FF2B5EF4-FFF2-40B4-BE49-F238E27FC236}">
                    <a16:creationId xmlns:a16="http://schemas.microsoft.com/office/drawing/2014/main" id="{7537D14E-3145-41AA-8BA6-E2DA4792DAB5}"/>
                  </a:ext>
                </a:extLst>
              </p:cNvPr>
              <p:cNvSpPr/>
              <p:nvPr userDrawn="1"/>
            </p:nvSpPr>
            <p:spPr>
              <a:xfrm>
                <a:off x="14466489" y="1001522"/>
                <a:ext cx="257935" cy="254168"/>
              </a:xfrm>
              <a:prstGeom prst="rect">
                <a:avLst/>
              </a:prstGeom>
              <a:solidFill>
                <a:schemeClr val="bg1"/>
              </a:solidFill>
              <a:ln w="12700">
                <a:solidFill>
                  <a:srgbClr val="C0C0C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10800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lvl="0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endParaRPr lang="nl-NL" sz="800" b="0" noProof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152" name="Ovaal 151">
                <a:extLst>
                  <a:ext uri="{FF2B5EF4-FFF2-40B4-BE49-F238E27FC236}">
                    <a16:creationId xmlns:a16="http://schemas.microsoft.com/office/drawing/2014/main" id="{5A063F0D-3016-4D67-A80E-A2ACE05C76A0}"/>
                  </a:ext>
                </a:extLst>
              </p:cNvPr>
              <p:cNvSpPr/>
              <p:nvPr userDrawn="1"/>
            </p:nvSpPr>
            <p:spPr>
              <a:xfrm>
                <a:off x="14623626" y="1033630"/>
                <a:ext cx="71169" cy="71169"/>
              </a:xfrm>
              <a:prstGeom prst="ellipse">
                <a:avLst/>
              </a:prstGeom>
              <a:solidFill>
                <a:srgbClr val="F1D8A5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nl-NL" sz="1000" b="1" noProof="0">
                  <a:solidFill>
                    <a:schemeClr val="tx1"/>
                  </a:solidFill>
                </a:endParaRPr>
              </a:p>
            </p:txBody>
          </p:sp>
          <p:sp>
            <p:nvSpPr>
              <p:cNvPr id="153" name="Vrije vorm: vorm 152">
                <a:extLst>
                  <a:ext uri="{FF2B5EF4-FFF2-40B4-BE49-F238E27FC236}">
                    <a16:creationId xmlns:a16="http://schemas.microsoft.com/office/drawing/2014/main" id="{B6672389-7339-4818-917A-210CB31A7851}"/>
                  </a:ext>
                </a:extLst>
              </p:cNvPr>
              <p:cNvSpPr/>
              <p:nvPr userDrawn="1"/>
            </p:nvSpPr>
            <p:spPr>
              <a:xfrm rot="2700000">
                <a:off x="14498877" y="1157846"/>
                <a:ext cx="168558" cy="147459"/>
              </a:xfrm>
              <a:custGeom>
                <a:avLst/>
                <a:gdLst>
                  <a:gd name="connsiteX0" fmla="*/ 12837 w 168558"/>
                  <a:gd name="connsiteY0" fmla="*/ 12836 h 147459"/>
                  <a:gd name="connsiteX1" fmla="*/ 43826 w 168558"/>
                  <a:gd name="connsiteY1" fmla="*/ 0 h 147459"/>
                  <a:gd name="connsiteX2" fmla="*/ 168558 w 168558"/>
                  <a:gd name="connsiteY2" fmla="*/ 0 h 147459"/>
                  <a:gd name="connsiteX3" fmla="*/ 21099 w 168558"/>
                  <a:gd name="connsiteY3" fmla="*/ 147459 h 147459"/>
                  <a:gd name="connsiteX4" fmla="*/ 0 w 168558"/>
                  <a:gd name="connsiteY4" fmla="*/ 126361 h 147459"/>
                  <a:gd name="connsiteX5" fmla="*/ 0 w 168558"/>
                  <a:gd name="connsiteY5" fmla="*/ 43826 h 147459"/>
                  <a:gd name="connsiteX6" fmla="*/ 12837 w 168558"/>
                  <a:gd name="connsiteY6" fmla="*/ 12836 h 14745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68558" h="147459">
                    <a:moveTo>
                      <a:pt x="12837" y="12836"/>
                    </a:moveTo>
                    <a:cubicBezTo>
                      <a:pt x="20768" y="4905"/>
                      <a:pt x="31724" y="0"/>
                      <a:pt x="43826" y="0"/>
                    </a:cubicBezTo>
                    <a:lnTo>
                      <a:pt x="168558" y="0"/>
                    </a:lnTo>
                    <a:lnTo>
                      <a:pt x="21099" y="147459"/>
                    </a:lnTo>
                    <a:lnTo>
                      <a:pt x="0" y="126361"/>
                    </a:lnTo>
                    <a:lnTo>
                      <a:pt x="0" y="43826"/>
                    </a:lnTo>
                    <a:cubicBezTo>
                      <a:pt x="1" y="31723"/>
                      <a:pt x="4906" y="20767"/>
                      <a:pt x="12837" y="12836"/>
                    </a:cubicBezTo>
                    <a:close/>
                  </a:path>
                </a:pathLst>
              </a:custGeom>
              <a:solidFill>
                <a:srgbClr val="C9D8E9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nl-NL" sz="1000" b="1" noProof="0">
                  <a:solidFill>
                    <a:schemeClr val="tx1"/>
                  </a:solidFill>
                </a:endParaRPr>
              </a:p>
            </p:txBody>
          </p:sp>
          <p:sp>
            <p:nvSpPr>
              <p:cNvPr id="154" name="Rechthoek: afgeronde hoeken 153">
                <a:extLst>
                  <a:ext uri="{FF2B5EF4-FFF2-40B4-BE49-F238E27FC236}">
                    <a16:creationId xmlns:a16="http://schemas.microsoft.com/office/drawing/2014/main" id="{CC87DF75-C992-4B02-97F4-10B66F4FCBB5}"/>
                  </a:ext>
                </a:extLst>
              </p:cNvPr>
              <p:cNvSpPr/>
              <p:nvPr userDrawn="1"/>
            </p:nvSpPr>
            <p:spPr>
              <a:xfrm>
                <a:off x="14601150" y="1145314"/>
                <a:ext cx="155966" cy="116816"/>
              </a:xfrm>
              <a:prstGeom prst="roundRect">
                <a:avLst/>
              </a:prstGeom>
              <a:solidFill>
                <a:schemeClr val="bg1"/>
              </a:solidFill>
              <a:ln w="19050">
                <a:solidFill>
                  <a:srgbClr val="8AADD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10800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lvl="0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endParaRPr lang="nl-NL" sz="800" b="0" noProof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cxnSp>
            <p:nvCxnSpPr>
              <p:cNvPr id="155" name="Rechte verbindingslijn 154">
                <a:extLst>
                  <a:ext uri="{FF2B5EF4-FFF2-40B4-BE49-F238E27FC236}">
                    <a16:creationId xmlns:a16="http://schemas.microsoft.com/office/drawing/2014/main" id="{A594B960-EC39-48A1-BD3B-8BDE1CEA55DC}"/>
                  </a:ext>
                </a:extLst>
              </p:cNvPr>
              <p:cNvCxnSpPr>
                <a:cxnSpLocks/>
              </p:cNvCxnSpPr>
              <p:nvPr userDrawn="1"/>
            </p:nvCxnSpPr>
            <p:spPr>
              <a:xfrm>
                <a:off x="14637490" y="1308665"/>
                <a:ext cx="83286" cy="0"/>
              </a:xfrm>
              <a:prstGeom prst="line">
                <a:avLst/>
              </a:prstGeom>
              <a:solidFill>
                <a:schemeClr val="bg1"/>
              </a:solidFill>
              <a:ln w="19050">
                <a:solidFill>
                  <a:srgbClr val="8AADD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156" name="Rechte verbindingslijn 155">
                <a:extLst>
                  <a:ext uri="{FF2B5EF4-FFF2-40B4-BE49-F238E27FC236}">
                    <a16:creationId xmlns:a16="http://schemas.microsoft.com/office/drawing/2014/main" id="{29E4933F-B681-40E9-81E6-4BFE50351C8B}"/>
                  </a:ext>
                </a:extLst>
              </p:cNvPr>
              <p:cNvCxnSpPr>
                <a:cxnSpLocks/>
                <a:stCxn id="154" idx="2"/>
              </p:cNvCxnSpPr>
              <p:nvPr userDrawn="1"/>
            </p:nvCxnSpPr>
            <p:spPr>
              <a:xfrm flipH="1">
                <a:off x="14678717" y="1262130"/>
                <a:ext cx="416" cy="43573"/>
              </a:xfrm>
              <a:prstGeom prst="line">
                <a:avLst/>
              </a:prstGeom>
              <a:solidFill>
                <a:schemeClr val="bg1"/>
              </a:solidFill>
              <a:ln w="19050">
                <a:solidFill>
                  <a:srgbClr val="8AADD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</p:grpSp>
        <p:sp>
          <p:nvSpPr>
            <p:cNvPr id="79" name="Ovaal 78">
              <a:extLst>
                <a:ext uri="{FF2B5EF4-FFF2-40B4-BE49-F238E27FC236}">
                  <a16:creationId xmlns:a16="http://schemas.microsoft.com/office/drawing/2014/main" id="{95ADBB4B-DB43-4B95-BBB1-4EF78D913B23}"/>
                </a:ext>
              </a:extLst>
            </p:cNvPr>
            <p:cNvSpPr/>
            <p:nvPr userDrawn="1"/>
          </p:nvSpPr>
          <p:spPr>
            <a:xfrm>
              <a:off x="12391601" y="2617951"/>
              <a:ext cx="260914" cy="259683"/>
            </a:xfrm>
            <a:prstGeom prst="ellipse">
              <a:avLst/>
            </a:prstGeom>
            <a:solidFill>
              <a:schemeClr val="accent1"/>
            </a:solidFill>
            <a:ln w="25400" cap="flat" cmpd="sng" algn="ctr">
              <a:noFill/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3</a:t>
              </a:r>
            </a:p>
          </p:txBody>
        </p:sp>
        <p:sp>
          <p:nvSpPr>
            <p:cNvPr id="80" name="Rechthoek 79">
              <a:extLst>
                <a:ext uri="{FF2B5EF4-FFF2-40B4-BE49-F238E27FC236}">
                  <a16:creationId xmlns:a16="http://schemas.microsoft.com/office/drawing/2014/main" id="{28504821-72A2-4CEA-9D50-70679CC2C0B7}"/>
                </a:ext>
              </a:extLst>
            </p:cNvPr>
            <p:cNvSpPr/>
            <p:nvPr userDrawn="1"/>
          </p:nvSpPr>
          <p:spPr>
            <a:xfrm>
              <a:off x="12757283" y="2684015"/>
              <a:ext cx="2817996" cy="316612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t"/>
            <a:lstStyle/>
            <a:p>
              <a:pPr marL="0" marR="0" lvl="0" indent="0" defTabSz="914400" eaLnBrk="1" fontAlgn="auto" latinLnBrk="0" hangingPunct="1">
                <a:lnSpc>
                  <a:spcPct val="90000"/>
                </a:lnSpc>
                <a:spcBef>
                  <a:spcPts val="600"/>
                </a:spcBef>
                <a:spcAft>
                  <a:spcPts val="600"/>
                </a:spcAft>
                <a:buClr>
                  <a:schemeClr val="accent1"/>
                </a:buClr>
                <a:buSzTx/>
                <a:buFont typeface="Arial" panose="020B0604020202020204" pitchFamily="34" charset="0"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Klik met de rechter muisknop op de afbeelding en kies </a:t>
              </a:r>
              <a:r>
                <a:rPr kumimoji="0" lang="nl-NL" sz="1100" b="1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´Naar achtergrond´</a:t>
              </a: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.</a:t>
              </a:r>
              <a:endParaRPr kumimoji="0" lang="nl-NL" sz="1100" b="1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cs typeface="Segoe UI Light" panose="020B0502040204020203" pitchFamily="34" charset="0"/>
              </a:endParaRPr>
            </a:p>
          </p:txBody>
        </p:sp>
        <p:cxnSp>
          <p:nvCxnSpPr>
            <p:cNvPr id="82" name="Rechte verbindingslijn 81">
              <a:extLst>
                <a:ext uri="{FF2B5EF4-FFF2-40B4-BE49-F238E27FC236}">
                  <a16:creationId xmlns:a16="http://schemas.microsoft.com/office/drawing/2014/main" id="{240EAD0F-2F2B-4096-9FD4-D4694C040511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2397261" y="2499789"/>
              <a:ext cx="3178017" cy="0"/>
            </a:xfrm>
            <a:prstGeom prst="line">
              <a:avLst/>
            </a:prstGeom>
            <a:noFill/>
            <a:ln w="3175" cap="flat" cmpd="sng" algn="ctr">
              <a:solidFill>
                <a:schemeClr val="accent1"/>
              </a:solidFill>
              <a:prstDash val="solid"/>
            </a:ln>
            <a:effectLst/>
          </p:spPr>
        </p:cxnSp>
        <p:grpSp>
          <p:nvGrpSpPr>
            <p:cNvPr id="83" name="Groep 82">
              <a:extLst>
                <a:ext uri="{FF2B5EF4-FFF2-40B4-BE49-F238E27FC236}">
                  <a16:creationId xmlns:a16="http://schemas.microsoft.com/office/drawing/2014/main" id="{21918E90-E0C4-4A19-B70F-77772F93CCCE}"/>
                </a:ext>
              </a:extLst>
            </p:cNvPr>
            <p:cNvGrpSpPr/>
            <p:nvPr userDrawn="1"/>
          </p:nvGrpSpPr>
          <p:grpSpPr>
            <a:xfrm>
              <a:off x="12757282" y="4967075"/>
              <a:ext cx="1499406" cy="580946"/>
              <a:chOff x="12757283" y="3120781"/>
              <a:chExt cx="1499406" cy="580946"/>
            </a:xfrm>
          </p:grpSpPr>
          <p:sp>
            <p:nvSpPr>
              <p:cNvPr id="137" name="Rechthoek 136">
                <a:extLst>
                  <a:ext uri="{FF2B5EF4-FFF2-40B4-BE49-F238E27FC236}">
                    <a16:creationId xmlns:a16="http://schemas.microsoft.com/office/drawing/2014/main" id="{C505D121-7242-4280-A811-F9654B7259E3}"/>
                  </a:ext>
                </a:extLst>
              </p:cNvPr>
              <p:cNvSpPr/>
              <p:nvPr userDrawn="1"/>
            </p:nvSpPr>
            <p:spPr>
              <a:xfrm>
                <a:off x="12757283" y="3120781"/>
                <a:ext cx="1499406" cy="580946"/>
              </a:xfrm>
              <a:prstGeom prst="rect">
                <a:avLst/>
              </a:prstGeom>
              <a:solidFill>
                <a:schemeClr val="bg1"/>
              </a:solidFill>
              <a:ln w="12700">
                <a:solidFill>
                  <a:srgbClr val="D1D1D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10800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endParaRPr lang="nl-NL" sz="800" b="0" noProof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138" name="Rechthoek 137">
                <a:extLst>
                  <a:ext uri="{FF2B5EF4-FFF2-40B4-BE49-F238E27FC236}">
                    <a16:creationId xmlns:a16="http://schemas.microsoft.com/office/drawing/2014/main" id="{9E207B54-A356-463F-BDD8-988B2933314B}"/>
                  </a:ext>
                </a:extLst>
              </p:cNvPr>
              <p:cNvSpPr/>
              <p:nvPr userDrawn="1"/>
            </p:nvSpPr>
            <p:spPr>
              <a:xfrm>
                <a:off x="12761843" y="3146420"/>
                <a:ext cx="1478943" cy="257235"/>
              </a:xfrm>
              <a:prstGeom prst="rect">
                <a:avLst/>
              </a:prstGeom>
              <a:solidFill>
                <a:srgbClr val="FCE4DC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nl-NL" sz="700" b="1" noProof="0">
                  <a:solidFill>
                    <a:schemeClr val="tx1"/>
                  </a:solidFill>
                </a:endParaRPr>
              </a:p>
            </p:txBody>
          </p:sp>
          <p:sp>
            <p:nvSpPr>
              <p:cNvPr id="139" name="Tekstvak 138">
                <a:extLst>
                  <a:ext uri="{FF2B5EF4-FFF2-40B4-BE49-F238E27FC236}">
                    <a16:creationId xmlns:a16="http://schemas.microsoft.com/office/drawing/2014/main" id="{030C3FAC-57AC-41A4-B754-252703D57B58}"/>
                  </a:ext>
                </a:extLst>
              </p:cNvPr>
              <p:cNvSpPr txBox="1"/>
              <p:nvPr userDrawn="1"/>
            </p:nvSpPr>
            <p:spPr>
              <a:xfrm>
                <a:off x="12997648" y="3173471"/>
                <a:ext cx="957818" cy="20313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algn="l" defTabSz="1217512" rtl="0" eaLnBrk="1" latinLnBrk="0" hangingPunct="1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r>
                  <a:rPr lang="nl-NL" sz="800" b="0" kern="1200" noProof="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rPr>
                  <a:t>Naar voorgrond</a:t>
                </a:r>
              </a:p>
            </p:txBody>
          </p:sp>
          <p:sp>
            <p:nvSpPr>
              <p:cNvPr id="140" name="Tekstvak 139">
                <a:extLst>
                  <a:ext uri="{FF2B5EF4-FFF2-40B4-BE49-F238E27FC236}">
                    <a16:creationId xmlns:a16="http://schemas.microsoft.com/office/drawing/2014/main" id="{5C11FAC4-4C9D-4DED-B58C-8B3C3878D53D}"/>
                  </a:ext>
                </a:extLst>
              </p:cNvPr>
              <p:cNvSpPr txBox="1"/>
              <p:nvPr userDrawn="1"/>
            </p:nvSpPr>
            <p:spPr>
              <a:xfrm>
                <a:off x="12984219" y="3481017"/>
                <a:ext cx="1165564" cy="20313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algn="l" defTabSz="1217512" rtl="0" eaLnBrk="1" latinLnBrk="0" hangingPunct="1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r>
                  <a:rPr lang="nl-NL" sz="800" b="0" kern="1200" noProof="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rPr>
                  <a:t>Naar achtergrond</a:t>
                </a:r>
              </a:p>
            </p:txBody>
          </p:sp>
          <p:pic>
            <p:nvPicPr>
              <p:cNvPr id="141" name="Picture 3">
                <a:extLst>
                  <a:ext uri="{FF2B5EF4-FFF2-40B4-BE49-F238E27FC236}">
                    <a16:creationId xmlns:a16="http://schemas.microsoft.com/office/drawing/2014/main" id="{05F88D51-A991-4386-ADA4-11EDA59DD8E6}"/>
                  </a:ext>
                </a:extLst>
              </p:cNvPr>
              <p:cNvPicPr>
                <a:picLocks noChangeAspect="1" noChangeArrowheads="1"/>
              </p:cNvPicPr>
              <p:nvPr userDrawn="1"/>
            </p:nvPicPr>
            <p:blipFill>
              <a:blip r:embed="rId2" cstate="email">
                <a:extLst>
                  <a:ext uri="{28A0092B-C50C-407E-A947-70E740481C1C}">
                    <a14:useLocalDpi xmlns:a14="http://schemas.microsoft.com/office/drawing/2010/main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13938926" y="3243867"/>
                <a:ext cx="143086" cy="231331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</p:pic>
          <p:sp>
            <p:nvSpPr>
              <p:cNvPr id="142" name="Gelijkbenige driehoek 141">
                <a:extLst>
                  <a:ext uri="{FF2B5EF4-FFF2-40B4-BE49-F238E27FC236}">
                    <a16:creationId xmlns:a16="http://schemas.microsoft.com/office/drawing/2014/main" id="{8DE089DD-599B-460B-9DAE-D75E57CA5E25}"/>
                  </a:ext>
                </a:extLst>
              </p:cNvPr>
              <p:cNvSpPr/>
              <p:nvPr userDrawn="1"/>
            </p:nvSpPr>
            <p:spPr>
              <a:xfrm rot="5400000">
                <a:off x="14094210" y="3244199"/>
                <a:ext cx="86866" cy="51147"/>
              </a:xfrm>
              <a:prstGeom prst="triangle">
                <a:avLst/>
              </a:prstGeom>
              <a:solidFill>
                <a:srgbClr val="00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nl-NL" sz="1000" b="1" noProof="0">
                  <a:solidFill>
                    <a:schemeClr val="tx1"/>
                  </a:solidFill>
                </a:endParaRPr>
              </a:p>
            </p:txBody>
          </p:sp>
          <p:grpSp>
            <p:nvGrpSpPr>
              <p:cNvPr id="143" name="Groep 142">
                <a:extLst>
                  <a:ext uri="{FF2B5EF4-FFF2-40B4-BE49-F238E27FC236}">
                    <a16:creationId xmlns:a16="http://schemas.microsoft.com/office/drawing/2014/main" id="{A5951D05-6D0B-4634-A3CD-03C4848054FA}"/>
                  </a:ext>
                </a:extLst>
              </p:cNvPr>
              <p:cNvGrpSpPr/>
              <p:nvPr userDrawn="1"/>
            </p:nvGrpSpPr>
            <p:grpSpPr>
              <a:xfrm>
                <a:off x="12822311" y="3178534"/>
                <a:ext cx="182309" cy="163794"/>
                <a:chOff x="12832541" y="3162395"/>
                <a:chExt cx="219532" cy="197236"/>
              </a:xfrm>
            </p:grpSpPr>
            <p:sp>
              <p:nvSpPr>
                <p:cNvPr id="148" name="Rechthoek 147">
                  <a:extLst>
                    <a:ext uri="{FF2B5EF4-FFF2-40B4-BE49-F238E27FC236}">
                      <a16:creationId xmlns:a16="http://schemas.microsoft.com/office/drawing/2014/main" id="{07BDD439-596B-4C5D-A74F-A713FEB706E9}"/>
                    </a:ext>
                  </a:extLst>
                </p:cNvPr>
                <p:cNvSpPr/>
                <p:nvPr userDrawn="1"/>
              </p:nvSpPr>
              <p:spPr>
                <a:xfrm>
                  <a:off x="12832541" y="3162395"/>
                  <a:ext cx="81487" cy="81487"/>
                </a:xfrm>
                <a:prstGeom prst="rect">
                  <a:avLst/>
                </a:prstGeom>
                <a:solidFill>
                  <a:schemeClr val="bg1"/>
                </a:solidFill>
                <a:ln w="12700">
                  <a:solidFill>
                    <a:schemeClr val="tx2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  <p:sp>
              <p:nvSpPr>
                <p:cNvPr id="149" name="Rechthoek 148">
                  <a:extLst>
                    <a:ext uri="{FF2B5EF4-FFF2-40B4-BE49-F238E27FC236}">
                      <a16:creationId xmlns:a16="http://schemas.microsoft.com/office/drawing/2014/main" id="{3981B1DD-F789-4EA5-B4C6-9CEFC733AEC2}"/>
                    </a:ext>
                  </a:extLst>
                </p:cNvPr>
                <p:cNvSpPr/>
                <p:nvPr userDrawn="1"/>
              </p:nvSpPr>
              <p:spPr>
                <a:xfrm>
                  <a:off x="12970586" y="3278144"/>
                  <a:ext cx="81487" cy="81487"/>
                </a:xfrm>
                <a:prstGeom prst="rect">
                  <a:avLst/>
                </a:prstGeom>
                <a:solidFill>
                  <a:schemeClr val="bg1"/>
                </a:solidFill>
                <a:ln w="12700">
                  <a:solidFill>
                    <a:schemeClr val="tx2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  <p:sp>
              <p:nvSpPr>
                <p:cNvPr id="150" name="Rechthoek 149">
                  <a:extLst>
                    <a:ext uri="{FF2B5EF4-FFF2-40B4-BE49-F238E27FC236}">
                      <a16:creationId xmlns:a16="http://schemas.microsoft.com/office/drawing/2014/main" id="{842F42B4-4878-410D-904A-E73DA089926C}"/>
                    </a:ext>
                  </a:extLst>
                </p:cNvPr>
                <p:cNvSpPr/>
                <p:nvPr userDrawn="1"/>
              </p:nvSpPr>
              <p:spPr>
                <a:xfrm>
                  <a:off x="12873284" y="3191991"/>
                  <a:ext cx="138045" cy="138044"/>
                </a:xfrm>
                <a:prstGeom prst="rect">
                  <a:avLst/>
                </a:prstGeom>
                <a:solidFill>
                  <a:srgbClr val="EABE76"/>
                </a:solidFill>
                <a:ln w="12700">
                  <a:solidFill>
                    <a:schemeClr val="bg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</p:grpSp>
          <p:grpSp>
            <p:nvGrpSpPr>
              <p:cNvPr id="144" name="Groep 143">
                <a:extLst>
                  <a:ext uri="{FF2B5EF4-FFF2-40B4-BE49-F238E27FC236}">
                    <a16:creationId xmlns:a16="http://schemas.microsoft.com/office/drawing/2014/main" id="{4E12BE22-FB15-497E-9873-919D343F0EBF}"/>
                  </a:ext>
                </a:extLst>
              </p:cNvPr>
              <p:cNvGrpSpPr/>
              <p:nvPr userDrawn="1"/>
            </p:nvGrpSpPr>
            <p:grpSpPr>
              <a:xfrm>
                <a:off x="12822311" y="3480352"/>
                <a:ext cx="182309" cy="163794"/>
                <a:chOff x="12832541" y="3162395"/>
                <a:chExt cx="219532" cy="197236"/>
              </a:xfrm>
            </p:grpSpPr>
            <p:sp>
              <p:nvSpPr>
                <p:cNvPr id="145" name="Rechthoek 144">
                  <a:extLst>
                    <a:ext uri="{FF2B5EF4-FFF2-40B4-BE49-F238E27FC236}">
                      <a16:creationId xmlns:a16="http://schemas.microsoft.com/office/drawing/2014/main" id="{041B8852-528A-4DE0-90D1-89383BC87B3E}"/>
                    </a:ext>
                  </a:extLst>
                </p:cNvPr>
                <p:cNvSpPr/>
                <p:nvPr userDrawn="1"/>
              </p:nvSpPr>
              <p:spPr>
                <a:xfrm>
                  <a:off x="12873284" y="3191991"/>
                  <a:ext cx="138045" cy="138044"/>
                </a:xfrm>
                <a:prstGeom prst="rect">
                  <a:avLst/>
                </a:prstGeom>
                <a:solidFill>
                  <a:srgbClr val="EABE76"/>
                </a:solidFill>
                <a:ln w="12700">
                  <a:solidFill>
                    <a:schemeClr val="bg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  <p:sp>
              <p:nvSpPr>
                <p:cNvPr id="146" name="Rechthoek 145">
                  <a:extLst>
                    <a:ext uri="{FF2B5EF4-FFF2-40B4-BE49-F238E27FC236}">
                      <a16:creationId xmlns:a16="http://schemas.microsoft.com/office/drawing/2014/main" id="{DA209949-23BB-4725-8472-A7C4CE10DDFB}"/>
                    </a:ext>
                  </a:extLst>
                </p:cNvPr>
                <p:cNvSpPr/>
                <p:nvPr userDrawn="1"/>
              </p:nvSpPr>
              <p:spPr>
                <a:xfrm>
                  <a:off x="12832541" y="3162395"/>
                  <a:ext cx="81487" cy="81487"/>
                </a:xfrm>
                <a:prstGeom prst="rect">
                  <a:avLst/>
                </a:prstGeom>
                <a:solidFill>
                  <a:schemeClr val="bg1"/>
                </a:solidFill>
                <a:ln w="12700">
                  <a:solidFill>
                    <a:schemeClr val="tx2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  <p:sp>
              <p:nvSpPr>
                <p:cNvPr id="147" name="Rechthoek 146">
                  <a:extLst>
                    <a:ext uri="{FF2B5EF4-FFF2-40B4-BE49-F238E27FC236}">
                      <a16:creationId xmlns:a16="http://schemas.microsoft.com/office/drawing/2014/main" id="{C024A17F-57DA-4CE8-8CFB-620696FBEB80}"/>
                    </a:ext>
                  </a:extLst>
                </p:cNvPr>
                <p:cNvSpPr/>
                <p:nvPr userDrawn="1"/>
              </p:nvSpPr>
              <p:spPr>
                <a:xfrm>
                  <a:off x="12970586" y="3278144"/>
                  <a:ext cx="81487" cy="81487"/>
                </a:xfrm>
                <a:prstGeom prst="rect">
                  <a:avLst/>
                </a:prstGeom>
                <a:solidFill>
                  <a:schemeClr val="bg1"/>
                </a:solidFill>
                <a:ln w="12700">
                  <a:solidFill>
                    <a:schemeClr val="tx2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</p:grpSp>
        </p:grpSp>
        <p:sp>
          <p:nvSpPr>
            <p:cNvPr id="84" name="Ovaal 83">
              <a:extLst>
                <a:ext uri="{FF2B5EF4-FFF2-40B4-BE49-F238E27FC236}">
                  <a16:creationId xmlns:a16="http://schemas.microsoft.com/office/drawing/2014/main" id="{6B404E5B-A21A-48CD-9633-E950FE14BC16}"/>
                </a:ext>
              </a:extLst>
            </p:cNvPr>
            <p:cNvSpPr/>
            <p:nvPr userDrawn="1"/>
          </p:nvSpPr>
          <p:spPr>
            <a:xfrm>
              <a:off x="12391601" y="4027651"/>
              <a:ext cx="260914" cy="259683"/>
            </a:xfrm>
            <a:prstGeom prst="ellipse">
              <a:avLst/>
            </a:prstGeom>
            <a:solidFill>
              <a:schemeClr val="accent1"/>
            </a:solidFill>
            <a:ln w="25400" cap="flat" cmpd="sng" algn="ctr">
              <a:noFill/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4</a:t>
              </a:r>
            </a:p>
          </p:txBody>
        </p:sp>
        <p:sp>
          <p:nvSpPr>
            <p:cNvPr id="85" name="Rechthoek 84">
              <a:extLst>
                <a:ext uri="{FF2B5EF4-FFF2-40B4-BE49-F238E27FC236}">
                  <a16:creationId xmlns:a16="http://schemas.microsoft.com/office/drawing/2014/main" id="{3BD891F5-8C9E-4D5F-9723-D81EB874E023}"/>
                </a:ext>
              </a:extLst>
            </p:cNvPr>
            <p:cNvSpPr/>
            <p:nvPr userDrawn="1"/>
          </p:nvSpPr>
          <p:spPr>
            <a:xfrm>
              <a:off x="12757283" y="4093714"/>
              <a:ext cx="2817996" cy="628659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t"/>
            <a:lstStyle/>
            <a:p>
              <a:pPr marL="0" marR="0" lvl="0" indent="0" defTabSz="914400" eaLnBrk="1" fontAlgn="auto" latinLnBrk="0" hangingPunct="1">
                <a:lnSpc>
                  <a:spcPct val="90000"/>
                </a:lnSpc>
                <a:spcBef>
                  <a:spcPts val="600"/>
                </a:spcBef>
                <a:spcAft>
                  <a:spcPts val="600"/>
                </a:spcAft>
                <a:buClr>
                  <a:schemeClr val="accent1"/>
                </a:buClr>
                <a:buSzTx/>
                <a:buFont typeface="Arial" panose="020B0604020202020204" pitchFamily="34" charset="0"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Staat het invoegvenster achter de oranje lijn? Klik dan op de rechtermuisknop en kies </a:t>
              </a:r>
              <a:b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</a:b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‘</a:t>
              </a:r>
              <a:r>
                <a:rPr kumimoji="0" lang="nl-NL" sz="1100" b="1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naar voorgrond</a:t>
              </a: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’ om deze naar voren </a:t>
              </a:r>
              <a:b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</a:b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te halen. Klik na het invoegen op </a:t>
              </a:r>
              <a:b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</a:b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‘</a:t>
              </a:r>
              <a:r>
                <a:rPr kumimoji="0" lang="nl-NL" sz="1100" b="1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Naar achtergrond</a:t>
              </a: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’.</a:t>
              </a:r>
              <a:endParaRPr kumimoji="0" lang="nl-NL" sz="1100" b="1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cs typeface="Segoe UI Light" panose="020B0502040204020203" pitchFamily="34" charset="0"/>
              </a:endParaRPr>
            </a:p>
          </p:txBody>
        </p:sp>
        <p:cxnSp>
          <p:nvCxnSpPr>
            <p:cNvPr id="135" name="Rechte verbindingslijn 134">
              <a:extLst>
                <a:ext uri="{FF2B5EF4-FFF2-40B4-BE49-F238E27FC236}">
                  <a16:creationId xmlns:a16="http://schemas.microsoft.com/office/drawing/2014/main" id="{A8CAD07D-6BEC-4525-A385-59CA6FD1ACC3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2397261" y="3909489"/>
              <a:ext cx="3178017" cy="0"/>
            </a:xfrm>
            <a:prstGeom prst="line">
              <a:avLst/>
            </a:prstGeom>
            <a:noFill/>
            <a:ln w="3175" cap="flat" cmpd="sng" algn="ctr">
              <a:solidFill>
                <a:schemeClr val="accent1"/>
              </a:solidFill>
              <a:prstDash val="solid"/>
            </a:ln>
            <a:effectLst/>
          </p:spPr>
        </p:cxnSp>
      </p:grpSp>
      <p:sp>
        <p:nvSpPr>
          <p:cNvPr id="74" name="logo">
            <a:extLst>
              <a:ext uri="{FF2B5EF4-FFF2-40B4-BE49-F238E27FC236}">
                <a16:creationId xmlns:a16="http://schemas.microsoft.com/office/drawing/2014/main" id="{458ED21E-36CB-428F-A21D-04589AFD8EE0}"/>
              </a:ext>
            </a:extLst>
          </p:cNvPr>
          <p:cNvSpPr>
            <a:spLocks noGrp="1"/>
          </p:cNvSpPr>
          <p:nvPr>
            <p:ph type="body" sz="quarter" idx="64" hasCustomPrompt="1"/>
          </p:nvPr>
        </p:nvSpPr>
        <p:spPr>
          <a:xfrm>
            <a:off x="10691963" y="5852007"/>
            <a:ext cx="991742" cy="486603"/>
          </a:xfrm>
          <a:blipFill>
            <a:blip r:embed="rId3" cstate="email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>
              <a:fillRect l="1580" r="1580"/>
            </a:stretch>
          </a:blipFill>
        </p:spPr>
        <p:txBody>
          <a:bodyPr anchor="t"/>
          <a:lstStyle>
            <a:lvl1pPr marL="0" indent="0" algn="ctr">
              <a:lnSpc>
                <a:spcPct val="80000"/>
              </a:lnSpc>
              <a:buNone/>
              <a:defRPr sz="1600" b="0">
                <a:solidFill>
                  <a:schemeClr val="tx1"/>
                </a:solidFill>
                <a:effectLst/>
                <a:latin typeface="+mj-lt"/>
              </a:defRPr>
            </a:lvl1pPr>
          </a:lstStyle>
          <a:p>
            <a:pPr lvl="0"/>
            <a:r>
              <a:rPr lang="nl-NL"/>
              <a:t>  </a:t>
            </a:r>
          </a:p>
        </p:txBody>
      </p:sp>
      <p:sp>
        <p:nvSpPr>
          <p:cNvPr id="5" name="Tijdelijke aanduiding voor tekst 4">
            <a:extLst>
              <a:ext uri="{FF2B5EF4-FFF2-40B4-BE49-F238E27FC236}">
                <a16:creationId xmlns:a16="http://schemas.microsoft.com/office/drawing/2014/main" id="{7AF0307D-613D-4A4A-87F3-837BD313BCE6}"/>
              </a:ext>
            </a:extLst>
          </p:cNvPr>
          <p:cNvSpPr>
            <a:spLocks noGrp="1"/>
          </p:cNvSpPr>
          <p:nvPr>
            <p:ph type="body" sz="quarter" idx="65" hasCustomPrompt="1"/>
          </p:nvPr>
        </p:nvSpPr>
        <p:spPr>
          <a:xfrm>
            <a:off x="820498" y="824593"/>
            <a:ext cx="4448188" cy="5233988"/>
          </a:xfrm>
          <a:prstGeom prst="roundRect">
            <a:avLst>
              <a:gd name="adj" fmla="val 3255"/>
            </a:avLst>
          </a:prstGeom>
          <a:solidFill>
            <a:schemeClr val="bg1">
              <a:alpha val="70000"/>
            </a:schemeClr>
          </a:solidFill>
          <a:ln w="12700">
            <a:noFill/>
          </a:ln>
        </p:spPr>
        <p:txBody>
          <a:bodyPr lIns="180000" tIns="252000" rIns="180000" bIns="252000" anchor="ctr" anchorCtr="0"/>
          <a:lstStyle>
            <a:lvl1pPr marL="0" indent="0" algn="ctr">
              <a:buFont typeface="Arial" panose="020B0604020202020204" pitchFamily="34" charset="0"/>
              <a:buNone/>
              <a:defRPr sz="4000" b="0">
                <a:solidFill>
                  <a:schemeClr val="tx1"/>
                </a:solidFill>
              </a:defRPr>
            </a:lvl1pPr>
            <a:lvl2pPr marL="0" indent="0" algn="ctr">
              <a:buFont typeface="Arial" panose="020B0604020202020204" pitchFamily="34" charset="0"/>
              <a:buNone/>
              <a:defRPr>
                <a:solidFill>
                  <a:schemeClr val="bg1"/>
                </a:solidFill>
              </a:defRPr>
            </a:lvl2pPr>
            <a:lvl3pPr marL="0" indent="0" algn="ctr">
              <a:buFont typeface="Arial" panose="020B0604020202020204" pitchFamily="34" charset="0"/>
              <a:buNone/>
              <a:defRPr>
                <a:solidFill>
                  <a:schemeClr val="bg1"/>
                </a:solidFill>
              </a:defRPr>
            </a:lvl3pPr>
            <a:lvl4pPr marL="0" indent="0" algn="ctr">
              <a:buFont typeface="Arial" panose="020B0604020202020204" pitchFamily="34" charset="0"/>
              <a:buNone/>
              <a:defRPr>
                <a:solidFill>
                  <a:schemeClr val="bg1"/>
                </a:solidFill>
              </a:defRPr>
            </a:lvl4pPr>
            <a:lvl5pPr marL="0" indent="0" algn="ctr">
              <a:buFont typeface="Arial" panose="020B0604020202020204" pitchFamily="34" charset="0"/>
              <a:buNone/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nl-NL"/>
              <a:t>‘’Plaats hier </a:t>
            </a:r>
            <a:br>
              <a:rPr lang="nl-NL"/>
            </a:br>
            <a:r>
              <a:rPr lang="nl-NL"/>
              <a:t>de citaat’’</a:t>
            </a:r>
          </a:p>
          <a:p>
            <a:pPr lvl="0"/>
            <a:r>
              <a:rPr lang="nl-NL"/>
              <a:t>JU-LEVEL1=Citaat</a:t>
            </a:r>
          </a:p>
        </p:txBody>
      </p:sp>
      <p:sp>
        <p:nvSpPr>
          <p:cNvPr id="95" name="Tijdelijke aanduiding voor dianummer 5">
            <a:extLst>
              <a:ext uri="{FF2B5EF4-FFF2-40B4-BE49-F238E27FC236}">
                <a16:creationId xmlns:a16="http://schemas.microsoft.com/office/drawing/2014/main" id="{621E4A0F-D5B5-4E58-B6EA-4A7F4DFB61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16362" y="6376061"/>
            <a:ext cx="392576" cy="216909"/>
          </a:xfrm>
        </p:spPr>
        <p:txBody>
          <a:bodyPr/>
          <a:lstStyle/>
          <a:p>
            <a:fld id="{7AD0FE45-509C-4BDF-9EDE-64426F8DF3D2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84923179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800">
        <p:fade/>
      </p:transition>
    </mc:Choice>
    <mc:Fallback xmlns="">
      <p:transition spd="slow">
        <p:fade/>
      </p:transition>
    </mc:Fallback>
  </mc:AlternateContent>
</p:sldLayout>
</file>

<file path=ppt/slideLayouts/slideLayout25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LLEEN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0DA75972-73CC-4A0A-9567-F2B4412F0205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645707" y="7007893"/>
            <a:ext cx="3140325" cy="216909"/>
          </a:xfrm>
        </p:spPr>
        <p:txBody>
          <a:bodyPr/>
          <a:lstStyle/>
          <a:p>
            <a:fld id="{83364D3C-7064-4347-94A0-F2074AB9AB5B}" type="datetime1">
              <a:rPr lang="nl-NL" smtClean="0"/>
              <a:t>01-04-2025</a:t>
            </a:fld>
            <a:endParaRPr lang="nl-NL"/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D07A43D8-7ED9-442E-BF69-FF8902703C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926910" y="7007893"/>
            <a:ext cx="6718797" cy="216909"/>
          </a:xfrm>
        </p:spPr>
        <p:txBody>
          <a:bodyPr/>
          <a:lstStyle/>
          <a:p>
            <a:r>
              <a:rPr lang="nl-NL"/>
              <a:t>&lt;Plaats hier je voettekst&gt;</a:t>
            </a:r>
          </a:p>
        </p:txBody>
      </p:sp>
      <p:sp>
        <p:nvSpPr>
          <p:cNvPr id="6" name="Tijdelijke aanduiding voor dianummer 5">
            <a:extLst>
              <a:ext uri="{FF2B5EF4-FFF2-40B4-BE49-F238E27FC236}">
                <a16:creationId xmlns:a16="http://schemas.microsoft.com/office/drawing/2014/main" id="{4D6B08DF-E31D-400F-9D49-014B2090B3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16362" y="6376061"/>
            <a:ext cx="392576" cy="216909"/>
          </a:xfrm>
        </p:spPr>
        <p:txBody>
          <a:bodyPr/>
          <a:lstStyle/>
          <a:p>
            <a:fld id="{7AD0FE45-509C-4BDF-9EDE-64426F8DF3D2}" type="slidenum">
              <a:rPr lang="nl-NL" smtClean="0"/>
              <a:t>‹#›</a:t>
            </a:fld>
            <a:endParaRPr lang="nl-NL"/>
          </a:p>
        </p:txBody>
      </p:sp>
      <p:sp>
        <p:nvSpPr>
          <p:cNvPr id="7" name="Tekstvak 6">
            <a:extLst>
              <a:ext uri="{FF2B5EF4-FFF2-40B4-BE49-F238E27FC236}">
                <a16:creationId xmlns:a16="http://schemas.microsoft.com/office/drawing/2014/main" id="{A6DE5EA5-27BD-42F3-BD1D-C1E35D802DEE}"/>
              </a:ext>
            </a:extLst>
          </p:cNvPr>
          <p:cNvSpPr txBox="1"/>
          <p:nvPr userDrawn="1"/>
        </p:nvSpPr>
        <p:spPr>
          <a:xfrm>
            <a:off x="5278050" y="-885712"/>
            <a:ext cx="1635934" cy="548182"/>
          </a:xfrm>
          <a:prstGeom prst="rect">
            <a:avLst/>
          </a:prstGeom>
          <a:solidFill>
            <a:schemeClr val="bg1"/>
          </a:solidFill>
        </p:spPr>
        <p:txBody>
          <a:bodyPr wrap="none" lIns="360000" tIns="180000" rIns="360000" bIns="180000" rtlCol="0">
            <a:spAutoFit/>
          </a:bodyPr>
          <a:lstStyle/>
          <a:p>
            <a:pPr algn="ctr"/>
            <a:r>
              <a:rPr lang="nl-NL" sz="1200" b="0" spc="50" baseline="0">
                <a:solidFill>
                  <a:srgbClr val="212121"/>
                </a:solidFill>
                <a:latin typeface="+mn-lt"/>
                <a:cs typeface="Calibri" panose="020F0502020204030204" pitchFamily="34" charset="0"/>
              </a:rPr>
              <a:t>ALLEEN TITEL</a:t>
            </a:r>
          </a:p>
        </p:txBody>
      </p:sp>
      <p:pic>
        <p:nvPicPr>
          <p:cNvPr id="36" name="logo">
            <a:extLst>
              <a:ext uri="{FF2B5EF4-FFF2-40B4-BE49-F238E27FC236}">
                <a16:creationId xmlns:a16="http://schemas.microsoft.com/office/drawing/2014/main" id="{26B97214-EB17-4B4C-A83C-2409CD416F13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987093" y="6122145"/>
            <a:ext cx="952038" cy="482540"/>
          </a:xfrm>
          <a:prstGeom prst="rect">
            <a:avLst/>
          </a:prstGeom>
        </p:spPr>
      </p:pic>
      <p:grpSp>
        <p:nvGrpSpPr>
          <p:cNvPr id="38" name="GRID" hidden="1">
            <a:extLst>
              <a:ext uri="{FF2B5EF4-FFF2-40B4-BE49-F238E27FC236}">
                <a16:creationId xmlns:a16="http://schemas.microsoft.com/office/drawing/2014/main" id="{639A76BF-A163-4EFD-8CFF-4BFA25D0FEBC}"/>
              </a:ext>
            </a:extLst>
          </p:cNvPr>
          <p:cNvGrpSpPr/>
          <p:nvPr userDrawn="1"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39" name="Rechthoek 38">
              <a:extLst>
                <a:ext uri="{FF2B5EF4-FFF2-40B4-BE49-F238E27FC236}">
                  <a16:creationId xmlns:a16="http://schemas.microsoft.com/office/drawing/2014/main" id="{D00E6290-8C9C-4F77-93B2-6502D3515E19}"/>
                </a:ext>
              </a:extLst>
            </p:cNvPr>
            <p:cNvSpPr/>
            <p:nvPr userDrawn="1"/>
          </p:nvSpPr>
          <p:spPr>
            <a:xfrm>
              <a:off x="0" y="0"/>
              <a:ext cx="12192000" cy="261256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40" name="Rechthoek 39">
              <a:extLst>
                <a:ext uri="{FF2B5EF4-FFF2-40B4-BE49-F238E27FC236}">
                  <a16:creationId xmlns:a16="http://schemas.microsoft.com/office/drawing/2014/main" id="{2C27B0A1-76DD-46F5-91B4-0E59C6218A45}"/>
                </a:ext>
              </a:extLst>
            </p:cNvPr>
            <p:cNvSpPr/>
            <p:nvPr userDrawn="1"/>
          </p:nvSpPr>
          <p:spPr>
            <a:xfrm>
              <a:off x="0" y="6596744"/>
              <a:ext cx="12192000" cy="261256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41" name="Rechthoek 40">
              <a:extLst>
                <a:ext uri="{FF2B5EF4-FFF2-40B4-BE49-F238E27FC236}">
                  <a16:creationId xmlns:a16="http://schemas.microsoft.com/office/drawing/2014/main" id="{FACD1F38-57BF-4C6E-9241-DE4C2D895E41}"/>
                </a:ext>
              </a:extLst>
            </p:cNvPr>
            <p:cNvSpPr/>
            <p:nvPr userDrawn="1"/>
          </p:nvSpPr>
          <p:spPr>
            <a:xfrm>
              <a:off x="0" y="0"/>
              <a:ext cx="262800" cy="68580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42" name="Rechthoek 41">
              <a:extLst>
                <a:ext uri="{FF2B5EF4-FFF2-40B4-BE49-F238E27FC236}">
                  <a16:creationId xmlns:a16="http://schemas.microsoft.com/office/drawing/2014/main" id="{589FA1D8-466C-4112-ADD7-5B535CDFB777}"/>
                </a:ext>
              </a:extLst>
            </p:cNvPr>
            <p:cNvSpPr/>
            <p:nvPr userDrawn="1"/>
          </p:nvSpPr>
          <p:spPr>
            <a:xfrm>
              <a:off x="11929200" y="0"/>
              <a:ext cx="262800" cy="68580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43" name="Rechthoek 42">
              <a:extLst>
                <a:ext uri="{FF2B5EF4-FFF2-40B4-BE49-F238E27FC236}">
                  <a16:creationId xmlns:a16="http://schemas.microsoft.com/office/drawing/2014/main" id="{3FD6F558-5E20-4BB5-8466-ABF62A84CBDE}"/>
                </a:ext>
              </a:extLst>
            </p:cNvPr>
            <p:cNvSpPr/>
            <p:nvPr userDrawn="1"/>
          </p:nvSpPr>
          <p:spPr>
            <a:xfrm>
              <a:off x="0" y="262512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44" name="Rechthoek 43">
              <a:extLst>
                <a:ext uri="{FF2B5EF4-FFF2-40B4-BE49-F238E27FC236}">
                  <a16:creationId xmlns:a16="http://schemas.microsoft.com/office/drawing/2014/main" id="{D167014A-79D1-475C-B572-0DD0EBEA4FC8}"/>
                </a:ext>
              </a:extLst>
            </p:cNvPr>
            <p:cNvSpPr/>
            <p:nvPr userDrawn="1"/>
          </p:nvSpPr>
          <p:spPr>
            <a:xfrm>
              <a:off x="259064" y="0"/>
              <a:ext cx="262800" cy="6858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45" name="Rechthoek 44">
              <a:extLst>
                <a:ext uri="{FF2B5EF4-FFF2-40B4-BE49-F238E27FC236}">
                  <a16:creationId xmlns:a16="http://schemas.microsoft.com/office/drawing/2014/main" id="{5310A694-C177-48B0-9637-F7F43795911E}"/>
                </a:ext>
              </a:extLst>
            </p:cNvPr>
            <p:cNvSpPr/>
            <p:nvPr userDrawn="1"/>
          </p:nvSpPr>
          <p:spPr>
            <a:xfrm>
              <a:off x="11668087" y="0"/>
              <a:ext cx="262800" cy="6858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46" name="Rechthoek 45">
              <a:extLst>
                <a:ext uri="{FF2B5EF4-FFF2-40B4-BE49-F238E27FC236}">
                  <a16:creationId xmlns:a16="http://schemas.microsoft.com/office/drawing/2014/main" id="{244BF96B-7A55-44DD-A11B-2729D6D08EF7}"/>
                </a:ext>
              </a:extLst>
            </p:cNvPr>
            <p:cNvSpPr/>
            <p:nvPr userDrawn="1"/>
          </p:nvSpPr>
          <p:spPr>
            <a:xfrm>
              <a:off x="926910" y="6337267"/>
              <a:ext cx="1126509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47" name="Rechthoek 46">
              <a:extLst>
                <a:ext uri="{FF2B5EF4-FFF2-40B4-BE49-F238E27FC236}">
                  <a16:creationId xmlns:a16="http://schemas.microsoft.com/office/drawing/2014/main" id="{8CF30CC7-24F4-486B-BE5E-9178BF47AA80}"/>
                </a:ext>
              </a:extLst>
            </p:cNvPr>
            <p:cNvSpPr/>
            <p:nvPr userDrawn="1"/>
          </p:nvSpPr>
          <p:spPr>
            <a:xfrm>
              <a:off x="9491269" y="0"/>
              <a:ext cx="262800" cy="6858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48" name="Rechthoek 47">
              <a:extLst>
                <a:ext uri="{FF2B5EF4-FFF2-40B4-BE49-F238E27FC236}">
                  <a16:creationId xmlns:a16="http://schemas.microsoft.com/office/drawing/2014/main" id="{0D3D758D-F5D7-4981-9C91-0751CE0A3D76}"/>
                </a:ext>
              </a:extLst>
            </p:cNvPr>
            <p:cNvSpPr/>
            <p:nvPr userDrawn="1"/>
          </p:nvSpPr>
          <p:spPr>
            <a:xfrm>
              <a:off x="0" y="1132976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49" name="Rechthoek 48">
              <a:extLst>
                <a:ext uri="{FF2B5EF4-FFF2-40B4-BE49-F238E27FC236}">
                  <a16:creationId xmlns:a16="http://schemas.microsoft.com/office/drawing/2014/main" id="{905494EE-D0BB-48C9-98FE-C0CE5007967B}"/>
                </a:ext>
              </a:extLst>
            </p:cNvPr>
            <p:cNvSpPr/>
            <p:nvPr userDrawn="1"/>
          </p:nvSpPr>
          <p:spPr>
            <a:xfrm>
              <a:off x="0" y="5859033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50" name="Rechthoek 49">
              <a:extLst>
                <a:ext uri="{FF2B5EF4-FFF2-40B4-BE49-F238E27FC236}">
                  <a16:creationId xmlns:a16="http://schemas.microsoft.com/office/drawing/2014/main" id="{CF4AC7A3-CF6E-4270-A7DC-8EFDC6DBA286}"/>
                </a:ext>
              </a:extLst>
            </p:cNvPr>
            <p:cNvSpPr/>
            <p:nvPr userDrawn="1"/>
          </p:nvSpPr>
          <p:spPr>
            <a:xfrm>
              <a:off x="5964600" y="0"/>
              <a:ext cx="262800" cy="6858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</p:grpSp>
      <p:sp>
        <p:nvSpPr>
          <p:cNvPr id="51" name="Titel 1">
            <a:extLst>
              <a:ext uri="{FF2B5EF4-FFF2-40B4-BE49-F238E27FC236}">
                <a16:creationId xmlns:a16="http://schemas.microsoft.com/office/drawing/2014/main" id="{8EEC04D4-F0CA-43BD-BFB9-58F71B9D4F2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21863" y="272177"/>
            <a:ext cx="11146224" cy="600744"/>
          </a:xfrm>
        </p:spPr>
        <p:txBody>
          <a:bodyPr/>
          <a:lstStyle>
            <a:lvl1pPr>
              <a:defRPr/>
            </a:lvl1pPr>
          </a:lstStyle>
          <a:p>
            <a:r>
              <a:rPr lang="nl-NL" noProof="0"/>
              <a:t>Plaats hier je titel</a:t>
            </a:r>
            <a:endParaRPr lang="nl-NL"/>
          </a:p>
        </p:txBody>
      </p:sp>
      <p:sp>
        <p:nvSpPr>
          <p:cNvPr id="52" name="Onder balkje">
            <a:extLst>
              <a:ext uri="{FF2B5EF4-FFF2-40B4-BE49-F238E27FC236}">
                <a16:creationId xmlns:a16="http://schemas.microsoft.com/office/drawing/2014/main" id="{B2ACF3EC-2949-48DB-9FF3-371DCF605862}"/>
              </a:ext>
            </a:extLst>
          </p:cNvPr>
          <p:cNvSpPr/>
          <p:nvPr userDrawn="1"/>
        </p:nvSpPr>
        <p:spPr>
          <a:xfrm>
            <a:off x="-2507" y="6785940"/>
            <a:ext cx="12192000" cy="76919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57787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800">
        <p:fade/>
      </p:transition>
    </mc:Choice>
    <mc:Fallback xmlns="">
      <p:transition spd="slow">
        <p:fade/>
      </p:transition>
    </mc:Fallback>
  </mc:AlternateContent>
</p:sldLayout>
</file>

<file path=ppt/slideLayouts/slideLayout25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VOORSTELLE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0DA75972-73CC-4A0A-9567-F2B4412F0205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645707" y="6995151"/>
            <a:ext cx="3140325" cy="216909"/>
          </a:xfrm>
        </p:spPr>
        <p:txBody>
          <a:bodyPr/>
          <a:lstStyle/>
          <a:p>
            <a:fld id="{53EE96EE-7724-42F6-A3E5-18EEB734E169}" type="datetime1">
              <a:rPr lang="nl-NL" smtClean="0"/>
              <a:t>01-04-2025</a:t>
            </a:fld>
            <a:endParaRPr lang="nl-NL"/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D07A43D8-7ED9-442E-BF69-FF8902703C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926910" y="6995151"/>
            <a:ext cx="7193507" cy="216909"/>
          </a:xfrm>
        </p:spPr>
        <p:txBody>
          <a:bodyPr/>
          <a:lstStyle/>
          <a:p>
            <a:r>
              <a:rPr lang="nl-NL"/>
              <a:t>&lt;Plaats hier je voettekst&gt;</a:t>
            </a:r>
          </a:p>
        </p:txBody>
      </p:sp>
      <p:sp>
        <p:nvSpPr>
          <p:cNvPr id="7" name="Tekstvak 6">
            <a:extLst>
              <a:ext uri="{FF2B5EF4-FFF2-40B4-BE49-F238E27FC236}">
                <a16:creationId xmlns:a16="http://schemas.microsoft.com/office/drawing/2014/main" id="{A6DE5EA5-27BD-42F3-BD1D-C1E35D802DEE}"/>
              </a:ext>
            </a:extLst>
          </p:cNvPr>
          <p:cNvSpPr txBox="1"/>
          <p:nvPr userDrawn="1"/>
        </p:nvSpPr>
        <p:spPr>
          <a:xfrm>
            <a:off x="5128974" y="-885712"/>
            <a:ext cx="1934093" cy="548182"/>
          </a:xfrm>
          <a:prstGeom prst="rect">
            <a:avLst/>
          </a:prstGeom>
          <a:solidFill>
            <a:schemeClr val="bg1"/>
          </a:solidFill>
        </p:spPr>
        <p:txBody>
          <a:bodyPr wrap="none" lIns="360000" tIns="180000" rIns="360000" bIns="180000" rtlCol="0">
            <a:spAutoFit/>
          </a:bodyPr>
          <a:lstStyle/>
          <a:p>
            <a:pPr algn="ctr"/>
            <a:r>
              <a:rPr lang="nl-NL" sz="1200" b="0" spc="50" baseline="0">
                <a:solidFill>
                  <a:srgbClr val="212121"/>
                </a:solidFill>
                <a:latin typeface="+mn-lt"/>
                <a:cs typeface="Calibri" panose="020F0502020204030204" pitchFamily="34" charset="0"/>
              </a:rPr>
              <a:t>VOORSTELLEN</a:t>
            </a:r>
          </a:p>
        </p:txBody>
      </p:sp>
      <p:grpSp>
        <p:nvGrpSpPr>
          <p:cNvPr id="164" name="Instructie">
            <a:extLst>
              <a:ext uri="{FF2B5EF4-FFF2-40B4-BE49-F238E27FC236}">
                <a16:creationId xmlns:a16="http://schemas.microsoft.com/office/drawing/2014/main" id="{37026B65-6948-43CC-8024-F1D2036974B0}"/>
              </a:ext>
            </a:extLst>
          </p:cNvPr>
          <p:cNvGrpSpPr/>
          <p:nvPr userDrawn="1"/>
        </p:nvGrpSpPr>
        <p:grpSpPr>
          <a:xfrm>
            <a:off x="12391601" y="0"/>
            <a:ext cx="3389661" cy="4934293"/>
            <a:chOff x="12391601" y="0"/>
            <a:chExt cx="3389661" cy="4934293"/>
          </a:xfrm>
        </p:grpSpPr>
        <p:grpSp>
          <p:nvGrpSpPr>
            <p:cNvPr id="165" name="Groep 164">
              <a:extLst>
                <a:ext uri="{FF2B5EF4-FFF2-40B4-BE49-F238E27FC236}">
                  <a16:creationId xmlns:a16="http://schemas.microsoft.com/office/drawing/2014/main" id="{C9B20113-4759-48C1-9881-247CCBE98DD8}"/>
                </a:ext>
              </a:extLst>
            </p:cNvPr>
            <p:cNvGrpSpPr/>
            <p:nvPr userDrawn="1"/>
          </p:nvGrpSpPr>
          <p:grpSpPr>
            <a:xfrm>
              <a:off x="12757282" y="3250242"/>
              <a:ext cx="1499406" cy="678267"/>
              <a:chOff x="12757283" y="3120781"/>
              <a:chExt cx="1499406" cy="678267"/>
            </a:xfrm>
          </p:grpSpPr>
          <p:sp>
            <p:nvSpPr>
              <p:cNvPr id="192" name="Rechthoek 191">
                <a:extLst>
                  <a:ext uri="{FF2B5EF4-FFF2-40B4-BE49-F238E27FC236}">
                    <a16:creationId xmlns:a16="http://schemas.microsoft.com/office/drawing/2014/main" id="{70DE0F46-9A43-45A3-8280-BC629B8D4CC1}"/>
                  </a:ext>
                </a:extLst>
              </p:cNvPr>
              <p:cNvSpPr/>
              <p:nvPr userDrawn="1"/>
            </p:nvSpPr>
            <p:spPr>
              <a:xfrm>
                <a:off x="12757283" y="3120781"/>
                <a:ext cx="1499406" cy="580946"/>
              </a:xfrm>
              <a:prstGeom prst="rect">
                <a:avLst/>
              </a:prstGeom>
              <a:solidFill>
                <a:schemeClr val="bg1"/>
              </a:solidFill>
              <a:ln w="12700">
                <a:solidFill>
                  <a:srgbClr val="D1D1D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10800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endParaRPr lang="nl-NL" sz="800" b="0" noProof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193" name="Rechthoek 192">
                <a:extLst>
                  <a:ext uri="{FF2B5EF4-FFF2-40B4-BE49-F238E27FC236}">
                    <a16:creationId xmlns:a16="http://schemas.microsoft.com/office/drawing/2014/main" id="{72B758CA-6448-4B27-B22A-73FD81A23156}"/>
                  </a:ext>
                </a:extLst>
              </p:cNvPr>
              <p:cNvSpPr/>
              <p:nvPr userDrawn="1"/>
            </p:nvSpPr>
            <p:spPr>
              <a:xfrm>
                <a:off x="12761843" y="3432170"/>
                <a:ext cx="1478943" cy="257235"/>
              </a:xfrm>
              <a:prstGeom prst="rect">
                <a:avLst/>
              </a:prstGeom>
              <a:solidFill>
                <a:srgbClr val="FCE4DC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nl-NL" sz="1000" b="1" noProof="0">
                  <a:solidFill>
                    <a:schemeClr val="tx1"/>
                  </a:solidFill>
                </a:endParaRPr>
              </a:p>
            </p:txBody>
          </p:sp>
          <p:sp>
            <p:nvSpPr>
              <p:cNvPr id="194" name="Tekstvak 193">
                <a:extLst>
                  <a:ext uri="{FF2B5EF4-FFF2-40B4-BE49-F238E27FC236}">
                    <a16:creationId xmlns:a16="http://schemas.microsoft.com/office/drawing/2014/main" id="{59C2BBDD-97DB-440D-B3CB-54C597D3A0BD}"/>
                  </a:ext>
                </a:extLst>
              </p:cNvPr>
              <p:cNvSpPr txBox="1"/>
              <p:nvPr userDrawn="1"/>
            </p:nvSpPr>
            <p:spPr>
              <a:xfrm>
                <a:off x="12997648" y="3159891"/>
                <a:ext cx="957818" cy="20313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algn="l" defTabSz="1217512" rtl="0" eaLnBrk="1" latinLnBrk="0" hangingPunct="1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r>
                  <a:rPr lang="nl-NL" sz="800" b="0" kern="1200" noProof="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rPr>
                  <a:t>Naar voorgrond</a:t>
                </a:r>
              </a:p>
            </p:txBody>
          </p:sp>
          <p:sp>
            <p:nvSpPr>
              <p:cNvPr id="195" name="Tekstvak 194">
                <a:extLst>
                  <a:ext uri="{FF2B5EF4-FFF2-40B4-BE49-F238E27FC236}">
                    <a16:creationId xmlns:a16="http://schemas.microsoft.com/office/drawing/2014/main" id="{771169D2-EFDC-4694-999E-2025DE9EE1BB}"/>
                  </a:ext>
                </a:extLst>
              </p:cNvPr>
              <p:cNvSpPr txBox="1"/>
              <p:nvPr userDrawn="1"/>
            </p:nvSpPr>
            <p:spPr>
              <a:xfrm>
                <a:off x="12984219" y="3481017"/>
                <a:ext cx="1165564" cy="20313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algn="l" defTabSz="1217512" rtl="0" eaLnBrk="1" latinLnBrk="0" hangingPunct="1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r>
                  <a:rPr lang="nl-NL" sz="800" b="0" kern="1200" noProof="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rPr>
                  <a:t>Naar achtergrond</a:t>
                </a:r>
              </a:p>
            </p:txBody>
          </p:sp>
          <p:pic>
            <p:nvPicPr>
              <p:cNvPr id="196" name="Picture 3">
                <a:extLst>
                  <a:ext uri="{FF2B5EF4-FFF2-40B4-BE49-F238E27FC236}">
                    <a16:creationId xmlns:a16="http://schemas.microsoft.com/office/drawing/2014/main" id="{CEE1DA5C-2467-4252-BF64-A9345864D9D1}"/>
                  </a:ext>
                </a:extLst>
              </p:cNvPr>
              <p:cNvPicPr>
                <a:picLocks noChangeAspect="1" noChangeArrowheads="1"/>
              </p:cNvPicPr>
              <p:nvPr userDrawn="1"/>
            </p:nvPicPr>
            <p:blipFill>
              <a:blip r:embed="rId2" cstate="email">
                <a:extLst>
                  <a:ext uri="{28A0092B-C50C-407E-A947-70E740481C1C}">
                    <a14:useLocalDpi xmlns:a14="http://schemas.microsoft.com/office/drawing/2010/main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13938926" y="3567717"/>
                <a:ext cx="143086" cy="231331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</p:pic>
          <p:sp>
            <p:nvSpPr>
              <p:cNvPr id="197" name="Gelijkbenige driehoek 196">
                <a:extLst>
                  <a:ext uri="{FF2B5EF4-FFF2-40B4-BE49-F238E27FC236}">
                    <a16:creationId xmlns:a16="http://schemas.microsoft.com/office/drawing/2014/main" id="{2FBBEC4F-CD14-491C-B9AA-9B1D29FDF150}"/>
                  </a:ext>
                </a:extLst>
              </p:cNvPr>
              <p:cNvSpPr/>
              <p:nvPr userDrawn="1"/>
            </p:nvSpPr>
            <p:spPr>
              <a:xfrm rot="5400000">
                <a:off x="14094210" y="3548999"/>
                <a:ext cx="86866" cy="51147"/>
              </a:xfrm>
              <a:prstGeom prst="triangle">
                <a:avLst/>
              </a:prstGeom>
              <a:solidFill>
                <a:srgbClr val="00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nl-NL" sz="1000" b="1" noProof="0">
                  <a:solidFill>
                    <a:schemeClr val="tx1"/>
                  </a:solidFill>
                </a:endParaRPr>
              </a:p>
            </p:txBody>
          </p:sp>
          <p:grpSp>
            <p:nvGrpSpPr>
              <p:cNvPr id="198" name="Groep 197">
                <a:extLst>
                  <a:ext uri="{FF2B5EF4-FFF2-40B4-BE49-F238E27FC236}">
                    <a16:creationId xmlns:a16="http://schemas.microsoft.com/office/drawing/2014/main" id="{F41E19F4-1ADB-48EB-B67D-27A2AF6F1D63}"/>
                  </a:ext>
                </a:extLst>
              </p:cNvPr>
              <p:cNvGrpSpPr/>
              <p:nvPr userDrawn="1"/>
            </p:nvGrpSpPr>
            <p:grpSpPr>
              <a:xfrm>
                <a:off x="12822311" y="3178534"/>
                <a:ext cx="182309" cy="163794"/>
                <a:chOff x="12832541" y="3162395"/>
                <a:chExt cx="219532" cy="197236"/>
              </a:xfrm>
            </p:grpSpPr>
            <p:sp>
              <p:nvSpPr>
                <p:cNvPr id="203" name="Rechthoek 202">
                  <a:extLst>
                    <a:ext uri="{FF2B5EF4-FFF2-40B4-BE49-F238E27FC236}">
                      <a16:creationId xmlns:a16="http://schemas.microsoft.com/office/drawing/2014/main" id="{D5FC398C-269A-49E8-8A64-64AABDADF7AA}"/>
                    </a:ext>
                  </a:extLst>
                </p:cNvPr>
                <p:cNvSpPr/>
                <p:nvPr userDrawn="1"/>
              </p:nvSpPr>
              <p:spPr>
                <a:xfrm>
                  <a:off x="12832541" y="3162395"/>
                  <a:ext cx="81487" cy="81487"/>
                </a:xfrm>
                <a:prstGeom prst="rect">
                  <a:avLst/>
                </a:prstGeom>
                <a:solidFill>
                  <a:schemeClr val="bg1"/>
                </a:solidFill>
                <a:ln w="12700">
                  <a:solidFill>
                    <a:schemeClr val="tx2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  <p:sp>
              <p:nvSpPr>
                <p:cNvPr id="204" name="Rechthoek 203">
                  <a:extLst>
                    <a:ext uri="{FF2B5EF4-FFF2-40B4-BE49-F238E27FC236}">
                      <a16:creationId xmlns:a16="http://schemas.microsoft.com/office/drawing/2014/main" id="{04ED29EE-FBE0-4481-BE52-B2AB359E877E}"/>
                    </a:ext>
                  </a:extLst>
                </p:cNvPr>
                <p:cNvSpPr/>
                <p:nvPr userDrawn="1"/>
              </p:nvSpPr>
              <p:spPr>
                <a:xfrm>
                  <a:off x="12970586" y="3278144"/>
                  <a:ext cx="81487" cy="81487"/>
                </a:xfrm>
                <a:prstGeom prst="rect">
                  <a:avLst/>
                </a:prstGeom>
                <a:solidFill>
                  <a:schemeClr val="bg1"/>
                </a:solidFill>
                <a:ln w="12700">
                  <a:solidFill>
                    <a:schemeClr val="tx2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  <p:sp>
              <p:nvSpPr>
                <p:cNvPr id="205" name="Rechthoek 204">
                  <a:extLst>
                    <a:ext uri="{FF2B5EF4-FFF2-40B4-BE49-F238E27FC236}">
                      <a16:creationId xmlns:a16="http://schemas.microsoft.com/office/drawing/2014/main" id="{D33C010D-13CC-40D2-989B-508ADF8E0765}"/>
                    </a:ext>
                  </a:extLst>
                </p:cNvPr>
                <p:cNvSpPr/>
                <p:nvPr userDrawn="1"/>
              </p:nvSpPr>
              <p:spPr>
                <a:xfrm>
                  <a:off x="12873284" y="3191991"/>
                  <a:ext cx="138045" cy="138044"/>
                </a:xfrm>
                <a:prstGeom prst="rect">
                  <a:avLst/>
                </a:prstGeom>
                <a:solidFill>
                  <a:srgbClr val="EABE76"/>
                </a:solidFill>
                <a:ln w="12700">
                  <a:solidFill>
                    <a:schemeClr val="bg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</p:grpSp>
          <p:grpSp>
            <p:nvGrpSpPr>
              <p:cNvPr id="199" name="Groep 198">
                <a:extLst>
                  <a:ext uri="{FF2B5EF4-FFF2-40B4-BE49-F238E27FC236}">
                    <a16:creationId xmlns:a16="http://schemas.microsoft.com/office/drawing/2014/main" id="{C875A591-EBA0-45D6-870D-3BECA0D0F7B5}"/>
                  </a:ext>
                </a:extLst>
              </p:cNvPr>
              <p:cNvGrpSpPr/>
              <p:nvPr userDrawn="1"/>
            </p:nvGrpSpPr>
            <p:grpSpPr>
              <a:xfrm>
                <a:off x="12822311" y="3480352"/>
                <a:ext cx="182309" cy="163794"/>
                <a:chOff x="12832541" y="3162395"/>
                <a:chExt cx="219532" cy="197236"/>
              </a:xfrm>
            </p:grpSpPr>
            <p:sp>
              <p:nvSpPr>
                <p:cNvPr id="200" name="Rechthoek 199">
                  <a:extLst>
                    <a:ext uri="{FF2B5EF4-FFF2-40B4-BE49-F238E27FC236}">
                      <a16:creationId xmlns:a16="http://schemas.microsoft.com/office/drawing/2014/main" id="{ED9CEDED-7608-4099-B0F2-67CBCC83AEAA}"/>
                    </a:ext>
                  </a:extLst>
                </p:cNvPr>
                <p:cNvSpPr/>
                <p:nvPr userDrawn="1"/>
              </p:nvSpPr>
              <p:spPr>
                <a:xfrm>
                  <a:off x="12873284" y="3191991"/>
                  <a:ext cx="138045" cy="138044"/>
                </a:xfrm>
                <a:prstGeom prst="rect">
                  <a:avLst/>
                </a:prstGeom>
                <a:solidFill>
                  <a:srgbClr val="EABE76"/>
                </a:solidFill>
                <a:ln w="12700">
                  <a:solidFill>
                    <a:schemeClr val="bg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  <p:sp>
              <p:nvSpPr>
                <p:cNvPr id="201" name="Rechthoek 200">
                  <a:extLst>
                    <a:ext uri="{FF2B5EF4-FFF2-40B4-BE49-F238E27FC236}">
                      <a16:creationId xmlns:a16="http://schemas.microsoft.com/office/drawing/2014/main" id="{CCE29130-9E34-487F-9106-B5FDF5C21508}"/>
                    </a:ext>
                  </a:extLst>
                </p:cNvPr>
                <p:cNvSpPr/>
                <p:nvPr userDrawn="1"/>
              </p:nvSpPr>
              <p:spPr>
                <a:xfrm>
                  <a:off x="12832541" y="3162395"/>
                  <a:ext cx="81487" cy="81487"/>
                </a:xfrm>
                <a:prstGeom prst="rect">
                  <a:avLst/>
                </a:prstGeom>
                <a:solidFill>
                  <a:schemeClr val="bg1"/>
                </a:solidFill>
                <a:ln w="12700">
                  <a:solidFill>
                    <a:schemeClr val="tx2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  <p:sp>
              <p:nvSpPr>
                <p:cNvPr id="202" name="Rechthoek 201">
                  <a:extLst>
                    <a:ext uri="{FF2B5EF4-FFF2-40B4-BE49-F238E27FC236}">
                      <a16:creationId xmlns:a16="http://schemas.microsoft.com/office/drawing/2014/main" id="{2033FAF5-9A0C-4D5C-8A37-39CD78C82A83}"/>
                    </a:ext>
                  </a:extLst>
                </p:cNvPr>
                <p:cNvSpPr/>
                <p:nvPr userDrawn="1"/>
              </p:nvSpPr>
              <p:spPr>
                <a:xfrm>
                  <a:off x="12970586" y="3278144"/>
                  <a:ext cx="81487" cy="81487"/>
                </a:xfrm>
                <a:prstGeom prst="rect">
                  <a:avLst/>
                </a:prstGeom>
                <a:solidFill>
                  <a:schemeClr val="bg1"/>
                </a:solidFill>
                <a:ln w="12700">
                  <a:solidFill>
                    <a:schemeClr val="tx2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</p:grpSp>
        </p:grpSp>
        <p:grpSp>
          <p:nvGrpSpPr>
            <p:cNvPr id="166" name="Meer informatie">
              <a:extLst>
                <a:ext uri="{FF2B5EF4-FFF2-40B4-BE49-F238E27FC236}">
                  <a16:creationId xmlns:a16="http://schemas.microsoft.com/office/drawing/2014/main" id="{5526D891-AD8C-44F9-B187-13E5DCB2E139}"/>
                </a:ext>
              </a:extLst>
            </p:cNvPr>
            <p:cNvGrpSpPr/>
            <p:nvPr userDrawn="1"/>
          </p:nvGrpSpPr>
          <p:grpSpPr>
            <a:xfrm>
              <a:off x="12396764" y="4151020"/>
              <a:ext cx="3178515" cy="783273"/>
              <a:chOff x="-3741486" y="3386444"/>
              <a:chExt cx="3178515" cy="783273"/>
            </a:xfrm>
          </p:grpSpPr>
          <p:sp>
            <p:nvSpPr>
              <p:cNvPr id="189" name="Freeform 101">
                <a:extLst>
                  <a:ext uri="{FF2B5EF4-FFF2-40B4-BE49-F238E27FC236}">
                    <a16:creationId xmlns:a16="http://schemas.microsoft.com/office/drawing/2014/main" id="{59822D6C-2DC3-4442-8B3C-6AB767BA813B}"/>
                  </a:ext>
                </a:extLst>
              </p:cNvPr>
              <p:cNvSpPr>
                <a:spLocks noEditPoints="1"/>
              </p:cNvSpPr>
              <p:nvPr/>
            </p:nvSpPr>
            <p:spPr bwMode="auto">
              <a:xfrm>
                <a:off x="-3741486" y="3386444"/>
                <a:ext cx="255753" cy="255753"/>
              </a:xfrm>
              <a:custGeom>
                <a:avLst/>
                <a:gdLst>
                  <a:gd name="T0" fmla="*/ 0 w 292"/>
                  <a:gd name="T1" fmla="*/ 146 h 292"/>
                  <a:gd name="T2" fmla="*/ 4 w 292"/>
                  <a:gd name="T3" fmla="*/ 113 h 292"/>
                  <a:gd name="T4" fmla="*/ 14 w 292"/>
                  <a:gd name="T5" fmla="*/ 82 h 292"/>
                  <a:gd name="T6" fmla="*/ 31 w 292"/>
                  <a:gd name="T7" fmla="*/ 55 h 292"/>
                  <a:gd name="T8" fmla="*/ 53 w 292"/>
                  <a:gd name="T9" fmla="*/ 32 h 292"/>
                  <a:gd name="T10" fmla="*/ 81 w 292"/>
                  <a:gd name="T11" fmla="*/ 15 h 292"/>
                  <a:gd name="T12" fmla="*/ 112 w 292"/>
                  <a:gd name="T13" fmla="*/ 4 h 292"/>
                  <a:gd name="T14" fmla="*/ 145 w 292"/>
                  <a:gd name="T15" fmla="*/ 0 h 292"/>
                  <a:gd name="T16" fmla="*/ 179 w 292"/>
                  <a:gd name="T17" fmla="*/ 4 h 292"/>
                  <a:gd name="T18" fmla="*/ 209 w 292"/>
                  <a:gd name="T19" fmla="*/ 15 h 292"/>
                  <a:gd name="T20" fmla="*/ 237 w 292"/>
                  <a:gd name="T21" fmla="*/ 32 h 292"/>
                  <a:gd name="T22" fmla="*/ 259 w 292"/>
                  <a:gd name="T23" fmla="*/ 55 h 292"/>
                  <a:gd name="T24" fmla="*/ 276 w 292"/>
                  <a:gd name="T25" fmla="*/ 82 h 292"/>
                  <a:gd name="T26" fmla="*/ 288 w 292"/>
                  <a:gd name="T27" fmla="*/ 113 h 292"/>
                  <a:gd name="T28" fmla="*/ 292 w 292"/>
                  <a:gd name="T29" fmla="*/ 146 h 292"/>
                  <a:gd name="T30" fmla="*/ 288 w 292"/>
                  <a:gd name="T31" fmla="*/ 180 h 292"/>
                  <a:gd name="T32" fmla="*/ 276 w 292"/>
                  <a:gd name="T33" fmla="*/ 210 h 292"/>
                  <a:gd name="T34" fmla="*/ 259 w 292"/>
                  <a:gd name="T35" fmla="*/ 237 h 292"/>
                  <a:gd name="T36" fmla="*/ 237 w 292"/>
                  <a:gd name="T37" fmla="*/ 260 h 292"/>
                  <a:gd name="T38" fmla="*/ 209 w 292"/>
                  <a:gd name="T39" fmla="*/ 278 h 292"/>
                  <a:gd name="T40" fmla="*/ 179 w 292"/>
                  <a:gd name="T41" fmla="*/ 288 h 292"/>
                  <a:gd name="T42" fmla="*/ 145 w 292"/>
                  <a:gd name="T43" fmla="*/ 292 h 292"/>
                  <a:gd name="T44" fmla="*/ 112 w 292"/>
                  <a:gd name="T45" fmla="*/ 288 h 292"/>
                  <a:gd name="T46" fmla="*/ 81 w 292"/>
                  <a:gd name="T47" fmla="*/ 278 h 292"/>
                  <a:gd name="T48" fmla="*/ 53 w 292"/>
                  <a:gd name="T49" fmla="*/ 260 h 292"/>
                  <a:gd name="T50" fmla="*/ 31 w 292"/>
                  <a:gd name="T51" fmla="*/ 237 h 292"/>
                  <a:gd name="T52" fmla="*/ 14 w 292"/>
                  <a:gd name="T53" fmla="*/ 210 h 292"/>
                  <a:gd name="T54" fmla="*/ 4 w 292"/>
                  <a:gd name="T55" fmla="*/ 180 h 292"/>
                  <a:gd name="T56" fmla="*/ 0 w 292"/>
                  <a:gd name="T57" fmla="*/ 146 h 292"/>
                  <a:gd name="T58" fmla="*/ 102 w 292"/>
                  <a:gd name="T59" fmla="*/ 121 h 292"/>
                  <a:gd name="T60" fmla="*/ 102 w 292"/>
                  <a:gd name="T61" fmla="*/ 142 h 292"/>
                  <a:gd name="T62" fmla="*/ 120 w 292"/>
                  <a:gd name="T63" fmla="*/ 142 h 292"/>
                  <a:gd name="T64" fmla="*/ 120 w 292"/>
                  <a:gd name="T65" fmla="*/ 223 h 292"/>
                  <a:gd name="T66" fmla="*/ 102 w 292"/>
                  <a:gd name="T67" fmla="*/ 223 h 292"/>
                  <a:gd name="T68" fmla="*/ 102 w 292"/>
                  <a:gd name="T69" fmla="*/ 244 h 292"/>
                  <a:gd name="T70" fmla="*/ 188 w 292"/>
                  <a:gd name="T71" fmla="*/ 244 h 292"/>
                  <a:gd name="T72" fmla="*/ 188 w 292"/>
                  <a:gd name="T73" fmla="*/ 223 h 292"/>
                  <a:gd name="T74" fmla="*/ 170 w 292"/>
                  <a:gd name="T75" fmla="*/ 223 h 292"/>
                  <a:gd name="T76" fmla="*/ 170 w 292"/>
                  <a:gd name="T77" fmla="*/ 142 h 292"/>
                  <a:gd name="T78" fmla="*/ 188 w 292"/>
                  <a:gd name="T79" fmla="*/ 142 h 292"/>
                  <a:gd name="T80" fmla="*/ 188 w 292"/>
                  <a:gd name="T81" fmla="*/ 121 h 292"/>
                  <a:gd name="T82" fmla="*/ 102 w 292"/>
                  <a:gd name="T83" fmla="*/ 121 h 292"/>
                  <a:gd name="T84" fmla="*/ 115 w 292"/>
                  <a:gd name="T85" fmla="*/ 79 h 292"/>
                  <a:gd name="T86" fmla="*/ 117 w 292"/>
                  <a:gd name="T87" fmla="*/ 92 h 292"/>
                  <a:gd name="T88" fmla="*/ 124 w 292"/>
                  <a:gd name="T89" fmla="*/ 101 h 292"/>
                  <a:gd name="T90" fmla="*/ 133 w 292"/>
                  <a:gd name="T91" fmla="*/ 108 h 292"/>
                  <a:gd name="T92" fmla="*/ 145 w 292"/>
                  <a:gd name="T93" fmla="*/ 110 h 292"/>
                  <a:gd name="T94" fmla="*/ 157 w 292"/>
                  <a:gd name="T95" fmla="*/ 108 h 292"/>
                  <a:gd name="T96" fmla="*/ 167 w 292"/>
                  <a:gd name="T97" fmla="*/ 101 h 292"/>
                  <a:gd name="T98" fmla="*/ 174 w 292"/>
                  <a:gd name="T99" fmla="*/ 92 h 292"/>
                  <a:gd name="T100" fmla="*/ 176 w 292"/>
                  <a:gd name="T101" fmla="*/ 79 h 292"/>
                  <a:gd name="T102" fmla="*/ 174 w 292"/>
                  <a:gd name="T103" fmla="*/ 67 h 292"/>
                  <a:gd name="T104" fmla="*/ 167 w 292"/>
                  <a:gd name="T105" fmla="*/ 58 h 292"/>
                  <a:gd name="T106" fmla="*/ 157 w 292"/>
                  <a:gd name="T107" fmla="*/ 51 h 292"/>
                  <a:gd name="T108" fmla="*/ 145 w 292"/>
                  <a:gd name="T109" fmla="*/ 49 h 292"/>
                  <a:gd name="T110" fmla="*/ 133 w 292"/>
                  <a:gd name="T111" fmla="*/ 51 h 292"/>
                  <a:gd name="T112" fmla="*/ 124 w 292"/>
                  <a:gd name="T113" fmla="*/ 58 h 292"/>
                  <a:gd name="T114" fmla="*/ 117 w 292"/>
                  <a:gd name="T115" fmla="*/ 67 h 292"/>
                  <a:gd name="T116" fmla="*/ 115 w 292"/>
                  <a:gd name="T117" fmla="*/ 79 h 29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  <a:cxn ang="0">
                    <a:pos x="T90" y="T91"/>
                  </a:cxn>
                  <a:cxn ang="0">
                    <a:pos x="T92" y="T93"/>
                  </a:cxn>
                  <a:cxn ang="0">
                    <a:pos x="T94" y="T95"/>
                  </a:cxn>
                  <a:cxn ang="0">
                    <a:pos x="T96" y="T97"/>
                  </a:cxn>
                  <a:cxn ang="0">
                    <a:pos x="T98" y="T99"/>
                  </a:cxn>
                  <a:cxn ang="0">
                    <a:pos x="T100" y="T101"/>
                  </a:cxn>
                  <a:cxn ang="0">
                    <a:pos x="T102" y="T103"/>
                  </a:cxn>
                  <a:cxn ang="0">
                    <a:pos x="T104" y="T105"/>
                  </a:cxn>
                  <a:cxn ang="0">
                    <a:pos x="T106" y="T107"/>
                  </a:cxn>
                  <a:cxn ang="0">
                    <a:pos x="T108" y="T109"/>
                  </a:cxn>
                  <a:cxn ang="0">
                    <a:pos x="T110" y="T111"/>
                  </a:cxn>
                  <a:cxn ang="0">
                    <a:pos x="T112" y="T113"/>
                  </a:cxn>
                  <a:cxn ang="0">
                    <a:pos x="T114" y="T115"/>
                  </a:cxn>
                  <a:cxn ang="0">
                    <a:pos x="T116" y="T117"/>
                  </a:cxn>
                </a:cxnLst>
                <a:rect l="0" t="0" r="r" b="b"/>
                <a:pathLst>
                  <a:path w="292" h="292">
                    <a:moveTo>
                      <a:pt x="0" y="146"/>
                    </a:moveTo>
                    <a:lnTo>
                      <a:pt x="4" y="113"/>
                    </a:lnTo>
                    <a:lnTo>
                      <a:pt x="14" y="82"/>
                    </a:lnTo>
                    <a:lnTo>
                      <a:pt x="31" y="55"/>
                    </a:lnTo>
                    <a:lnTo>
                      <a:pt x="53" y="32"/>
                    </a:lnTo>
                    <a:lnTo>
                      <a:pt x="81" y="15"/>
                    </a:lnTo>
                    <a:lnTo>
                      <a:pt x="112" y="4"/>
                    </a:lnTo>
                    <a:lnTo>
                      <a:pt x="145" y="0"/>
                    </a:lnTo>
                    <a:lnTo>
                      <a:pt x="179" y="4"/>
                    </a:lnTo>
                    <a:lnTo>
                      <a:pt x="209" y="15"/>
                    </a:lnTo>
                    <a:lnTo>
                      <a:pt x="237" y="32"/>
                    </a:lnTo>
                    <a:lnTo>
                      <a:pt x="259" y="55"/>
                    </a:lnTo>
                    <a:lnTo>
                      <a:pt x="276" y="82"/>
                    </a:lnTo>
                    <a:lnTo>
                      <a:pt x="288" y="113"/>
                    </a:lnTo>
                    <a:lnTo>
                      <a:pt x="292" y="146"/>
                    </a:lnTo>
                    <a:lnTo>
                      <a:pt x="288" y="180"/>
                    </a:lnTo>
                    <a:lnTo>
                      <a:pt x="276" y="210"/>
                    </a:lnTo>
                    <a:lnTo>
                      <a:pt x="259" y="237"/>
                    </a:lnTo>
                    <a:lnTo>
                      <a:pt x="237" y="260"/>
                    </a:lnTo>
                    <a:lnTo>
                      <a:pt x="209" y="278"/>
                    </a:lnTo>
                    <a:lnTo>
                      <a:pt x="179" y="288"/>
                    </a:lnTo>
                    <a:lnTo>
                      <a:pt x="145" y="292"/>
                    </a:lnTo>
                    <a:lnTo>
                      <a:pt x="112" y="288"/>
                    </a:lnTo>
                    <a:lnTo>
                      <a:pt x="81" y="278"/>
                    </a:lnTo>
                    <a:lnTo>
                      <a:pt x="53" y="260"/>
                    </a:lnTo>
                    <a:lnTo>
                      <a:pt x="31" y="237"/>
                    </a:lnTo>
                    <a:lnTo>
                      <a:pt x="14" y="210"/>
                    </a:lnTo>
                    <a:lnTo>
                      <a:pt x="4" y="180"/>
                    </a:lnTo>
                    <a:lnTo>
                      <a:pt x="0" y="146"/>
                    </a:lnTo>
                    <a:close/>
                    <a:moveTo>
                      <a:pt x="102" y="121"/>
                    </a:moveTo>
                    <a:lnTo>
                      <a:pt x="102" y="142"/>
                    </a:lnTo>
                    <a:lnTo>
                      <a:pt x="120" y="142"/>
                    </a:lnTo>
                    <a:lnTo>
                      <a:pt x="120" y="223"/>
                    </a:lnTo>
                    <a:lnTo>
                      <a:pt x="102" y="223"/>
                    </a:lnTo>
                    <a:lnTo>
                      <a:pt x="102" y="244"/>
                    </a:lnTo>
                    <a:lnTo>
                      <a:pt x="188" y="244"/>
                    </a:lnTo>
                    <a:lnTo>
                      <a:pt x="188" y="223"/>
                    </a:lnTo>
                    <a:lnTo>
                      <a:pt x="170" y="223"/>
                    </a:lnTo>
                    <a:lnTo>
                      <a:pt x="170" y="142"/>
                    </a:lnTo>
                    <a:lnTo>
                      <a:pt x="188" y="142"/>
                    </a:lnTo>
                    <a:lnTo>
                      <a:pt x="188" y="121"/>
                    </a:lnTo>
                    <a:lnTo>
                      <a:pt x="102" y="121"/>
                    </a:lnTo>
                    <a:close/>
                    <a:moveTo>
                      <a:pt x="115" y="79"/>
                    </a:moveTo>
                    <a:lnTo>
                      <a:pt x="117" y="92"/>
                    </a:lnTo>
                    <a:lnTo>
                      <a:pt x="124" y="101"/>
                    </a:lnTo>
                    <a:lnTo>
                      <a:pt x="133" y="108"/>
                    </a:lnTo>
                    <a:lnTo>
                      <a:pt x="145" y="110"/>
                    </a:lnTo>
                    <a:lnTo>
                      <a:pt x="157" y="108"/>
                    </a:lnTo>
                    <a:lnTo>
                      <a:pt x="167" y="101"/>
                    </a:lnTo>
                    <a:lnTo>
                      <a:pt x="174" y="92"/>
                    </a:lnTo>
                    <a:lnTo>
                      <a:pt x="176" y="79"/>
                    </a:lnTo>
                    <a:lnTo>
                      <a:pt x="174" y="67"/>
                    </a:lnTo>
                    <a:lnTo>
                      <a:pt x="167" y="58"/>
                    </a:lnTo>
                    <a:lnTo>
                      <a:pt x="157" y="51"/>
                    </a:lnTo>
                    <a:lnTo>
                      <a:pt x="145" y="49"/>
                    </a:lnTo>
                    <a:lnTo>
                      <a:pt x="133" y="51"/>
                    </a:lnTo>
                    <a:lnTo>
                      <a:pt x="124" y="58"/>
                    </a:lnTo>
                    <a:lnTo>
                      <a:pt x="117" y="67"/>
                    </a:lnTo>
                    <a:lnTo>
                      <a:pt x="115" y="79"/>
                    </a:lnTo>
                    <a:close/>
                  </a:path>
                </a:pathLst>
              </a:custGeom>
              <a:solidFill>
                <a:srgbClr val="FF7800"/>
              </a:solidFill>
              <a:ln w="0">
                <a:noFill/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nl-NL" sz="1100" noProof="0"/>
              </a:p>
            </p:txBody>
          </p:sp>
          <p:sp>
            <p:nvSpPr>
              <p:cNvPr id="190" name="Rechthoek 189">
                <a:extLst>
                  <a:ext uri="{FF2B5EF4-FFF2-40B4-BE49-F238E27FC236}">
                    <a16:creationId xmlns:a16="http://schemas.microsoft.com/office/drawing/2014/main" id="{C017B7CB-D89E-4BF0-9B2B-E247BA82C30C}"/>
                  </a:ext>
                </a:extLst>
              </p:cNvPr>
              <p:cNvSpPr/>
              <p:nvPr userDrawn="1"/>
            </p:nvSpPr>
            <p:spPr>
              <a:xfrm>
                <a:off x="-3380966" y="3458473"/>
                <a:ext cx="2817995" cy="592123"/>
              </a:xfrm>
              <a:prstGeom prst="rect">
                <a:avLst/>
              </a:prstGeom>
              <a:noFill/>
              <a:ln w="25400" cap="flat" cmpd="sng" algn="ctr">
                <a:noFill/>
                <a:prstDash val="solid"/>
              </a:ln>
              <a:effectLst/>
            </p:spPr>
            <p:txBody>
              <a:bodyPr lIns="0" tIns="0" rIns="0" bIns="0" rtlCol="0" anchor="t"/>
              <a:lstStyle/>
              <a:p>
                <a:pPr marL="0" marR="0" lvl="0" indent="0" defTabSz="914400" eaLnBrk="1" fontAlgn="auto" latinLnBrk="0" hangingPunct="1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nl-NL" sz="1100" b="0" i="0" u="none" strike="noStrike" kern="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+mn-lt"/>
                    <a:cs typeface="Segoe UI Light" panose="020B0502040204020203" pitchFamily="34" charset="0"/>
                  </a:rPr>
                  <a:t>Meer weten?</a:t>
                </a:r>
                <a:br>
                  <a:rPr kumimoji="0" lang="nl-NL" sz="1100" b="0" i="0" u="none" strike="noStrike" kern="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+mn-lt"/>
                    <a:cs typeface="Segoe UI Light" panose="020B0502040204020203" pitchFamily="34" charset="0"/>
                  </a:rPr>
                </a:br>
                <a:r>
                  <a:rPr kumimoji="0" lang="nl-NL" sz="1100" b="0" i="0" u="none" strike="noStrike" kern="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+mn-lt"/>
                    <a:cs typeface="Segoe UI Light" panose="020B0502040204020203" pitchFamily="34" charset="0"/>
                  </a:rPr>
                  <a:t>Ga naar dia </a:t>
                </a:r>
                <a:r>
                  <a:rPr kumimoji="0" lang="nl-NL" sz="1100" b="1" i="0" u="none" strike="noStrike" kern="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+mn-lt"/>
                    <a:cs typeface="Segoe UI Light" panose="020B0502040204020203" pitchFamily="34" charset="0"/>
                  </a:rPr>
                  <a:t>‘Instructie dia: YouTube links’</a:t>
                </a:r>
                <a:r>
                  <a:rPr kumimoji="0" lang="nl-NL" sz="1100" b="0" i="0" u="none" strike="noStrike" kern="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+mn-lt"/>
                    <a:cs typeface="Segoe UI Light" panose="020B0502040204020203" pitchFamily="34" charset="0"/>
                  </a:rPr>
                  <a:t>, open deze in de diavoorstelling en klik op de gewenste video link.</a:t>
                </a:r>
              </a:p>
            </p:txBody>
          </p:sp>
          <p:cxnSp>
            <p:nvCxnSpPr>
              <p:cNvPr id="191" name="Rechte verbindingslijn 190">
                <a:extLst>
                  <a:ext uri="{FF2B5EF4-FFF2-40B4-BE49-F238E27FC236}">
                    <a16:creationId xmlns:a16="http://schemas.microsoft.com/office/drawing/2014/main" id="{2A731424-3861-43C3-84BC-130DD7142DE1}"/>
                  </a:ext>
                </a:extLst>
              </p:cNvPr>
              <p:cNvCxnSpPr>
                <a:cxnSpLocks/>
              </p:cNvCxnSpPr>
              <p:nvPr userDrawn="1"/>
            </p:nvCxnSpPr>
            <p:spPr>
              <a:xfrm>
                <a:off x="-3740987" y="4169717"/>
                <a:ext cx="3178016" cy="0"/>
              </a:xfrm>
              <a:prstGeom prst="line">
                <a:avLst/>
              </a:prstGeom>
              <a:noFill/>
              <a:ln w="3175" cap="flat" cmpd="sng" algn="ctr">
                <a:solidFill>
                  <a:schemeClr val="accent1"/>
                </a:solidFill>
                <a:prstDash val="solid"/>
              </a:ln>
              <a:effectLst/>
            </p:spPr>
          </p:cxnSp>
        </p:grpSp>
        <p:sp>
          <p:nvSpPr>
            <p:cNvPr id="167" name="Rechthoek 166">
              <a:extLst>
                <a:ext uri="{FF2B5EF4-FFF2-40B4-BE49-F238E27FC236}">
                  <a16:creationId xmlns:a16="http://schemas.microsoft.com/office/drawing/2014/main" id="{1E86F7E8-EC7E-4A7E-A896-C02C792D470C}"/>
                </a:ext>
              </a:extLst>
            </p:cNvPr>
            <p:cNvSpPr/>
            <p:nvPr userDrawn="1"/>
          </p:nvSpPr>
          <p:spPr>
            <a:xfrm>
              <a:off x="12397262" y="0"/>
              <a:ext cx="3384000" cy="191611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ctr"/>
            <a:lstStyle/>
            <a:p>
              <a:pPr marL="0" marR="0" lvl="0" indent="0" defTabSz="914400" eaLnBrk="1" fontAlgn="auto" latinLnBrk="0" hangingPunct="1">
                <a:lnSpc>
                  <a:spcPct val="8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nl-NL" sz="1400" b="1" i="0" u="none" strike="noStrike" kern="0" cap="all" spc="0" normalizeH="0" baseline="0" noProof="0">
                  <a:ln>
                    <a:noFill/>
                  </a:ln>
                  <a:solidFill>
                    <a:schemeClr val="accent1"/>
                  </a:solidFill>
                  <a:effectLst/>
                  <a:uLnTx/>
                  <a:uFillTx/>
                  <a:latin typeface="+mj-lt"/>
                  <a:cs typeface="Segoe UI Light" panose="020B0502040204020203" pitchFamily="34" charset="0"/>
                </a:rPr>
                <a:t>Afbeelding invoegen/veranderen</a:t>
              </a:r>
            </a:p>
          </p:txBody>
        </p:sp>
        <p:sp>
          <p:nvSpPr>
            <p:cNvPr id="168" name="Ovaal 167">
              <a:extLst>
                <a:ext uri="{FF2B5EF4-FFF2-40B4-BE49-F238E27FC236}">
                  <a16:creationId xmlns:a16="http://schemas.microsoft.com/office/drawing/2014/main" id="{28E9221C-8038-4B14-ACE9-D6013B120CB4}"/>
                </a:ext>
              </a:extLst>
            </p:cNvPr>
            <p:cNvSpPr/>
            <p:nvPr userDrawn="1"/>
          </p:nvSpPr>
          <p:spPr>
            <a:xfrm>
              <a:off x="12391601" y="366490"/>
              <a:ext cx="260914" cy="259683"/>
            </a:xfrm>
            <a:prstGeom prst="ellipse">
              <a:avLst/>
            </a:prstGeom>
            <a:solidFill>
              <a:schemeClr val="accent1"/>
            </a:solidFill>
            <a:ln w="25400" cap="flat" cmpd="sng" algn="ctr">
              <a:noFill/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1</a:t>
              </a:r>
            </a:p>
          </p:txBody>
        </p:sp>
        <p:cxnSp>
          <p:nvCxnSpPr>
            <p:cNvPr id="169" name="Rechte verbindingslijn 168">
              <a:extLst>
                <a:ext uri="{FF2B5EF4-FFF2-40B4-BE49-F238E27FC236}">
                  <a16:creationId xmlns:a16="http://schemas.microsoft.com/office/drawing/2014/main" id="{FE1259F2-AEF7-4D9F-AE3A-6934AB5C5D67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2397261" y="241635"/>
              <a:ext cx="3178017" cy="0"/>
            </a:xfrm>
            <a:prstGeom prst="line">
              <a:avLst/>
            </a:prstGeom>
            <a:noFill/>
            <a:ln w="3175" cap="flat" cmpd="sng" algn="ctr">
              <a:solidFill>
                <a:schemeClr val="accent1"/>
              </a:solidFill>
              <a:prstDash val="solid"/>
            </a:ln>
            <a:effectLst/>
          </p:spPr>
        </p:cxnSp>
        <p:cxnSp>
          <p:nvCxnSpPr>
            <p:cNvPr id="170" name="Rechte verbindingslijn 169">
              <a:extLst>
                <a:ext uri="{FF2B5EF4-FFF2-40B4-BE49-F238E27FC236}">
                  <a16:creationId xmlns:a16="http://schemas.microsoft.com/office/drawing/2014/main" id="{CEE20EEE-ED28-4052-A0AD-3A088A2B7352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2397261" y="1728059"/>
              <a:ext cx="3178017" cy="0"/>
            </a:xfrm>
            <a:prstGeom prst="line">
              <a:avLst/>
            </a:prstGeom>
            <a:noFill/>
            <a:ln w="3175" cap="flat" cmpd="sng" algn="ctr">
              <a:solidFill>
                <a:schemeClr val="accent1"/>
              </a:solidFill>
              <a:prstDash val="solid"/>
            </a:ln>
            <a:effectLst/>
          </p:spPr>
        </p:cxnSp>
        <p:sp>
          <p:nvSpPr>
            <p:cNvPr id="171" name="Rechthoek 170">
              <a:extLst>
                <a:ext uri="{FF2B5EF4-FFF2-40B4-BE49-F238E27FC236}">
                  <a16:creationId xmlns:a16="http://schemas.microsoft.com/office/drawing/2014/main" id="{DFC1C346-65E6-4243-9117-B1B682C8F071}"/>
                </a:ext>
              </a:extLst>
            </p:cNvPr>
            <p:cNvSpPr/>
            <p:nvPr userDrawn="1"/>
          </p:nvSpPr>
          <p:spPr>
            <a:xfrm>
              <a:off x="12757282" y="432552"/>
              <a:ext cx="2817995" cy="738638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t"/>
            <a:lstStyle/>
            <a:p>
              <a:pPr marL="0" marR="0" lvl="0" indent="0" defTabSz="914400" eaLnBrk="1" fontAlgn="auto" latinLnBrk="0" hangingPunct="1">
                <a:lnSpc>
                  <a:spcPct val="90000"/>
                </a:lnSpc>
                <a:spcBef>
                  <a:spcPts val="600"/>
                </a:spcBef>
                <a:spcAft>
                  <a:spcPts val="600"/>
                </a:spcAft>
                <a:buClr>
                  <a:schemeClr val="accent1"/>
                </a:buClr>
                <a:buSzTx/>
                <a:buFont typeface="Arial" panose="020B0604020202020204" pitchFamily="34" charset="0"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Wanneer nodig, verwijder de bestaande afbeelding d.m.v. de </a:t>
              </a:r>
              <a:r>
                <a:rPr kumimoji="0" lang="nl-NL" sz="1100" b="1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‘Delete’-knop</a:t>
              </a: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. Klik op het pictogram om een nieuwe afbeelding in te voegen.</a:t>
              </a:r>
              <a:b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</a:br>
              <a:r>
                <a:rPr kumimoji="0" lang="nl-NL" sz="1100" b="0" i="1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(zie onderstaand voorbeeld).</a:t>
              </a:r>
              <a:endParaRPr kumimoji="0" lang="nl-NL" sz="11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cs typeface="Segoe UI Light" panose="020B0502040204020203" pitchFamily="34" charset="0"/>
              </a:endParaRPr>
            </a:p>
          </p:txBody>
        </p:sp>
        <p:cxnSp>
          <p:nvCxnSpPr>
            <p:cNvPr id="172" name="Rechte verbindingslijn 171">
              <a:extLst>
                <a:ext uri="{FF2B5EF4-FFF2-40B4-BE49-F238E27FC236}">
                  <a16:creationId xmlns:a16="http://schemas.microsoft.com/office/drawing/2014/main" id="{AB8010CD-67EB-4078-9600-B83E44233637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2397261" y="4033137"/>
              <a:ext cx="3178017" cy="0"/>
            </a:xfrm>
            <a:prstGeom prst="line">
              <a:avLst/>
            </a:prstGeom>
            <a:noFill/>
            <a:ln w="3175" cap="flat" cmpd="sng" algn="ctr">
              <a:solidFill>
                <a:schemeClr val="accent1"/>
              </a:solidFill>
              <a:prstDash val="solid"/>
            </a:ln>
            <a:effectLst/>
          </p:spPr>
        </p:cxnSp>
        <p:sp>
          <p:nvSpPr>
            <p:cNvPr id="173" name="Ovaal 172">
              <a:extLst>
                <a:ext uri="{FF2B5EF4-FFF2-40B4-BE49-F238E27FC236}">
                  <a16:creationId xmlns:a16="http://schemas.microsoft.com/office/drawing/2014/main" id="{595461CD-F1F7-4393-9666-BF029B65570F}"/>
                </a:ext>
              </a:extLst>
            </p:cNvPr>
            <p:cNvSpPr/>
            <p:nvPr userDrawn="1"/>
          </p:nvSpPr>
          <p:spPr>
            <a:xfrm>
              <a:off x="12391601" y="1856524"/>
              <a:ext cx="260914" cy="259683"/>
            </a:xfrm>
            <a:prstGeom prst="ellipse">
              <a:avLst/>
            </a:prstGeom>
            <a:solidFill>
              <a:schemeClr val="accent1"/>
            </a:solidFill>
            <a:ln w="25400" cap="flat" cmpd="sng" algn="ctr">
              <a:noFill/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2</a:t>
              </a:r>
            </a:p>
          </p:txBody>
        </p:sp>
        <p:sp>
          <p:nvSpPr>
            <p:cNvPr id="174" name="Rechthoek 173">
              <a:extLst>
                <a:ext uri="{FF2B5EF4-FFF2-40B4-BE49-F238E27FC236}">
                  <a16:creationId xmlns:a16="http://schemas.microsoft.com/office/drawing/2014/main" id="{40FDAC91-C6BF-4FDE-A982-5EA89D20698D}"/>
                </a:ext>
              </a:extLst>
            </p:cNvPr>
            <p:cNvSpPr/>
            <p:nvPr userDrawn="1"/>
          </p:nvSpPr>
          <p:spPr>
            <a:xfrm>
              <a:off x="12757282" y="1922587"/>
              <a:ext cx="2817995" cy="318048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t"/>
            <a:lstStyle/>
            <a:p>
              <a:pPr marL="0" marR="0" lvl="0" indent="0" defTabSz="914400" eaLnBrk="1" fontAlgn="auto" latinLnBrk="0" hangingPunct="1">
                <a:lnSpc>
                  <a:spcPct val="90000"/>
                </a:lnSpc>
                <a:spcBef>
                  <a:spcPts val="600"/>
                </a:spcBef>
                <a:spcAft>
                  <a:spcPts val="600"/>
                </a:spcAft>
                <a:buClr>
                  <a:schemeClr val="accent1"/>
                </a:buClr>
                <a:buSzTx/>
                <a:buFont typeface="Arial" panose="020B0604020202020204" pitchFamily="34" charset="0"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Selecteer de gewenste afbeelding</a:t>
              </a:r>
              <a:b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</a:b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en klik op </a:t>
              </a:r>
              <a:r>
                <a:rPr kumimoji="0" lang="nl-NL" sz="1100" b="1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‘Invoegen’</a:t>
              </a: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.</a:t>
              </a:r>
              <a:endParaRPr kumimoji="0" lang="nl-NL" sz="1100" b="1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cs typeface="Segoe UI Light" panose="020B0502040204020203" pitchFamily="34" charset="0"/>
              </a:endParaRPr>
            </a:p>
          </p:txBody>
        </p:sp>
        <p:grpSp>
          <p:nvGrpSpPr>
            <p:cNvPr id="175" name="Groep 174">
              <a:extLst>
                <a:ext uri="{FF2B5EF4-FFF2-40B4-BE49-F238E27FC236}">
                  <a16:creationId xmlns:a16="http://schemas.microsoft.com/office/drawing/2014/main" id="{58971AB1-AAD1-4B9D-A465-C72AE3198278}"/>
                </a:ext>
              </a:extLst>
            </p:cNvPr>
            <p:cNvGrpSpPr/>
            <p:nvPr userDrawn="1"/>
          </p:nvGrpSpPr>
          <p:grpSpPr>
            <a:xfrm>
              <a:off x="12757282" y="1291752"/>
              <a:ext cx="294789" cy="318834"/>
              <a:chOff x="14466489" y="1001522"/>
              <a:chExt cx="290627" cy="314333"/>
            </a:xfrm>
          </p:grpSpPr>
          <p:sp>
            <p:nvSpPr>
              <p:cNvPr id="183" name="Rechthoek 182">
                <a:extLst>
                  <a:ext uri="{FF2B5EF4-FFF2-40B4-BE49-F238E27FC236}">
                    <a16:creationId xmlns:a16="http://schemas.microsoft.com/office/drawing/2014/main" id="{B446B015-10CC-489B-8D8A-B269FA37F780}"/>
                  </a:ext>
                </a:extLst>
              </p:cNvPr>
              <p:cNvSpPr/>
              <p:nvPr userDrawn="1"/>
            </p:nvSpPr>
            <p:spPr>
              <a:xfrm>
                <a:off x="14466489" y="1001522"/>
                <a:ext cx="257935" cy="254168"/>
              </a:xfrm>
              <a:prstGeom prst="rect">
                <a:avLst/>
              </a:prstGeom>
              <a:solidFill>
                <a:schemeClr val="bg1"/>
              </a:solidFill>
              <a:ln w="12700">
                <a:solidFill>
                  <a:srgbClr val="C0C0C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10800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lvl="0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endParaRPr lang="nl-NL" sz="800" b="0" noProof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184" name="Ovaal 183">
                <a:extLst>
                  <a:ext uri="{FF2B5EF4-FFF2-40B4-BE49-F238E27FC236}">
                    <a16:creationId xmlns:a16="http://schemas.microsoft.com/office/drawing/2014/main" id="{BEC7E7E7-6D1E-452C-A973-0161B7FF3D05}"/>
                  </a:ext>
                </a:extLst>
              </p:cNvPr>
              <p:cNvSpPr/>
              <p:nvPr userDrawn="1"/>
            </p:nvSpPr>
            <p:spPr>
              <a:xfrm>
                <a:off x="14623626" y="1033630"/>
                <a:ext cx="71169" cy="71169"/>
              </a:xfrm>
              <a:prstGeom prst="ellipse">
                <a:avLst/>
              </a:prstGeom>
              <a:solidFill>
                <a:srgbClr val="F1D8A5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nl-NL" sz="1000" b="1" noProof="0">
                  <a:solidFill>
                    <a:schemeClr val="tx1"/>
                  </a:solidFill>
                </a:endParaRPr>
              </a:p>
            </p:txBody>
          </p:sp>
          <p:sp>
            <p:nvSpPr>
              <p:cNvPr id="185" name="Vrije vorm: vorm 184">
                <a:extLst>
                  <a:ext uri="{FF2B5EF4-FFF2-40B4-BE49-F238E27FC236}">
                    <a16:creationId xmlns:a16="http://schemas.microsoft.com/office/drawing/2014/main" id="{F476E58C-DA17-4829-9639-45B1E5C23737}"/>
                  </a:ext>
                </a:extLst>
              </p:cNvPr>
              <p:cNvSpPr/>
              <p:nvPr userDrawn="1"/>
            </p:nvSpPr>
            <p:spPr>
              <a:xfrm rot="2700000">
                <a:off x="14498877" y="1157846"/>
                <a:ext cx="168558" cy="147459"/>
              </a:xfrm>
              <a:custGeom>
                <a:avLst/>
                <a:gdLst>
                  <a:gd name="connsiteX0" fmla="*/ 12837 w 168558"/>
                  <a:gd name="connsiteY0" fmla="*/ 12836 h 147459"/>
                  <a:gd name="connsiteX1" fmla="*/ 43826 w 168558"/>
                  <a:gd name="connsiteY1" fmla="*/ 0 h 147459"/>
                  <a:gd name="connsiteX2" fmla="*/ 168558 w 168558"/>
                  <a:gd name="connsiteY2" fmla="*/ 0 h 147459"/>
                  <a:gd name="connsiteX3" fmla="*/ 21099 w 168558"/>
                  <a:gd name="connsiteY3" fmla="*/ 147459 h 147459"/>
                  <a:gd name="connsiteX4" fmla="*/ 0 w 168558"/>
                  <a:gd name="connsiteY4" fmla="*/ 126361 h 147459"/>
                  <a:gd name="connsiteX5" fmla="*/ 0 w 168558"/>
                  <a:gd name="connsiteY5" fmla="*/ 43826 h 147459"/>
                  <a:gd name="connsiteX6" fmla="*/ 12837 w 168558"/>
                  <a:gd name="connsiteY6" fmla="*/ 12836 h 14745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68558" h="147459">
                    <a:moveTo>
                      <a:pt x="12837" y="12836"/>
                    </a:moveTo>
                    <a:cubicBezTo>
                      <a:pt x="20768" y="4905"/>
                      <a:pt x="31724" y="0"/>
                      <a:pt x="43826" y="0"/>
                    </a:cubicBezTo>
                    <a:lnTo>
                      <a:pt x="168558" y="0"/>
                    </a:lnTo>
                    <a:lnTo>
                      <a:pt x="21099" y="147459"/>
                    </a:lnTo>
                    <a:lnTo>
                      <a:pt x="0" y="126361"/>
                    </a:lnTo>
                    <a:lnTo>
                      <a:pt x="0" y="43826"/>
                    </a:lnTo>
                    <a:cubicBezTo>
                      <a:pt x="1" y="31723"/>
                      <a:pt x="4906" y="20767"/>
                      <a:pt x="12837" y="12836"/>
                    </a:cubicBezTo>
                    <a:close/>
                  </a:path>
                </a:pathLst>
              </a:custGeom>
              <a:solidFill>
                <a:srgbClr val="C9D8E9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nl-NL" sz="1000" b="1" noProof="0">
                  <a:solidFill>
                    <a:schemeClr val="tx1"/>
                  </a:solidFill>
                </a:endParaRPr>
              </a:p>
            </p:txBody>
          </p:sp>
          <p:sp>
            <p:nvSpPr>
              <p:cNvPr id="186" name="Rechthoek: afgeronde hoeken 185">
                <a:extLst>
                  <a:ext uri="{FF2B5EF4-FFF2-40B4-BE49-F238E27FC236}">
                    <a16:creationId xmlns:a16="http://schemas.microsoft.com/office/drawing/2014/main" id="{1E88231B-ED42-41DF-9817-10466535CD5C}"/>
                  </a:ext>
                </a:extLst>
              </p:cNvPr>
              <p:cNvSpPr/>
              <p:nvPr userDrawn="1"/>
            </p:nvSpPr>
            <p:spPr>
              <a:xfrm>
                <a:off x="14601150" y="1145314"/>
                <a:ext cx="155966" cy="116816"/>
              </a:xfrm>
              <a:prstGeom prst="roundRect">
                <a:avLst/>
              </a:prstGeom>
              <a:solidFill>
                <a:schemeClr val="bg1"/>
              </a:solidFill>
              <a:ln w="19050">
                <a:solidFill>
                  <a:srgbClr val="8AADD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10800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lvl="0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endParaRPr lang="nl-NL" sz="800" b="0" noProof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cxnSp>
            <p:nvCxnSpPr>
              <p:cNvPr id="187" name="Rechte verbindingslijn 186">
                <a:extLst>
                  <a:ext uri="{FF2B5EF4-FFF2-40B4-BE49-F238E27FC236}">
                    <a16:creationId xmlns:a16="http://schemas.microsoft.com/office/drawing/2014/main" id="{08D7C14C-0155-485C-BF6F-813CD9CA03E9}"/>
                  </a:ext>
                </a:extLst>
              </p:cNvPr>
              <p:cNvCxnSpPr>
                <a:cxnSpLocks/>
              </p:cNvCxnSpPr>
              <p:nvPr userDrawn="1"/>
            </p:nvCxnSpPr>
            <p:spPr>
              <a:xfrm>
                <a:off x="14637490" y="1308665"/>
                <a:ext cx="83286" cy="0"/>
              </a:xfrm>
              <a:prstGeom prst="line">
                <a:avLst/>
              </a:prstGeom>
              <a:solidFill>
                <a:schemeClr val="bg1"/>
              </a:solidFill>
              <a:ln w="19050">
                <a:solidFill>
                  <a:srgbClr val="8AADD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188" name="Rechte verbindingslijn 187">
                <a:extLst>
                  <a:ext uri="{FF2B5EF4-FFF2-40B4-BE49-F238E27FC236}">
                    <a16:creationId xmlns:a16="http://schemas.microsoft.com/office/drawing/2014/main" id="{8EDE9A61-58F5-4B13-81DA-763FA00A2BA9}"/>
                  </a:ext>
                </a:extLst>
              </p:cNvPr>
              <p:cNvCxnSpPr>
                <a:cxnSpLocks/>
                <a:stCxn id="186" idx="2"/>
              </p:cNvCxnSpPr>
              <p:nvPr userDrawn="1"/>
            </p:nvCxnSpPr>
            <p:spPr>
              <a:xfrm flipH="1">
                <a:off x="14678717" y="1262130"/>
                <a:ext cx="416" cy="43573"/>
              </a:xfrm>
              <a:prstGeom prst="line">
                <a:avLst/>
              </a:prstGeom>
              <a:solidFill>
                <a:schemeClr val="bg1"/>
              </a:solidFill>
              <a:ln w="19050">
                <a:solidFill>
                  <a:srgbClr val="8AADD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</p:grpSp>
        <p:sp>
          <p:nvSpPr>
            <p:cNvPr id="176" name="Ovaal 175">
              <a:extLst>
                <a:ext uri="{FF2B5EF4-FFF2-40B4-BE49-F238E27FC236}">
                  <a16:creationId xmlns:a16="http://schemas.microsoft.com/office/drawing/2014/main" id="{98693FD5-5435-465A-B94B-B97EA03C476E}"/>
                </a:ext>
              </a:extLst>
            </p:cNvPr>
            <p:cNvSpPr/>
            <p:nvPr userDrawn="1"/>
          </p:nvSpPr>
          <p:spPr>
            <a:xfrm>
              <a:off x="12391601" y="2768077"/>
              <a:ext cx="260914" cy="259683"/>
            </a:xfrm>
            <a:prstGeom prst="ellipse">
              <a:avLst/>
            </a:prstGeom>
            <a:solidFill>
              <a:schemeClr val="accent1"/>
            </a:solidFill>
            <a:ln w="25400" cap="flat" cmpd="sng" algn="ctr">
              <a:noFill/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3</a:t>
              </a:r>
            </a:p>
          </p:txBody>
        </p:sp>
        <p:sp>
          <p:nvSpPr>
            <p:cNvPr id="177" name="Rechthoek 176">
              <a:extLst>
                <a:ext uri="{FF2B5EF4-FFF2-40B4-BE49-F238E27FC236}">
                  <a16:creationId xmlns:a16="http://schemas.microsoft.com/office/drawing/2014/main" id="{4996E550-739C-44E7-BC89-8B6A974E3931}"/>
                </a:ext>
              </a:extLst>
            </p:cNvPr>
            <p:cNvSpPr/>
            <p:nvPr userDrawn="1"/>
          </p:nvSpPr>
          <p:spPr>
            <a:xfrm>
              <a:off x="12757283" y="2834141"/>
              <a:ext cx="2817996" cy="316612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t"/>
            <a:lstStyle/>
            <a:p>
              <a:pPr marL="0" marR="0" lvl="0" indent="0" defTabSz="914400" eaLnBrk="1" fontAlgn="auto" latinLnBrk="0" hangingPunct="1">
                <a:lnSpc>
                  <a:spcPct val="90000"/>
                </a:lnSpc>
                <a:spcBef>
                  <a:spcPts val="600"/>
                </a:spcBef>
                <a:spcAft>
                  <a:spcPts val="600"/>
                </a:spcAft>
                <a:buClr>
                  <a:schemeClr val="accent1"/>
                </a:buClr>
                <a:buSzTx/>
                <a:buFont typeface="Arial" panose="020B0604020202020204" pitchFamily="34" charset="0"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Klik met de rechter muisknop op de afbeelding en kies </a:t>
              </a:r>
              <a:r>
                <a:rPr kumimoji="0" lang="nl-NL" sz="1100" b="1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´Naar achtergrond´</a:t>
              </a: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.</a:t>
              </a:r>
              <a:endParaRPr kumimoji="0" lang="nl-NL" sz="1100" b="1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cs typeface="Segoe UI Light" panose="020B0502040204020203" pitchFamily="34" charset="0"/>
              </a:endParaRPr>
            </a:p>
          </p:txBody>
        </p:sp>
        <p:cxnSp>
          <p:nvCxnSpPr>
            <p:cNvPr id="178" name="Rechte verbindingslijn 177">
              <a:extLst>
                <a:ext uri="{FF2B5EF4-FFF2-40B4-BE49-F238E27FC236}">
                  <a16:creationId xmlns:a16="http://schemas.microsoft.com/office/drawing/2014/main" id="{60CBD64B-9E24-4FA3-8AD0-F6F9D151F94E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2397261" y="2649915"/>
              <a:ext cx="3178017" cy="0"/>
            </a:xfrm>
            <a:prstGeom prst="line">
              <a:avLst/>
            </a:prstGeom>
            <a:noFill/>
            <a:ln w="3175" cap="flat" cmpd="sng" algn="ctr">
              <a:solidFill>
                <a:schemeClr val="accent1"/>
              </a:solidFill>
              <a:prstDash val="solid"/>
            </a:ln>
            <a:effectLst/>
          </p:spPr>
        </p:cxnSp>
        <p:grpSp>
          <p:nvGrpSpPr>
            <p:cNvPr id="179" name="Groep 178">
              <a:extLst>
                <a:ext uri="{FF2B5EF4-FFF2-40B4-BE49-F238E27FC236}">
                  <a16:creationId xmlns:a16="http://schemas.microsoft.com/office/drawing/2014/main" id="{7683C293-9728-42E5-9ABE-07277D2DF1E8}"/>
                </a:ext>
              </a:extLst>
            </p:cNvPr>
            <p:cNvGrpSpPr/>
            <p:nvPr userDrawn="1"/>
          </p:nvGrpSpPr>
          <p:grpSpPr>
            <a:xfrm>
              <a:off x="12757282" y="2296644"/>
              <a:ext cx="825500" cy="209550"/>
              <a:chOff x="13504624" y="2444818"/>
              <a:chExt cx="825500" cy="209550"/>
            </a:xfrm>
          </p:grpSpPr>
          <p:sp>
            <p:nvSpPr>
              <p:cNvPr id="180" name="Rechthoek 179">
                <a:extLst>
                  <a:ext uri="{FF2B5EF4-FFF2-40B4-BE49-F238E27FC236}">
                    <a16:creationId xmlns:a16="http://schemas.microsoft.com/office/drawing/2014/main" id="{8D5780D4-F5E0-407B-963C-7404D8CC4966}"/>
                  </a:ext>
                </a:extLst>
              </p:cNvPr>
              <p:cNvSpPr/>
              <p:nvPr userDrawn="1"/>
            </p:nvSpPr>
            <p:spPr>
              <a:xfrm>
                <a:off x="13504624" y="2444818"/>
                <a:ext cx="825500" cy="209550"/>
              </a:xfrm>
              <a:prstGeom prst="rect">
                <a:avLst/>
              </a:prstGeom>
              <a:solidFill>
                <a:srgbClr val="FFFFFF"/>
              </a:solidFill>
              <a:ln w="12700">
                <a:solidFill>
                  <a:srgbClr val="D1D1D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10800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r>
                  <a:rPr lang="nl-NL" sz="800" b="0" noProof="0">
                    <a:solidFill>
                      <a:schemeClr val="tx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Invoegen</a:t>
                </a:r>
              </a:p>
            </p:txBody>
          </p:sp>
          <p:cxnSp>
            <p:nvCxnSpPr>
              <p:cNvPr id="181" name="Rechte verbindingslijn 180">
                <a:extLst>
                  <a:ext uri="{FF2B5EF4-FFF2-40B4-BE49-F238E27FC236}">
                    <a16:creationId xmlns:a16="http://schemas.microsoft.com/office/drawing/2014/main" id="{3F7F962C-6A38-48ED-A896-E0092FDF5886}"/>
                  </a:ext>
                </a:extLst>
              </p:cNvPr>
              <p:cNvCxnSpPr/>
              <p:nvPr userDrawn="1"/>
            </p:nvCxnSpPr>
            <p:spPr>
              <a:xfrm>
                <a:off x="14155269" y="2477218"/>
                <a:ext cx="0" cy="142717"/>
              </a:xfrm>
              <a:prstGeom prst="line">
                <a:avLst/>
              </a:prstGeom>
              <a:noFill/>
              <a:ln w="3175" cap="flat" cmpd="sng" algn="ctr">
                <a:solidFill>
                  <a:srgbClr val="44546A"/>
                </a:solidFill>
                <a:prstDash val="solid"/>
              </a:ln>
              <a:effectLst/>
            </p:spPr>
          </p:cxnSp>
          <p:sp>
            <p:nvSpPr>
              <p:cNvPr id="182" name="Gelijkbenige driehoek 181">
                <a:extLst>
                  <a:ext uri="{FF2B5EF4-FFF2-40B4-BE49-F238E27FC236}">
                    <a16:creationId xmlns:a16="http://schemas.microsoft.com/office/drawing/2014/main" id="{57C24AA2-E954-4575-9CA2-228AE45A5E70}"/>
                  </a:ext>
                </a:extLst>
              </p:cNvPr>
              <p:cNvSpPr/>
              <p:nvPr userDrawn="1"/>
            </p:nvSpPr>
            <p:spPr>
              <a:xfrm rot="10800000">
                <a:off x="14196089" y="2528872"/>
                <a:ext cx="86866" cy="51147"/>
              </a:xfrm>
              <a:prstGeom prst="triangle">
                <a:avLst/>
              </a:prstGeom>
              <a:solidFill>
                <a:srgbClr val="00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nl-NL" sz="1000" b="1" noProof="0">
                  <a:solidFill>
                    <a:schemeClr val="tx1"/>
                  </a:solidFill>
                </a:endParaRPr>
              </a:p>
            </p:txBody>
          </p:sp>
        </p:grpSp>
      </p:grpSp>
      <p:sp>
        <p:nvSpPr>
          <p:cNvPr id="206" name="foto">
            <a:extLst>
              <a:ext uri="{FF2B5EF4-FFF2-40B4-BE49-F238E27FC236}">
                <a16:creationId xmlns:a16="http://schemas.microsoft.com/office/drawing/2014/main" id="{CB6B8576-11F8-41EC-8333-F7B206A9E57C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525244" y="1388695"/>
            <a:ext cx="2602608" cy="2887574"/>
          </a:xfrm>
          <a:prstGeom prst="roundRect">
            <a:avLst>
              <a:gd name="adj" fmla="val 2713"/>
            </a:avLst>
          </a:prstGeom>
          <a:solidFill>
            <a:schemeClr val="bg1">
              <a:lumMod val="95000"/>
            </a:schemeClr>
          </a:solidFill>
        </p:spPr>
        <p:txBody>
          <a:bodyPr tIns="1620000" anchor="t"/>
          <a:lstStyle>
            <a:lvl1pPr marL="0" indent="0" algn="ctr">
              <a:spcBef>
                <a:spcPts val="0"/>
              </a:spcBef>
              <a:spcAft>
                <a:spcPts val="0"/>
              </a:spcAft>
              <a:buNone/>
              <a:defRPr sz="1050" b="1" baseline="0"/>
            </a:lvl1pPr>
          </a:lstStyle>
          <a:p>
            <a:r>
              <a:rPr lang="nl-NL"/>
              <a:t>Klik op onderstaand pictogram</a:t>
            </a:r>
            <a:br>
              <a:rPr lang="nl-NL"/>
            </a:br>
            <a:r>
              <a:rPr lang="nl-NL"/>
              <a:t>om een afbeelding in te voegen</a:t>
            </a:r>
          </a:p>
        </p:txBody>
      </p:sp>
      <p:sp>
        <p:nvSpPr>
          <p:cNvPr id="207" name="foto">
            <a:extLst>
              <a:ext uri="{FF2B5EF4-FFF2-40B4-BE49-F238E27FC236}">
                <a16:creationId xmlns:a16="http://schemas.microsoft.com/office/drawing/2014/main" id="{93B9B46A-56EE-4744-A5B8-9CD0C972CCD3}"/>
              </a:ext>
            </a:extLst>
          </p:cNvPr>
          <p:cNvSpPr>
            <a:spLocks noGrp="1"/>
          </p:cNvSpPr>
          <p:nvPr>
            <p:ph type="pic" sz="quarter" idx="56" hasCustomPrompt="1"/>
          </p:nvPr>
        </p:nvSpPr>
        <p:spPr>
          <a:xfrm>
            <a:off x="3377953" y="1388695"/>
            <a:ext cx="2602608" cy="2887574"/>
          </a:xfrm>
          <a:prstGeom prst="roundRect">
            <a:avLst>
              <a:gd name="adj" fmla="val 2713"/>
            </a:avLst>
          </a:prstGeom>
          <a:solidFill>
            <a:schemeClr val="bg1">
              <a:lumMod val="95000"/>
            </a:schemeClr>
          </a:solidFill>
        </p:spPr>
        <p:txBody>
          <a:bodyPr tIns="1620000" anchor="t"/>
          <a:lstStyle>
            <a:lvl1pPr marL="0" indent="0" algn="ctr">
              <a:spcBef>
                <a:spcPts val="0"/>
              </a:spcBef>
              <a:spcAft>
                <a:spcPts val="0"/>
              </a:spcAft>
              <a:buNone/>
              <a:defRPr sz="1050" b="1" baseline="0"/>
            </a:lvl1pPr>
          </a:lstStyle>
          <a:p>
            <a:r>
              <a:rPr lang="nl-NL"/>
              <a:t>Klik op onderstaand pictogram</a:t>
            </a:r>
            <a:br>
              <a:rPr lang="nl-NL"/>
            </a:br>
            <a:r>
              <a:rPr lang="nl-NL"/>
              <a:t>om een afbeelding in te voegen</a:t>
            </a:r>
          </a:p>
        </p:txBody>
      </p:sp>
      <p:sp>
        <p:nvSpPr>
          <p:cNvPr id="208" name="foto">
            <a:extLst>
              <a:ext uri="{FF2B5EF4-FFF2-40B4-BE49-F238E27FC236}">
                <a16:creationId xmlns:a16="http://schemas.microsoft.com/office/drawing/2014/main" id="{147DEBB2-F750-4BC5-8734-F564106F3DB4}"/>
              </a:ext>
            </a:extLst>
          </p:cNvPr>
          <p:cNvSpPr>
            <a:spLocks noGrp="1"/>
          </p:cNvSpPr>
          <p:nvPr>
            <p:ph type="pic" sz="quarter" idx="57" hasCustomPrompt="1"/>
          </p:nvPr>
        </p:nvSpPr>
        <p:spPr>
          <a:xfrm>
            <a:off x="6226121" y="1388695"/>
            <a:ext cx="2602608" cy="2887574"/>
          </a:xfrm>
          <a:prstGeom prst="roundRect">
            <a:avLst>
              <a:gd name="adj" fmla="val 2713"/>
            </a:avLst>
          </a:prstGeom>
          <a:solidFill>
            <a:schemeClr val="bg1">
              <a:lumMod val="95000"/>
            </a:schemeClr>
          </a:solidFill>
        </p:spPr>
        <p:txBody>
          <a:bodyPr tIns="1620000" anchor="t"/>
          <a:lstStyle>
            <a:lvl1pPr marL="0" indent="0" algn="ctr">
              <a:spcBef>
                <a:spcPts val="0"/>
              </a:spcBef>
              <a:spcAft>
                <a:spcPts val="0"/>
              </a:spcAft>
              <a:buNone/>
              <a:defRPr sz="1050" b="1" baseline="0"/>
            </a:lvl1pPr>
          </a:lstStyle>
          <a:p>
            <a:r>
              <a:rPr lang="nl-NL"/>
              <a:t>Klik op onderstaand pictogram</a:t>
            </a:r>
            <a:br>
              <a:rPr lang="nl-NL"/>
            </a:br>
            <a:r>
              <a:rPr lang="nl-NL"/>
              <a:t>om een afbeelding in te voegen</a:t>
            </a:r>
          </a:p>
        </p:txBody>
      </p:sp>
      <p:sp>
        <p:nvSpPr>
          <p:cNvPr id="209" name="foto">
            <a:extLst>
              <a:ext uri="{FF2B5EF4-FFF2-40B4-BE49-F238E27FC236}">
                <a16:creationId xmlns:a16="http://schemas.microsoft.com/office/drawing/2014/main" id="{92997DD6-3C3E-4D4F-A561-2FBB6E2CB16F}"/>
              </a:ext>
            </a:extLst>
          </p:cNvPr>
          <p:cNvSpPr>
            <a:spLocks noGrp="1"/>
          </p:cNvSpPr>
          <p:nvPr>
            <p:ph type="pic" sz="quarter" idx="58" hasCustomPrompt="1"/>
          </p:nvPr>
        </p:nvSpPr>
        <p:spPr>
          <a:xfrm>
            <a:off x="9074288" y="1388695"/>
            <a:ext cx="2602608" cy="2887574"/>
          </a:xfrm>
          <a:prstGeom prst="roundRect">
            <a:avLst>
              <a:gd name="adj" fmla="val 2713"/>
            </a:avLst>
          </a:prstGeom>
          <a:solidFill>
            <a:schemeClr val="bg1">
              <a:lumMod val="95000"/>
            </a:schemeClr>
          </a:solidFill>
        </p:spPr>
        <p:txBody>
          <a:bodyPr tIns="1620000" anchor="t"/>
          <a:lstStyle>
            <a:lvl1pPr marL="0" indent="0" algn="ctr">
              <a:spcBef>
                <a:spcPts val="0"/>
              </a:spcBef>
              <a:spcAft>
                <a:spcPts val="0"/>
              </a:spcAft>
              <a:buNone/>
              <a:defRPr sz="1050" b="1" baseline="0"/>
            </a:lvl1pPr>
          </a:lstStyle>
          <a:p>
            <a:r>
              <a:rPr lang="nl-NL"/>
              <a:t>Klik op onderstaand pictogram</a:t>
            </a:r>
            <a:br>
              <a:rPr lang="nl-NL"/>
            </a:br>
            <a:r>
              <a:rPr lang="nl-NL"/>
              <a:t>om een afbeelding in te voegen</a:t>
            </a:r>
          </a:p>
        </p:txBody>
      </p:sp>
      <p:sp>
        <p:nvSpPr>
          <p:cNvPr id="211" name="tekst">
            <a:extLst>
              <a:ext uri="{FF2B5EF4-FFF2-40B4-BE49-F238E27FC236}">
                <a16:creationId xmlns:a16="http://schemas.microsoft.com/office/drawing/2014/main" id="{A2E8DCEB-4330-49AA-A7C5-2DAED7A4A97B}"/>
              </a:ext>
            </a:extLst>
          </p:cNvPr>
          <p:cNvSpPr>
            <a:spLocks noGrp="1"/>
          </p:cNvSpPr>
          <p:nvPr>
            <p:ph type="body" orient="vert" idx="59" hasCustomPrompt="1"/>
          </p:nvPr>
        </p:nvSpPr>
        <p:spPr>
          <a:xfrm>
            <a:off x="525244" y="4530840"/>
            <a:ext cx="2611691" cy="1323218"/>
          </a:xfrm>
        </p:spPr>
        <p:txBody>
          <a:bodyPr vert="horz"/>
          <a:lstStyle>
            <a:lvl1pPr marL="0" indent="0" algn="ctr">
              <a:lnSpc>
                <a:spcPct val="100000"/>
              </a:lnSpc>
              <a:buNone/>
              <a:defRPr b="0"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  <a:lvl6pPr algn="ctr">
              <a:defRPr/>
            </a:lvl6pPr>
            <a:lvl7pPr>
              <a:defRPr/>
            </a:lvl7pPr>
            <a:lvl8pPr>
              <a:defRPr/>
            </a:lvl8pPr>
            <a:lvl9pPr>
              <a:defRPr/>
            </a:lvl9pPr>
          </a:lstStyle>
          <a:p>
            <a:pPr lvl="5"/>
            <a:r>
              <a:rPr lang="nl-NL" noProof="0"/>
              <a:t>Naam achternaam</a:t>
            </a:r>
          </a:p>
          <a:p>
            <a:pPr lvl="0"/>
            <a:r>
              <a:rPr lang="nl-NL" noProof="0"/>
              <a:t>Ruimte voor een </a:t>
            </a:r>
            <a:br>
              <a:rPr lang="nl-NL" noProof="0"/>
            </a:br>
            <a:r>
              <a:rPr lang="nl-NL" noProof="0"/>
              <a:t>extra toevoeging</a:t>
            </a:r>
          </a:p>
        </p:txBody>
      </p:sp>
      <p:sp>
        <p:nvSpPr>
          <p:cNvPr id="216" name="tekst">
            <a:extLst>
              <a:ext uri="{FF2B5EF4-FFF2-40B4-BE49-F238E27FC236}">
                <a16:creationId xmlns:a16="http://schemas.microsoft.com/office/drawing/2014/main" id="{44DC3E61-1D5A-478B-BF82-E05E5C3AB0A1}"/>
              </a:ext>
            </a:extLst>
          </p:cNvPr>
          <p:cNvSpPr>
            <a:spLocks noGrp="1"/>
          </p:cNvSpPr>
          <p:nvPr>
            <p:ph type="body" orient="vert" idx="61" hasCustomPrompt="1"/>
          </p:nvPr>
        </p:nvSpPr>
        <p:spPr>
          <a:xfrm>
            <a:off x="3368870" y="4530840"/>
            <a:ext cx="2611691" cy="1323218"/>
          </a:xfrm>
        </p:spPr>
        <p:txBody>
          <a:bodyPr vert="horz"/>
          <a:lstStyle>
            <a:lvl1pPr marL="0" indent="0" algn="ctr">
              <a:lnSpc>
                <a:spcPct val="100000"/>
              </a:lnSpc>
              <a:buNone/>
              <a:defRPr b="0"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  <a:lvl6pPr algn="ctr">
              <a:defRPr/>
            </a:lvl6pPr>
            <a:lvl7pPr>
              <a:defRPr/>
            </a:lvl7pPr>
            <a:lvl8pPr>
              <a:defRPr/>
            </a:lvl8pPr>
            <a:lvl9pPr>
              <a:defRPr/>
            </a:lvl9pPr>
          </a:lstStyle>
          <a:p>
            <a:pPr lvl="5"/>
            <a:r>
              <a:rPr lang="nl-NL" noProof="0"/>
              <a:t>Naam achternaam</a:t>
            </a:r>
          </a:p>
          <a:p>
            <a:pPr lvl="0"/>
            <a:r>
              <a:rPr lang="nl-NL" noProof="0"/>
              <a:t>Ruimte voor een </a:t>
            </a:r>
            <a:br>
              <a:rPr lang="nl-NL" noProof="0"/>
            </a:br>
            <a:r>
              <a:rPr lang="nl-NL" noProof="0"/>
              <a:t>extra toevoeging</a:t>
            </a:r>
          </a:p>
        </p:txBody>
      </p:sp>
      <p:sp>
        <p:nvSpPr>
          <p:cNvPr id="218" name="tekst">
            <a:extLst>
              <a:ext uri="{FF2B5EF4-FFF2-40B4-BE49-F238E27FC236}">
                <a16:creationId xmlns:a16="http://schemas.microsoft.com/office/drawing/2014/main" id="{C12A6F54-7562-4C5D-846B-87E626458C4F}"/>
              </a:ext>
            </a:extLst>
          </p:cNvPr>
          <p:cNvSpPr>
            <a:spLocks noGrp="1"/>
          </p:cNvSpPr>
          <p:nvPr>
            <p:ph type="body" orient="vert" idx="63" hasCustomPrompt="1"/>
          </p:nvPr>
        </p:nvSpPr>
        <p:spPr>
          <a:xfrm>
            <a:off x="6217038" y="4530840"/>
            <a:ext cx="2611691" cy="1323218"/>
          </a:xfrm>
        </p:spPr>
        <p:txBody>
          <a:bodyPr vert="horz"/>
          <a:lstStyle>
            <a:lvl1pPr marL="0" indent="0" algn="ctr">
              <a:lnSpc>
                <a:spcPct val="100000"/>
              </a:lnSpc>
              <a:buNone/>
              <a:defRPr b="0"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  <a:lvl6pPr algn="ctr">
              <a:defRPr/>
            </a:lvl6pPr>
            <a:lvl7pPr>
              <a:defRPr/>
            </a:lvl7pPr>
            <a:lvl8pPr>
              <a:defRPr/>
            </a:lvl8pPr>
            <a:lvl9pPr>
              <a:defRPr/>
            </a:lvl9pPr>
          </a:lstStyle>
          <a:p>
            <a:pPr lvl="5"/>
            <a:r>
              <a:rPr lang="nl-NL" noProof="0"/>
              <a:t>Naam achternaam</a:t>
            </a:r>
          </a:p>
          <a:p>
            <a:pPr lvl="0"/>
            <a:r>
              <a:rPr lang="nl-NL" noProof="0"/>
              <a:t>Ruimte voor een </a:t>
            </a:r>
            <a:br>
              <a:rPr lang="nl-NL" noProof="0"/>
            </a:br>
            <a:r>
              <a:rPr lang="nl-NL" noProof="0"/>
              <a:t>extra toevoeging</a:t>
            </a:r>
          </a:p>
        </p:txBody>
      </p:sp>
      <p:sp>
        <p:nvSpPr>
          <p:cNvPr id="220" name="tekst">
            <a:extLst>
              <a:ext uri="{FF2B5EF4-FFF2-40B4-BE49-F238E27FC236}">
                <a16:creationId xmlns:a16="http://schemas.microsoft.com/office/drawing/2014/main" id="{ABCBA0F9-0F97-45BB-B6DE-999D743635EB}"/>
              </a:ext>
            </a:extLst>
          </p:cNvPr>
          <p:cNvSpPr>
            <a:spLocks noGrp="1"/>
          </p:cNvSpPr>
          <p:nvPr>
            <p:ph type="body" orient="vert" idx="65" hasCustomPrompt="1"/>
          </p:nvPr>
        </p:nvSpPr>
        <p:spPr>
          <a:xfrm>
            <a:off x="9069747" y="4530840"/>
            <a:ext cx="2611691" cy="1323218"/>
          </a:xfrm>
        </p:spPr>
        <p:txBody>
          <a:bodyPr vert="horz"/>
          <a:lstStyle>
            <a:lvl1pPr marL="0" indent="0" algn="ctr">
              <a:lnSpc>
                <a:spcPct val="100000"/>
              </a:lnSpc>
              <a:buNone/>
              <a:defRPr b="0"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  <a:lvl6pPr algn="ctr">
              <a:defRPr/>
            </a:lvl6pPr>
            <a:lvl7pPr>
              <a:defRPr/>
            </a:lvl7pPr>
            <a:lvl8pPr>
              <a:defRPr/>
            </a:lvl8pPr>
            <a:lvl9pPr>
              <a:defRPr/>
            </a:lvl9pPr>
          </a:lstStyle>
          <a:p>
            <a:pPr lvl="5"/>
            <a:r>
              <a:rPr lang="nl-NL" noProof="0"/>
              <a:t>Naam achternaam</a:t>
            </a:r>
          </a:p>
          <a:p>
            <a:pPr lvl="0"/>
            <a:r>
              <a:rPr lang="nl-NL" noProof="0"/>
              <a:t>Ruimte voor een </a:t>
            </a:r>
            <a:br>
              <a:rPr lang="nl-NL" noProof="0"/>
            </a:br>
            <a:r>
              <a:rPr lang="nl-NL" noProof="0"/>
              <a:t>extra toevoeging</a:t>
            </a:r>
          </a:p>
        </p:txBody>
      </p:sp>
      <p:sp>
        <p:nvSpPr>
          <p:cNvPr id="221" name="Titel 1">
            <a:extLst>
              <a:ext uri="{FF2B5EF4-FFF2-40B4-BE49-F238E27FC236}">
                <a16:creationId xmlns:a16="http://schemas.microsoft.com/office/drawing/2014/main" id="{6B210676-552F-4B28-9F20-5CBEE02DAE8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10562" y="272177"/>
            <a:ext cx="11166334" cy="600744"/>
          </a:xfrm>
        </p:spPr>
        <p:txBody>
          <a:bodyPr/>
          <a:lstStyle>
            <a:lvl1pPr>
              <a:defRPr/>
            </a:lvl1pPr>
          </a:lstStyle>
          <a:p>
            <a:r>
              <a:rPr lang="nl-NL" noProof="0"/>
              <a:t>Plaats hier je titel</a:t>
            </a:r>
            <a:endParaRPr lang="nl-NL"/>
          </a:p>
        </p:txBody>
      </p:sp>
      <p:sp>
        <p:nvSpPr>
          <p:cNvPr id="63" name="Onder balkje">
            <a:extLst>
              <a:ext uri="{FF2B5EF4-FFF2-40B4-BE49-F238E27FC236}">
                <a16:creationId xmlns:a16="http://schemas.microsoft.com/office/drawing/2014/main" id="{EB382FCD-9C8B-4F18-B37B-29CA0F43C412}"/>
              </a:ext>
            </a:extLst>
          </p:cNvPr>
          <p:cNvSpPr/>
          <p:nvPr userDrawn="1"/>
        </p:nvSpPr>
        <p:spPr>
          <a:xfrm>
            <a:off x="-2507" y="6785940"/>
            <a:ext cx="12192000" cy="76919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/>
          </a:p>
        </p:txBody>
      </p:sp>
      <p:grpSp>
        <p:nvGrpSpPr>
          <p:cNvPr id="64" name="GRID" hidden="1">
            <a:extLst>
              <a:ext uri="{FF2B5EF4-FFF2-40B4-BE49-F238E27FC236}">
                <a16:creationId xmlns:a16="http://schemas.microsoft.com/office/drawing/2014/main" id="{EB75E045-9B2F-4037-8D43-019C3B8DAD0C}"/>
              </a:ext>
            </a:extLst>
          </p:cNvPr>
          <p:cNvGrpSpPr/>
          <p:nvPr userDrawn="1"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65" name="Rechthoek 64">
              <a:extLst>
                <a:ext uri="{FF2B5EF4-FFF2-40B4-BE49-F238E27FC236}">
                  <a16:creationId xmlns:a16="http://schemas.microsoft.com/office/drawing/2014/main" id="{9DA70BBF-1A70-4CE9-B92D-91AAD3DF13D4}"/>
                </a:ext>
              </a:extLst>
            </p:cNvPr>
            <p:cNvSpPr/>
            <p:nvPr userDrawn="1"/>
          </p:nvSpPr>
          <p:spPr>
            <a:xfrm>
              <a:off x="0" y="0"/>
              <a:ext cx="12192000" cy="261256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66" name="Rechthoek 65">
              <a:extLst>
                <a:ext uri="{FF2B5EF4-FFF2-40B4-BE49-F238E27FC236}">
                  <a16:creationId xmlns:a16="http://schemas.microsoft.com/office/drawing/2014/main" id="{550D5FBA-5290-4AF6-AA22-20F04180A377}"/>
                </a:ext>
              </a:extLst>
            </p:cNvPr>
            <p:cNvSpPr/>
            <p:nvPr userDrawn="1"/>
          </p:nvSpPr>
          <p:spPr>
            <a:xfrm>
              <a:off x="0" y="6596744"/>
              <a:ext cx="12192000" cy="261256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67" name="Rechthoek 66">
              <a:extLst>
                <a:ext uri="{FF2B5EF4-FFF2-40B4-BE49-F238E27FC236}">
                  <a16:creationId xmlns:a16="http://schemas.microsoft.com/office/drawing/2014/main" id="{2FE5C9DA-7391-4773-96D0-665A34E0478E}"/>
                </a:ext>
              </a:extLst>
            </p:cNvPr>
            <p:cNvSpPr/>
            <p:nvPr userDrawn="1"/>
          </p:nvSpPr>
          <p:spPr>
            <a:xfrm>
              <a:off x="0" y="0"/>
              <a:ext cx="262800" cy="68580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68" name="Rechthoek 67">
              <a:extLst>
                <a:ext uri="{FF2B5EF4-FFF2-40B4-BE49-F238E27FC236}">
                  <a16:creationId xmlns:a16="http://schemas.microsoft.com/office/drawing/2014/main" id="{38AD4748-BAAA-4B2B-B4E6-3A1492B4BCF7}"/>
                </a:ext>
              </a:extLst>
            </p:cNvPr>
            <p:cNvSpPr/>
            <p:nvPr userDrawn="1"/>
          </p:nvSpPr>
          <p:spPr>
            <a:xfrm>
              <a:off x="11929200" y="0"/>
              <a:ext cx="262800" cy="68580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69" name="Rechthoek 68">
              <a:extLst>
                <a:ext uri="{FF2B5EF4-FFF2-40B4-BE49-F238E27FC236}">
                  <a16:creationId xmlns:a16="http://schemas.microsoft.com/office/drawing/2014/main" id="{A9941525-5D0D-4509-8ECE-B747140CB04A}"/>
                </a:ext>
              </a:extLst>
            </p:cNvPr>
            <p:cNvSpPr/>
            <p:nvPr userDrawn="1"/>
          </p:nvSpPr>
          <p:spPr>
            <a:xfrm>
              <a:off x="0" y="262512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70" name="Rechthoek 69">
              <a:extLst>
                <a:ext uri="{FF2B5EF4-FFF2-40B4-BE49-F238E27FC236}">
                  <a16:creationId xmlns:a16="http://schemas.microsoft.com/office/drawing/2014/main" id="{B681D3A7-95CC-4CEF-BFAB-79DF1FCD556E}"/>
                </a:ext>
              </a:extLst>
            </p:cNvPr>
            <p:cNvSpPr/>
            <p:nvPr userDrawn="1"/>
          </p:nvSpPr>
          <p:spPr>
            <a:xfrm>
              <a:off x="259064" y="0"/>
              <a:ext cx="262800" cy="6858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71" name="Rechthoek 70">
              <a:extLst>
                <a:ext uri="{FF2B5EF4-FFF2-40B4-BE49-F238E27FC236}">
                  <a16:creationId xmlns:a16="http://schemas.microsoft.com/office/drawing/2014/main" id="{60A5F06F-78F5-4257-84E5-7835A22AE4B8}"/>
                </a:ext>
              </a:extLst>
            </p:cNvPr>
            <p:cNvSpPr/>
            <p:nvPr userDrawn="1"/>
          </p:nvSpPr>
          <p:spPr>
            <a:xfrm>
              <a:off x="11668087" y="0"/>
              <a:ext cx="262800" cy="6858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72" name="Rechthoek 71">
              <a:extLst>
                <a:ext uri="{FF2B5EF4-FFF2-40B4-BE49-F238E27FC236}">
                  <a16:creationId xmlns:a16="http://schemas.microsoft.com/office/drawing/2014/main" id="{13835FFF-2F9E-4252-9978-9DB584EF03B9}"/>
                </a:ext>
              </a:extLst>
            </p:cNvPr>
            <p:cNvSpPr/>
            <p:nvPr userDrawn="1"/>
          </p:nvSpPr>
          <p:spPr>
            <a:xfrm>
              <a:off x="0" y="6337267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73" name="Rechthoek 72">
              <a:extLst>
                <a:ext uri="{FF2B5EF4-FFF2-40B4-BE49-F238E27FC236}">
                  <a16:creationId xmlns:a16="http://schemas.microsoft.com/office/drawing/2014/main" id="{877A95CF-E943-452F-98FE-320623CE6607}"/>
                </a:ext>
              </a:extLst>
            </p:cNvPr>
            <p:cNvSpPr/>
            <p:nvPr userDrawn="1"/>
          </p:nvSpPr>
          <p:spPr>
            <a:xfrm>
              <a:off x="8828730" y="0"/>
              <a:ext cx="245558" cy="6858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74" name="Rechthoek 73">
              <a:extLst>
                <a:ext uri="{FF2B5EF4-FFF2-40B4-BE49-F238E27FC236}">
                  <a16:creationId xmlns:a16="http://schemas.microsoft.com/office/drawing/2014/main" id="{98B73A68-CF05-4530-9622-5D3A615F068E}"/>
                </a:ext>
              </a:extLst>
            </p:cNvPr>
            <p:cNvSpPr/>
            <p:nvPr userDrawn="1"/>
          </p:nvSpPr>
          <p:spPr>
            <a:xfrm>
              <a:off x="0" y="1132976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75" name="Rechthoek 74">
              <a:extLst>
                <a:ext uri="{FF2B5EF4-FFF2-40B4-BE49-F238E27FC236}">
                  <a16:creationId xmlns:a16="http://schemas.microsoft.com/office/drawing/2014/main" id="{55A617AD-4F36-41FD-AF6E-A16FCEFFA382}"/>
                </a:ext>
              </a:extLst>
            </p:cNvPr>
            <p:cNvSpPr/>
            <p:nvPr userDrawn="1"/>
          </p:nvSpPr>
          <p:spPr>
            <a:xfrm>
              <a:off x="0" y="5859033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77" name="Rechthoek 76">
              <a:extLst>
                <a:ext uri="{FF2B5EF4-FFF2-40B4-BE49-F238E27FC236}">
                  <a16:creationId xmlns:a16="http://schemas.microsoft.com/office/drawing/2014/main" id="{DA7579D0-E164-4569-B5C8-5731FCF6986E}"/>
                </a:ext>
              </a:extLst>
            </p:cNvPr>
            <p:cNvSpPr/>
            <p:nvPr userDrawn="1"/>
          </p:nvSpPr>
          <p:spPr>
            <a:xfrm>
              <a:off x="5980561" y="0"/>
              <a:ext cx="238218" cy="6858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78" name="Rechthoek 77">
              <a:extLst>
                <a:ext uri="{FF2B5EF4-FFF2-40B4-BE49-F238E27FC236}">
                  <a16:creationId xmlns:a16="http://schemas.microsoft.com/office/drawing/2014/main" id="{21553237-0241-4E78-B12B-1AC9DE9554B5}"/>
                </a:ext>
              </a:extLst>
            </p:cNvPr>
            <p:cNvSpPr/>
            <p:nvPr userDrawn="1"/>
          </p:nvSpPr>
          <p:spPr>
            <a:xfrm>
              <a:off x="3136756" y="0"/>
              <a:ext cx="238218" cy="6858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79" name="Rechthoek 78">
              <a:extLst>
                <a:ext uri="{FF2B5EF4-FFF2-40B4-BE49-F238E27FC236}">
                  <a16:creationId xmlns:a16="http://schemas.microsoft.com/office/drawing/2014/main" id="{042FC887-2C74-4586-A11E-0965BADF5F84}"/>
                </a:ext>
              </a:extLst>
            </p:cNvPr>
            <p:cNvSpPr/>
            <p:nvPr userDrawn="1"/>
          </p:nvSpPr>
          <p:spPr>
            <a:xfrm>
              <a:off x="0" y="4284370"/>
              <a:ext cx="12192000" cy="24647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</p:grpSp>
      <p:sp>
        <p:nvSpPr>
          <p:cNvPr id="76" name="Tijdelijke aanduiding voor dianummer 5">
            <a:extLst>
              <a:ext uri="{FF2B5EF4-FFF2-40B4-BE49-F238E27FC236}">
                <a16:creationId xmlns:a16="http://schemas.microsoft.com/office/drawing/2014/main" id="{3CFA51F5-599C-4898-83AB-6D5F2884DF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16362" y="6376061"/>
            <a:ext cx="392576" cy="216909"/>
          </a:xfrm>
        </p:spPr>
        <p:txBody>
          <a:bodyPr/>
          <a:lstStyle/>
          <a:p>
            <a:fld id="{7AD0FE45-509C-4BDF-9EDE-64426F8DF3D2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04592778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800">
        <p:fade/>
      </p:transition>
    </mc:Choice>
    <mc:Fallback xmlns="">
      <p:transition spd="slow">
        <p:fade/>
      </p:transition>
    </mc:Fallback>
  </mc:AlternateContent>
</p:sldLayout>
</file>

<file path=ppt/slideLayouts/slideLayout25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C-B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GRID" hidden="1">
            <a:extLst>
              <a:ext uri="{FF2B5EF4-FFF2-40B4-BE49-F238E27FC236}">
                <a16:creationId xmlns:a16="http://schemas.microsoft.com/office/drawing/2014/main" id="{B2685EF9-3068-415F-B9ED-225316426223}"/>
              </a:ext>
            </a:extLst>
          </p:cNvPr>
          <p:cNvGrpSpPr/>
          <p:nvPr userDrawn="1"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14" name="Rechthoek 13">
              <a:extLst>
                <a:ext uri="{FF2B5EF4-FFF2-40B4-BE49-F238E27FC236}">
                  <a16:creationId xmlns:a16="http://schemas.microsoft.com/office/drawing/2014/main" id="{BDCA59AB-4ADA-46B6-9123-8D4DCD9CD56B}"/>
                </a:ext>
              </a:extLst>
            </p:cNvPr>
            <p:cNvSpPr/>
            <p:nvPr userDrawn="1"/>
          </p:nvSpPr>
          <p:spPr>
            <a:xfrm>
              <a:off x="0" y="0"/>
              <a:ext cx="12192000" cy="261256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15" name="Rechthoek 14">
              <a:extLst>
                <a:ext uri="{FF2B5EF4-FFF2-40B4-BE49-F238E27FC236}">
                  <a16:creationId xmlns:a16="http://schemas.microsoft.com/office/drawing/2014/main" id="{DB8D413C-4CA9-4404-93FC-29E5D7246E0F}"/>
                </a:ext>
              </a:extLst>
            </p:cNvPr>
            <p:cNvSpPr/>
            <p:nvPr userDrawn="1"/>
          </p:nvSpPr>
          <p:spPr>
            <a:xfrm>
              <a:off x="0" y="6596744"/>
              <a:ext cx="12192000" cy="261256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16" name="Rechthoek 15">
              <a:extLst>
                <a:ext uri="{FF2B5EF4-FFF2-40B4-BE49-F238E27FC236}">
                  <a16:creationId xmlns:a16="http://schemas.microsoft.com/office/drawing/2014/main" id="{83BCEF68-DD53-4A2F-B64F-76565655293E}"/>
                </a:ext>
              </a:extLst>
            </p:cNvPr>
            <p:cNvSpPr/>
            <p:nvPr userDrawn="1"/>
          </p:nvSpPr>
          <p:spPr>
            <a:xfrm>
              <a:off x="0" y="0"/>
              <a:ext cx="262800" cy="68580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17" name="Rechthoek 16">
              <a:extLst>
                <a:ext uri="{FF2B5EF4-FFF2-40B4-BE49-F238E27FC236}">
                  <a16:creationId xmlns:a16="http://schemas.microsoft.com/office/drawing/2014/main" id="{450183A5-53A5-4F6B-9678-058FE56731F3}"/>
                </a:ext>
              </a:extLst>
            </p:cNvPr>
            <p:cNvSpPr/>
            <p:nvPr userDrawn="1"/>
          </p:nvSpPr>
          <p:spPr>
            <a:xfrm>
              <a:off x="11929200" y="0"/>
              <a:ext cx="262800" cy="68580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18" name="Rechthoek 17">
              <a:extLst>
                <a:ext uri="{FF2B5EF4-FFF2-40B4-BE49-F238E27FC236}">
                  <a16:creationId xmlns:a16="http://schemas.microsoft.com/office/drawing/2014/main" id="{AA426062-2C36-4321-8992-B3E86D034500}"/>
                </a:ext>
              </a:extLst>
            </p:cNvPr>
            <p:cNvSpPr/>
            <p:nvPr userDrawn="1"/>
          </p:nvSpPr>
          <p:spPr>
            <a:xfrm>
              <a:off x="0" y="262512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19" name="Rechthoek 18">
              <a:extLst>
                <a:ext uri="{FF2B5EF4-FFF2-40B4-BE49-F238E27FC236}">
                  <a16:creationId xmlns:a16="http://schemas.microsoft.com/office/drawing/2014/main" id="{47E730E5-8A0C-434A-8E0D-683DD4073CCC}"/>
                </a:ext>
              </a:extLst>
            </p:cNvPr>
            <p:cNvSpPr/>
            <p:nvPr userDrawn="1"/>
          </p:nvSpPr>
          <p:spPr>
            <a:xfrm>
              <a:off x="259064" y="0"/>
              <a:ext cx="262800" cy="6858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20" name="Rechthoek 19">
              <a:extLst>
                <a:ext uri="{FF2B5EF4-FFF2-40B4-BE49-F238E27FC236}">
                  <a16:creationId xmlns:a16="http://schemas.microsoft.com/office/drawing/2014/main" id="{8F612C4F-9DCB-400A-9E73-A8B1A519C351}"/>
                </a:ext>
              </a:extLst>
            </p:cNvPr>
            <p:cNvSpPr/>
            <p:nvPr userDrawn="1"/>
          </p:nvSpPr>
          <p:spPr>
            <a:xfrm>
              <a:off x="11668087" y="0"/>
              <a:ext cx="262800" cy="6858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21" name="Rechthoek 20">
              <a:extLst>
                <a:ext uri="{FF2B5EF4-FFF2-40B4-BE49-F238E27FC236}">
                  <a16:creationId xmlns:a16="http://schemas.microsoft.com/office/drawing/2014/main" id="{9E202C06-6636-4C1D-90FA-AD215F67B955}"/>
                </a:ext>
              </a:extLst>
            </p:cNvPr>
            <p:cNvSpPr/>
            <p:nvPr userDrawn="1"/>
          </p:nvSpPr>
          <p:spPr>
            <a:xfrm>
              <a:off x="0" y="6337267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23" name="Rechthoek 22">
              <a:extLst>
                <a:ext uri="{FF2B5EF4-FFF2-40B4-BE49-F238E27FC236}">
                  <a16:creationId xmlns:a16="http://schemas.microsoft.com/office/drawing/2014/main" id="{3DB3D0D4-7D42-4D7D-8685-1E9FC523F053}"/>
                </a:ext>
              </a:extLst>
            </p:cNvPr>
            <p:cNvSpPr/>
            <p:nvPr userDrawn="1"/>
          </p:nvSpPr>
          <p:spPr>
            <a:xfrm>
              <a:off x="9491269" y="0"/>
              <a:ext cx="262800" cy="6858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24" name="Rechthoek 23">
              <a:extLst>
                <a:ext uri="{FF2B5EF4-FFF2-40B4-BE49-F238E27FC236}">
                  <a16:creationId xmlns:a16="http://schemas.microsoft.com/office/drawing/2014/main" id="{F03B15F9-32B4-4F44-B944-8279A7BCF7E8}"/>
                </a:ext>
              </a:extLst>
            </p:cNvPr>
            <p:cNvSpPr/>
            <p:nvPr userDrawn="1"/>
          </p:nvSpPr>
          <p:spPr>
            <a:xfrm>
              <a:off x="0" y="1132976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25" name="Rechthoek 24">
              <a:extLst>
                <a:ext uri="{FF2B5EF4-FFF2-40B4-BE49-F238E27FC236}">
                  <a16:creationId xmlns:a16="http://schemas.microsoft.com/office/drawing/2014/main" id="{35407207-177C-4EFF-B9AC-E7BBB9E12D8F}"/>
                </a:ext>
              </a:extLst>
            </p:cNvPr>
            <p:cNvSpPr/>
            <p:nvPr userDrawn="1"/>
          </p:nvSpPr>
          <p:spPr>
            <a:xfrm>
              <a:off x="0" y="5859033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</p:grpSp>
      <p:sp>
        <p:nvSpPr>
          <p:cNvPr id="27" name="Onder balkje">
            <a:extLst>
              <a:ext uri="{FF2B5EF4-FFF2-40B4-BE49-F238E27FC236}">
                <a16:creationId xmlns:a16="http://schemas.microsoft.com/office/drawing/2014/main" id="{EC338F84-A3AF-48F4-A412-8D1363198E1A}"/>
              </a:ext>
            </a:extLst>
          </p:cNvPr>
          <p:cNvSpPr/>
          <p:nvPr userDrawn="1"/>
        </p:nvSpPr>
        <p:spPr>
          <a:xfrm>
            <a:off x="-2507" y="6785940"/>
            <a:ext cx="12192000" cy="76919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/>
          </a:p>
        </p:txBody>
      </p:sp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0DA75972-73CC-4A0A-9567-F2B4412F0205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645707" y="7045418"/>
            <a:ext cx="3140325" cy="216909"/>
          </a:xfrm>
        </p:spPr>
        <p:txBody>
          <a:bodyPr/>
          <a:lstStyle/>
          <a:p>
            <a:fld id="{8516D6A5-529C-4A2F-9EF7-A2B647F1C54E}" type="datetime1">
              <a:rPr lang="nl-NL" smtClean="0"/>
              <a:t>01-04-2025</a:t>
            </a:fld>
            <a:endParaRPr lang="nl-NL"/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D07A43D8-7ED9-442E-BF69-FF8902703C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926910" y="7045418"/>
            <a:ext cx="6718797" cy="216909"/>
          </a:xfrm>
        </p:spPr>
        <p:txBody>
          <a:bodyPr/>
          <a:lstStyle/>
          <a:p>
            <a:r>
              <a:rPr lang="nl-NL"/>
              <a:t>&lt;Plaats hier je voettekst&gt;</a:t>
            </a:r>
          </a:p>
        </p:txBody>
      </p:sp>
      <p:sp>
        <p:nvSpPr>
          <p:cNvPr id="2" name="titel">
            <a:extLst>
              <a:ext uri="{FF2B5EF4-FFF2-40B4-BE49-F238E27FC236}">
                <a16:creationId xmlns:a16="http://schemas.microsoft.com/office/drawing/2014/main" id="{2AEFA4AD-513F-4FA2-94D5-B906A27FAEC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18899" y="272177"/>
            <a:ext cx="11149188" cy="600744"/>
          </a:xfrm>
        </p:spPr>
        <p:txBody>
          <a:bodyPr/>
          <a:lstStyle>
            <a:lvl1pPr>
              <a:defRPr/>
            </a:lvl1pPr>
          </a:lstStyle>
          <a:p>
            <a:r>
              <a:rPr lang="nl-NL" noProof="0"/>
              <a:t>Plaats hier je titel</a:t>
            </a:r>
            <a:endParaRPr lang="nl-NL"/>
          </a:p>
        </p:txBody>
      </p:sp>
      <p:sp>
        <p:nvSpPr>
          <p:cNvPr id="3" name="tekst">
            <a:extLst>
              <a:ext uri="{FF2B5EF4-FFF2-40B4-BE49-F238E27FC236}">
                <a16:creationId xmlns:a16="http://schemas.microsoft.com/office/drawing/2014/main" id="{FDD826C5-0082-44A8-A23D-491166C08D5B}"/>
              </a:ext>
            </a:extLst>
          </p:cNvPr>
          <p:cNvSpPr>
            <a:spLocks noGrp="1"/>
          </p:cNvSpPr>
          <p:nvPr>
            <p:ph type="body" orient="vert" idx="1" hasCustomPrompt="1"/>
          </p:nvPr>
        </p:nvSpPr>
        <p:spPr>
          <a:xfrm>
            <a:off x="523807" y="1400483"/>
            <a:ext cx="8974163" cy="4456846"/>
          </a:xfrm>
        </p:spPr>
        <p:txBody>
          <a:bodyPr vert="horz"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  <a:lvl6pPr>
              <a:defRPr/>
            </a:lvl6pPr>
            <a:lvl7pPr>
              <a:defRPr/>
            </a:lvl7pPr>
            <a:lvl8pPr>
              <a:defRPr/>
            </a:lvl8pPr>
            <a:lvl9pPr>
              <a:defRPr/>
            </a:lvl9pPr>
          </a:lstStyle>
          <a:p>
            <a:pPr lvl="0"/>
            <a:r>
              <a:rPr lang="nl-NL" noProof="0"/>
              <a:t>Plaats hier de CC-BY tekst</a:t>
            </a:r>
          </a:p>
        </p:txBody>
      </p:sp>
      <p:sp>
        <p:nvSpPr>
          <p:cNvPr id="7" name="Tekstvak">
            <a:extLst>
              <a:ext uri="{FF2B5EF4-FFF2-40B4-BE49-F238E27FC236}">
                <a16:creationId xmlns:a16="http://schemas.microsoft.com/office/drawing/2014/main" id="{A6DE5EA5-27BD-42F3-BD1D-C1E35D802DEE}"/>
              </a:ext>
            </a:extLst>
          </p:cNvPr>
          <p:cNvSpPr txBox="1"/>
          <p:nvPr userDrawn="1"/>
        </p:nvSpPr>
        <p:spPr>
          <a:xfrm>
            <a:off x="5534272" y="-885712"/>
            <a:ext cx="1123486" cy="548182"/>
          </a:xfrm>
          <a:prstGeom prst="rect">
            <a:avLst/>
          </a:prstGeom>
          <a:solidFill>
            <a:schemeClr val="bg1"/>
          </a:solidFill>
        </p:spPr>
        <p:txBody>
          <a:bodyPr wrap="none" lIns="360000" tIns="180000" rIns="360000" bIns="180000" rtlCol="0">
            <a:spAutoFit/>
          </a:bodyPr>
          <a:lstStyle/>
          <a:p>
            <a:pPr algn="ctr"/>
            <a:r>
              <a:rPr lang="nl-NL" sz="1200" b="0" spc="50" baseline="0">
                <a:solidFill>
                  <a:srgbClr val="212121"/>
                </a:solidFill>
                <a:latin typeface="+mn-lt"/>
                <a:cs typeface="Calibri" panose="020F0502020204030204" pitchFamily="34" charset="0"/>
              </a:rPr>
              <a:t>CC-BY</a:t>
            </a:r>
          </a:p>
        </p:txBody>
      </p:sp>
      <p:sp>
        <p:nvSpPr>
          <p:cNvPr id="22" name="Tijdelijke aanduiding voor tekst 21">
            <a:extLst>
              <a:ext uri="{FF2B5EF4-FFF2-40B4-BE49-F238E27FC236}">
                <a16:creationId xmlns:a16="http://schemas.microsoft.com/office/drawing/2014/main" id="{EA3F018E-3681-4180-9C3F-F5324D11154E}"/>
              </a:ext>
            </a:extLst>
          </p:cNvPr>
          <p:cNvSpPr>
            <a:spLocks noGrp="1"/>
          </p:cNvSpPr>
          <p:nvPr>
            <p:ph type="body" sz="quarter" idx="65"/>
          </p:nvPr>
        </p:nvSpPr>
        <p:spPr>
          <a:xfrm>
            <a:off x="9754069" y="0"/>
            <a:ext cx="1919032" cy="6858000"/>
          </a:xfrm>
          <a:custGeom>
            <a:avLst/>
            <a:gdLst>
              <a:gd name="connsiteX0" fmla="*/ 2209313 w 2219324"/>
              <a:gd name="connsiteY0" fmla="*/ 0 h 7931150"/>
              <a:gd name="connsiteX1" fmla="*/ 2219324 w 2219324"/>
              <a:gd name="connsiteY1" fmla="*/ 9968 h 7931150"/>
              <a:gd name="connsiteX2" fmla="*/ 2219324 w 2219324"/>
              <a:gd name="connsiteY2" fmla="*/ 2491982 h 7931150"/>
              <a:gd name="connsiteX3" fmla="*/ 1528497 w 2219324"/>
              <a:gd name="connsiteY3" fmla="*/ 3179770 h 7931150"/>
              <a:gd name="connsiteX4" fmla="*/ 690827 w 2219324"/>
              <a:gd name="connsiteY4" fmla="*/ 3179770 h 7931150"/>
              <a:gd name="connsiteX5" fmla="*/ 20024 w 2219324"/>
              <a:gd name="connsiteY5" fmla="*/ 3847621 h 7931150"/>
              <a:gd name="connsiteX6" fmla="*/ 20024 w 2219324"/>
              <a:gd name="connsiteY6" fmla="*/ 7921182 h 7931150"/>
              <a:gd name="connsiteX7" fmla="*/ 10012 w 2219324"/>
              <a:gd name="connsiteY7" fmla="*/ 7931150 h 7931150"/>
              <a:gd name="connsiteX8" fmla="*/ 0 w 2219324"/>
              <a:gd name="connsiteY8" fmla="*/ 7921182 h 7931150"/>
              <a:gd name="connsiteX9" fmla="*/ 0 w 2219324"/>
              <a:gd name="connsiteY9" fmla="*/ 3847621 h 7931150"/>
              <a:gd name="connsiteX10" fmla="*/ 690827 w 2219324"/>
              <a:gd name="connsiteY10" fmla="*/ 3159834 h 7931150"/>
              <a:gd name="connsiteX11" fmla="*/ 1528497 w 2219324"/>
              <a:gd name="connsiteY11" fmla="*/ 3159834 h 7931150"/>
              <a:gd name="connsiteX12" fmla="*/ 2199301 w 2219324"/>
              <a:gd name="connsiteY12" fmla="*/ 2491982 h 7931150"/>
              <a:gd name="connsiteX13" fmla="*/ 2199301 w 2219324"/>
              <a:gd name="connsiteY13" fmla="*/ 9968 h 7931150"/>
              <a:gd name="connsiteX14" fmla="*/ 2209313 w 2219324"/>
              <a:gd name="connsiteY14" fmla="*/ 0 h 79311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</a:cxnLst>
            <a:rect l="l" t="t" r="r" b="b"/>
            <a:pathLst>
              <a:path w="2219324" h="7931150">
                <a:moveTo>
                  <a:pt x="2209313" y="0"/>
                </a:moveTo>
                <a:cubicBezTo>
                  <a:pt x="2215987" y="0"/>
                  <a:pt x="2219324" y="3322"/>
                  <a:pt x="2219324" y="9968"/>
                </a:cubicBezTo>
                <a:cubicBezTo>
                  <a:pt x="2219324" y="2491982"/>
                  <a:pt x="2219324" y="2491982"/>
                  <a:pt x="2219324" y="2491982"/>
                </a:cubicBezTo>
                <a:cubicBezTo>
                  <a:pt x="2219324" y="2870764"/>
                  <a:pt x="1908953" y="3179770"/>
                  <a:pt x="1528497" y="3179770"/>
                </a:cubicBezTo>
                <a:cubicBezTo>
                  <a:pt x="690827" y="3179770"/>
                  <a:pt x="690827" y="3179770"/>
                  <a:pt x="690827" y="3179770"/>
                </a:cubicBezTo>
                <a:cubicBezTo>
                  <a:pt x="320383" y="3179770"/>
                  <a:pt x="20024" y="3478808"/>
                  <a:pt x="20024" y="3847621"/>
                </a:cubicBezTo>
                <a:cubicBezTo>
                  <a:pt x="20024" y="7921182"/>
                  <a:pt x="20024" y="7921182"/>
                  <a:pt x="20024" y="7921182"/>
                </a:cubicBezTo>
                <a:cubicBezTo>
                  <a:pt x="20024" y="7924504"/>
                  <a:pt x="16686" y="7931150"/>
                  <a:pt x="10012" y="7931150"/>
                </a:cubicBezTo>
                <a:cubicBezTo>
                  <a:pt x="3337" y="7931150"/>
                  <a:pt x="0" y="7924504"/>
                  <a:pt x="0" y="7921182"/>
                </a:cubicBezTo>
                <a:cubicBezTo>
                  <a:pt x="0" y="3847621"/>
                  <a:pt x="0" y="3847621"/>
                  <a:pt x="0" y="3847621"/>
                </a:cubicBezTo>
                <a:cubicBezTo>
                  <a:pt x="0" y="3468840"/>
                  <a:pt x="310371" y="3159834"/>
                  <a:pt x="690827" y="3159834"/>
                </a:cubicBezTo>
                <a:cubicBezTo>
                  <a:pt x="1528497" y="3159834"/>
                  <a:pt x="1528497" y="3159834"/>
                  <a:pt x="1528497" y="3159834"/>
                </a:cubicBezTo>
                <a:cubicBezTo>
                  <a:pt x="1898941" y="3159834"/>
                  <a:pt x="2199301" y="2860796"/>
                  <a:pt x="2199301" y="2491982"/>
                </a:cubicBezTo>
                <a:cubicBezTo>
                  <a:pt x="2199301" y="9968"/>
                  <a:pt x="2199301" y="9968"/>
                  <a:pt x="2199301" y="9968"/>
                </a:cubicBezTo>
                <a:cubicBezTo>
                  <a:pt x="2199301" y="3322"/>
                  <a:pt x="2202638" y="0"/>
                  <a:pt x="2209313" y="0"/>
                </a:cubicBezTo>
                <a:close/>
              </a:path>
            </a:pathLst>
          </a:custGeom>
          <a:solidFill>
            <a:schemeClr val="accent1"/>
          </a:solidFill>
        </p:spPr>
        <p:txBody>
          <a:bodyPr wrap="square">
            <a:noAutofit/>
          </a:bodyPr>
          <a:lstStyle>
            <a:lvl1pPr marL="0" indent="0">
              <a:buNone/>
              <a:defRPr sz="100">
                <a:solidFill>
                  <a:schemeClr val="tx1">
                    <a:alpha val="0"/>
                  </a:schemeClr>
                </a:solidFill>
              </a:defRPr>
            </a:lvl1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28" name="Tijdelijke aanduiding voor tekst 44">
            <a:extLst>
              <a:ext uri="{FF2B5EF4-FFF2-40B4-BE49-F238E27FC236}">
                <a16:creationId xmlns:a16="http://schemas.microsoft.com/office/drawing/2014/main" id="{2625E133-5B44-43E9-8CFC-FA46765B91E9}"/>
              </a:ext>
            </a:extLst>
          </p:cNvPr>
          <p:cNvSpPr>
            <a:spLocks noGrp="1"/>
          </p:cNvSpPr>
          <p:nvPr>
            <p:ph type="body" sz="quarter" idx="68"/>
          </p:nvPr>
        </p:nvSpPr>
        <p:spPr>
          <a:xfrm>
            <a:off x="10691963" y="5463172"/>
            <a:ext cx="899703" cy="394157"/>
          </a:xfrm>
          <a:blipFill>
            <a:blip r:embed="rId2" cstate="email">
              <a:duotone>
                <a:schemeClr val="accent1">
                  <a:shade val="45000"/>
                  <a:satMod val="135000"/>
                </a:schemeClr>
                <a:prstClr val="white"/>
              </a:duotone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>
              <a:fillRect l="2307" r="2307"/>
            </a:stretch>
          </a:blipFill>
        </p:spPr>
        <p:txBody>
          <a:bodyPr/>
          <a:lstStyle>
            <a:lvl1pPr marL="0" indent="0">
              <a:buNone/>
              <a:defRPr sz="100"/>
            </a:lvl1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26" name="Tijdelijke aanduiding voor dianummer 5">
            <a:extLst>
              <a:ext uri="{FF2B5EF4-FFF2-40B4-BE49-F238E27FC236}">
                <a16:creationId xmlns:a16="http://schemas.microsoft.com/office/drawing/2014/main" id="{E6A3CE52-E5F7-4B4F-85AC-CD549AB4D4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16362" y="6376061"/>
            <a:ext cx="392576" cy="216909"/>
          </a:xfrm>
        </p:spPr>
        <p:txBody>
          <a:bodyPr/>
          <a:lstStyle/>
          <a:p>
            <a:fld id="{7AD0FE45-509C-4BDF-9EDE-64426F8DF3D2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9033712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800">
        <p:fade/>
      </p:transition>
    </mc:Choice>
    <mc:Fallback xmlns="">
      <p:transition spd="slow">
        <p:fade/>
      </p:transition>
    </mc:Fallback>
  </mc:AlternateContent>
</p:sldLayout>
</file>

<file path=ppt/slideLayouts/slideLayout25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FSLUITI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Cover Logo">
            <a:extLst>
              <a:ext uri="{FF2B5EF4-FFF2-40B4-BE49-F238E27FC236}">
                <a16:creationId xmlns:a16="http://schemas.microsoft.com/office/drawing/2014/main" id="{BFE3F2DF-F973-4BC9-A966-72782954493A}"/>
              </a:ext>
            </a:extLst>
          </p:cNvPr>
          <p:cNvSpPr/>
          <p:nvPr userDrawn="1"/>
        </p:nvSpPr>
        <p:spPr>
          <a:xfrm>
            <a:off x="10464800" y="5725024"/>
            <a:ext cx="1727200" cy="106091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/>
          </a:p>
        </p:txBody>
      </p:sp>
      <p:sp>
        <p:nvSpPr>
          <p:cNvPr id="48" name="foto">
            <a:extLst>
              <a:ext uri="{FF2B5EF4-FFF2-40B4-BE49-F238E27FC236}">
                <a16:creationId xmlns:a16="http://schemas.microsoft.com/office/drawing/2014/main" id="{9FA4FBC7-DF59-4250-B300-46C73F538778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259064" y="261257"/>
            <a:ext cx="11670136" cy="6343604"/>
          </a:xfrm>
          <a:prstGeom prst="roundRect">
            <a:avLst>
              <a:gd name="adj" fmla="val 2210"/>
            </a:avLst>
          </a:prstGeom>
          <a:solidFill>
            <a:schemeClr val="bg1">
              <a:lumMod val="85000"/>
            </a:schemeClr>
          </a:solidFill>
        </p:spPr>
        <p:txBody>
          <a:bodyPr lIns="6480000" tIns="0" anchor="ctr" anchorCtr="0"/>
          <a:lstStyle>
            <a:lvl1pPr marL="0" indent="0" algn="l">
              <a:spcBef>
                <a:spcPts val="0"/>
              </a:spcBef>
              <a:spcAft>
                <a:spcPts val="0"/>
              </a:spcAft>
              <a:buNone/>
              <a:defRPr sz="1050" b="1" baseline="0"/>
            </a:lvl1pPr>
          </a:lstStyle>
          <a:p>
            <a:r>
              <a:rPr lang="nl-NL"/>
              <a:t>Klik op het pictogram hiernaast</a:t>
            </a:r>
            <a:br>
              <a:rPr lang="nl-NL"/>
            </a:br>
            <a:r>
              <a:rPr lang="nl-NL"/>
              <a:t>om een afbeelding in te voegen</a:t>
            </a:r>
          </a:p>
        </p:txBody>
      </p:sp>
      <p:grpSp>
        <p:nvGrpSpPr>
          <p:cNvPr id="11" name="GRID" hidden="1">
            <a:extLst>
              <a:ext uri="{FF2B5EF4-FFF2-40B4-BE49-F238E27FC236}">
                <a16:creationId xmlns:a16="http://schemas.microsoft.com/office/drawing/2014/main" id="{B2685EF9-3068-415F-B9ED-225316426223}"/>
              </a:ext>
            </a:extLst>
          </p:cNvPr>
          <p:cNvGrpSpPr/>
          <p:nvPr userDrawn="1"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14" name="Rechthoek 13">
              <a:extLst>
                <a:ext uri="{FF2B5EF4-FFF2-40B4-BE49-F238E27FC236}">
                  <a16:creationId xmlns:a16="http://schemas.microsoft.com/office/drawing/2014/main" id="{BDCA59AB-4ADA-46B6-9123-8D4DCD9CD56B}"/>
                </a:ext>
              </a:extLst>
            </p:cNvPr>
            <p:cNvSpPr/>
            <p:nvPr userDrawn="1"/>
          </p:nvSpPr>
          <p:spPr>
            <a:xfrm>
              <a:off x="0" y="0"/>
              <a:ext cx="12192000" cy="261256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15" name="Rechthoek 14">
              <a:extLst>
                <a:ext uri="{FF2B5EF4-FFF2-40B4-BE49-F238E27FC236}">
                  <a16:creationId xmlns:a16="http://schemas.microsoft.com/office/drawing/2014/main" id="{DB8D413C-4CA9-4404-93FC-29E5D7246E0F}"/>
                </a:ext>
              </a:extLst>
            </p:cNvPr>
            <p:cNvSpPr/>
            <p:nvPr userDrawn="1"/>
          </p:nvSpPr>
          <p:spPr>
            <a:xfrm>
              <a:off x="0" y="6596744"/>
              <a:ext cx="12192000" cy="261256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16" name="Rechthoek 15">
              <a:extLst>
                <a:ext uri="{FF2B5EF4-FFF2-40B4-BE49-F238E27FC236}">
                  <a16:creationId xmlns:a16="http://schemas.microsoft.com/office/drawing/2014/main" id="{83BCEF68-DD53-4A2F-B64F-76565655293E}"/>
                </a:ext>
              </a:extLst>
            </p:cNvPr>
            <p:cNvSpPr/>
            <p:nvPr userDrawn="1"/>
          </p:nvSpPr>
          <p:spPr>
            <a:xfrm>
              <a:off x="0" y="0"/>
              <a:ext cx="262800" cy="68580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17" name="Rechthoek 16">
              <a:extLst>
                <a:ext uri="{FF2B5EF4-FFF2-40B4-BE49-F238E27FC236}">
                  <a16:creationId xmlns:a16="http://schemas.microsoft.com/office/drawing/2014/main" id="{450183A5-53A5-4F6B-9678-058FE56731F3}"/>
                </a:ext>
              </a:extLst>
            </p:cNvPr>
            <p:cNvSpPr/>
            <p:nvPr userDrawn="1"/>
          </p:nvSpPr>
          <p:spPr>
            <a:xfrm>
              <a:off x="11929200" y="0"/>
              <a:ext cx="262800" cy="68580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18" name="Rechthoek 17">
              <a:extLst>
                <a:ext uri="{FF2B5EF4-FFF2-40B4-BE49-F238E27FC236}">
                  <a16:creationId xmlns:a16="http://schemas.microsoft.com/office/drawing/2014/main" id="{AA426062-2C36-4321-8992-B3E86D034500}"/>
                </a:ext>
              </a:extLst>
            </p:cNvPr>
            <p:cNvSpPr/>
            <p:nvPr userDrawn="1"/>
          </p:nvSpPr>
          <p:spPr>
            <a:xfrm>
              <a:off x="0" y="262512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19" name="Rechthoek 18">
              <a:extLst>
                <a:ext uri="{FF2B5EF4-FFF2-40B4-BE49-F238E27FC236}">
                  <a16:creationId xmlns:a16="http://schemas.microsoft.com/office/drawing/2014/main" id="{47E730E5-8A0C-434A-8E0D-683DD4073CCC}"/>
                </a:ext>
              </a:extLst>
            </p:cNvPr>
            <p:cNvSpPr/>
            <p:nvPr userDrawn="1"/>
          </p:nvSpPr>
          <p:spPr>
            <a:xfrm>
              <a:off x="259064" y="0"/>
              <a:ext cx="262800" cy="6858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20" name="Rechthoek 19">
              <a:extLst>
                <a:ext uri="{FF2B5EF4-FFF2-40B4-BE49-F238E27FC236}">
                  <a16:creationId xmlns:a16="http://schemas.microsoft.com/office/drawing/2014/main" id="{8F612C4F-9DCB-400A-9E73-A8B1A519C351}"/>
                </a:ext>
              </a:extLst>
            </p:cNvPr>
            <p:cNvSpPr/>
            <p:nvPr userDrawn="1"/>
          </p:nvSpPr>
          <p:spPr>
            <a:xfrm>
              <a:off x="11668087" y="0"/>
              <a:ext cx="262800" cy="6858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21" name="Rechthoek 20">
              <a:extLst>
                <a:ext uri="{FF2B5EF4-FFF2-40B4-BE49-F238E27FC236}">
                  <a16:creationId xmlns:a16="http://schemas.microsoft.com/office/drawing/2014/main" id="{9E202C06-6636-4C1D-90FA-AD215F67B955}"/>
                </a:ext>
              </a:extLst>
            </p:cNvPr>
            <p:cNvSpPr/>
            <p:nvPr userDrawn="1"/>
          </p:nvSpPr>
          <p:spPr>
            <a:xfrm>
              <a:off x="0" y="6337267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23" name="Rechthoek 22">
              <a:extLst>
                <a:ext uri="{FF2B5EF4-FFF2-40B4-BE49-F238E27FC236}">
                  <a16:creationId xmlns:a16="http://schemas.microsoft.com/office/drawing/2014/main" id="{3DB3D0D4-7D42-4D7D-8685-1E9FC523F053}"/>
                </a:ext>
              </a:extLst>
            </p:cNvPr>
            <p:cNvSpPr/>
            <p:nvPr userDrawn="1"/>
          </p:nvSpPr>
          <p:spPr>
            <a:xfrm>
              <a:off x="9491269" y="0"/>
              <a:ext cx="262800" cy="6858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24" name="Rechthoek 23">
              <a:extLst>
                <a:ext uri="{FF2B5EF4-FFF2-40B4-BE49-F238E27FC236}">
                  <a16:creationId xmlns:a16="http://schemas.microsoft.com/office/drawing/2014/main" id="{F03B15F9-32B4-4F44-B944-8279A7BCF7E8}"/>
                </a:ext>
              </a:extLst>
            </p:cNvPr>
            <p:cNvSpPr/>
            <p:nvPr userDrawn="1"/>
          </p:nvSpPr>
          <p:spPr>
            <a:xfrm>
              <a:off x="0" y="1132976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25" name="Rechthoek 24">
              <a:extLst>
                <a:ext uri="{FF2B5EF4-FFF2-40B4-BE49-F238E27FC236}">
                  <a16:creationId xmlns:a16="http://schemas.microsoft.com/office/drawing/2014/main" id="{35407207-177C-4EFF-B9AC-E7BBB9E12D8F}"/>
                </a:ext>
              </a:extLst>
            </p:cNvPr>
            <p:cNvSpPr/>
            <p:nvPr userDrawn="1"/>
          </p:nvSpPr>
          <p:spPr>
            <a:xfrm>
              <a:off x="0" y="5859033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</p:grpSp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0DA75972-73CC-4A0A-9567-F2B4412F0205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645707" y="7045418"/>
            <a:ext cx="3140325" cy="216909"/>
          </a:xfrm>
        </p:spPr>
        <p:txBody>
          <a:bodyPr/>
          <a:lstStyle/>
          <a:p>
            <a:fld id="{FC73CD82-1D46-4D68-A265-F825BBCF0C74}" type="datetime1">
              <a:rPr lang="nl-NL" smtClean="0"/>
              <a:t>01-04-2025</a:t>
            </a:fld>
            <a:endParaRPr lang="nl-NL"/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D07A43D8-7ED9-442E-BF69-FF8902703C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926910" y="7045418"/>
            <a:ext cx="6718797" cy="216909"/>
          </a:xfrm>
        </p:spPr>
        <p:txBody>
          <a:bodyPr/>
          <a:lstStyle/>
          <a:p>
            <a:r>
              <a:rPr lang="nl-NL"/>
              <a:t>&lt;Plaats hier je voettekst&gt;</a:t>
            </a:r>
          </a:p>
        </p:txBody>
      </p:sp>
      <p:sp>
        <p:nvSpPr>
          <p:cNvPr id="7" name="Tekstvak">
            <a:extLst>
              <a:ext uri="{FF2B5EF4-FFF2-40B4-BE49-F238E27FC236}">
                <a16:creationId xmlns:a16="http://schemas.microsoft.com/office/drawing/2014/main" id="{A6DE5EA5-27BD-42F3-BD1D-C1E35D802DEE}"/>
              </a:ext>
            </a:extLst>
          </p:cNvPr>
          <p:cNvSpPr txBox="1"/>
          <p:nvPr userDrawn="1"/>
        </p:nvSpPr>
        <p:spPr>
          <a:xfrm>
            <a:off x="5331301" y="-885712"/>
            <a:ext cx="1529431" cy="548182"/>
          </a:xfrm>
          <a:prstGeom prst="rect">
            <a:avLst/>
          </a:prstGeom>
          <a:solidFill>
            <a:schemeClr val="bg1"/>
          </a:solidFill>
        </p:spPr>
        <p:txBody>
          <a:bodyPr wrap="none" lIns="360000" tIns="180000" rIns="360000" bIns="180000" rtlCol="0">
            <a:spAutoFit/>
          </a:bodyPr>
          <a:lstStyle/>
          <a:p>
            <a:pPr algn="ctr"/>
            <a:r>
              <a:rPr lang="nl-NL" sz="1200" b="0" spc="50" baseline="0">
                <a:solidFill>
                  <a:srgbClr val="212121"/>
                </a:solidFill>
                <a:latin typeface="+mn-lt"/>
                <a:cs typeface="Calibri" panose="020F0502020204030204" pitchFamily="34" charset="0"/>
              </a:rPr>
              <a:t>AFSLUITING</a:t>
            </a:r>
          </a:p>
        </p:txBody>
      </p:sp>
      <p:sp>
        <p:nvSpPr>
          <p:cNvPr id="41" name="Tijdelijke aanduiding voor tekst 4">
            <a:extLst>
              <a:ext uri="{FF2B5EF4-FFF2-40B4-BE49-F238E27FC236}">
                <a16:creationId xmlns:a16="http://schemas.microsoft.com/office/drawing/2014/main" id="{97D94EDB-F9CC-42E2-BBE0-51B1FA517548}"/>
              </a:ext>
            </a:extLst>
          </p:cNvPr>
          <p:cNvSpPr>
            <a:spLocks noGrp="1"/>
          </p:cNvSpPr>
          <p:nvPr>
            <p:ph type="body" sz="quarter" idx="65"/>
          </p:nvPr>
        </p:nvSpPr>
        <p:spPr>
          <a:xfrm>
            <a:off x="870839" y="3264255"/>
            <a:ext cx="4347528" cy="2135167"/>
          </a:xfrm>
          <a:prstGeom prst="roundRect">
            <a:avLst>
              <a:gd name="adj" fmla="val 7360"/>
            </a:avLst>
          </a:prstGeom>
          <a:solidFill>
            <a:schemeClr val="accent1"/>
          </a:solidFill>
          <a:ln w="12700">
            <a:solidFill>
              <a:schemeClr val="accent1"/>
            </a:solidFill>
          </a:ln>
        </p:spPr>
        <p:txBody>
          <a:bodyPr lIns="612000" tIns="180000" rIns="180000" bIns="252000" anchor="ctr" anchorCtr="0"/>
          <a:lstStyle>
            <a:lvl1pPr marL="0" indent="0" algn="l">
              <a:lnSpc>
                <a:spcPct val="150000"/>
              </a:lnSpc>
              <a:buFont typeface="Arial" panose="020B0604020202020204" pitchFamily="34" charset="0"/>
              <a:buNone/>
              <a:defRPr sz="1600" b="1">
                <a:solidFill>
                  <a:schemeClr val="accent1"/>
                </a:solidFill>
              </a:defRPr>
            </a:lvl1pPr>
            <a:lvl2pPr marL="0" indent="0" algn="ctr">
              <a:buFont typeface="Arial" panose="020B0604020202020204" pitchFamily="34" charset="0"/>
              <a:buNone/>
              <a:defRPr>
                <a:solidFill>
                  <a:schemeClr val="bg1"/>
                </a:solidFill>
              </a:defRPr>
            </a:lvl2pPr>
            <a:lvl3pPr marL="0" indent="0" algn="ctr">
              <a:buFont typeface="Arial" panose="020B0604020202020204" pitchFamily="34" charset="0"/>
              <a:buNone/>
              <a:defRPr>
                <a:solidFill>
                  <a:schemeClr val="bg1"/>
                </a:solidFill>
              </a:defRPr>
            </a:lvl3pPr>
            <a:lvl4pPr marL="0" indent="0" algn="ctr">
              <a:buFont typeface="Arial" panose="020B0604020202020204" pitchFamily="34" charset="0"/>
              <a:buNone/>
              <a:defRPr>
                <a:solidFill>
                  <a:schemeClr val="bg1"/>
                </a:solidFill>
              </a:defRPr>
            </a:lvl4pPr>
            <a:lvl5pPr marL="0" indent="0" algn="ctr">
              <a:buFont typeface="Arial" panose="020B0604020202020204" pitchFamily="34" charset="0"/>
              <a:buNone/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2" name="Tijdelijke aanduiding voor tekst 41">
            <a:extLst>
              <a:ext uri="{FF2B5EF4-FFF2-40B4-BE49-F238E27FC236}">
                <a16:creationId xmlns:a16="http://schemas.microsoft.com/office/drawing/2014/main" id="{B9D02996-54AC-4166-B627-2F4362DC0176}"/>
              </a:ext>
            </a:extLst>
          </p:cNvPr>
          <p:cNvSpPr>
            <a:spLocks noGrp="1"/>
          </p:cNvSpPr>
          <p:nvPr>
            <p:ph type="body" sz="quarter" idx="67"/>
          </p:nvPr>
        </p:nvSpPr>
        <p:spPr>
          <a:xfrm>
            <a:off x="9754069" y="0"/>
            <a:ext cx="1919032" cy="6858000"/>
          </a:xfrm>
          <a:custGeom>
            <a:avLst/>
            <a:gdLst>
              <a:gd name="connsiteX0" fmla="*/ 2209313 w 2219324"/>
              <a:gd name="connsiteY0" fmla="*/ 0 h 7931150"/>
              <a:gd name="connsiteX1" fmla="*/ 2219324 w 2219324"/>
              <a:gd name="connsiteY1" fmla="*/ 9968 h 7931150"/>
              <a:gd name="connsiteX2" fmla="*/ 2219324 w 2219324"/>
              <a:gd name="connsiteY2" fmla="*/ 2491982 h 7931150"/>
              <a:gd name="connsiteX3" fmla="*/ 1528497 w 2219324"/>
              <a:gd name="connsiteY3" fmla="*/ 3179770 h 7931150"/>
              <a:gd name="connsiteX4" fmla="*/ 690827 w 2219324"/>
              <a:gd name="connsiteY4" fmla="*/ 3179770 h 7931150"/>
              <a:gd name="connsiteX5" fmla="*/ 20024 w 2219324"/>
              <a:gd name="connsiteY5" fmla="*/ 3847621 h 7931150"/>
              <a:gd name="connsiteX6" fmla="*/ 20024 w 2219324"/>
              <a:gd name="connsiteY6" fmla="*/ 7921182 h 7931150"/>
              <a:gd name="connsiteX7" fmla="*/ 10012 w 2219324"/>
              <a:gd name="connsiteY7" fmla="*/ 7931150 h 7931150"/>
              <a:gd name="connsiteX8" fmla="*/ 0 w 2219324"/>
              <a:gd name="connsiteY8" fmla="*/ 7921182 h 7931150"/>
              <a:gd name="connsiteX9" fmla="*/ 0 w 2219324"/>
              <a:gd name="connsiteY9" fmla="*/ 3847621 h 7931150"/>
              <a:gd name="connsiteX10" fmla="*/ 690827 w 2219324"/>
              <a:gd name="connsiteY10" fmla="*/ 3159834 h 7931150"/>
              <a:gd name="connsiteX11" fmla="*/ 1528497 w 2219324"/>
              <a:gd name="connsiteY11" fmla="*/ 3159834 h 7931150"/>
              <a:gd name="connsiteX12" fmla="*/ 2199301 w 2219324"/>
              <a:gd name="connsiteY12" fmla="*/ 2491982 h 7931150"/>
              <a:gd name="connsiteX13" fmla="*/ 2199301 w 2219324"/>
              <a:gd name="connsiteY13" fmla="*/ 9968 h 7931150"/>
              <a:gd name="connsiteX14" fmla="*/ 2209313 w 2219324"/>
              <a:gd name="connsiteY14" fmla="*/ 0 h 79311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</a:cxnLst>
            <a:rect l="l" t="t" r="r" b="b"/>
            <a:pathLst>
              <a:path w="2219324" h="7931150">
                <a:moveTo>
                  <a:pt x="2209313" y="0"/>
                </a:moveTo>
                <a:cubicBezTo>
                  <a:pt x="2215987" y="0"/>
                  <a:pt x="2219324" y="3322"/>
                  <a:pt x="2219324" y="9968"/>
                </a:cubicBezTo>
                <a:cubicBezTo>
                  <a:pt x="2219324" y="2491982"/>
                  <a:pt x="2219324" y="2491982"/>
                  <a:pt x="2219324" y="2491982"/>
                </a:cubicBezTo>
                <a:cubicBezTo>
                  <a:pt x="2219324" y="2870764"/>
                  <a:pt x="1908953" y="3179770"/>
                  <a:pt x="1528497" y="3179770"/>
                </a:cubicBezTo>
                <a:cubicBezTo>
                  <a:pt x="690827" y="3179770"/>
                  <a:pt x="690827" y="3179770"/>
                  <a:pt x="690827" y="3179770"/>
                </a:cubicBezTo>
                <a:cubicBezTo>
                  <a:pt x="320383" y="3179770"/>
                  <a:pt x="20024" y="3478808"/>
                  <a:pt x="20024" y="3847621"/>
                </a:cubicBezTo>
                <a:cubicBezTo>
                  <a:pt x="20024" y="7921182"/>
                  <a:pt x="20024" y="7921182"/>
                  <a:pt x="20024" y="7921182"/>
                </a:cubicBezTo>
                <a:cubicBezTo>
                  <a:pt x="20024" y="7924504"/>
                  <a:pt x="16686" y="7931150"/>
                  <a:pt x="10012" y="7931150"/>
                </a:cubicBezTo>
                <a:cubicBezTo>
                  <a:pt x="3337" y="7931150"/>
                  <a:pt x="0" y="7924504"/>
                  <a:pt x="0" y="7921182"/>
                </a:cubicBezTo>
                <a:cubicBezTo>
                  <a:pt x="0" y="3847621"/>
                  <a:pt x="0" y="3847621"/>
                  <a:pt x="0" y="3847621"/>
                </a:cubicBezTo>
                <a:cubicBezTo>
                  <a:pt x="0" y="3468840"/>
                  <a:pt x="310371" y="3159834"/>
                  <a:pt x="690827" y="3159834"/>
                </a:cubicBezTo>
                <a:cubicBezTo>
                  <a:pt x="1528497" y="3159834"/>
                  <a:pt x="1528497" y="3159834"/>
                  <a:pt x="1528497" y="3159834"/>
                </a:cubicBezTo>
                <a:cubicBezTo>
                  <a:pt x="1898941" y="3159834"/>
                  <a:pt x="2199301" y="2860796"/>
                  <a:pt x="2199301" y="2491982"/>
                </a:cubicBezTo>
                <a:cubicBezTo>
                  <a:pt x="2199301" y="9968"/>
                  <a:pt x="2199301" y="9968"/>
                  <a:pt x="2199301" y="9968"/>
                </a:cubicBezTo>
                <a:cubicBezTo>
                  <a:pt x="2199301" y="3322"/>
                  <a:pt x="2202638" y="0"/>
                  <a:pt x="2209313" y="0"/>
                </a:cubicBezTo>
                <a:close/>
              </a:path>
            </a:pathLst>
          </a:custGeom>
          <a:solidFill>
            <a:schemeClr val="accent1"/>
          </a:solidFill>
        </p:spPr>
        <p:txBody>
          <a:bodyPr wrap="square">
            <a:noAutofit/>
          </a:bodyPr>
          <a:lstStyle>
            <a:lvl1pPr marL="0" indent="0">
              <a:buNone/>
              <a:defRPr sz="100">
                <a:solidFill>
                  <a:schemeClr val="tx1">
                    <a:alpha val="0"/>
                  </a:schemeClr>
                </a:solidFill>
              </a:defRPr>
            </a:lvl1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7" name="logo">
            <a:extLst>
              <a:ext uri="{FF2B5EF4-FFF2-40B4-BE49-F238E27FC236}">
                <a16:creationId xmlns:a16="http://schemas.microsoft.com/office/drawing/2014/main" id="{D5F74550-17D3-4535-94BC-8922C0155B1C}"/>
              </a:ext>
            </a:extLst>
          </p:cNvPr>
          <p:cNvSpPr>
            <a:spLocks noGrp="1"/>
          </p:cNvSpPr>
          <p:nvPr>
            <p:ph type="body" sz="quarter" idx="64" hasCustomPrompt="1"/>
          </p:nvPr>
        </p:nvSpPr>
        <p:spPr>
          <a:xfrm>
            <a:off x="10691963" y="5852007"/>
            <a:ext cx="991742" cy="486603"/>
          </a:xfrm>
          <a:blipFill>
            <a:blip r:embed="rId2" cstate="email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>
              <a:fillRect l="1580" r="1580"/>
            </a:stretch>
          </a:blipFill>
        </p:spPr>
        <p:txBody>
          <a:bodyPr anchor="t"/>
          <a:lstStyle>
            <a:lvl1pPr marL="0" indent="0" algn="ctr">
              <a:lnSpc>
                <a:spcPct val="80000"/>
              </a:lnSpc>
              <a:buNone/>
              <a:defRPr sz="1600" b="0">
                <a:solidFill>
                  <a:schemeClr val="tx1"/>
                </a:solidFill>
                <a:effectLst/>
                <a:latin typeface="+mj-lt"/>
              </a:defRPr>
            </a:lvl1pPr>
          </a:lstStyle>
          <a:p>
            <a:pPr lvl="0"/>
            <a:r>
              <a:rPr lang="nl-NL"/>
              <a:t>  </a:t>
            </a:r>
          </a:p>
        </p:txBody>
      </p:sp>
      <p:sp>
        <p:nvSpPr>
          <p:cNvPr id="26" name="wolk">
            <a:extLst>
              <a:ext uri="{FF2B5EF4-FFF2-40B4-BE49-F238E27FC236}">
                <a16:creationId xmlns:a16="http://schemas.microsoft.com/office/drawing/2014/main" id="{2E9579D3-4F63-4CAB-810A-D59D90415FF1}"/>
              </a:ext>
            </a:extLst>
          </p:cNvPr>
          <p:cNvSpPr>
            <a:spLocks noGrp="1"/>
          </p:cNvSpPr>
          <p:nvPr>
            <p:ph type="body" sz="quarter" idx="61" hasCustomPrompt="1"/>
          </p:nvPr>
        </p:nvSpPr>
        <p:spPr>
          <a:xfrm>
            <a:off x="423435" y="524498"/>
            <a:ext cx="4875645" cy="2320893"/>
          </a:xfrm>
          <a:blipFill dpi="0" rotWithShape="1">
            <a:blip r:embed="rId3" cstate="email">
              <a:alphaModFix amt="90000"/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>
              <a:fillRect l="1580" r="1580"/>
            </a:stretch>
          </a:blipFill>
        </p:spPr>
        <p:txBody>
          <a:bodyPr wrap="square" lIns="900000" tIns="720000" rIns="288000" bIns="1800000" anchor="t"/>
          <a:lstStyle>
            <a:lvl1pPr marL="0" marR="0" indent="0" algn="l" defTabSz="914400" rtl="0" eaLnBrk="1" fontAlgn="auto" latinLnBrk="0" hangingPunct="1">
              <a:lnSpc>
                <a:spcPct val="80000"/>
              </a:lnSpc>
              <a:spcBef>
                <a:spcPts val="600"/>
              </a:spcBef>
              <a:spcAft>
                <a:spcPts val="6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  <a:defRPr sz="3400" b="1" cap="all" baseline="0">
                <a:solidFill>
                  <a:schemeClr val="tx1"/>
                </a:solidFill>
                <a:effectLst/>
                <a:latin typeface="+mj-lt"/>
              </a:defRPr>
            </a:lvl1pPr>
          </a:lstStyle>
          <a:p>
            <a:r>
              <a:rPr lang="nl-NL"/>
              <a:t>Plaats hier de afsluitingszin</a:t>
            </a:r>
          </a:p>
        </p:txBody>
      </p:sp>
      <p:sp>
        <p:nvSpPr>
          <p:cNvPr id="28" name="Tijdelijke aanduiding voor dianummer 5">
            <a:extLst>
              <a:ext uri="{FF2B5EF4-FFF2-40B4-BE49-F238E27FC236}">
                <a16:creationId xmlns:a16="http://schemas.microsoft.com/office/drawing/2014/main" id="{B715D031-E29A-40E5-9F78-94BB56E8BA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16362" y="6376061"/>
            <a:ext cx="392576" cy="216909"/>
          </a:xfrm>
        </p:spPr>
        <p:txBody>
          <a:bodyPr/>
          <a:lstStyle/>
          <a:p>
            <a:fld id="{7AD0FE45-509C-4BDF-9EDE-64426F8DF3D2}" type="slidenum">
              <a:rPr lang="nl-NL" smtClean="0"/>
              <a:t>‹#›</a:t>
            </a:fld>
            <a:endParaRPr lang="nl-NL"/>
          </a:p>
        </p:txBody>
      </p:sp>
      <p:sp>
        <p:nvSpPr>
          <p:cNvPr id="27" name="tekst">
            <a:extLst>
              <a:ext uri="{FF2B5EF4-FFF2-40B4-BE49-F238E27FC236}">
                <a16:creationId xmlns:a16="http://schemas.microsoft.com/office/drawing/2014/main" id="{48EC4A08-27AE-4FB4-BF24-48B8321D39D1}"/>
              </a:ext>
            </a:extLst>
          </p:cNvPr>
          <p:cNvSpPr>
            <a:spLocks noGrp="1"/>
          </p:cNvSpPr>
          <p:nvPr>
            <p:ph type="body" orient="vert" idx="1" hasCustomPrompt="1"/>
          </p:nvPr>
        </p:nvSpPr>
        <p:spPr>
          <a:xfrm>
            <a:off x="1571062" y="3443305"/>
            <a:ext cx="3200400" cy="261257"/>
          </a:xfrm>
        </p:spPr>
        <p:txBody>
          <a:bodyPr vert="horz" wrap="none" anchor="t"/>
          <a:lstStyle>
            <a:lvl1pPr marL="0" indent="0">
              <a:spcBef>
                <a:spcPts val="0"/>
              </a:spcBef>
              <a:spcAft>
                <a:spcPts val="0"/>
              </a:spcAft>
              <a:buFontTx/>
              <a:buNone/>
              <a:defRPr sz="1600" b="1">
                <a:solidFill>
                  <a:schemeClr val="bg1"/>
                </a:solidFill>
              </a:defRPr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  <a:lvl6pPr>
              <a:defRPr/>
            </a:lvl6pPr>
            <a:lvl7pPr>
              <a:defRPr/>
            </a:lvl7pPr>
            <a:lvl8pPr>
              <a:defRPr/>
            </a:lvl8pPr>
            <a:lvl9pPr>
              <a:defRPr/>
            </a:lvl9pPr>
          </a:lstStyle>
          <a:p>
            <a:pPr lvl="0"/>
            <a:r>
              <a:rPr lang="nl-NL" noProof="0"/>
              <a:t>Naam + achternaam</a:t>
            </a:r>
          </a:p>
          <a:p>
            <a:pPr lvl="0"/>
            <a:endParaRPr lang="nl-NL" noProof="0"/>
          </a:p>
        </p:txBody>
      </p:sp>
      <p:sp>
        <p:nvSpPr>
          <p:cNvPr id="31" name="tekst">
            <a:extLst>
              <a:ext uri="{FF2B5EF4-FFF2-40B4-BE49-F238E27FC236}">
                <a16:creationId xmlns:a16="http://schemas.microsoft.com/office/drawing/2014/main" id="{3DD2758F-58F6-46DA-B775-49E492EA5E31}"/>
              </a:ext>
            </a:extLst>
          </p:cNvPr>
          <p:cNvSpPr>
            <a:spLocks noGrp="1"/>
          </p:cNvSpPr>
          <p:nvPr>
            <p:ph type="body" orient="vert" idx="68" hasCustomPrompt="1"/>
          </p:nvPr>
        </p:nvSpPr>
        <p:spPr>
          <a:xfrm>
            <a:off x="1571062" y="3949026"/>
            <a:ext cx="3200400" cy="261257"/>
          </a:xfrm>
        </p:spPr>
        <p:txBody>
          <a:bodyPr vert="horz" wrap="none" anchor="t"/>
          <a:lstStyle>
            <a:lvl1pPr marL="0" indent="0">
              <a:buFontTx/>
              <a:buNone/>
              <a:defRPr sz="1600" b="1">
                <a:solidFill>
                  <a:schemeClr val="bg1"/>
                </a:solidFill>
              </a:defRPr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  <a:lvl6pPr>
              <a:defRPr/>
            </a:lvl6pPr>
            <a:lvl7pPr>
              <a:defRPr/>
            </a:lvl7pPr>
            <a:lvl8pPr>
              <a:defRPr/>
            </a:lvl8pPr>
            <a:lvl9pPr>
              <a:defRPr/>
            </a:lvl9pPr>
          </a:lstStyle>
          <a:p>
            <a:r>
              <a:rPr lang="nl-NL"/>
              <a:t>E-mail:</a:t>
            </a:r>
          </a:p>
        </p:txBody>
      </p:sp>
      <p:sp>
        <p:nvSpPr>
          <p:cNvPr id="32" name="tekst">
            <a:extLst>
              <a:ext uri="{FF2B5EF4-FFF2-40B4-BE49-F238E27FC236}">
                <a16:creationId xmlns:a16="http://schemas.microsoft.com/office/drawing/2014/main" id="{22BAB6AC-1F1A-4629-A2B9-2D3448E852CA}"/>
              </a:ext>
            </a:extLst>
          </p:cNvPr>
          <p:cNvSpPr>
            <a:spLocks noGrp="1"/>
          </p:cNvSpPr>
          <p:nvPr>
            <p:ph type="body" orient="vert" idx="69" hasCustomPrompt="1"/>
          </p:nvPr>
        </p:nvSpPr>
        <p:spPr>
          <a:xfrm>
            <a:off x="1571062" y="4454747"/>
            <a:ext cx="3200400" cy="261257"/>
          </a:xfrm>
        </p:spPr>
        <p:txBody>
          <a:bodyPr vert="horz" wrap="none" anchor="t"/>
          <a:lstStyle>
            <a:lvl1pPr marL="0" indent="0">
              <a:buFontTx/>
              <a:buNone/>
              <a:defRPr sz="1600" b="1">
                <a:solidFill>
                  <a:schemeClr val="bg1"/>
                </a:solidFill>
              </a:defRPr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  <a:lvl6pPr>
              <a:defRPr/>
            </a:lvl6pPr>
            <a:lvl7pPr>
              <a:defRPr/>
            </a:lvl7pPr>
            <a:lvl8pPr>
              <a:defRPr/>
            </a:lvl8pPr>
            <a:lvl9pPr>
              <a:defRPr/>
            </a:lvl9pPr>
          </a:lstStyle>
          <a:p>
            <a:pPr lvl="0"/>
            <a:r>
              <a:rPr lang="nl-NL" noProof="0"/>
              <a:t>Website:</a:t>
            </a:r>
          </a:p>
        </p:txBody>
      </p:sp>
      <p:sp>
        <p:nvSpPr>
          <p:cNvPr id="33" name="tekst">
            <a:extLst>
              <a:ext uri="{FF2B5EF4-FFF2-40B4-BE49-F238E27FC236}">
                <a16:creationId xmlns:a16="http://schemas.microsoft.com/office/drawing/2014/main" id="{7C6CD6BC-119A-49EB-9D8D-3794C25113CE}"/>
              </a:ext>
            </a:extLst>
          </p:cNvPr>
          <p:cNvSpPr>
            <a:spLocks noGrp="1"/>
          </p:cNvSpPr>
          <p:nvPr>
            <p:ph type="body" orient="vert" idx="70" hasCustomPrompt="1"/>
          </p:nvPr>
        </p:nvSpPr>
        <p:spPr>
          <a:xfrm>
            <a:off x="1571062" y="4960468"/>
            <a:ext cx="3200400" cy="261257"/>
          </a:xfrm>
        </p:spPr>
        <p:txBody>
          <a:bodyPr vert="horz" wrap="none" anchor="t"/>
          <a:lstStyle>
            <a:lvl1pPr marL="0" indent="0">
              <a:buFontTx/>
              <a:buNone/>
              <a:defRPr sz="1600" b="1">
                <a:solidFill>
                  <a:schemeClr val="bg1"/>
                </a:solidFill>
              </a:defRPr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  <a:lvl6pPr>
              <a:defRPr/>
            </a:lvl6pPr>
            <a:lvl7pPr>
              <a:defRPr/>
            </a:lvl7pPr>
            <a:lvl8pPr>
              <a:defRPr/>
            </a:lvl8pPr>
            <a:lvl9pPr>
              <a:defRPr/>
            </a:lvl9pPr>
          </a:lstStyle>
          <a:p>
            <a:r>
              <a:rPr lang="nl-NL" err="1"/>
              <a:t>Social</a:t>
            </a:r>
            <a:r>
              <a:rPr lang="nl-NL"/>
              <a:t> media:</a:t>
            </a:r>
          </a:p>
        </p:txBody>
      </p:sp>
      <p:sp>
        <p:nvSpPr>
          <p:cNvPr id="3" name="Tijdelijke aanduiding voor tekst 2">
            <a:extLst>
              <a:ext uri="{FF2B5EF4-FFF2-40B4-BE49-F238E27FC236}">
                <a16:creationId xmlns:a16="http://schemas.microsoft.com/office/drawing/2014/main" id="{69A87B61-A945-41B1-9F67-1FAE779BF38F}"/>
              </a:ext>
            </a:extLst>
          </p:cNvPr>
          <p:cNvSpPr>
            <a:spLocks noGrp="1"/>
          </p:cNvSpPr>
          <p:nvPr>
            <p:ph type="body" sz="quarter" idx="71" hasCustomPrompt="1"/>
          </p:nvPr>
        </p:nvSpPr>
        <p:spPr>
          <a:xfrm>
            <a:off x="883538" y="5681386"/>
            <a:ext cx="8439150" cy="596361"/>
          </a:xfrm>
        </p:spPr>
        <p:txBody>
          <a:bodyPr/>
          <a:lstStyle>
            <a:lvl1pPr marL="0" indent="0">
              <a:buFont typeface="Arial" panose="020B0604020202020204" pitchFamily="34" charset="0"/>
              <a:buNone/>
              <a:defRPr sz="40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nl-NL"/>
              <a:t>Samen aanjagen van vernieuwing</a:t>
            </a:r>
          </a:p>
        </p:txBody>
      </p:sp>
    </p:spTree>
    <p:extLst>
      <p:ext uri="{BB962C8B-B14F-4D97-AF65-F5344CB8AC3E}">
        <p14:creationId xmlns:p14="http://schemas.microsoft.com/office/powerpoint/2010/main" val="261142471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800">
        <p:fade/>
      </p:transition>
    </mc:Choice>
    <mc:Fallback xmlns="">
      <p:transition spd="slow">
        <p:fade/>
      </p:transition>
    </mc:Fallback>
  </mc:AlternateContent>
</p:sldLayout>
</file>

<file path=ppt/slideLayouts/slideLayout25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fsluiting (2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hthoek 5">
            <a:extLst>
              <a:ext uri="{FF2B5EF4-FFF2-40B4-BE49-F238E27FC236}">
                <a16:creationId xmlns:a16="http://schemas.microsoft.com/office/drawing/2014/main" id="{6A109DE8-DE3B-4ABF-AE26-4E37A56FDBF9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/>
          </a:p>
        </p:txBody>
      </p:sp>
      <p:sp>
        <p:nvSpPr>
          <p:cNvPr id="7" name="logo">
            <a:extLst>
              <a:ext uri="{FF2B5EF4-FFF2-40B4-BE49-F238E27FC236}">
                <a16:creationId xmlns:a16="http://schemas.microsoft.com/office/drawing/2014/main" id="{980E29EC-4D77-4FE5-9F34-F1B54C0C6410}"/>
              </a:ext>
            </a:extLst>
          </p:cNvPr>
          <p:cNvSpPr>
            <a:spLocks noGrp="1"/>
          </p:cNvSpPr>
          <p:nvPr>
            <p:ph type="body" sz="quarter" idx="64" hasCustomPrompt="1"/>
          </p:nvPr>
        </p:nvSpPr>
        <p:spPr>
          <a:xfrm>
            <a:off x="10691963" y="5852007"/>
            <a:ext cx="991742" cy="486603"/>
          </a:xfrm>
          <a:blipFill>
            <a:blip r:embed="rId2" cstate="email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>
              <a:fillRect l="1580" r="1580"/>
            </a:stretch>
          </a:blipFill>
        </p:spPr>
        <p:txBody>
          <a:bodyPr anchor="t"/>
          <a:lstStyle>
            <a:lvl1pPr marL="0" indent="0" algn="ctr">
              <a:lnSpc>
                <a:spcPct val="80000"/>
              </a:lnSpc>
              <a:buNone/>
              <a:defRPr sz="1600" b="0">
                <a:solidFill>
                  <a:schemeClr val="tx1"/>
                </a:solidFill>
                <a:effectLst/>
                <a:latin typeface="+mj-lt"/>
              </a:defRPr>
            </a:lvl1pPr>
          </a:lstStyle>
          <a:p>
            <a:pPr lvl="0"/>
            <a:r>
              <a:rPr lang="nl-NL"/>
              <a:t>  </a:t>
            </a:r>
          </a:p>
        </p:txBody>
      </p:sp>
      <p:sp>
        <p:nvSpPr>
          <p:cNvPr id="10" name="Tekstvak">
            <a:extLst>
              <a:ext uri="{FF2B5EF4-FFF2-40B4-BE49-F238E27FC236}">
                <a16:creationId xmlns:a16="http://schemas.microsoft.com/office/drawing/2014/main" id="{6992082D-EDB3-45DF-96CC-F7B5BC4AC3C2}"/>
              </a:ext>
            </a:extLst>
          </p:cNvPr>
          <p:cNvSpPr txBox="1"/>
          <p:nvPr userDrawn="1"/>
        </p:nvSpPr>
        <p:spPr>
          <a:xfrm>
            <a:off x="5331301" y="-885712"/>
            <a:ext cx="1529431" cy="548182"/>
          </a:xfrm>
          <a:prstGeom prst="rect">
            <a:avLst/>
          </a:prstGeom>
          <a:solidFill>
            <a:schemeClr val="bg1"/>
          </a:solidFill>
        </p:spPr>
        <p:txBody>
          <a:bodyPr wrap="none" lIns="360000" tIns="180000" rIns="360000" bIns="180000" rtlCol="0">
            <a:spAutoFit/>
          </a:bodyPr>
          <a:lstStyle/>
          <a:p>
            <a:pPr algn="ctr"/>
            <a:r>
              <a:rPr lang="nl-NL" sz="1200" b="0" spc="50" baseline="0">
                <a:solidFill>
                  <a:srgbClr val="212121"/>
                </a:solidFill>
                <a:latin typeface="+mn-lt"/>
                <a:cs typeface="Calibri" panose="020F0502020204030204" pitchFamily="34" charset="0"/>
              </a:rPr>
              <a:t>AFSLUITING</a:t>
            </a:r>
          </a:p>
        </p:txBody>
      </p:sp>
      <p:sp>
        <p:nvSpPr>
          <p:cNvPr id="8" name="Tijdelijke aanduiding voor tekst 41">
            <a:extLst>
              <a:ext uri="{FF2B5EF4-FFF2-40B4-BE49-F238E27FC236}">
                <a16:creationId xmlns:a16="http://schemas.microsoft.com/office/drawing/2014/main" id="{9F83E9FC-067F-4F18-B24E-EFC2BDBB5372}"/>
              </a:ext>
            </a:extLst>
          </p:cNvPr>
          <p:cNvSpPr>
            <a:spLocks noGrp="1"/>
          </p:cNvSpPr>
          <p:nvPr>
            <p:ph type="body" sz="quarter" idx="67"/>
          </p:nvPr>
        </p:nvSpPr>
        <p:spPr>
          <a:xfrm>
            <a:off x="9754069" y="0"/>
            <a:ext cx="1919032" cy="6858000"/>
          </a:xfrm>
          <a:custGeom>
            <a:avLst/>
            <a:gdLst>
              <a:gd name="connsiteX0" fmla="*/ 2209313 w 2219324"/>
              <a:gd name="connsiteY0" fmla="*/ 0 h 7931150"/>
              <a:gd name="connsiteX1" fmla="*/ 2219324 w 2219324"/>
              <a:gd name="connsiteY1" fmla="*/ 9968 h 7931150"/>
              <a:gd name="connsiteX2" fmla="*/ 2219324 w 2219324"/>
              <a:gd name="connsiteY2" fmla="*/ 2491982 h 7931150"/>
              <a:gd name="connsiteX3" fmla="*/ 1528497 w 2219324"/>
              <a:gd name="connsiteY3" fmla="*/ 3179770 h 7931150"/>
              <a:gd name="connsiteX4" fmla="*/ 690827 w 2219324"/>
              <a:gd name="connsiteY4" fmla="*/ 3179770 h 7931150"/>
              <a:gd name="connsiteX5" fmla="*/ 20024 w 2219324"/>
              <a:gd name="connsiteY5" fmla="*/ 3847621 h 7931150"/>
              <a:gd name="connsiteX6" fmla="*/ 20024 w 2219324"/>
              <a:gd name="connsiteY6" fmla="*/ 7921182 h 7931150"/>
              <a:gd name="connsiteX7" fmla="*/ 10012 w 2219324"/>
              <a:gd name="connsiteY7" fmla="*/ 7931150 h 7931150"/>
              <a:gd name="connsiteX8" fmla="*/ 0 w 2219324"/>
              <a:gd name="connsiteY8" fmla="*/ 7921182 h 7931150"/>
              <a:gd name="connsiteX9" fmla="*/ 0 w 2219324"/>
              <a:gd name="connsiteY9" fmla="*/ 3847621 h 7931150"/>
              <a:gd name="connsiteX10" fmla="*/ 690827 w 2219324"/>
              <a:gd name="connsiteY10" fmla="*/ 3159834 h 7931150"/>
              <a:gd name="connsiteX11" fmla="*/ 1528497 w 2219324"/>
              <a:gd name="connsiteY11" fmla="*/ 3159834 h 7931150"/>
              <a:gd name="connsiteX12" fmla="*/ 2199301 w 2219324"/>
              <a:gd name="connsiteY12" fmla="*/ 2491982 h 7931150"/>
              <a:gd name="connsiteX13" fmla="*/ 2199301 w 2219324"/>
              <a:gd name="connsiteY13" fmla="*/ 9968 h 7931150"/>
              <a:gd name="connsiteX14" fmla="*/ 2209313 w 2219324"/>
              <a:gd name="connsiteY14" fmla="*/ 0 h 79311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</a:cxnLst>
            <a:rect l="l" t="t" r="r" b="b"/>
            <a:pathLst>
              <a:path w="2219324" h="7931150">
                <a:moveTo>
                  <a:pt x="2209313" y="0"/>
                </a:moveTo>
                <a:cubicBezTo>
                  <a:pt x="2215987" y="0"/>
                  <a:pt x="2219324" y="3322"/>
                  <a:pt x="2219324" y="9968"/>
                </a:cubicBezTo>
                <a:cubicBezTo>
                  <a:pt x="2219324" y="2491982"/>
                  <a:pt x="2219324" y="2491982"/>
                  <a:pt x="2219324" y="2491982"/>
                </a:cubicBezTo>
                <a:cubicBezTo>
                  <a:pt x="2219324" y="2870764"/>
                  <a:pt x="1908953" y="3179770"/>
                  <a:pt x="1528497" y="3179770"/>
                </a:cubicBezTo>
                <a:cubicBezTo>
                  <a:pt x="690827" y="3179770"/>
                  <a:pt x="690827" y="3179770"/>
                  <a:pt x="690827" y="3179770"/>
                </a:cubicBezTo>
                <a:cubicBezTo>
                  <a:pt x="320383" y="3179770"/>
                  <a:pt x="20024" y="3478808"/>
                  <a:pt x="20024" y="3847621"/>
                </a:cubicBezTo>
                <a:cubicBezTo>
                  <a:pt x="20024" y="7921182"/>
                  <a:pt x="20024" y="7921182"/>
                  <a:pt x="20024" y="7921182"/>
                </a:cubicBezTo>
                <a:cubicBezTo>
                  <a:pt x="20024" y="7924504"/>
                  <a:pt x="16686" y="7931150"/>
                  <a:pt x="10012" y="7931150"/>
                </a:cubicBezTo>
                <a:cubicBezTo>
                  <a:pt x="3337" y="7931150"/>
                  <a:pt x="0" y="7924504"/>
                  <a:pt x="0" y="7921182"/>
                </a:cubicBezTo>
                <a:cubicBezTo>
                  <a:pt x="0" y="3847621"/>
                  <a:pt x="0" y="3847621"/>
                  <a:pt x="0" y="3847621"/>
                </a:cubicBezTo>
                <a:cubicBezTo>
                  <a:pt x="0" y="3468840"/>
                  <a:pt x="310371" y="3159834"/>
                  <a:pt x="690827" y="3159834"/>
                </a:cubicBezTo>
                <a:cubicBezTo>
                  <a:pt x="1528497" y="3159834"/>
                  <a:pt x="1528497" y="3159834"/>
                  <a:pt x="1528497" y="3159834"/>
                </a:cubicBezTo>
                <a:cubicBezTo>
                  <a:pt x="1898941" y="3159834"/>
                  <a:pt x="2199301" y="2860796"/>
                  <a:pt x="2199301" y="2491982"/>
                </a:cubicBezTo>
                <a:cubicBezTo>
                  <a:pt x="2199301" y="9968"/>
                  <a:pt x="2199301" y="9968"/>
                  <a:pt x="2199301" y="9968"/>
                </a:cubicBezTo>
                <a:cubicBezTo>
                  <a:pt x="2199301" y="3322"/>
                  <a:pt x="2202638" y="0"/>
                  <a:pt x="2209313" y="0"/>
                </a:cubicBezTo>
                <a:close/>
              </a:path>
            </a:pathLst>
          </a:custGeom>
          <a:solidFill>
            <a:schemeClr val="bg1"/>
          </a:solidFill>
        </p:spPr>
        <p:txBody>
          <a:bodyPr wrap="square">
            <a:noAutofit/>
          </a:bodyPr>
          <a:lstStyle>
            <a:lvl1pPr marL="0" indent="0">
              <a:buNone/>
              <a:defRPr sz="100">
                <a:solidFill>
                  <a:schemeClr val="tx1">
                    <a:alpha val="0"/>
                  </a:schemeClr>
                </a:solidFill>
              </a:defRPr>
            </a:lvl1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11" name="Tijdelijke aanduiding voor tekst 2">
            <a:extLst>
              <a:ext uri="{FF2B5EF4-FFF2-40B4-BE49-F238E27FC236}">
                <a16:creationId xmlns:a16="http://schemas.microsoft.com/office/drawing/2014/main" id="{44C80A36-B777-41EB-8184-7E721556A3DF}"/>
              </a:ext>
            </a:extLst>
          </p:cNvPr>
          <p:cNvSpPr>
            <a:spLocks noGrp="1"/>
          </p:cNvSpPr>
          <p:nvPr>
            <p:ph type="body" sz="quarter" idx="71" hasCustomPrompt="1"/>
          </p:nvPr>
        </p:nvSpPr>
        <p:spPr>
          <a:xfrm>
            <a:off x="883538" y="5681386"/>
            <a:ext cx="8439150" cy="596361"/>
          </a:xfrm>
        </p:spPr>
        <p:txBody>
          <a:bodyPr/>
          <a:lstStyle>
            <a:lvl1pPr marL="0" indent="0">
              <a:buFont typeface="Arial" panose="020B0604020202020204" pitchFamily="34" charset="0"/>
              <a:buNone/>
              <a:defRPr sz="40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nl-NL"/>
              <a:t>Samen aanjagen van vernieuwing</a:t>
            </a:r>
          </a:p>
        </p:txBody>
      </p:sp>
    </p:spTree>
    <p:extLst>
      <p:ext uri="{BB962C8B-B14F-4D97-AF65-F5344CB8AC3E}">
        <p14:creationId xmlns:p14="http://schemas.microsoft.com/office/powerpoint/2010/main" val="30887946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800">
        <p:fade/>
      </p:transition>
    </mc:Choice>
    <mc:Fallback xmlns="">
      <p:transition spd="slow">
        <p:fade/>
      </p:transition>
    </mc:Fallback>
  </mc:AlternateConten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6" Type="http://schemas.openxmlformats.org/officeDocument/2006/relationships/image" Target="../media/image3.png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image" Target="../media/image2.png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image" Target="../media/image1.png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20.xml"/><Relationship Id="rId13" Type="http://schemas.openxmlformats.org/officeDocument/2006/relationships/slideLayout" Target="../slideLayouts/slideLayout25.xml"/><Relationship Id="rId3" Type="http://schemas.openxmlformats.org/officeDocument/2006/relationships/slideLayout" Target="../slideLayouts/slideLayout15.xml"/><Relationship Id="rId7" Type="http://schemas.openxmlformats.org/officeDocument/2006/relationships/slideLayout" Target="../slideLayouts/slideLayout19.xml"/><Relationship Id="rId12" Type="http://schemas.openxmlformats.org/officeDocument/2006/relationships/slideLayout" Target="../slideLayouts/slideLayout24.xml"/><Relationship Id="rId2" Type="http://schemas.openxmlformats.org/officeDocument/2006/relationships/slideLayout" Target="../slideLayouts/slideLayout14.xml"/><Relationship Id="rId1" Type="http://schemas.openxmlformats.org/officeDocument/2006/relationships/slideLayout" Target="../slideLayouts/slideLayout13.xml"/><Relationship Id="rId6" Type="http://schemas.openxmlformats.org/officeDocument/2006/relationships/slideLayout" Target="../slideLayouts/slideLayout18.xml"/><Relationship Id="rId11" Type="http://schemas.openxmlformats.org/officeDocument/2006/relationships/slideLayout" Target="../slideLayouts/slideLayout23.xml"/><Relationship Id="rId5" Type="http://schemas.openxmlformats.org/officeDocument/2006/relationships/slideLayout" Target="../slideLayouts/slideLayout17.xml"/><Relationship Id="rId15" Type="http://schemas.openxmlformats.org/officeDocument/2006/relationships/image" Target="../media/image1.png"/><Relationship Id="rId10" Type="http://schemas.openxmlformats.org/officeDocument/2006/relationships/slideLayout" Target="../slideLayouts/slideLayout22.xml"/><Relationship Id="rId4" Type="http://schemas.openxmlformats.org/officeDocument/2006/relationships/slideLayout" Target="../slideLayouts/slideLayout16.xml"/><Relationship Id="rId9" Type="http://schemas.openxmlformats.org/officeDocument/2006/relationships/slideLayout" Target="../slideLayouts/slideLayout21.xml"/><Relationship Id="rId14" Type="http://schemas.openxmlformats.org/officeDocument/2006/relationships/theme" Target="../theme/theme2.xml"/></Relationships>
</file>

<file path=ppt/slideMasters/_rels/slideMaster3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33.xml"/><Relationship Id="rId13" Type="http://schemas.openxmlformats.org/officeDocument/2006/relationships/theme" Target="../theme/theme3.xml"/><Relationship Id="rId3" Type="http://schemas.openxmlformats.org/officeDocument/2006/relationships/slideLayout" Target="../slideLayouts/slideLayout28.xml"/><Relationship Id="rId7" Type="http://schemas.openxmlformats.org/officeDocument/2006/relationships/slideLayout" Target="../slideLayouts/slideLayout32.xml"/><Relationship Id="rId12" Type="http://schemas.openxmlformats.org/officeDocument/2006/relationships/slideLayout" Target="../slideLayouts/slideLayout37.xml"/><Relationship Id="rId2" Type="http://schemas.openxmlformats.org/officeDocument/2006/relationships/slideLayout" Target="../slideLayouts/slideLayout27.xml"/><Relationship Id="rId1" Type="http://schemas.openxmlformats.org/officeDocument/2006/relationships/slideLayout" Target="../slideLayouts/slideLayout26.xml"/><Relationship Id="rId6" Type="http://schemas.openxmlformats.org/officeDocument/2006/relationships/slideLayout" Target="../slideLayouts/slideLayout31.xml"/><Relationship Id="rId11" Type="http://schemas.openxmlformats.org/officeDocument/2006/relationships/slideLayout" Target="../slideLayouts/slideLayout36.xml"/><Relationship Id="rId5" Type="http://schemas.openxmlformats.org/officeDocument/2006/relationships/slideLayout" Target="../slideLayouts/slideLayout30.xml"/><Relationship Id="rId10" Type="http://schemas.openxmlformats.org/officeDocument/2006/relationships/slideLayout" Target="../slideLayouts/slideLayout35.xml"/><Relationship Id="rId4" Type="http://schemas.openxmlformats.org/officeDocument/2006/relationships/slideLayout" Target="../slideLayouts/slideLayout29.xml"/><Relationship Id="rId9" Type="http://schemas.openxmlformats.org/officeDocument/2006/relationships/slideLayout" Target="../slideLayouts/slideLayout34.xml"/><Relationship Id="rId14" Type="http://schemas.openxmlformats.org/officeDocument/2006/relationships/image" Target="../media/image1.png"/></Relationships>
</file>

<file path=ppt/slideMasters/_rels/slideMaster4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45.xml"/><Relationship Id="rId13" Type="http://schemas.openxmlformats.org/officeDocument/2006/relationships/theme" Target="../theme/theme4.xml"/><Relationship Id="rId3" Type="http://schemas.openxmlformats.org/officeDocument/2006/relationships/slideLayout" Target="../slideLayouts/slideLayout40.xml"/><Relationship Id="rId7" Type="http://schemas.openxmlformats.org/officeDocument/2006/relationships/slideLayout" Target="../slideLayouts/slideLayout44.xml"/><Relationship Id="rId12" Type="http://schemas.openxmlformats.org/officeDocument/2006/relationships/slideLayout" Target="../slideLayouts/slideLayout49.xml"/><Relationship Id="rId2" Type="http://schemas.openxmlformats.org/officeDocument/2006/relationships/slideLayout" Target="../slideLayouts/slideLayout39.xml"/><Relationship Id="rId1" Type="http://schemas.openxmlformats.org/officeDocument/2006/relationships/slideLayout" Target="../slideLayouts/slideLayout38.xml"/><Relationship Id="rId6" Type="http://schemas.openxmlformats.org/officeDocument/2006/relationships/slideLayout" Target="../slideLayouts/slideLayout43.xml"/><Relationship Id="rId11" Type="http://schemas.openxmlformats.org/officeDocument/2006/relationships/slideLayout" Target="../slideLayouts/slideLayout48.xml"/><Relationship Id="rId5" Type="http://schemas.openxmlformats.org/officeDocument/2006/relationships/slideLayout" Target="../slideLayouts/slideLayout42.xml"/><Relationship Id="rId15" Type="http://schemas.openxmlformats.org/officeDocument/2006/relationships/image" Target="../media/image3.png"/><Relationship Id="rId10" Type="http://schemas.openxmlformats.org/officeDocument/2006/relationships/slideLayout" Target="../slideLayouts/slideLayout47.xml"/><Relationship Id="rId4" Type="http://schemas.openxmlformats.org/officeDocument/2006/relationships/slideLayout" Target="../slideLayouts/slideLayout41.xml"/><Relationship Id="rId9" Type="http://schemas.openxmlformats.org/officeDocument/2006/relationships/slideLayout" Target="../slideLayouts/slideLayout46.xml"/><Relationship Id="rId14" Type="http://schemas.openxmlformats.org/officeDocument/2006/relationships/image" Target="../media/image1.png"/></Relationships>
</file>

<file path=ppt/slideMasters/_rels/slideMaster5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57.xml"/><Relationship Id="rId13" Type="http://schemas.openxmlformats.org/officeDocument/2006/relationships/theme" Target="../theme/theme5.xml"/><Relationship Id="rId3" Type="http://schemas.openxmlformats.org/officeDocument/2006/relationships/slideLayout" Target="../slideLayouts/slideLayout52.xml"/><Relationship Id="rId7" Type="http://schemas.openxmlformats.org/officeDocument/2006/relationships/slideLayout" Target="../slideLayouts/slideLayout56.xml"/><Relationship Id="rId12" Type="http://schemas.openxmlformats.org/officeDocument/2006/relationships/slideLayout" Target="../slideLayouts/slideLayout61.xml"/><Relationship Id="rId2" Type="http://schemas.openxmlformats.org/officeDocument/2006/relationships/slideLayout" Target="../slideLayouts/slideLayout51.xml"/><Relationship Id="rId1" Type="http://schemas.openxmlformats.org/officeDocument/2006/relationships/slideLayout" Target="../slideLayouts/slideLayout50.xml"/><Relationship Id="rId6" Type="http://schemas.openxmlformats.org/officeDocument/2006/relationships/slideLayout" Target="../slideLayouts/slideLayout55.xml"/><Relationship Id="rId11" Type="http://schemas.openxmlformats.org/officeDocument/2006/relationships/slideLayout" Target="../slideLayouts/slideLayout60.xml"/><Relationship Id="rId5" Type="http://schemas.openxmlformats.org/officeDocument/2006/relationships/slideLayout" Target="../slideLayouts/slideLayout54.xml"/><Relationship Id="rId15" Type="http://schemas.openxmlformats.org/officeDocument/2006/relationships/image" Target="../media/image4.png"/><Relationship Id="rId10" Type="http://schemas.openxmlformats.org/officeDocument/2006/relationships/slideLayout" Target="../slideLayouts/slideLayout59.xml"/><Relationship Id="rId4" Type="http://schemas.openxmlformats.org/officeDocument/2006/relationships/slideLayout" Target="../slideLayouts/slideLayout53.xml"/><Relationship Id="rId9" Type="http://schemas.openxmlformats.org/officeDocument/2006/relationships/slideLayout" Target="../slideLayouts/slideLayout58.xml"/><Relationship Id="rId14" Type="http://schemas.openxmlformats.org/officeDocument/2006/relationships/image" Target="../media/image1.png"/></Relationships>
</file>

<file path=ppt/slideMasters/_rels/slideMaster6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69.xml"/><Relationship Id="rId13" Type="http://schemas.openxmlformats.org/officeDocument/2006/relationships/theme" Target="../theme/theme6.xml"/><Relationship Id="rId3" Type="http://schemas.openxmlformats.org/officeDocument/2006/relationships/slideLayout" Target="../slideLayouts/slideLayout64.xml"/><Relationship Id="rId7" Type="http://schemas.openxmlformats.org/officeDocument/2006/relationships/slideLayout" Target="../slideLayouts/slideLayout68.xml"/><Relationship Id="rId12" Type="http://schemas.openxmlformats.org/officeDocument/2006/relationships/slideLayout" Target="../slideLayouts/slideLayout73.xml"/><Relationship Id="rId2" Type="http://schemas.openxmlformats.org/officeDocument/2006/relationships/slideLayout" Target="../slideLayouts/slideLayout63.xml"/><Relationship Id="rId1" Type="http://schemas.openxmlformats.org/officeDocument/2006/relationships/slideLayout" Target="../slideLayouts/slideLayout62.xml"/><Relationship Id="rId6" Type="http://schemas.openxmlformats.org/officeDocument/2006/relationships/slideLayout" Target="../slideLayouts/slideLayout67.xml"/><Relationship Id="rId11" Type="http://schemas.openxmlformats.org/officeDocument/2006/relationships/slideLayout" Target="../slideLayouts/slideLayout72.xml"/><Relationship Id="rId5" Type="http://schemas.openxmlformats.org/officeDocument/2006/relationships/slideLayout" Target="../slideLayouts/slideLayout66.xml"/><Relationship Id="rId10" Type="http://schemas.openxmlformats.org/officeDocument/2006/relationships/slideLayout" Target="../slideLayouts/slideLayout71.xml"/><Relationship Id="rId4" Type="http://schemas.openxmlformats.org/officeDocument/2006/relationships/slideLayout" Target="../slideLayouts/slideLayout65.xml"/><Relationship Id="rId9" Type="http://schemas.openxmlformats.org/officeDocument/2006/relationships/slideLayout" Target="../slideLayouts/slideLayout70.xml"/><Relationship Id="rId14" Type="http://schemas.openxmlformats.org/officeDocument/2006/relationships/image" Target="../media/image1.png"/></Relationships>
</file>

<file path=ppt/slideMasters/_rels/slideMaster7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1.xml"/><Relationship Id="rId13" Type="http://schemas.openxmlformats.org/officeDocument/2006/relationships/theme" Target="../theme/theme7.xml"/><Relationship Id="rId3" Type="http://schemas.openxmlformats.org/officeDocument/2006/relationships/slideLayout" Target="../slideLayouts/slideLayout76.xml"/><Relationship Id="rId7" Type="http://schemas.openxmlformats.org/officeDocument/2006/relationships/slideLayout" Target="../slideLayouts/slideLayout80.xml"/><Relationship Id="rId12" Type="http://schemas.openxmlformats.org/officeDocument/2006/relationships/slideLayout" Target="../slideLayouts/slideLayout85.xml"/><Relationship Id="rId2" Type="http://schemas.openxmlformats.org/officeDocument/2006/relationships/slideLayout" Target="../slideLayouts/slideLayout75.xml"/><Relationship Id="rId1" Type="http://schemas.openxmlformats.org/officeDocument/2006/relationships/slideLayout" Target="../slideLayouts/slideLayout74.xml"/><Relationship Id="rId6" Type="http://schemas.openxmlformats.org/officeDocument/2006/relationships/slideLayout" Target="../slideLayouts/slideLayout79.xml"/><Relationship Id="rId11" Type="http://schemas.openxmlformats.org/officeDocument/2006/relationships/slideLayout" Target="../slideLayouts/slideLayout84.xml"/><Relationship Id="rId5" Type="http://schemas.openxmlformats.org/officeDocument/2006/relationships/slideLayout" Target="../slideLayouts/slideLayout78.xml"/><Relationship Id="rId10" Type="http://schemas.openxmlformats.org/officeDocument/2006/relationships/slideLayout" Target="../slideLayouts/slideLayout83.xml"/><Relationship Id="rId4" Type="http://schemas.openxmlformats.org/officeDocument/2006/relationships/slideLayout" Target="../slideLayouts/slideLayout77.xml"/><Relationship Id="rId9" Type="http://schemas.openxmlformats.org/officeDocument/2006/relationships/slideLayout" Target="../slideLayouts/slideLayout82.xml"/><Relationship Id="rId14" Type="http://schemas.openxmlformats.org/officeDocument/2006/relationships/image" Target="../media/image1.png"/></Relationships>
</file>

<file path=ppt/slideMasters/_rels/slideMaster8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93.xml"/><Relationship Id="rId13" Type="http://schemas.openxmlformats.org/officeDocument/2006/relationships/theme" Target="../theme/theme8.xml"/><Relationship Id="rId3" Type="http://schemas.openxmlformats.org/officeDocument/2006/relationships/slideLayout" Target="../slideLayouts/slideLayout88.xml"/><Relationship Id="rId7" Type="http://schemas.openxmlformats.org/officeDocument/2006/relationships/slideLayout" Target="../slideLayouts/slideLayout92.xml"/><Relationship Id="rId12" Type="http://schemas.openxmlformats.org/officeDocument/2006/relationships/slideLayout" Target="../slideLayouts/slideLayout97.xml"/><Relationship Id="rId2" Type="http://schemas.openxmlformats.org/officeDocument/2006/relationships/slideLayout" Target="../slideLayouts/slideLayout87.xml"/><Relationship Id="rId1" Type="http://schemas.openxmlformats.org/officeDocument/2006/relationships/slideLayout" Target="../slideLayouts/slideLayout86.xml"/><Relationship Id="rId6" Type="http://schemas.openxmlformats.org/officeDocument/2006/relationships/slideLayout" Target="../slideLayouts/slideLayout91.xml"/><Relationship Id="rId11" Type="http://schemas.openxmlformats.org/officeDocument/2006/relationships/slideLayout" Target="../slideLayouts/slideLayout96.xml"/><Relationship Id="rId5" Type="http://schemas.openxmlformats.org/officeDocument/2006/relationships/slideLayout" Target="../slideLayouts/slideLayout90.xml"/><Relationship Id="rId10" Type="http://schemas.openxmlformats.org/officeDocument/2006/relationships/slideLayout" Target="../slideLayouts/slideLayout95.xml"/><Relationship Id="rId4" Type="http://schemas.openxmlformats.org/officeDocument/2006/relationships/slideLayout" Target="../slideLayouts/slideLayout89.xml"/><Relationship Id="rId9" Type="http://schemas.openxmlformats.org/officeDocument/2006/relationships/slideLayout" Target="../slideLayouts/slideLayout94.xml"/><Relationship Id="rId14" Type="http://schemas.openxmlformats.org/officeDocument/2006/relationships/image" Target="../media/image1.png"/></Relationships>
</file>

<file path=ppt/slideMasters/_rels/slideMaster9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05.xml"/><Relationship Id="rId13" Type="http://schemas.openxmlformats.org/officeDocument/2006/relationships/theme" Target="../theme/theme9.xml"/><Relationship Id="rId3" Type="http://schemas.openxmlformats.org/officeDocument/2006/relationships/slideLayout" Target="../slideLayouts/slideLayout100.xml"/><Relationship Id="rId7" Type="http://schemas.openxmlformats.org/officeDocument/2006/relationships/slideLayout" Target="../slideLayouts/slideLayout104.xml"/><Relationship Id="rId12" Type="http://schemas.openxmlformats.org/officeDocument/2006/relationships/slideLayout" Target="../slideLayouts/slideLayout109.xml"/><Relationship Id="rId2" Type="http://schemas.openxmlformats.org/officeDocument/2006/relationships/slideLayout" Target="../slideLayouts/slideLayout99.xml"/><Relationship Id="rId1" Type="http://schemas.openxmlformats.org/officeDocument/2006/relationships/slideLayout" Target="../slideLayouts/slideLayout98.xml"/><Relationship Id="rId6" Type="http://schemas.openxmlformats.org/officeDocument/2006/relationships/slideLayout" Target="../slideLayouts/slideLayout103.xml"/><Relationship Id="rId11" Type="http://schemas.openxmlformats.org/officeDocument/2006/relationships/slideLayout" Target="../slideLayouts/slideLayout108.xml"/><Relationship Id="rId5" Type="http://schemas.openxmlformats.org/officeDocument/2006/relationships/slideLayout" Target="../slideLayouts/slideLayout102.xml"/><Relationship Id="rId10" Type="http://schemas.openxmlformats.org/officeDocument/2006/relationships/slideLayout" Target="../slideLayouts/slideLayout107.xml"/><Relationship Id="rId4" Type="http://schemas.openxmlformats.org/officeDocument/2006/relationships/slideLayout" Target="../slideLayouts/slideLayout101.xml"/><Relationship Id="rId9" Type="http://schemas.openxmlformats.org/officeDocument/2006/relationships/slideLayout" Target="../slideLayouts/slideLayout106.xml"/><Relationship Id="rId14" Type="http://schemas.openxmlformats.org/officeDocument/2006/relationships/image" Target="../media/image1.png"/></Relationships>
</file>

<file path=ppt/slideMasters/_rels/slideMaster10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17.xml"/><Relationship Id="rId13" Type="http://schemas.openxmlformats.org/officeDocument/2006/relationships/theme" Target="../theme/theme10.xml"/><Relationship Id="rId3" Type="http://schemas.openxmlformats.org/officeDocument/2006/relationships/slideLayout" Target="../slideLayouts/slideLayout112.xml"/><Relationship Id="rId7" Type="http://schemas.openxmlformats.org/officeDocument/2006/relationships/slideLayout" Target="../slideLayouts/slideLayout116.xml"/><Relationship Id="rId12" Type="http://schemas.openxmlformats.org/officeDocument/2006/relationships/slideLayout" Target="../slideLayouts/slideLayout121.xml"/><Relationship Id="rId2" Type="http://schemas.openxmlformats.org/officeDocument/2006/relationships/slideLayout" Target="../slideLayouts/slideLayout111.xml"/><Relationship Id="rId1" Type="http://schemas.openxmlformats.org/officeDocument/2006/relationships/slideLayout" Target="../slideLayouts/slideLayout110.xml"/><Relationship Id="rId6" Type="http://schemas.openxmlformats.org/officeDocument/2006/relationships/slideLayout" Target="../slideLayouts/slideLayout115.xml"/><Relationship Id="rId11" Type="http://schemas.openxmlformats.org/officeDocument/2006/relationships/slideLayout" Target="../slideLayouts/slideLayout120.xml"/><Relationship Id="rId5" Type="http://schemas.openxmlformats.org/officeDocument/2006/relationships/slideLayout" Target="../slideLayouts/slideLayout114.xml"/><Relationship Id="rId10" Type="http://schemas.openxmlformats.org/officeDocument/2006/relationships/slideLayout" Target="../slideLayouts/slideLayout119.xml"/><Relationship Id="rId4" Type="http://schemas.openxmlformats.org/officeDocument/2006/relationships/slideLayout" Target="../slideLayouts/slideLayout113.xml"/><Relationship Id="rId9" Type="http://schemas.openxmlformats.org/officeDocument/2006/relationships/slideLayout" Target="../slideLayouts/slideLayout118.xml"/><Relationship Id="rId14" Type="http://schemas.openxmlformats.org/officeDocument/2006/relationships/image" Target="../media/image1.png"/></Relationships>
</file>

<file path=ppt/slideMasters/_rels/slideMaster1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29.xml"/><Relationship Id="rId13" Type="http://schemas.openxmlformats.org/officeDocument/2006/relationships/theme" Target="../theme/theme11.xml"/><Relationship Id="rId3" Type="http://schemas.openxmlformats.org/officeDocument/2006/relationships/slideLayout" Target="../slideLayouts/slideLayout124.xml"/><Relationship Id="rId7" Type="http://schemas.openxmlformats.org/officeDocument/2006/relationships/slideLayout" Target="../slideLayouts/slideLayout128.xml"/><Relationship Id="rId12" Type="http://schemas.openxmlformats.org/officeDocument/2006/relationships/slideLayout" Target="../slideLayouts/slideLayout133.xml"/><Relationship Id="rId2" Type="http://schemas.openxmlformats.org/officeDocument/2006/relationships/slideLayout" Target="../slideLayouts/slideLayout123.xml"/><Relationship Id="rId1" Type="http://schemas.openxmlformats.org/officeDocument/2006/relationships/slideLayout" Target="../slideLayouts/slideLayout122.xml"/><Relationship Id="rId6" Type="http://schemas.openxmlformats.org/officeDocument/2006/relationships/slideLayout" Target="../slideLayouts/slideLayout127.xml"/><Relationship Id="rId11" Type="http://schemas.openxmlformats.org/officeDocument/2006/relationships/slideLayout" Target="../slideLayouts/slideLayout132.xml"/><Relationship Id="rId5" Type="http://schemas.openxmlformats.org/officeDocument/2006/relationships/slideLayout" Target="../slideLayouts/slideLayout126.xml"/><Relationship Id="rId15" Type="http://schemas.openxmlformats.org/officeDocument/2006/relationships/image" Target="../media/image3.png"/><Relationship Id="rId10" Type="http://schemas.openxmlformats.org/officeDocument/2006/relationships/slideLayout" Target="../slideLayouts/slideLayout131.xml"/><Relationship Id="rId4" Type="http://schemas.openxmlformats.org/officeDocument/2006/relationships/slideLayout" Target="../slideLayouts/slideLayout125.xml"/><Relationship Id="rId9" Type="http://schemas.openxmlformats.org/officeDocument/2006/relationships/slideLayout" Target="../slideLayouts/slideLayout130.xml"/><Relationship Id="rId14" Type="http://schemas.openxmlformats.org/officeDocument/2006/relationships/image" Target="../media/image1.png"/></Relationships>
</file>

<file path=ppt/slideMasters/_rels/slideMaster1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41.xml"/><Relationship Id="rId13" Type="http://schemas.openxmlformats.org/officeDocument/2006/relationships/theme" Target="../theme/theme12.xml"/><Relationship Id="rId3" Type="http://schemas.openxmlformats.org/officeDocument/2006/relationships/slideLayout" Target="../slideLayouts/slideLayout136.xml"/><Relationship Id="rId7" Type="http://schemas.openxmlformats.org/officeDocument/2006/relationships/slideLayout" Target="../slideLayouts/slideLayout140.xml"/><Relationship Id="rId12" Type="http://schemas.openxmlformats.org/officeDocument/2006/relationships/slideLayout" Target="../slideLayouts/slideLayout145.xml"/><Relationship Id="rId2" Type="http://schemas.openxmlformats.org/officeDocument/2006/relationships/slideLayout" Target="../slideLayouts/slideLayout135.xml"/><Relationship Id="rId1" Type="http://schemas.openxmlformats.org/officeDocument/2006/relationships/slideLayout" Target="../slideLayouts/slideLayout134.xml"/><Relationship Id="rId6" Type="http://schemas.openxmlformats.org/officeDocument/2006/relationships/slideLayout" Target="../slideLayouts/slideLayout139.xml"/><Relationship Id="rId11" Type="http://schemas.openxmlformats.org/officeDocument/2006/relationships/slideLayout" Target="../slideLayouts/slideLayout144.xml"/><Relationship Id="rId5" Type="http://schemas.openxmlformats.org/officeDocument/2006/relationships/slideLayout" Target="../slideLayouts/slideLayout138.xml"/><Relationship Id="rId15" Type="http://schemas.openxmlformats.org/officeDocument/2006/relationships/image" Target="../media/image4.png"/><Relationship Id="rId10" Type="http://schemas.openxmlformats.org/officeDocument/2006/relationships/slideLayout" Target="../slideLayouts/slideLayout143.xml"/><Relationship Id="rId4" Type="http://schemas.openxmlformats.org/officeDocument/2006/relationships/slideLayout" Target="../slideLayouts/slideLayout137.xml"/><Relationship Id="rId9" Type="http://schemas.openxmlformats.org/officeDocument/2006/relationships/slideLayout" Target="../slideLayouts/slideLayout142.xml"/><Relationship Id="rId14" Type="http://schemas.openxmlformats.org/officeDocument/2006/relationships/image" Target="../media/image1.png"/></Relationships>
</file>

<file path=ppt/slideMasters/_rels/slideMaster13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53.xml"/><Relationship Id="rId13" Type="http://schemas.openxmlformats.org/officeDocument/2006/relationships/theme" Target="../theme/theme13.xml"/><Relationship Id="rId3" Type="http://schemas.openxmlformats.org/officeDocument/2006/relationships/slideLayout" Target="../slideLayouts/slideLayout148.xml"/><Relationship Id="rId7" Type="http://schemas.openxmlformats.org/officeDocument/2006/relationships/slideLayout" Target="../slideLayouts/slideLayout152.xml"/><Relationship Id="rId12" Type="http://schemas.openxmlformats.org/officeDocument/2006/relationships/slideLayout" Target="../slideLayouts/slideLayout157.xml"/><Relationship Id="rId2" Type="http://schemas.openxmlformats.org/officeDocument/2006/relationships/slideLayout" Target="../slideLayouts/slideLayout147.xml"/><Relationship Id="rId1" Type="http://schemas.openxmlformats.org/officeDocument/2006/relationships/slideLayout" Target="../slideLayouts/slideLayout146.xml"/><Relationship Id="rId6" Type="http://schemas.openxmlformats.org/officeDocument/2006/relationships/slideLayout" Target="../slideLayouts/slideLayout151.xml"/><Relationship Id="rId11" Type="http://schemas.openxmlformats.org/officeDocument/2006/relationships/slideLayout" Target="../slideLayouts/slideLayout156.xml"/><Relationship Id="rId5" Type="http://schemas.openxmlformats.org/officeDocument/2006/relationships/slideLayout" Target="../slideLayouts/slideLayout150.xml"/><Relationship Id="rId15" Type="http://schemas.openxmlformats.org/officeDocument/2006/relationships/image" Target="../media/image3.png"/><Relationship Id="rId10" Type="http://schemas.openxmlformats.org/officeDocument/2006/relationships/slideLayout" Target="../slideLayouts/slideLayout155.xml"/><Relationship Id="rId4" Type="http://schemas.openxmlformats.org/officeDocument/2006/relationships/slideLayout" Target="../slideLayouts/slideLayout149.xml"/><Relationship Id="rId9" Type="http://schemas.openxmlformats.org/officeDocument/2006/relationships/slideLayout" Target="../slideLayouts/slideLayout154.xml"/><Relationship Id="rId14" Type="http://schemas.openxmlformats.org/officeDocument/2006/relationships/image" Target="../media/image1.png"/></Relationships>
</file>

<file path=ppt/slideMasters/_rels/slideMaster14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65.xml"/><Relationship Id="rId13" Type="http://schemas.openxmlformats.org/officeDocument/2006/relationships/theme" Target="../theme/theme14.xml"/><Relationship Id="rId3" Type="http://schemas.openxmlformats.org/officeDocument/2006/relationships/slideLayout" Target="../slideLayouts/slideLayout160.xml"/><Relationship Id="rId7" Type="http://schemas.openxmlformats.org/officeDocument/2006/relationships/slideLayout" Target="../slideLayouts/slideLayout164.xml"/><Relationship Id="rId12" Type="http://schemas.openxmlformats.org/officeDocument/2006/relationships/slideLayout" Target="../slideLayouts/slideLayout169.xml"/><Relationship Id="rId2" Type="http://schemas.openxmlformats.org/officeDocument/2006/relationships/slideLayout" Target="../slideLayouts/slideLayout159.xml"/><Relationship Id="rId1" Type="http://schemas.openxmlformats.org/officeDocument/2006/relationships/slideLayout" Target="../slideLayouts/slideLayout158.xml"/><Relationship Id="rId6" Type="http://schemas.openxmlformats.org/officeDocument/2006/relationships/slideLayout" Target="../slideLayouts/slideLayout163.xml"/><Relationship Id="rId11" Type="http://schemas.openxmlformats.org/officeDocument/2006/relationships/slideLayout" Target="../slideLayouts/slideLayout168.xml"/><Relationship Id="rId5" Type="http://schemas.openxmlformats.org/officeDocument/2006/relationships/slideLayout" Target="../slideLayouts/slideLayout162.xml"/><Relationship Id="rId15" Type="http://schemas.openxmlformats.org/officeDocument/2006/relationships/image" Target="../media/image5.png"/><Relationship Id="rId10" Type="http://schemas.openxmlformats.org/officeDocument/2006/relationships/slideLayout" Target="../slideLayouts/slideLayout167.xml"/><Relationship Id="rId4" Type="http://schemas.openxmlformats.org/officeDocument/2006/relationships/slideLayout" Target="../slideLayouts/slideLayout161.xml"/><Relationship Id="rId9" Type="http://schemas.openxmlformats.org/officeDocument/2006/relationships/slideLayout" Target="../slideLayouts/slideLayout166.xml"/><Relationship Id="rId14" Type="http://schemas.openxmlformats.org/officeDocument/2006/relationships/image" Target="../media/image1.png"/></Relationships>
</file>

<file path=ppt/slideMasters/_rels/slideMaster15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77.xml"/><Relationship Id="rId13" Type="http://schemas.openxmlformats.org/officeDocument/2006/relationships/theme" Target="../theme/theme15.xml"/><Relationship Id="rId3" Type="http://schemas.openxmlformats.org/officeDocument/2006/relationships/slideLayout" Target="../slideLayouts/slideLayout172.xml"/><Relationship Id="rId7" Type="http://schemas.openxmlformats.org/officeDocument/2006/relationships/slideLayout" Target="../slideLayouts/slideLayout176.xml"/><Relationship Id="rId12" Type="http://schemas.openxmlformats.org/officeDocument/2006/relationships/slideLayout" Target="../slideLayouts/slideLayout181.xml"/><Relationship Id="rId2" Type="http://schemas.openxmlformats.org/officeDocument/2006/relationships/slideLayout" Target="../slideLayouts/slideLayout171.xml"/><Relationship Id="rId1" Type="http://schemas.openxmlformats.org/officeDocument/2006/relationships/slideLayout" Target="../slideLayouts/slideLayout170.xml"/><Relationship Id="rId6" Type="http://schemas.openxmlformats.org/officeDocument/2006/relationships/slideLayout" Target="../slideLayouts/slideLayout175.xml"/><Relationship Id="rId11" Type="http://schemas.openxmlformats.org/officeDocument/2006/relationships/slideLayout" Target="../slideLayouts/slideLayout180.xml"/><Relationship Id="rId5" Type="http://schemas.openxmlformats.org/officeDocument/2006/relationships/slideLayout" Target="../slideLayouts/slideLayout174.xml"/><Relationship Id="rId10" Type="http://schemas.openxmlformats.org/officeDocument/2006/relationships/slideLayout" Target="../slideLayouts/slideLayout179.xml"/><Relationship Id="rId4" Type="http://schemas.openxmlformats.org/officeDocument/2006/relationships/slideLayout" Target="../slideLayouts/slideLayout173.xml"/><Relationship Id="rId9" Type="http://schemas.openxmlformats.org/officeDocument/2006/relationships/slideLayout" Target="../slideLayouts/slideLayout178.xml"/><Relationship Id="rId14" Type="http://schemas.openxmlformats.org/officeDocument/2006/relationships/image" Target="../media/image1.png"/></Relationships>
</file>

<file path=ppt/slideMasters/_rels/slideMaster16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89.xml"/><Relationship Id="rId13" Type="http://schemas.openxmlformats.org/officeDocument/2006/relationships/theme" Target="../theme/theme16.xml"/><Relationship Id="rId3" Type="http://schemas.openxmlformats.org/officeDocument/2006/relationships/slideLayout" Target="../slideLayouts/slideLayout184.xml"/><Relationship Id="rId7" Type="http://schemas.openxmlformats.org/officeDocument/2006/relationships/slideLayout" Target="../slideLayouts/slideLayout188.xml"/><Relationship Id="rId12" Type="http://schemas.openxmlformats.org/officeDocument/2006/relationships/slideLayout" Target="../slideLayouts/slideLayout193.xml"/><Relationship Id="rId2" Type="http://schemas.openxmlformats.org/officeDocument/2006/relationships/slideLayout" Target="../slideLayouts/slideLayout183.xml"/><Relationship Id="rId1" Type="http://schemas.openxmlformats.org/officeDocument/2006/relationships/slideLayout" Target="../slideLayouts/slideLayout182.xml"/><Relationship Id="rId6" Type="http://schemas.openxmlformats.org/officeDocument/2006/relationships/slideLayout" Target="../slideLayouts/slideLayout187.xml"/><Relationship Id="rId11" Type="http://schemas.openxmlformats.org/officeDocument/2006/relationships/slideLayout" Target="../slideLayouts/slideLayout192.xml"/><Relationship Id="rId5" Type="http://schemas.openxmlformats.org/officeDocument/2006/relationships/slideLayout" Target="../slideLayouts/slideLayout186.xml"/><Relationship Id="rId10" Type="http://schemas.openxmlformats.org/officeDocument/2006/relationships/slideLayout" Target="../slideLayouts/slideLayout191.xml"/><Relationship Id="rId4" Type="http://schemas.openxmlformats.org/officeDocument/2006/relationships/slideLayout" Target="../slideLayouts/slideLayout185.xml"/><Relationship Id="rId9" Type="http://schemas.openxmlformats.org/officeDocument/2006/relationships/slideLayout" Target="../slideLayouts/slideLayout190.xml"/><Relationship Id="rId14" Type="http://schemas.openxmlformats.org/officeDocument/2006/relationships/image" Target="../media/image1.png"/></Relationships>
</file>

<file path=ppt/slideMasters/_rels/slideMaster17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201.xml"/><Relationship Id="rId13" Type="http://schemas.openxmlformats.org/officeDocument/2006/relationships/theme" Target="../theme/theme17.xml"/><Relationship Id="rId3" Type="http://schemas.openxmlformats.org/officeDocument/2006/relationships/slideLayout" Target="../slideLayouts/slideLayout196.xml"/><Relationship Id="rId7" Type="http://schemas.openxmlformats.org/officeDocument/2006/relationships/slideLayout" Target="../slideLayouts/slideLayout200.xml"/><Relationship Id="rId12" Type="http://schemas.openxmlformats.org/officeDocument/2006/relationships/slideLayout" Target="../slideLayouts/slideLayout205.xml"/><Relationship Id="rId2" Type="http://schemas.openxmlformats.org/officeDocument/2006/relationships/slideLayout" Target="../slideLayouts/slideLayout195.xml"/><Relationship Id="rId1" Type="http://schemas.openxmlformats.org/officeDocument/2006/relationships/slideLayout" Target="../slideLayouts/slideLayout194.xml"/><Relationship Id="rId6" Type="http://schemas.openxmlformats.org/officeDocument/2006/relationships/slideLayout" Target="../slideLayouts/slideLayout199.xml"/><Relationship Id="rId11" Type="http://schemas.openxmlformats.org/officeDocument/2006/relationships/slideLayout" Target="../slideLayouts/slideLayout204.xml"/><Relationship Id="rId5" Type="http://schemas.openxmlformats.org/officeDocument/2006/relationships/slideLayout" Target="../slideLayouts/slideLayout198.xml"/><Relationship Id="rId10" Type="http://schemas.openxmlformats.org/officeDocument/2006/relationships/slideLayout" Target="../slideLayouts/slideLayout203.xml"/><Relationship Id="rId4" Type="http://schemas.openxmlformats.org/officeDocument/2006/relationships/slideLayout" Target="../slideLayouts/slideLayout197.xml"/><Relationship Id="rId9" Type="http://schemas.openxmlformats.org/officeDocument/2006/relationships/slideLayout" Target="../slideLayouts/slideLayout202.xml"/><Relationship Id="rId14" Type="http://schemas.openxmlformats.org/officeDocument/2006/relationships/image" Target="../media/image1.png"/></Relationships>
</file>

<file path=ppt/slideMasters/_rels/slideMaster18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213.xml"/><Relationship Id="rId13" Type="http://schemas.openxmlformats.org/officeDocument/2006/relationships/theme" Target="../theme/theme18.xml"/><Relationship Id="rId3" Type="http://schemas.openxmlformats.org/officeDocument/2006/relationships/slideLayout" Target="../slideLayouts/slideLayout208.xml"/><Relationship Id="rId7" Type="http://schemas.openxmlformats.org/officeDocument/2006/relationships/slideLayout" Target="../slideLayouts/slideLayout212.xml"/><Relationship Id="rId12" Type="http://schemas.openxmlformats.org/officeDocument/2006/relationships/slideLayout" Target="../slideLayouts/slideLayout217.xml"/><Relationship Id="rId2" Type="http://schemas.openxmlformats.org/officeDocument/2006/relationships/slideLayout" Target="../slideLayouts/slideLayout207.xml"/><Relationship Id="rId16" Type="http://schemas.openxmlformats.org/officeDocument/2006/relationships/image" Target="../media/image2.png"/><Relationship Id="rId1" Type="http://schemas.openxmlformats.org/officeDocument/2006/relationships/slideLayout" Target="../slideLayouts/slideLayout206.xml"/><Relationship Id="rId6" Type="http://schemas.openxmlformats.org/officeDocument/2006/relationships/slideLayout" Target="../slideLayouts/slideLayout211.xml"/><Relationship Id="rId11" Type="http://schemas.openxmlformats.org/officeDocument/2006/relationships/slideLayout" Target="../slideLayouts/slideLayout216.xml"/><Relationship Id="rId5" Type="http://schemas.openxmlformats.org/officeDocument/2006/relationships/slideLayout" Target="../slideLayouts/slideLayout210.xml"/><Relationship Id="rId15" Type="http://schemas.openxmlformats.org/officeDocument/2006/relationships/image" Target="../media/image6.png"/><Relationship Id="rId10" Type="http://schemas.openxmlformats.org/officeDocument/2006/relationships/slideLayout" Target="../slideLayouts/slideLayout215.xml"/><Relationship Id="rId4" Type="http://schemas.openxmlformats.org/officeDocument/2006/relationships/slideLayout" Target="../slideLayouts/slideLayout209.xml"/><Relationship Id="rId9" Type="http://schemas.openxmlformats.org/officeDocument/2006/relationships/slideLayout" Target="../slideLayouts/slideLayout214.xml"/><Relationship Id="rId14" Type="http://schemas.openxmlformats.org/officeDocument/2006/relationships/image" Target="../media/image1.png"/></Relationships>
</file>

<file path=ppt/slideMasters/_rels/slideMaster19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225.xml"/><Relationship Id="rId13" Type="http://schemas.openxmlformats.org/officeDocument/2006/relationships/theme" Target="../theme/theme19.xml"/><Relationship Id="rId3" Type="http://schemas.openxmlformats.org/officeDocument/2006/relationships/slideLayout" Target="../slideLayouts/slideLayout220.xml"/><Relationship Id="rId7" Type="http://schemas.openxmlformats.org/officeDocument/2006/relationships/slideLayout" Target="../slideLayouts/slideLayout224.xml"/><Relationship Id="rId12" Type="http://schemas.openxmlformats.org/officeDocument/2006/relationships/slideLayout" Target="../slideLayouts/slideLayout229.xml"/><Relationship Id="rId2" Type="http://schemas.openxmlformats.org/officeDocument/2006/relationships/slideLayout" Target="../slideLayouts/slideLayout219.xml"/><Relationship Id="rId16" Type="http://schemas.openxmlformats.org/officeDocument/2006/relationships/image" Target="../media/image2.png"/><Relationship Id="rId1" Type="http://schemas.openxmlformats.org/officeDocument/2006/relationships/slideLayout" Target="../slideLayouts/slideLayout218.xml"/><Relationship Id="rId6" Type="http://schemas.openxmlformats.org/officeDocument/2006/relationships/slideLayout" Target="../slideLayouts/slideLayout223.xml"/><Relationship Id="rId11" Type="http://schemas.openxmlformats.org/officeDocument/2006/relationships/slideLayout" Target="../slideLayouts/slideLayout228.xml"/><Relationship Id="rId5" Type="http://schemas.openxmlformats.org/officeDocument/2006/relationships/slideLayout" Target="../slideLayouts/slideLayout222.xml"/><Relationship Id="rId15" Type="http://schemas.openxmlformats.org/officeDocument/2006/relationships/image" Target="../media/image5.png"/><Relationship Id="rId10" Type="http://schemas.openxmlformats.org/officeDocument/2006/relationships/slideLayout" Target="../slideLayouts/slideLayout227.xml"/><Relationship Id="rId4" Type="http://schemas.openxmlformats.org/officeDocument/2006/relationships/slideLayout" Target="../slideLayouts/slideLayout221.xml"/><Relationship Id="rId9" Type="http://schemas.openxmlformats.org/officeDocument/2006/relationships/slideLayout" Target="../slideLayouts/slideLayout226.xml"/><Relationship Id="rId14" Type="http://schemas.openxmlformats.org/officeDocument/2006/relationships/image" Target="../media/image1.png"/></Relationships>
</file>

<file path=ppt/slideMasters/_rels/slideMaster20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237.xml"/><Relationship Id="rId13" Type="http://schemas.openxmlformats.org/officeDocument/2006/relationships/theme" Target="../theme/theme20.xml"/><Relationship Id="rId3" Type="http://schemas.openxmlformats.org/officeDocument/2006/relationships/slideLayout" Target="../slideLayouts/slideLayout232.xml"/><Relationship Id="rId7" Type="http://schemas.openxmlformats.org/officeDocument/2006/relationships/slideLayout" Target="../slideLayouts/slideLayout236.xml"/><Relationship Id="rId12" Type="http://schemas.openxmlformats.org/officeDocument/2006/relationships/slideLayout" Target="../slideLayouts/slideLayout241.xml"/><Relationship Id="rId2" Type="http://schemas.openxmlformats.org/officeDocument/2006/relationships/slideLayout" Target="../slideLayouts/slideLayout231.xml"/><Relationship Id="rId1" Type="http://schemas.openxmlformats.org/officeDocument/2006/relationships/slideLayout" Target="../slideLayouts/slideLayout230.xml"/><Relationship Id="rId6" Type="http://schemas.openxmlformats.org/officeDocument/2006/relationships/slideLayout" Target="../slideLayouts/slideLayout235.xml"/><Relationship Id="rId11" Type="http://schemas.openxmlformats.org/officeDocument/2006/relationships/slideLayout" Target="../slideLayouts/slideLayout240.xml"/><Relationship Id="rId5" Type="http://schemas.openxmlformats.org/officeDocument/2006/relationships/slideLayout" Target="../slideLayouts/slideLayout234.xml"/><Relationship Id="rId15" Type="http://schemas.openxmlformats.org/officeDocument/2006/relationships/image" Target="../media/image5.png"/><Relationship Id="rId10" Type="http://schemas.openxmlformats.org/officeDocument/2006/relationships/slideLayout" Target="../slideLayouts/slideLayout239.xml"/><Relationship Id="rId4" Type="http://schemas.openxmlformats.org/officeDocument/2006/relationships/slideLayout" Target="../slideLayouts/slideLayout233.xml"/><Relationship Id="rId9" Type="http://schemas.openxmlformats.org/officeDocument/2006/relationships/slideLayout" Target="../slideLayouts/slideLayout238.xml"/><Relationship Id="rId14" Type="http://schemas.openxmlformats.org/officeDocument/2006/relationships/image" Target="../media/image1.png"/></Relationships>
</file>

<file path=ppt/slideMasters/_rels/slideMaster2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249.xml"/><Relationship Id="rId13" Type="http://schemas.openxmlformats.org/officeDocument/2006/relationships/slideLayout" Target="../slideLayouts/slideLayout254.xml"/><Relationship Id="rId18" Type="http://schemas.openxmlformats.org/officeDocument/2006/relationships/theme" Target="../theme/theme21.xml"/><Relationship Id="rId3" Type="http://schemas.openxmlformats.org/officeDocument/2006/relationships/slideLayout" Target="../slideLayouts/slideLayout244.xml"/><Relationship Id="rId21" Type="http://schemas.openxmlformats.org/officeDocument/2006/relationships/image" Target="../media/image9.png"/><Relationship Id="rId7" Type="http://schemas.openxmlformats.org/officeDocument/2006/relationships/slideLayout" Target="../slideLayouts/slideLayout248.xml"/><Relationship Id="rId12" Type="http://schemas.openxmlformats.org/officeDocument/2006/relationships/slideLayout" Target="../slideLayouts/slideLayout253.xml"/><Relationship Id="rId17" Type="http://schemas.openxmlformats.org/officeDocument/2006/relationships/slideLayout" Target="../slideLayouts/slideLayout258.xml"/><Relationship Id="rId25" Type="http://schemas.openxmlformats.org/officeDocument/2006/relationships/image" Target="../media/image13.png"/><Relationship Id="rId2" Type="http://schemas.openxmlformats.org/officeDocument/2006/relationships/slideLayout" Target="../slideLayouts/slideLayout243.xml"/><Relationship Id="rId16" Type="http://schemas.openxmlformats.org/officeDocument/2006/relationships/slideLayout" Target="../slideLayouts/slideLayout257.xml"/><Relationship Id="rId20" Type="http://schemas.openxmlformats.org/officeDocument/2006/relationships/image" Target="../media/image8.svg"/><Relationship Id="rId1" Type="http://schemas.openxmlformats.org/officeDocument/2006/relationships/slideLayout" Target="../slideLayouts/slideLayout242.xml"/><Relationship Id="rId6" Type="http://schemas.openxmlformats.org/officeDocument/2006/relationships/slideLayout" Target="../slideLayouts/slideLayout247.xml"/><Relationship Id="rId11" Type="http://schemas.openxmlformats.org/officeDocument/2006/relationships/slideLayout" Target="../slideLayouts/slideLayout252.xml"/><Relationship Id="rId24" Type="http://schemas.openxmlformats.org/officeDocument/2006/relationships/image" Target="../media/image12.png"/><Relationship Id="rId5" Type="http://schemas.openxmlformats.org/officeDocument/2006/relationships/slideLayout" Target="../slideLayouts/slideLayout246.xml"/><Relationship Id="rId15" Type="http://schemas.openxmlformats.org/officeDocument/2006/relationships/slideLayout" Target="../slideLayouts/slideLayout256.xml"/><Relationship Id="rId23" Type="http://schemas.openxmlformats.org/officeDocument/2006/relationships/image" Target="../media/image11.png"/><Relationship Id="rId10" Type="http://schemas.openxmlformats.org/officeDocument/2006/relationships/slideLayout" Target="../slideLayouts/slideLayout251.xml"/><Relationship Id="rId19" Type="http://schemas.openxmlformats.org/officeDocument/2006/relationships/image" Target="../media/image7.png"/><Relationship Id="rId4" Type="http://schemas.openxmlformats.org/officeDocument/2006/relationships/slideLayout" Target="../slideLayouts/slideLayout245.xml"/><Relationship Id="rId9" Type="http://schemas.openxmlformats.org/officeDocument/2006/relationships/slideLayout" Target="../slideLayouts/slideLayout250.xml"/><Relationship Id="rId14" Type="http://schemas.openxmlformats.org/officeDocument/2006/relationships/slideLayout" Target="../slideLayouts/slideLayout255.xml"/><Relationship Id="rId22" Type="http://schemas.openxmlformats.org/officeDocument/2006/relationships/image" Target="../media/image10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Google Shape;10;p1"/>
          <p:cNvPicPr/>
          <p:nvPr/>
        </p:nvPicPr>
        <p:blipFill>
          <a:blip r:embed="rId14"/>
          <a:stretch/>
        </p:blipFill>
        <p:spPr>
          <a:xfrm>
            <a:off x="10987200" y="6122160"/>
            <a:ext cx="951840" cy="482040"/>
          </a:xfrm>
          <a:prstGeom prst="rect">
            <a:avLst/>
          </a:prstGeom>
          <a:ln w="0">
            <a:noFill/>
          </a:ln>
        </p:spPr>
      </p:pic>
      <p:sp>
        <p:nvSpPr>
          <p:cNvPr id="10" name="Google Shape;17;p2"/>
          <p:cNvSpPr/>
          <p:nvPr/>
        </p:nvSpPr>
        <p:spPr>
          <a:xfrm>
            <a:off x="10325160" y="5688360"/>
            <a:ext cx="1866600" cy="1169280"/>
          </a:xfrm>
          <a:prstGeom prst="rect">
            <a:avLst/>
          </a:prstGeom>
          <a:solidFill>
            <a:schemeClr val="lt1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</p:sp>
      <p:sp>
        <p:nvSpPr>
          <p:cNvPr id="2" name="PlaceHolder 1"/>
          <p:cNvSpPr>
            <a:spLocks noGrp="1"/>
          </p:cNvSpPr>
          <p:nvPr>
            <p:ph type="body"/>
          </p:nvPr>
        </p:nvSpPr>
        <p:spPr>
          <a:xfrm>
            <a:off x="259200" y="261360"/>
            <a:ext cx="11669760" cy="6343200"/>
          </a:xfrm>
          <a:prstGeom prst="rect">
            <a:avLst/>
          </a:prstGeom>
          <a:solidFill>
            <a:srgbClr val="D8D8D8"/>
          </a:solidFill>
          <a:ln w="0">
            <a:noFill/>
          </a:ln>
        </p:spPr>
        <p:txBody>
          <a:bodyPr lIns="90000" tIns="45000" rIns="90000" bIns="45000" anchor="t">
            <a:norm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Seventh Outline Level</a:t>
            </a:r>
          </a:p>
        </p:txBody>
      </p:sp>
      <p:sp>
        <p:nvSpPr>
          <p:cNvPr id="3" name="Google Shape;19;p2"/>
          <p:cNvSpPr/>
          <p:nvPr/>
        </p:nvSpPr>
        <p:spPr>
          <a:xfrm>
            <a:off x="5343840" y="-885600"/>
            <a:ext cx="1504080" cy="365760"/>
          </a:xfrm>
          <a:prstGeom prst="rect">
            <a:avLst/>
          </a:prstGeom>
          <a:solidFill>
            <a:schemeClr val="lt1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0000" tIns="183600" rIns="360000" bIns="183600" anchor="t">
            <a:spAutoFit/>
          </a:bodyPr>
          <a:lstStyle/>
          <a:p>
            <a:pPr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GB" sz="1200" b="0" strike="noStrike" spc="-1">
                <a:solidFill>
                  <a:srgbClr val="212121"/>
                </a:solidFill>
                <a:latin typeface="Calibri"/>
                <a:ea typeface="Calibri"/>
              </a:rPr>
              <a:t>TITLE SLIDE</a:t>
            </a:r>
            <a:endParaRPr lang="en-US" sz="1200" b="0" strike="noStrike" spc="-1">
              <a:latin typeface="Arial"/>
            </a:endParaRPr>
          </a:p>
        </p:txBody>
      </p:sp>
      <p:sp>
        <p:nvSpPr>
          <p:cNvPr id="4" name="PlaceHolder 2"/>
          <p:cNvSpPr>
            <a:spLocks noGrp="1"/>
          </p:cNvSpPr>
          <p:nvPr>
            <p:ph type="body"/>
          </p:nvPr>
        </p:nvSpPr>
        <p:spPr>
          <a:xfrm>
            <a:off x="423360" y="524520"/>
            <a:ext cx="5556240" cy="2644920"/>
          </a:xfrm>
          <a:prstGeom prst="rect">
            <a:avLst/>
          </a:prstGeom>
          <a:blipFill rotWithShape="0">
            <a:blip r:embed="rId15">
              <a:alphaModFix amt="90000"/>
            </a:blip>
            <a:stretch/>
          </a:blipFill>
          <a:ln w="0">
            <a:noFill/>
          </a:ln>
        </p:spPr>
        <p:txBody>
          <a:bodyPr lIns="900000" tIns="720000" rIns="288000" bIns="1800000" anchor="t">
            <a:no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400" b="0" strike="noStrike" spc="-1">
                <a:solidFill>
                  <a:srgbClr val="000000"/>
                </a:solidFill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3400" b="0" strike="noStrike" spc="-1">
                <a:solidFill>
                  <a:srgbClr val="000000"/>
                </a:solidFill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400" b="0" strike="noStrike" spc="-1">
                <a:solidFill>
                  <a:srgbClr val="000000"/>
                </a:solidFill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3400" b="0" strike="noStrike" spc="-1">
                <a:solidFill>
                  <a:srgbClr val="000000"/>
                </a:solidFill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400" b="0" strike="noStrike" spc="-1">
                <a:solidFill>
                  <a:srgbClr val="000000"/>
                </a:solidFill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400" b="0" strike="noStrike" spc="-1">
                <a:solidFill>
                  <a:srgbClr val="000000"/>
                </a:solidFill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400" b="0" strike="noStrike" spc="-1">
                <a:solidFill>
                  <a:srgbClr val="000000"/>
                </a:solidFill>
                <a:latin typeface="Arial"/>
              </a:rPr>
              <a:t>Seventh Outline Level</a:t>
            </a:r>
          </a:p>
        </p:txBody>
      </p:sp>
      <p:sp>
        <p:nvSpPr>
          <p:cNvPr id="5" name="PlaceHolder 3"/>
          <p:cNvSpPr>
            <a:spLocks noGrp="1"/>
          </p:cNvSpPr>
          <p:nvPr>
            <p:ph type="body"/>
          </p:nvPr>
        </p:nvSpPr>
        <p:spPr>
          <a:xfrm>
            <a:off x="1013040" y="2183760"/>
            <a:ext cx="4875120" cy="973800"/>
          </a:xfrm>
          <a:prstGeom prst="rect">
            <a:avLst/>
          </a:prstGeom>
          <a:noFill/>
          <a:ln w="0">
            <a:noFill/>
          </a:ln>
        </p:spPr>
        <p:txBody>
          <a:bodyPr lIns="324000" tIns="0" rIns="252000" bIns="0" anchor="t">
            <a:no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Seventh Outline Level</a:t>
            </a:r>
          </a:p>
        </p:txBody>
      </p:sp>
      <p:sp>
        <p:nvSpPr>
          <p:cNvPr id="6" name="PlaceHolder 4"/>
          <p:cNvSpPr>
            <a:spLocks noGrp="1"/>
          </p:cNvSpPr>
          <p:nvPr>
            <p:ph type="body"/>
          </p:nvPr>
        </p:nvSpPr>
        <p:spPr>
          <a:xfrm>
            <a:off x="10692000" y="5852160"/>
            <a:ext cx="991440" cy="486360"/>
          </a:xfrm>
          <a:prstGeom prst="rect">
            <a:avLst/>
          </a:prstGeom>
          <a:blipFill rotWithShape="0">
            <a:blip r:embed="rId16"/>
            <a:stretch/>
          </a:blip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Seventh Outline Level</a:t>
            </a:r>
          </a:p>
        </p:txBody>
      </p:sp>
      <p:sp>
        <p:nvSpPr>
          <p:cNvPr id="7" name="PlaceHolder 5"/>
          <p:cNvSpPr>
            <a:spLocks noGrp="1"/>
          </p:cNvSpPr>
          <p:nvPr>
            <p:ph type="body"/>
          </p:nvPr>
        </p:nvSpPr>
        <p:spPr>
          <a:xfrm>
            <a:off x="9754200" y="0"/>
            <a:ext cx="1918800" cy="6857640"/>
          </a:xfrm>
          <a:prstGeom prst="rect">
            <a:avLst/>
          </a:prstGeom>
          <a:solidFill>
            <a:srgbClr val="EA7600"/>
          </a:solid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00" b="0" strike="noStrike" spc="-1">
                <a:solidFill>
                  <a:srgbClr val="000000"/>
                </a:solidFill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00" b="0" strike="noStrike" spc="-1">
                <a:solidFill>
                  <a:srgbClr val="000000"/>
                </a:solidFill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00" b="0" strike="noStrike" spc="-1">
                <a:solidFill>
                  <a:srgbClr val="000000"/>
                </a:solidFill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00" b="0" strike="noStrike" spc="-1">
                <a:solidFill>
                  <a:srgbClr val="000000"/>
                </a:solidFill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00" b="0" strike="noStrike" spc="-1">
                <a:solidFill>
                  <a:srgbClr val="000000"/>
                </a:solidFill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00" b="0" strike="noStrike" spc="-1">
                <a:solidFill>
                  <a:srgbClr val="000000"/>
                </a:solidFill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00" b="0" strike="noStrike" spc="-1">
                <a:solidFill>
                  <a:srgbClr val="000000"/>
                </a:solidFill>
                <a:latin typeface="Arial"/>
              </a:rPr>
              <a:t>Seventh Outline Level</a:t>
            </a:r>
          </a:p>
        </p:txBody>
      </p:sp>
      <p:sp>
        <p:nvSpPr>
          <p:cNvPr id="8" name="PlaceHolder 6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r>
              <a:rPr lang="en-US" sz="1400" b="0" strike="noStrike" spc="-1">
                <a:solidFill>
                  <a:srgbClr val="000000"/>
                </a:solidFill>
                <a:latin typeface="Arial"/>
              </a:rPr>
              <a:t>Click to edit the title text format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nl-NL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5" name="Google Shape;10;p1"/>
          <p:cNvPicPr/>
          <p:nvPr/>
        </p:nvPicPr>
        <p:blipFill>
          <a:blip r:embed="rId15"/>
          <a:stretch/>
        </p:blipFill>
        <p:spPr>
          <a:xfrm>
            <a:off x="10987200" y="6122160"/>
            <a:ext cx="951840" cy="482040"/>
          </a:xfrm>
          <a:prstGeom prst="rect">
            <a:avLst/>
          </a:prstGeom>
          <a:ln w="0">
            <a:noFill/>
          </a:ln>
        </p:spPr>
      </p:pic>
      <p:sp>
        <p:nvSpPr>
          <p:cNvPr id="46" name="Google Shape;33;p4"/>
          <p:cNvSpPr/>
          <p:nvPr/>
        </p:nvSpPr>
        <p:spPr>
          <a:xfrm>
            <a:off x="-2520" y="6786000"/>
            <a:ext cx="12191760" cy="76680"/>
          </a:xfrm>
          <a:prstGeom prst="rect">
            <a:avLst/>
          </a:prstGeom>
          <a:solidFill>
            <a:schemeClr val="accent1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</p:sp>
      <p:sp>
        <p:nvSpPr>
          <p:cNvPr id="47" name="PlaceHolder 1"/>
          <p:cNvSpPr>
            <a:spLocks noGrp="1"/>
          </p:cNvSpPr>
          <p:nvPr>
            <p:ph type="dt" idx="1"/>
          </p:nvPr>
        </p:nvSpPr>
        <p:spPr>
          <a:xfrm>
            <a:off x="7645680" y="7045560"/>
            <a:ext cx="3139920" cy="216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>
              <a:defRPr lang="en-US" sz="1400" b="0" strike="noStrike" spc="-1">
                <a:latin typeface="Times New Roman"/>
              </a:defRPr>
            </a:lvl1pPr>
          </a:lstStyle>
          <a:p>
            <a:r>
              <a:rPr lang="en-US" sz="1400" b="0" strike="noStrike" spc="-1">
                <a:latin typeface="Times New Roman"/>
              </a:rPr>
              <a:t>&lt;date/time&gt;</a:t>
            </a:r>
          </a:p>
        </p:txBody>
      </p:sp>
      <p:sp>
        <p:nvSpPr>
          <p:cNvPr id="48" name="PlaceHolder 2"/>
          <p:cNvSpPr>
            <a:spLocks noGrp="1"/>
          </p:cNvSpPr>
          <p:nvPr>
            <p:ph type="ftr" idx="2"/>
          </p:nvPr>
        </p:nvSpPr>
        <p:spPr>
          <a:xfrm>
            <a:off x="927000" y="7045560"/>
            <a:ext cx="6718320" cy="216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algn="ctr">
              <a:buNone/>
              <a:defRPr lang="en-US" sz="1400" b="0" strike="noStrike" spc="-1">
                <a:latin typeface="Times New Roman"/>
              </a:defRPr>
            </a:lvl1pPr>
          </a:lstStyle>
          <a:p>
            <a:pPr algn="ctr">
              <a:buNone/>
            </a:pPr>
            <a:r>
              <a:rPr lang="en-US" sz="1400" b="0" strike="noStrike" spc="-1">
                <a:latin typeface="Times New Roman"/>
              </a:rPr>
              <a:t>&lt;footer&gt;</a:t>
            </a:r>
          </a:p>
        </p:txBody>
      </p:sp>
      <p:sp>
        <p:nvSpPr>
          <p:cNvPr id="49" name="PlaceHolder 3"/>
          <p:cNvSpPr>
            <a:spLocks noGrp="1"/>
          </p:cNvSpPr>
          <p:nvPr>
            <p:ph type="title"/>
          </p:nvPr>
        </p:nvSpPr>
        <p:spPr>
          <a:xfrm>
            <a:off x="518760" y="272160"/>
            <a:ext cx="11148840" cy="600480"/>
          </a:xfrm>
          <a:prstGeom prst="rect">
            <a:avLst/>
          </a:prstGeom>
          <a:noFill/>
          <a:ln w="0">
            <a:noFill/>
          </a:ln>
        </p:spPr>
        <p:txBody>
          <a:bodyPr lIns="0" tIns="72000" rIns="0" bIns="0" anchor="t">
            <a:noAutofit/>
          </a:bodyPr>
          <a:lstStyle/>
          <a:p>
            <a:r>
              <a:rPr lang="en-US" sz="3200" b="0" strike="noStrike" spc="-1">
                <a:solidFill>
                  <a:srgbClr val="000000"/>
                </a:solidFill>
                <a:latin typeface="Arial"/>
              </a:rPr>
              <a:t>Click to edit the title text format</a:t>
            </a:r>
          </a:p>
        </p:txBody>
      </p:sp>
      <p:sp>
        <p:nvSpPr>
          <p:cNvPr id="50" name="PlaceHolder 4"/>
          <p:cNvSpPr>
            <a:spLocks noGrp="1"/>
          </p:cNvSpPr>
          <p:nvPr>
            <p:ph type="body"/>
          </p:nvPr>
        </p:nvSpPr>
        <p:spPr>
          <a:xfrm>
            <a:off x="523800" y="1400400"/>
            <a:ext cx="8973720" cy="4456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Seventh Outline Level</a:t>
            </a:r>
          </a:p>
        </p:txBody>
      </p:sp>
      <p:sp>
        <p:nvSpPr>
          <p:cNvPr id="51" name="Google Shape;38;p4"/>
          <p:cNvSpPr/>
          <p:nvPr/>
        </p:nvSpPr>
        <p:spPr>
          <a:xfrm>
            <a:off x="5098680" y="-885600"/>
            <a:ext cx="1994760" cy="365760"/>
          </a:xfrm>
          <a:prstGeom prst="rect">
            <a:avLst/>
          </a:prstGeom>
          <a:solidFill>
            <a:schemeClr val="lt1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0000" tIns="183600" rIns="360000" bIns="183600" anchor="t">
            <a:spAutoFit/>
          </a:bodyPr>
          <a:lstStyle/>
          <a:p>
            <a:pPr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GB" sz="1200" b="0" strike="noStrike" spc="-1">
                <a:solidFill>
                  <a:srgbClr val="212121"/>
                </a:solidFill>
                <a:latin typeface="Calibri"/>
                <a:ea typeface="Calibri"/>
              </a:rPr>
              <a:t>TEXT SLIDE (100%)</a:t>
            </a:r>
            <a:endParaRPr lang="en-US" sz="1200" b="0" strike="noStrike" spc="-1">
              <a:latin typeface="Arial"/>
            </a:endParaRPr>
          </a:p>
        </p:txBody>
      </p:sp>
      <p:sp>
        <p:nvSpPr>
          <p:cNvPr id="52" name="PlaceHolder 5"/>
          <p:cNvSpPr>
            <a:spLocks noGrp="1"/>
          </p:cNvSpPr>
          <p:nvPr>
            <p:ph type="body"/>
          </p:nvPr>
        </p:nvSpPr>
        <p:spPr>
          <a:xfrm>
            <a:off x="9754200" y="0"/>
            <a:ext cx="1918800" cy="6857640"/>
          </a:xfrm>
          <a:prstGeom prst="rect">
            <a:avLst/>
          </a:prstGeom>
          <a:solidFill>
            <a:srgbClr val="EA7600"/>
          </a:solid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00" b="0" strike="noStrike" spc="-1">
                <a:solidFill>
                  <a:srgbClr val="000000"/>
                </a:solidFill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00" b="0" strike="noStrike" spc="-1">
                <a:solidFill>
                  <a:srgbClr val="000000"/>
                </a:solidFill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00" b="0" strike="noStrike" spc="-1">
                <a:solidFill>
                  <a:srgbClr val="000000"/>
                </a:solidFill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00" b="0" strike="noStrike" spc="-1">
                <a:solidFill>
                  <a:srgbClr val="000000"/>
                </a:solidFill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00" b="0" strike="noStrike" spc="-1">
                <a:solidFill>
                  <a:srgbClr val="000000"/>
                </a:solidFill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00" b="0" strike="noStrike" spc="-1">
                <a:solidFill>
                  <a:srgbClr val="000000"/>
                </a:solidFill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00" b="0" strike="noStrike" spc="-1">
                <a:solidFill>
                  <a:srgbClr val="000000"/>
                </a:solidFill>
                <a:latin typeface="Arial"/>
              </a:rPr>
              <a:t>Seventh Outline Level</a:t>
            </a:r>
          </a:p>
        </p:txBody>
      </p:sp>
      <p:sp>
        <p:nvSpPr>
          <p:cNvPr id="53" name="PlaceHolder 6"/>
          <p:cNvSpPr>
            <a:spLocks noGrp="1"/>
          </p:cNvSpPr>
          <p:nvPr>
            <p:ph type="sldNum" idx="3"/>
          </p:nvPr>
        </p:nvSpPr>
        <p:spPr>
          <a:xfrm>
            <a:off x="516240" y="6375960"/>
            <a:ext cx="392040" cy="216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>
              <a:lnSpc>
                <a:spcPct val="100000"/>
              </a:lnSpc>
              <a:buNone/>
              <a:tabLst>
                <a:tab pos="0" algn="l"/>
              </a:tabLst>
              <a:defRPr lang="en-GB" sz="1200" b="1" strike="noStrike" spc="-1">
                <a:solidFill>
                  <a:srgbClr val="000000"/>
                </a:solidFill>
                <a:latin typeface="Calibri"/>
                <a:ea typeface="Calibri"/>
              </a:defRPr>
            </a:lvl1pPr>
          </a:lstStyle>
          <a:p>
            <a:pPr>
              <a:lnSpc>
                <a:spcPct val="100000"/>
              </a:lnSpc>
              <a:buNone/>
              <a:tabLst>
                <a:tab pos="0" algn="l"/>
              </a:tabLst>
            </a:pPr>
            <a:fld id="{90BE1501-AA75-40D8-B800-DC713241C429}" type="slidenum">
              <a:rPr lang="en-GB" sz="1200" b="1" strike="noStrike" spc="-1">
                <a:solidFill>
                  <a:srgbClr val="000000"/>
                </a:solidFill>
                <a:latin typeface="Calibri"/>
                <a:ea typeface="Calibri"/>
              </a:rPr>
              <a:t>‹#›</a:t>
            </a:fld>
            <a:endParaRPr lang="en-US" sz="1200" b="0" strike="noStrike" spc="-1"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2" r:id="rId1"/>
    <p:sldLayoutId id="2147483663" r:id="rId2"/>
    <p:sldLayoutId id="2147483664" r:id="rId3"/>
    <p:sldLayoutId id="2147483665" r:id="rId4"/>
    <p:sldLayoutId id="2147483666" r:id="rId5"/>
    <p:sldLayoutId id="2147483667" r:id="rId6"/>
    <p:sldLayoutId id="2147483668" r:id="rId7"/>
    <p:sldLayoutId id="2147483669" r:id="rId8"/>
    <p:sldLayoutId id="2147483670" r:id="rId9"/>
    <p:sldLayoutId id="2147483671" r:id="rId10"/>
    <p:sldLayoutId id="2147483672" r:id="rId11"/>
    <p:sldLayoutId id="2147483673" r:id="rId12"/>
    <p:sldLayoutId id="2147483926" r:id="rId13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nl-NL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0" name="Google Shape;10;p1"/>
          <p:cNvPicPr/>
          <p:nvPr/>
        </p:nvPicPr>
        <p:blipFill>
          <a:blip r:embed="rId14"/>
          <a:stretch/>
        </p:blipFill>
        <p:spPr>
          <a:xfrm>
            <a:off x="10987200" y="6122160"/>
            <a:ext cx="951840" cy="482040"/>
          </a:xfrm>
          <a:prstGeom prst="rect">
            <a:avLst/>
          </a:prstGeom>
          <a:ln w="0">
            <a:noFill/>
          </a:ln>
        </p:spPr>
      </p:pic>
      <p:sp>
        <p:nvSpPr>
          <p:cNvPr id="91" name="Google Shape;42;p5"/>
          <p:cNvSpPr/>
          <p:nvPr/>
        </p:nvSpPr>
        <p:spPr>
          <a:xfrm>
            <a:off x="-2520" y="6786000"/>
            <a:ext cx="12191760" cy="76680"/>
          </a:xfrm>
          <a:prstGeom prst="rect">
            <a:avLst/>
          </a:prstGeom>
          <a:solidFill>
            <a:schemeClr val="accent1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</p:sp>
      <p:sp>
        <p:nvSpPr>
          <p:cNvPr id="92" name="PlaceHolder 1"/>
          <p:cNvSpPr>
            <a:spLocks noGrp="1"/>
          </p:cNvSpPr>
          <p:nvPr>
            <p:ph type="dt" idx="4"/>
          </p:nvPr>
        </p:nvSpPr>
        <p:spPr>
          <a:xfrm>
            <a:off x="7645680" y="7045560"/>
            <a:ext cx="3139920" cy="216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>
              <a:defRPr lang="en-US" sz="1400" b="0" strike="noStrike" spc="-1">
                <a:latin typeface="Times New Roman"/>
              </a:defRPr>
            </a:lvl1pPr>
          </a:lstStyle>
          <a:p>
            <a:r>
              <a:rPr lang="en-US" sz="1400" b="0" strike="noStrike" spc="-1">
                <a:latin typeface="Times New Roman"/>
              </a:rPr>
              <a:t>&lt;date/time&gt;</a:t>
            </a:r>
          </a:p>
        </p:txBody>
      </p:sp>
      <p:sp>
        <p:nvSpPr>
          <p:cNvPr id="93" name="PlaceHolder 2"/>
          <p:cNvSpPr>
            <a:spLocks noGrp="1"/>
          </p:cNvSpPr>
          <p:nvPr>
            <p:ph type="ftr" idx="5"/>
          </p:nvPr>
        </p:nvSpPr>
        <p:spPr>
          <a:xfrm>
            <a:off x="927000" y="7045560"/>
            <a:ext cx="6718320" cy="216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algn="ctr">
              <a:buNone/>
              <a:defRPr lang="en-US" sz="1400" b="0" strike="noStrike" spc="-1">
                <a:latin typeface="Times New Roman"/>
              </a:defRPr>
            </a:lvl1pPr>
          </a:lstStyle>
          <a:p>
            <a:pPr algn="ctr">
              <a:buNone/>
            </a:pPr>
            <a:r>
              <a:rPr lang="en-US" sz="1400" b="0" strike="noStrike" spc="-1">
                <a:latin typeface="Times New Roman"/>
              </a:rPr>
              <a:t>&lt;footer&gt;</a:t>
            </a:r>
          </a:p>
        </p:txBody>
      </p:sp>
      <p:sp>
        <p:nvSpPr>
          <p:cNvPr id="94" name="PlaceHolder 3"/>
          <p:cNvSpPr>
            <a:spLocks noGrp="1"/>
          </p:cNvSpPr>
          <p:nvPr>
            <p:ph type="title"/>
          </p:nvPr>
        </p:nvSpPr>
        <p:spPr>
          <a:xfrm>
            <a:off x="518760" y="272160"/>
            <a:ext cx="11148840" cy="600480"/>
          </a:xfrm>
          <a:prstGeom prst="rect">
            <a:avLst/>
          </a:prstGeom>
          <a:noFill/>
          <a:ln w="0">
            <a:noFill/>
          </a:ln>
        </p:spPr>
        <p:txBody>
          <a:bodyPr lIns="0" tIns="72000" rIns="0" bIns="0" anchor="t">
            <a:noAutofit/>
          </a:bodyPr>
          <a:lstStyle/>
          <a:p>
            <a:r>
              <a:rPr lang="en-US" sz="3200" b="0" strike="noStrike" spc="-1">
                <a:solidFill>
                  <a:srgbClr val="000000"/>
                </a:solidFill>
                <a:latin typeface="Arial"/>
              </a:rPr>
              <a:t>Click to edit the title text format</a:t>
            </a:r>
          </a:p>
        </p:txBody>
      </p:sp>
      <p:sp>
        <p:nvSpPr>
          <p:cNvPr id="95" name="PlaceHolder 4"/>
          <p:cNvSpPr>
            <a:spLocks noGrp="1"/>
          </p:cNvSpPr>
          <p:nvPr>
            <p:ph type="body"/>
          </p:nvPr>
        </p:nvSpPr>
        <p:spPr>
          <a:xfrm>
            <a:off x="523800" y="1400400"/>
            <a:ext cx="4319640" cy="4456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Seventh Outline Level</a:t>
            </a:r>
          </a:p>
        </p:txBody>
      </p:sp>
      <p:sp>
        <p:nvSpPr>
          <p:cNvPr id="96" name="Google Shape;47;p5"/>
          <p:cNvSpPr/>
          <p:nvPr/>
        </p:nvSpPr>
        <p:spPr>
          <a:xfrm>
            <a:off x="4982400" y="-885600"/>
            <a:ext cx="2226960" cy="365760"/>
          </a:xfrm>
          <a:prstGeom prst="rect">
            <a:avLst/>
          </a:prstGeom>
          <a:solidFill>
            <a:schemeClr val="lt1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0000" tIns="183600" rIns="360000" bIns="183600" anchor="t">
            <a:spAutoFit/>
          </a:bodyPr>
          <a:lstStyle/>
          <a:p>
            <a:pPr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GB" sz="1200" b="0" strike="noStrike" spc="-1">
                <a:solidFill>
                  <a:srgbClr val="212121"/>
                </a:solidFill>
                <a:latin typeface="Calibri"/>
                <a:ea typeface="Calibri"/>
              </a:rPr>
              <a:t>TEXT SLIDE (100%) (2)</a:t>
            </a:r>
            <a:endParaRPr lang="en-US" sz="1200" b="0" strike="noStrike" spc="-1">
              <a:latin typeface="Arial"/>
            </a:endParaRPr>
          </a:p>
        </p:txBody>
      </p:sp>
      <p:sp>
        <p:nvSpPr>
          <p:cNvPr id="97" name="PlaceHolder 5"/>
          <p:cNvSpPr>
            <a:spLocks noGrp="1"/>
          </p:cNvSpPr>
          <p:nvPr>
            <p:ph type="body"/>
          </p:nvPr>
        </p:nvSpPr>
        <p:spPr>
          <a:xfrm>
            <a:off x="9754200" y="0"/>
            <a:ext cx="1918800" cy="6857640"/>
          </a:xfrm>
          <a:prstGeom prst="rect">
            <a:avLst/>
          </a:prstGeom>
          <a:solidFill>
            <a:srgbClr val="EA7600"/>
          </a:solid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00" b="0" strike="noStrike" spc="-1">
                <a:solidFill>
                  <a:srgbClr val="000000"/>
                </a:solidFill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00" b="0" strike="noStrike" spc="-1">
                <a:solidFill>
                  <a:srgbClr val="000000"/>
                </a:solidFill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00" b="0" strike="noStrike" spc="-1">
                <a:solidFill>
                  <a:srgbClr val="000000"/>
                </a:solidFill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00" b="0" strike="noStrike" spc="-1">
                <a:solidFill>
                  <a:srgbClr val="000000"/>
                </a:solidFill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00" b="0" strike="noStrike" spc="-1">
                <a:solidFill>
                  <a:srgbClr val="000000"/>
                </a:solidFill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00" b="0" strike="noStrike" spc="-1">
                <a:solidFill>
                  <a:srgbClr val="000000"/>
                </a:solidFill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00" b="0" strike="noStrike" spc="-1">
                <a:solidFill>
                  <a:srgbClr val="000000"/>
                </a:solidFill>
                <a:latin typeface="Arial"/>
              </a:rPr>
              <a:t>Seventh Outline Level</a:t>
            </a:r>
          </a:p>
        </p:txBody>
      </p:sp>
      <p:sp>
        <p:nvSpPr>
          <p:cNvPr id="98" name="PlaceHolder 6"/>
          <p:cNvSpPr>
            <a:spLocks noGrp="1"/>
          </p:cNvSpPr>
          <p:nvPr>
            <p:ph type="body"/>
          </p:nvPr>
        </p:nvSpPr>
        <p:spPr>
          <a:xfrm>
            <a:off x="5156280" y="1386000"/>
            <a:ext cx="4319640" cy="4456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Seventh Outline Level</a:t>
            </a:r>
          </a:p>
        </p:txBody>
      </p:sp>
      <p:sp>
        <p:nvSpPr>
          <p:cNvPr id="99" name="PlaceHolder 7"/>
          <p:cNvSpPr>
            <a:spLocks noGrp="1"/>
          </p:cNvSpPr>
          <p:nvPr>
            <p:ph type="sldNum" idx="6"/>
          </p:nvPr>
        </p:nvSpPr>
        <p:spPr>
          <a:xfrm>
            <a:off x="516240" y="6375960"/>
            <a:ext cx="392040" cy="216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>
              <a:lnSpc>
                <a:spcPct val="100000"/>
              </a:lnSpc>
              <a:buNone/>
              <a:tabLst>
                <a:tab pos="0" algn="l"/>
              </a:tabLst>
              <a:defRPr lang="en-GB" sz="1200" b="1" strike="noStrike" spc="-1">
                <a:solidFill>
                  <a:srgbClr val="000000"/>
                </a:solidFill>
                <a:latin typeface="Calibri"/>
                <a:ea typeface="Calibri"/>
              </a:defRPr>
            </a:lvl1pPr>
          </a:lstStyle>
          <a:p>
            <a:pPr>
              <a:lnSpc>
                <a:spcPct val="100000"/>
              </a:lnSpc>
              <a:buNone/>
              <a:tabLst>
                <a:tab pos="0" algn="l"/>
              </a:tabLst>
            </a:pPr>
            <a:fld id="{EAFDBFEF-6C38-438B-8078-08D395E1BC48}" type="slidenum">
              <a:rPr lang="en-GB" sz="1200" b="1" strike="noStrike" spc="-1">
                <a:solidFill>
                  <a:srgbClr val="000000"/>
                </a:solidFill>
                <a:latin typeface="Calibri"/>
                <a:ea typeface="Calibri"/>
              </a:rPr>
              <a:t>‹#›</a:t>
            </a:fld>
            <a:endParaRPr lang="en-US" sz="1200" b="0" strike="noStrike" spc="-1"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75" r:id="rId1"/>
    <p:sldLayoutId id="2147483676" r:id="rId2"/>
    <p:sldLayoutId id="2147483677" r:id="rId3"/>
    <p:sldLayoutId id="2147483678" r:id="rId4"/>
    <p:sldLayoutId id="2147483679" r:id="rId5"/>
    <p:sldLayoutId id="2147483680" r:id="rId6"/>
    <p:sldLayoutId id="2147483681" r:id="rId7"/>
    <p:sldLayoutId id="2147483682" r:id="rId8"/>
    <p:sldLayoutId id="2147483683" r:id="rId9"/>
    <p:sldLayoutId id="2147483684" r:id="rId10"/>
    <p:sldLayoutId id="2147483685" r:id="rId11"/>
    <p:sldLayoutId id="2147483686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nl-NL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4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6" name="Google Shape;10;p1"/>
          <p:cNvPicPr/>
          <p:nvPr/>
        </p:nvPicPr>
        <p:blipFill>
          <a:blip r:embed="rId14"/>
          <a:stretch/>
        </p:blipFill>
        <p:spPr>
          <a:xfrm>
            <a:off x="10987200" y="6122160"/>
            <a:ext cx="951840" cy="482040"/>
          </a:xfrm>
          <a:prstGeom prst="rect">
            <a:avLst/>
          </a:prstGeom>
          <a:ln w="0">
            <a:noFill/>
          </a:ln>
        </p:spPr>
      </p:pic>
      <p:sp>
        <p:nvSpPr>
          <p:cNvPr id="137" name="Google Shape;52;p6"/>
          <p:cNvSpPr/>
          <p:nvPr/>
        </p:nvSpPr>
        <p:spPr>
          <a:xfrm>
            <a:off x="-2520" y="6786000"/>
            <a:ext cx="12191760" cy="76680"/>
          </a:xfrm>
          <a:prstGeom prst="rect">
            <a:avLst/>
          </a:prstGeom>
          <a:solidFill>
            <a:schemeClr val="accent1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</p:sp>
      <p:sp>
        <p:nvSpPr>
          <p:cNvPr id="138" name="PlaceHolder 1"/>
          <p:cNvSpPr>
            <a:spLocks noGrp="1"/>
          </p:cNvSpPr>
          <p:nvPr>
            <p:ph type="dt" idx="7"/>
          </p:nvPr>
        </p:nvSpPr>
        <p:spPr>
          <a:xfrm>
            <a:off x="7645680" y="6995160"/>
            <a:ext cx="3139920" cy="216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>
              <a:defRPr lang="en-US" sz="1400" b="0" strike="noStrike" spc="-1">
                <a:latin typeface="Times New Roman"/>
              </a:defRPr>
            </a:lvl1pPr>
          </a:lstStyle>
          <a:p>
            <a:r>
              <a:rPr lang="en-US" sz="1400" b="0" strike="noStrike" spc="-1">
                <a:latin typeface="Times New Roman"/>
              </a:rPr>
              <a:t>&lt;date/time&gt;</a:t>
            </a:r>
          </a:p>
        </p:txBody>
      </p:sp>
      <p:sp>
        <p:nvSpPr>
          <p:cNvPr id="139" name="PlaceHolder 2"/>
          <p:cNvSpPr>
            <a:spLocks noGrp="1"/>
          </p:cNvSpPr>
          <p:nvPr>
            <p:ph type="ftr" idx="8"/>
          </p:nvPr>
        </p:nvSpPr>
        <p:spPr>
          <a:xfrm>
            <a:off x="927000" y="6995160"/>
            <a:ext cx="7193160" cy="216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algn="ctr">
              <a:buNone/>
              <a:defRPr lang="en-US" sz="1400" b="0" strike="noStrike" spc="-1">
                <a:latin typeface="Times New Roman"/>
              </a:defRPr>
            </a:lvl1pPr>
          </a:lstStyle>
          <a:p>
            <a:pPr algn="ctr">
              <a:buNone/>
            </a:pPr>
            <a:r>
              <a:rPr lang="en-US" sz="1400" b="0" strike="noStrike" spc="-1">
                <a:latin typeface="Times New Roman"/>
              </a:rPr>
              <a:t>&lt;footer&gt;</a:t>
            </a:r>
          </a:p>
        </p:txBody>
      </p:sp>
      <p:sp>
        <p:nvSpPr>
          <p:cNvPr id="140" name="PlaceHolder 3"/>
          <p:cNvSpPr>
            <a:spLocks noGrp="1"/>
          </p:cNvSpPr>
          <p:nvPr>
            <p:ph type="body"/>
          </p:nvPr>
        </p:nvSpPr>
        <p:spPr>
          <a:xfrm>
            <a:off x="6227280" y="259560"/>
            <a:ext cx="6077880" cy="6526080"/>
          </a:xfrm>
          <a:prstGeom prst="rect">
            <a:avLst/>
          </a:prstGeom>
          <a:solidFill>
            <a:srgbClr val="F2F2F2"/>
          </a:solidFill>
          <a:ln w="0">
            <a:noFill/>
          </a:ln>
        </p:spPr>
        <p:txBody>
          <a:bodyPr lIns="90000" tIns="45000" rIns="90000" bIns="45000" anchor="t">
            <a:norm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Seventh Outline Level</a:t>
            </a:r>
          </a:p>
        </p:txBody>
      </p:sp>
      <p:sp>
        <p:nvSpPr>
          <p:cNvPr id="141" name="PlaceHolder 4"/>
          <p:cNvSpPr>
            <a:spLocks noGrp="1"/>
          </p:cNvSpPr>
          <p:nvPr>
            <p:ph type="title"/>
          </p:nvPr>
        </p:nvSpPr>
        <p:spPr>
          <a:xfrm>
            <a:off x="522000" y="272160"/>
            <a:ext cx="5424480" cy="600480"/>
          </a:xfrm>
          <a:prstGeom prst="rect">
            <a:avLst/>
          </a:prstGeom>
          <a:noFill/>
          <a:ln w="0">
            <a:noFill/>
          </a:ln>
        </p:spPr>
        <p:txBody>
          <a:bodyPr lIns="0" tIns="72000" rIns="0" bIns="0" anchor="t">
            <a:noAutofit/>
          </a:bodyPr>
          <a:lstStyle/>
          <a:p>
            <a:r>
              <a:rPr lang="en-US" sz="3200" b="0" strike="noStrike" spc="-1">
                <a:solidFill>
                  <a:srgbClr val="000000"/>
                </a:solidFill>
                <a:latin typeface="Arial"/>
              </a:rPr>
              <a:t>Click to edit the title text format</a:t>
            </a:r>
          </a:p>
        </p:txBody>
      </p:sp>
      <p:sp>
        <p:nvSpPr>
          <p:cNvPr id="142" name="PlaceHolder 5"/>
          <p:cNvSpPr>
            <a:spLocks noGrp="1"/>
          </p:cNvSpPr>
          <p:nvPr>
            <p:ph type="body"/>
          </p:nvPr>
        </p:nvSpPr>
        <p:spPr>
          <a:xfrm>
            <a:off x="523080" y="1396440"/>
            <a:ext cx="5424480" cy="44690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Seventh Outline Level</a:t>
            </a:r>
          </a:p>
        </p:txBody>
      </p:sp>
      <p:sp>
        <p:nvSpPr>
          <p:cNvPr id="143" name="Google Shape;58;p6"/>
          <p:cNvSpPr/>
          <p:nvPr/>
        </p:nvSpPr>
        <p:spPr>
          <a:xfrm>
            <a:off x="4624200" y="-885600"/>
            <a:ext cx="2943720" cy="365760"/>
          </a:xfrm>
          <a:prstGeom prst="rect">
            <a:avLst/>
          </a:prstGeom>
          <a:solidFill>
            <a:schemeClr val="lt1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0000" tIns="183600" rIns="360000" bIns="183600" anchor="t">
            <a:spAutoFit/>
          </a:bodyPr>
          <a:lstStyle/>
          <a:p>
            <a:pPr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GB" sz="1200" b="0" strike="noStrike" spc="-1">
                <a:solidFill>
                  <a:srgbClr val="212121"/>
                </a:solidFill>
                <a:latin typeface="Calibri"/>
                <a:ea typeface="Calibri"/>
              </a:rPr>
              <a:t>TEXT AND PICTURE (50% / 50%)</a:t>
            </a:r>
            <a:endParaRPr lang="en-US" sz="1200" b="0" strike="noStrike" spc="-1">
              <a:latin typeface="Arial"/>
            </a:endParaRPr>
          </a:p>
        </p:txBody>
      </p:sp>
      <p:sp>
        <p:nvSpPr>
          <p:cNvPr id="144" name="PlaceHolder 6"/>
          <p:cNvSpPr>
            <a:spLocks noGrp="1"/>
          </p:cNvSpPr>
          <p:nvPr>
            <p:ph type="body"/>
          </p:nvPr>
        </p:nvSpPr>
        <p:spPr>
          <a:xfrm>
            <a:off x="9754200" y="0"/>
            <a:ext cx="1918800" cy="6857640"/>
          </a:xfrm>
          <a:prstGeom prst="rect">
            <a:avLst/>
          </a:prstGeom>
          <a:solidFill>
            <a:srgbClr val="EA7600"/>
          </a:solid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00" b="0" strike="noStrike" spc="-1">
                <a:solidFill>
                  <a:srgbClr val="000000"/>
                </a:solidFill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00" b="0" strike="noStrike" spc="-1">
                <a:solidFill>
                  <a:srgbClr val="000000"/>
                </a:solidFill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00" b="0" strike="noStrike" spc="-1">
                <a:solidFill>
                  <a:srgbClr val="000000"/>
                </a:solidFill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00" b="0" strike="noStrike" spc="-1">
                <a:solidFill>
                  <a:srgbClr val="000000"/>
                </a:solidFill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00" b="0" strike="noStrike" spc="-1">
                <a:solidFill>
                  <a:srgbClr val="000000"/>
                </a:solidFill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00" b="0" strike="noStrike" spc="-1">
                <a:solidFill>
                  <a:srgbClr val="000000"/>
                </a:solidFill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00" b="0" strike="noStrike" spc="-1">
                <a:solidFill>
                  <a:srgbClr val="000000"/>
                </a:solidFill>
                <a:latin typeface="Arial"/>
              </a:rPr>
              <a:t>Seventh Outline Level</a:t>
            </a:r>
          </a:p>
        </p:txBody>
      </p:sp>
      <p:sp>
        <p:nvSpPr>
          <p:cNvPr id="145" name="PlaceHolder 7"/>
          <p:cNvSpPr>
            <a:spLocks noGrp="1"/>
          </p:cNvSpPr>
          <p:nvPr>
            <p:ph type="body"/>
          </p:nvPr>
        </p:nvSpPr>
        <p:spPr>
          <a:xfrm>
            <a:off x="10987560" y="6122160"/>
            <a:ext cx="953640" cy="482040"/>
          </a:xfrm>
          <a:prstGeom prst="rect">
            <a:avLst/>
          </a:prstGeom>
          <a:blipFill rotWithShape="0">
            <a:blip r:embed="rId15"/>
            <a:stretch/>
          </a:blip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Seventh Outline Level</a:t>
            </a:r>
          </a:p>
        </p:txBody>
      </p:sp>
      <p:sp>
        <p:nvSpPr>
          <p:cNvPr id="146" name="PlaceHolder 8"/>
          <p:cNvSpPr>
            <a:spLocks noGrp="1"/>
          </p:cNvSpPr>
          <p:nvPr>
            <p:ph type="sldNum" idx="9"/>
          </p:nvPr>
        </p:nvSpPr>
        <p:spPr>
          <a:xfrm>
            <a:off x="516240" y="6375960"/>
            <a:ext cx="392040" cy="216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>
              <a:lnSpc>
                <a:spcPct val="100000"/>
              </a:lnSpc>
              <a:buNone/>
              <a:tabLst>
                <a:tab pos="0" algn="l"/>
              </a:tabLst>
              <a:defRPr lang="en-GB" sz="1200" b="1" strike="noStrike" spc="-1">
                <a:solidFill>
                  <a:srgbClr val="000000"/>
                </a:solidFill>
                <a:latin typeface="Calibri"/>
                <a:ea typeface="Calibri"/>
              </a:defRPr>
            </a:lvl1pPr>
          </a:lstStyle>
          <a:p>
            <a:pPr>
              <a:lnSpc>
                <a:spcPct val="100000"/>
              </a:lnSpc>
              <a:buNone/>
              <a:tabLst>
                <a:tab pos="0" algn="l"/>
              </a:tabLst>
            </a:pPr>
            <a:fld id="{30622D1F-FD22-4C1F-8C27-7B370E5EA6A6}" type="slidenum">
              <a:rPr lang="en-GB" sz="1200" b="1" strike="noStrike" spc="-1">
                <a:solidFill>
                  <a:srgbClr val="000000"/>
                </a:solidFill>
                <a:latin typeface="Calibri"/>
                <a:ea typeface="Calibri"/>
              </a:rPr>
              <a:t>‹#›</a:t>
            </a:fld>
            <a:endParaRPr lang="en-US" sz="1200" b="0" strike="noStrike" spc="-1"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908" r:id="rId1"/>
    <p:sldLayoutId id="2147483909" r:id="rId2"/>
    <p:sldLayoutId id="2147483690" r:id="rId3"/>
    <p:sldLayoutId id="2147483691" r:id="rId4"/>
    <p:sldLayoutId id="2147483692" r:id="rId5"/>
    <p:sldLayoutId id="2147483693" r:id="rId6"/>
    <p:sldLayoutId id="2147483694" r:id="rId7"/>
    <p:sldLayoutId id="2147483695" r:id="rId8"/>
    <p:sldLayoutId id="2147483696" r:id="rId9"/>
    <p:sldLayoutId id="2147483697" r:id="rId10"/>
    <p:sldLayoutId id="2147483698" r:id="rId11"/>
    <p:sldLayoutId id="2147483699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nl-NL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5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3" name="Google Shape;10;p1"/>
          <p:cNvPicPr/>
          <p:nvPr/>
        </p:nvPicPr>
        <p:blipFill>
          <a:blip r:embed="rId14"/>
          <a:stretch/>
        </p:blipFill>
        <p:spPr>
          <a:xfrm>
            <a:off x="10987200" y="6122160"/>
            <a:ext cx="951840" cy="482040"/>
          </a:xfrm>
          <a:prstGeom prst="rect">
            <a:avLst/>
          </a:prstGeom>
          <a:ln w="0">
            <a:noFill/>
          </a:ln>
        </p:spPr>
      </p:pic>
      <p:sp>
        <p:nvSpPr>
          <p:cNvPr id="184" name="Google Shape;63;p7"/>
          <p:cNvSpPr/>
          <p:nvPr/>
        </p:nvSpPr>
        <p:spPr>
          <a:xfrm>
            <a:off x="-2520" y="6786000"/>
            <a:ext cx="12191760" cy="76680"/>
          </a:xfrm>
          <a:prstGeom prst="rect">
            <a:avLst/>
          </a:prstGeom>
          <a:solidFill>
            <a:schemeClr val="accent1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</p:sp>
      <p:sp>
        <p:nvSpPr>
          <p:cNvPr id="185" name="PlaceHolder 1"/>
          <p:cNvSpPr>
            <a:spLocks noGrp="1"/>
          </p:cNvSpPr>
          <p:nvPr>
            <p:ph type="dt" idx="10"/>
          </p:nvPr>
        </p:nvSpPr>
        <p:spPr>
          <a:xfrm>
            <a:off x="7645680" y="6995160"/>
            <a:ext cx="3139920" cy="216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>
              <a:defRPr lang="en-US" sz="1400" b="0" strike="noStrike" spc="-1">
                <a:latin typeface="Times New Roman"/>
              </a:defRPr>
            </a:lvl1pPr>
          </a:lstStyle>
          <a:p>
            <a:r>
              <a:rPr lang="en-US" sz="1400" b="0" strike="noStrike" spc="-1">
                <a:latin typeface="Times New Roman"/>
              </a:rPr>
              <a:t>&lt;date/time&gt;</a:t>
            </a:r>
          </a:p>
        </p:txBody>
      </p:sp>
      <p:sp>
        <p:nvSpPr>
          <p:cNvPr id="186" name="PlaceHolder 2"/>
          <p:cNvSpPr>
            <a:spLocks noGrp="1"/>
          </p:cNvSpPr>
          <p:nvPr>
            <p:ph type="ftr" idx="11"/>
          </p:nvPr>
        </p:nvSpPr>
        <p:spPr>
          <a:xfrm>
            <a:off x="927000" y="6995160"/>
            <a:ext cx="7193160" cy="216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algn="ctr">
              <a:buNone/>
              <a:defRPr lang="en-US" sz="1400" b="0" strike="noStrike" spc="-1">
                <a:latin typeface="Times New Roman"/>
              </a:defRPr>
            </a:lvl1pPr>
          </a:lstStyle>
          <a:p>
            <a:pPr algn="ctr">
              <a:buNone/>
            </a:pPr>
            <a:r>
              <a:rPr lang="en-US" sz="1400" b="0" strike="noStrike" spc="-1">
                <a:latin typeface="Times New Roman"/>
              </a:rPr>
              <a:t>&lt;footer&gt;</a:t>
            </a:r>
          </a:p>
        </p:txBody>
      </p:sp>
      <p:sp>
        <p:nvSpPr>
          <p:cNvPr id="187" name="PlaceHolder 3"/>
          <p:cNvSpPr>
            <a:spLocks noGrp="1"/>
          </p:cNvSpPr>
          <p:nvPr>
            <p:ph type="body"/>
          </p:nvPr>
        </p:nvSpPr>
        <p:spPr>
          <a:xfrm>
            <a:off x="6227280" y="259560"/>
            <a:ext cx="6077880" cy="6526080"/>
          </a:xfrm>
          <a:prstGeom prst="rect">
            <a:avLst/>
          </a:prstGeom>
          <a:solidFill>
            <a:srgbClr val="F2F2F2"/>
          </a:solidFill>
          <a:ln w="0">
            <a:noFill/>
          </a:ln>
        </p:spPr>
        <p:txBody>
          <a:bodyPr lIns="90000" tIns="45000" rIns="90000" bIns="45000" anchor="t">
            <a:norm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Seventh Outline Level</a:t>
            </a:r>
          </a:p>
        </p:txBody>
      </p:sp>
      <p:sp>
        <p:nvSpPr>
          <p:cNvPr id="188" name="PlaceHolder 4"/>
          <p:cNvSpPr>
            <a:spLocks noGrp="1"/>
          </p:cNvSpPr>
          <p:nvPr>
            <p:ph type="title"/>
          </p:nvPr>
        </p:nvSpPr>
        <p:spPr>
          <a:xfrm>
            <a:off x="522000" y="272160"/>
            <a:ext cx="5424480" cy="600480"/>
          </a:xfrm>
          <a:prstGeom prst="rect">
            <a:avLst/>
          </a:prstGeom>
          <a:noFill/>
          <a:ln w="0">
            <a:noFill/>
          </a:ln>
        </p:spPr>
        <p:txBody>
          <a:bodyPr lIns="0" tIns="72000" rIns="0" bIns="0" anchor="t">
            <a:noAutofit/>
          </a:bodyPr>
          <a:lstStyle/>
          <a:p>
            <a:r>
              <a:rPr lang="en-US" sz="3200" b="0" strike="noStrike" spc="-1">
                <a:solidFill>
                  <a:srgbClr val="000000"/>
                </a:solidFill>
                <a:latin typeface="Arial"/>
              </a:rPr>
              <a:t>Click to edit the title text format</a:t>
            </a:r>
          </a:p>
        </p:txBody>
      </p:sp>
      <p:sp>
        <p:nvSpPr>
          <p:cNvPr id="189" name="PlaceHolder 5"/>
          <p:cNvSpPr>
            <a:spLocks noGrp="1"/>
          </p:cNvSpPr>
          <p:nvPr>
            <p:ph type="body"/>
          </p:nvPr>
        </p:nvSpPr>
        <p:spPr>
          <a:xfrm>
            <a:off x="523080" y="1396440"/>
            <a:ext cx="5424480" cy="44690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Seventh Outline Level</a:t>
            </a:r>
          </a:p>
        </p:txBody>
      </p:sp>
      <p:sp>
        <p:nvSpPr>
          <p:cNvPr id="190" name="Google Shape;69;p7"/>
          <p:cNvSpPr/>
          <p:nvPr/>
        </p:nvSpPr>
        <p:spPr>
          <a:xfrm>
            <a:off x="4213800" y="-885600"/>
            <a:ext cx="3764160" cy="365760"/>
          </a:xfrm>
          <a:prstGeom prst="rect">
            <a:avLst/>
          </a:prstGeom>
          <a:solidFill>
            <a:schemeClr val="lt1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0000" tIns="183600" rIns="360000" bIns="183600" anchor="t">
            <a:spAutoFit/>
          </a:bodyPr>
          <a:lstStyle/>
          <a:p>
            <a:pPr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GB" sz="1200" b="0" strike="noStrike" spc="-1">
                <a:solidFill>
                  <a:srgbClr val="212121"/>
                </a:solidFill>
                <a:latin typeface="Calibri"/>
                <a:ea typeface="Calibri"/>
              </a:rPr>
              <a:t>TEXT AND PICTURE (white logo) (50% / 50%)</a:t>
            </a:r>
            <a:endParaRPr lang="en-US" sz="1200" b="0" strike="noStrike" spc="-1">
              <a:latin typeface="Arial"/>
            </a:endParaRPr>
          </a:p>
        </p:txBody>
      </p:sp>
      <p:sp>
        <p:nvSpPr>
          <p:cNvPr id="191" name="PlaceHolder 6"/>
          <p:cNvSpPr>
            <a:spLocks noGrp="1"/>
          </p:cNvSpPr>
          <p:nvPr>
            <p:ph type="body"/>
          </p:nvPr>
        </p:nvSpPr>
        <p:spPr>
          <a:xfrm>
            <a:off x="9754200" y="0"/>
            <a:ext cx="1918800" cy="6857640"/>
          </a:xfrm>
          <a:prstGeom prst="rect">
            <a:avLst/>
          </a:prstGeom>
          <a:solidFill>
            <a:srgbClr val="EA7600"/>
          </a:solid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00" b="0" strike="noStrike" spc="-1">
                <a:solidFill>
                  <a:srgbClr val="000000"/>
                </a:solidFill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00" b="0" strike="noStrike" spc="-1">
                <a:solidFill>
                  <a:srgbClr val="000000"/>
                </a:solidFill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00" b="0" strike="noStrike" spc="-1">
                <a:solidFill>
                  <a:srgbClr val="000000"/>
                </a:solidFill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00" b="0" strike="noStrike" spc="-1">
                <a:solidFill>
                  <a:srgbClr val="000000"/>
                </a:solidFill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00" b="0" strike="noStrike" spc="-1">
                <a:solidFill>
                  <a:srgbClr val="000000"/>
                </a:solidFill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00" b="0" strike="noStrike" spc="-1">
                <a:solidFill>
                  <a:srgbClr val="000000"/>
                </a:solidFill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00" b="0" strike="noStrike" spc="-1">
                <a:solidFill>
                  <a:srgbClr val="000000"/>
                </a:solidFill>
                <a:latin typeface="Arial"/>
              </a:rPr>
              <a:t>Seventh Outline Level</a:t>
            </a:r>
          </a:p>
        </p:txBody>
      </p:sp>
      <p:sp>
        <p:nvSpPr>
          <p:cNvPr id="192" name="PlaceHolder 7"/>
          <p:cNvSpPr>
            <a:spLocks noGrp="1"/>
          </p:cNvSpPr>
          <p:nvPr>
            <p:ph type="body"/>
          </p:nvPr>
        </p:nvSpPr>
        <p:spPr>
          <a:xfrm>
            <a:off x="10987560" y="6122160"/>
            <a:ext cx="953640" cy="482040"/>
          </a:xfrm>
          <a:prstGeom prst="rect">
            <a:avLst/>
          </a:prstGeom>
          <a:blipFill rotWithShape="0">
            <a:blip r:embed="rId15"/>
            <a:stretch/>
          </a:blip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Seventh Outline Level</a:t>
            </a:r>
          </a:p>
        </p:txBody>
      </p:sp>
      <p:sp>
        <p:nvSpPr>
          <p:cNvPr id="193" name="PlaceHolder 8"/>
          <p:cNvSpPr>
            <a:spLocks noGrp="1"/>
          </p:cNvSpPr>
          <p:nvPr>
            <p:ph type="sldNum" idx="12"/>
          </p:nvPr>
        </p:nvSpPr>
        <p:spPr>
          <a:xfrm>
            <a:off x="516240" y="6375960"/>
            <a:ext cx="392040" cy="216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>
              <a:lnSpc>
                <a:spcPct val="100000"/>
              </a:lnSpc>
              <a:buNone/>
              <a:tabLst>
                <a:tab pos="0" algn="l"/>
              </a:tabLst>
              <a:defRPr lang="en-GB" sz="1200" b="1" strike="noStrike" spc="-1">
                <a:solidFill>
                  <a:srgbClr val="000000"/>
                </a:solidFill>
                <a:latin typeface="Calibri"/>
                <a:ea typeface="Calibri"/>
              </a:defRPr>
            </a:lvl1pPr>
          </a:lstStyle>
          <a:p>
            <a:pPr>
              <a:lnSpc>
                <a:spcPct val="100000"/>
              </a:lnSpc>
              <a:buNone/>
              <a:tabLst>
                <a:tab pos="0" algn="l"/>
              </a:tabLst>
            </a:pPr>
            <a:fld id="{45031500-E6F6-421F-A6CF-6EC03B027EAA}" type="slidenum">
              <a:rPr lang="en-GB" sz="1200" b="1" strike="noStrike" spc="-1">
                <a:solidFill>
                  <a:srgbClr val="000000"/>
                </a:solidFill>
                <a:latin typeface="Calibri"/>
                <a:ea typeface="Calibri"/>
              </a:rPr>
              <a:t>‹#›</a:t>
            </a:fld>
            <a:endParaRPr lang="en-US" sz="1200" b="0" strike="noStrike" spc="-1"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701" r:id="rId1"/>
    <p:sldLayoutId id="2147483702" r:id="rId2"/>
    <p:sldLayoutId id="2147483703" r:id="rId3"/>
    <p:sldLayoutId id="2147483704" r:id="rId4"/>
    <p:sldLayoutId id="2147483705" r:id="rId5"/>
    <p:sldLayoutId id="2147483706" r:id="rId6"/>
    <p:sldLayoutId id="2147483707" r:id="rId7"/>
    <p:sldLayoutId id="2147483708" r:id="rId8"/>
    <p:sldLayoutId id="2147483709" r:id="rId9"/>
    <p:sldLayoutId id="2147483710" r:id="rId10"/>
    <p:sldLayoutId id="2147483711" r:id="rId11"/>
    <p:sldLayoutId id="2147483712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nl-NL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6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30" name="Google Shape;10;p1"/>
          <p:cNvPicPr/>
          <p:nvPr/>
        </p:nvPicPr>
        <p:blipFill>
          <a:blip r:embed="rId14"/>
          <a:stretch/>
        </p:blipFill>
        <p:spPr>
          <a:xfrm>
            <a:off x="10987200" y="6122160"/>
            <a:ext cx="951840" cy="482040"/>
          </a:xfrm>
          <a:prstGeom prst="rect">
            <a:avLst/>
          </a:prstGeom>
          <a:ln w="0">
            <a:noFill/>
          </a:ln>
        </p:spPr>
      </p:pic>
      <p:sp>
        <p:nvSpPr>
          <p:cNvPr id="231" name="PlaceHolder 1"/>
          <p:cNvSpPr>
            <a:spLocks noGrp="1"/>
          </p:cNvSpPr>
          <p:nvPr>
            <p:ph type="body"/>
          </p:nvPr>
        </p:nvSpPr>
        <p:spPr>
          <a:xfrm>
            <a:off x="-199440" y="276840"/>
            <a:ext cx="4766040" cy="6508440"/>
          </a:xfrm>
          <a:prstGeom prst="rect">
            <a:avLst/>
          </a:prstGeom>
          <a:solidFill>
            <a:srgbClr val="F2F2F2"/>
          </a:solidFill>
          <a:ln w="0">
            <a:noFill/>
          </a:ln>
        </p:spPr>
        <p:txBody>
          <a:bodyPr lIns="90000" tIns="45000" rIns="90000" bIns="45000" anchor="t">
            <a:norm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Seventh Outline Level</a:t>
            </a:r>
          </a:p>
        </p:txBody>
      </p:sp>
      <p:sp>
        <p:nvSpPr>
          <p:cNvPr id="232" name="Google Shape;75;p8"/>
          <p:cNvSpPr/>
          <p:nvPr/>
        </p:nvSpPr>
        <p:spPr>
          <a:xfrm>
            <a:off x="-2520" y="6786000"/>
            <a:ext cx="12191760" cy="76680"/>
          </a:xfrm>
          <a:prstGeom prst="rect">
            <a:avLst/>
          </a:prstGeom>
          <a:solidFill>
            <a:schemeClr val="accent1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</p:sp>
      <p:sp>
        <p:nvSpPr>
          <p:cNvPr id="233" name="PlaceHolder 2"/>
          <p:cNvSpPr>
            <a:spLocks noGrp="1"/>
          </p:cNvSpPr>
          <p:nvPr>
            <p:ph type="dt" idx="13"/>
          </p:nvPr>
        </p:nvSpPr>
        <p:spPr>
          <a:xfrm>
            <a:off x="7645680" y="6995160"/>
            <a:ext cx="3139920" cy="216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>
              <a:defRPr lang="en-US" sz="1400" b="0" strike="noStrike" spc="-1">
                <a:latin typeface="Times New Roman"/>
              </a:defRPr>
            </a:lvl1pPr>
          </a:lstStyle>
          <a:p>
            <a:r>
              <a:rPr lang="en-US" sz="1400" b="0" strike="noStrike" spc="-1">
                <a:latin typeface="Times New Roman"/>
              </a:rPr>
              <a:t>&lt;date/time&gt;</a:t>
            </a:r>
          </a:p>
        </p:txBody>
      </p:sp>
      <p:sp>
        <p:nvSpPr>
          <p:cNvPr id="234" name="PlaceHolder 3"/>
          <p:cNvSpPr>
            <a:spLocks noGrp="1"/>
          </p:cNvSpPr>
          <p:nvPr>
            <p:ph type="ftr" idx="14"/>
          </p:nvPr>
        </p:nvSpPr>
        <p:spPr>
          <a:xfrm>
            <a:off x="927000" y="6997680"/>
            <a:ext cx="7193160" cy="216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algn="ctr">
              <a:buNone/>
              <a:defRPr lang="en-US" sz="1400" b="0" strike="noStrike" spc="-1">
                <a:latin typeface="Times New Roman"/>
              </a:defRPr>
            </a:lvl1pPr>
          </a:lstStyle>
          <a:p>
            <a:pPr algn="ctr">
              <a:buNone/>
            </a:pPr>
            <a:r>
              <a:rPr lang="en-US" sz="1400" b="0" strike="noStrike" spc="-1">
                <a:latin typeface="Times New Roman"/>
              </a:rPr>
              <a:t>&lt;footer&gt;</a:t>
            </a:r>
          </a:p>
        </p:txBody>
      </p:sp>
      <p:sp>
        <p:nvSpPr>
          <p:cNvPr id="235" name="PlaceHolder 4"/>
          <p:cNvSpPr>
            <a:spLocks noGrp="1"/>
          </p:cNvSpPr>
          <p:nvPr>
            <p:ph type="title"/>
          </p:nvPr>
        </p:nvSpPr>
        <p:spPr>
          <a:xfrm>
            <a:off x="4852080" y="272160"/>
            <a:ext cx="7075800" cy="600480"/>
          </a:xfrm>
          <a:prstGeom prst="rect">
            <a:avLst/>
          </a:prstGeom>
          <a:noFill/>
          <a:ln w="0">
            <a:noFill/>
          </a:ln>
        </p:spPr>
        <p:txBody>
          <a:bodyPr lIns="0" tIns="72000" rIns="0" bIns="0" anchor="t">
            <a:noAutofit/>
          </a:bodyPr>
          <a:lstStyle/>
          <a:p>
            <a:r>
              <a:rPr lang="en-US" sz="3200" b="0" strike="noStrike" spc="-1">
                <a:solidFill>
                  <a:srgbClr val="000000"/>
                </a:solidFill>
                <a:latin typeface="Arial"/>
              </a:rPr>
              <a:t>Click to edit the title text format</a:t>
            </a:r>
          </a:p>
        </p:txBody>
      </p:sp>
      <p:sp>
        <p:nvSpPr>
          <p:cNvPr id="236" name="PlaceHolder 5"/>
          <p:cNvSpPr>
            <a:spLocks noGrp="1"/>
          </p:cNvSpPr>
          <p:nvPr>
            <p:ph type="body"/>
          </p:nvPr>
        </p:nvSpPr>
        <p:spPr>
          <a:xfrm>
            <a:off x="4852080" y="1399320"/>
            <a:ext cx="6815520" cy="44784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Seventh Outline Level</a:t>
            </a:r>
          </a:p>
        </p:txBody>
      </p:sp>
      <p:sp>
        <p:nvSpPr>
          <p:cNvPr id="237" name="Google Shape;80;p8"/>
          <p:cNvSpPr/>
          <p:nvPr/>
        </p:nvSpPr>
        <p:spPr>
          <a:xfrm>
            <a:off x="4648320" y="-885600"/>
            <a:ext cx="2894760" cy="365760"/>
          </a:xfrm>
          <a:prstGeom prst="rect">
            <a:avLst/>
          </a:prstGeom>
          <a:solidFill>
            <a:schemeClr val="lt1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0000" tIns="183600" rIns="360000" bIns="183600" anchor="t">
            <a:spAutoFit/>
          </a:bodyPr>
          <a:lstStyle/>
          <a:p>
            <a:pPr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GB" sz="1200" b="0" strike="noStrike" spc="-1">
                <a:solidFill>
                  <a:srgbClr val="212121"/>
                </a:solidFill>
                <a:latin typeface="Calibri"/>
                <a:ea typeface="Calibri"/>
              </a:rPr>
              <a:t>PICTURE AND TEXT (30% / 70%)</a:t>
            </a:r>
            <a:endParaRPr lang="en-US" sz="1200" b="0" strike="noStrike" spc="-1">
              <a:latin typeface="Arial"/>
            </a:endParaRPr>
          </a:p>
        </p:txBody>
      </p:sp>
      <p:sp>
        <p:nvSpPr>
          <p:cNvPr id="238" name="PlaceHolder 6"/>
          <p:cNvSpPr>
            <a:spLocks noGrp="1"/>
          </p:cNvSpPr>
          <p:nvPr>
            <p:ph type="body"/>
          </p:nvPr>
        </p:nvSpPr>
        <p:spPr>
          <a:xfrm>
            <a:off x="265680" y="0"/>
            <a:ext cx="1918800" cy="6857640"/>
          </a:xfrm>
          <a:prstGeom prst="rect">
            <a:avLst/>
          </a:prstGeom>
          <a:solidFill>
            <a:srgbClr val="EA7600"/>
          </a:solid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00" b="0" strike="noStrike" spc="-1">
                <a:solidFill>
                  <a:srgbClr val="000000"/>
                </a:solidFill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00" b="0" strike="noStrike" spc="-1">
                <a:solidFill>
                  <a:srgbClr val="000000"/>
                </a:solidFill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00" b="0" strike="noStrike" spc="-1">
                <a:solidFill>
                  <a:srgbClr val="000000"/>
                </a:solidFill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00" b="0" strike="noStrike" spc="-1">
                <a:solidFill>
                  <a:srgbClr val="000000"/>
                </a:solidFill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00" b="0" strike="noStrike" spc="-1">
                <a:solidFill>
                  <a:srgbClr val="000000"/>
                </a:solidFill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00" b="0" strike="noStrike" spc="-1">
                <a:solidFill>
                  <a:srgbClr val="000000"/>
                </a:solidFill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00" b="0" strike="noStrike" spc="-1">
                <a:solidFill>
                  <a:srgbClr val="000000"/>
                </a:solidFill>
                <a:latin typeface="Arial"/>
              </a:rPr>
              <a:t>Seventh Outline Level</a:t>
            </a:r>
          </a:p>
        </p:txBody>
      </p:sp>
      <p:sp>
        <p:nvSpPr>
          <p:cNvPr id="239" name="PlaceHolder 7"/>
          <p:cNvSpPr>
            <a:spLocks noGrp="1"/>
          </p:cNvSpPr>
          <p:nvPr>
            <p:ph type="sldNum" idx="15"/>
          </p:nvPr>
        </p:nvSpPr>
        <p:spPr>
          <a:xfrm>
            <a:off x="516240" y="6375960"/>
            <a:ext cx="392040" cy="216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>
              <a:lnSpc>
                <a:spcPct val="100000"/>
              </a:lnSpc>
              <a:buNone/>
              <a:tabLst>
                <a:tab pos="0" algn="l"/>
              </a:tabLst>
              <a:defRPr lang="en-GB" sz="1200" b="1" strike="noStrike" spc="-1">
                <a:solidFill>
                  <a:srgbClr val="000000"/>
                </a:solidFill>
                <a:latin typeface="Calibri"/>
                <a:ea typeface="Calibri"/>
              </a:defRPr>
            </a:lvl1pPr>
          </a:lstStyle>
          <a:p>
            <a:pPr>
              <a:lnSpc>
                <a:spcPct val="100000"/>
              </a:lnSpc>
              <a:buNone/>
              <a:tabLst>
                <a:tab pos="0" algn="l"/>
              </a:tabLst>
            </a:pPr>
            <a:fld id="{9D6357F9-3D44-482D-B45D-DBF3CE5EB80C}" type="slidenum">
              <a:rPr lang="en-GB" sz="1200" b="1" strike="noStrike" spc="-1">
                <a:solidFill>
                  <a:srgbClr val="000000"/>
                </a:solidFill>
                <a:latin typeface="Calibri"/>
                <a:ea typeface="Calibri"/>
              </a:rPr>
              <a:t>‹#›</a:t>
            </a:fld>
            <a:endParaRPr lang="en-US" sz="1200" b="0" strike="noStrike" spc="-1"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714" r:id="rId1"/>
    <p:sldLayoutId id="2147483715" r:id="rId2"/>
    <p:sldLayoutId id="2147483716" r:id="rId3"/>
    <p:sldLayoutId id="2147483717" r:id="rId4"/>
    <p:sldLayoutId id="2147483910" r:id="rId5"/>
    <p:sldLayoutId id="2147483719" r:id="rId6"/>
    <p:sldLayoutId id="2147483720" r:id="rId7"/>
    <p:sldLayoutId id="2147483922" r:id="rId8"/>
    <p:sldLayoutId id="2147483722" r:id="rId9"/>
    <p:sldLayoutId id="2147483912" r:id="rId10"/>
    <p:sldLayoutId id="2147483724" r:id="rId11"/>
    <p:sldLayoutId id="2147483913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nl-NL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7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76" name="Google Shape;10;p1"/>
          <p:cNvPicPr/>
          <p:nvPr/>
        </p:nvPicPr>
        <p:blipFill>
          <a:blip r:embed="rId14"/>
          <a:stretch/>
        </p:blipFill>
        <p:spPr>
          <a:xfrm>
            <a:off x="10987200" y="6122160"/>
            <a:ext cx="951840" cy="482040"/>
          </a:xfrm>
          <a:prstGeom prst="rect">
            <a:avLst/>
          </a:prstGeom>
          <a:ln w="0">
            <a:noFill/>
          </a:ln>
        </p:spPr>
      </p:pic>
      <p:sp>
        <p:nvSpPr>
          <p:cNvPr id="277" name="PlaceHolder 1"/>
          <p:cNvSpPr>
            <a:spLocks noGrp="1"/>
          </p:cNvSpPr>
          <p:nvPr>
            <p:ph type="dt" idx="16"/>
          </p:nvPr>
        </p:nvSpPr>
        <p:spPr>
          <a:xfrm>
            <a:off x="7645680" y="7014600"/>
            <a:ext cx="3139920" cy="216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>
              <a:defRPr lang="en-US" sz="1400" b="0" strike="noStrike" spc="-1">
                <a:latin typeface="Times New Roman"/>
              </a:defRPr>
            </a:lvl1pPr>
          </a:lstStyle>
          <a:p>
            <a:r>
              <a:rPr lang="en-US" sz="1400" b="0" strike="noStrike" spc="-1">
                <a:latin typeface="Times New Roman"/>
              </a:rPr>
              <a:t>&lt;date/time&gt;</a:t>
            </a:r>
          </a:p>
        </p:txBody>
      </p:sp>
      <p:sp>
        <p:nvSpPr>
          <p:cNvPr id="278" name="PlaceHolder 2"/>
          <p:cNvSpPr>
            <a:spLocks noGrp="1"/>
          </p:cNvSpPr>
          <p:nvPr>
            <p:ph type="ftr" idx="17"/>
          </p:nvPr>
        </p:nvSpPr>
        <p:spPr>
          <a:xfrm>
            <a:off x="927000" y="7014600"/>
            <a:ext cx="6718320" cy="216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algn="ctr">
              <a:buNone/>
              <a:defRPr lang="en-US" sz="1400" b="0" strike="noStrike" spc="-1">
                <a:latin typeface="Times New Roman"/>
              </a:defRPr>
            </a:lvl1pPr>
          </a:lstStyle>
          <a:p>
            <a:pPr algn="ctr">
              <a:buNone/>
            </a:pPr>
            <a:r>
              <a:rPr lang="en-US" sz="1400" b="0" strike="noStrike" spc="-1">
                <a:latin typeface="Times New Roman"/>
              </a:rPr>
              <a:t>&lt;footer&gt;</a:t>
            </a:r>
          </a:p>
        </p:txBody>
      </p:sp>
      <p:sp>
        <p:nvSpPr>
          <p:cNvPr id="279" name="PlaceHolder 3"/>
          <p:cNvSpPr>
            <a:spLocks noGrp="1"/>
          </p:cNvSpPr>
          <p:nvPr>
            <p:ph type="title"/>
          </p:nvPr>
        </p:nvSpPr>
        <p:spPr>
          <a:xfrm>
            <a:off x="522000" y="272160"/>
            <a:ext cx="11406960" cy="600480"/>
          </a:xfrm>
          <a:prstGeom prst="rect">
            <a:avLst/>
          </a:prstGeom>
          <a:noFill/>
          <a:ln w="0">
            <a:noFill/>
          </a:ln>
        </p:spPr>
        <p:txBody>
          <a:bodyPr lIns="0" tIns="72000" rIns="0" bIns="0" anchor="t">
            <a:noAutofit/>
          </a:bodyPr>
          <a:lstStyle/>
          <a:p>
            <a:r>
              <a:rPr lang="en-US" sz="3200" b="0" strike="noStrike" spc="-1">
                <a:solidFill>
                  <a:srgbClr val="000000"/>
                </a:solidFill>
                <a:latin typeface="Arial"/>
              </a:rPr>
              <a:t>Click to edit the title text format</a:t>
            </a:r>
          </a:p>
        </p:txBody>
      </p:sp>
      <p:sp>
        <p:nvSpPr>
          <p:cNvPr id="280" name="PlaceHolder 4"/>
          <p:cNvSpPr>
            <a:spLocks noGrp="1"/>
          </p:cNvSpPr>
          <p:nvPr>
            <p:ph type="body"/>
          </p:nvPr>
        </p:nvSpPr>
        <p:spPr>
          <a:xfrm>
            <a:off x="522000" y="1401480"/>
            <a:ext cx="5426280" cy="44510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Seventh Outline Level</a:t>
            </a:r>
          </a:p>
        </p:txBody>
      </p:sp>
      <p:sp>
        <p:nvSpPr>
          <p:cNvPr id="281" name="Google Shape;88;p9"/>
          <p:cNvSpPr/>
          <p:nvPr/>
        </p:nvSpPr>
        <p:spPr>
          <a:xfrm>
            <a:off x="4693320" y="-885600"/>
            <a:ext cx="2805120" cy="365760"/>
          </a:xfrm>
          <a:prstGeom prst="rect">
            <a:avLst/>
          </a:prstGeom>
          <a:solidFill>
            <a:schemeClr val="lt1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0000" tIns="183600" rIns="360000" bIns="183600" anchor="t">
            <a:spAutoFit/>
          </a:bodyPr>
          <a:lstStyle/>
          <a:p>
            <a:pPr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GB" sz="1200" b="0" strike="noStrike" spc="-1">
                <a:solidFill>
                  <a:srgbClr val="212121"/>
                </a:solidFill>
                <a:latin typeface="Calibri"/>
                <a:ea typeface="Calibri"/>
              </a:rPr>
              <a:t>TEKST AND CHART (50%/ 50%)</a:t>
            </a:r>
            <a:endParaRPr lang="en-US" sz="1200" b="0" strike="noStrike" spc="-1">
              <a:latin typeface="Arial"/>
            </a:endParaRPr>
          </a:p>
        </p:txBody>
      </p:sp>
      <p:sp>
        <p:nvSpPr>
          <p:cNvPr id="282" name="PlaceHolder 5"/>
          <p:cNvSpPr>
            <a:spLocks noGrp="1"/>
          </p:cNvSpPr>
          <p:nvPr>
            <p:ph type="body"/>
          </p:nvPr>
        </p:nvSpPr>
        <p:spPr>
          <a:xfrm>
            <a:off x="6227280" y="1401480"/>
            <a:ext cx="5437800" cy="4422240"/>
          </a:xfrm>
          <a:prstGeom prst="rect">
            <a:avLst/>
          </a:prstGeom>
          <a:solidFill>
            <a:srgbClr val="F2F2F2"/>
          </a:solidFill>
          <a:ln w="0">
            <a:noFill/>
          </a:ln>
        </p:spPr>
        <p:txBody>
          <a:bodyPr lIns="0" tIns="1620000" rIns="0" bIns="0" anchor="t">
            <a:no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100" b="0" strike="noStrike" spc="-1">
                <a:solidFill>
                  <a:srgbClr val="000000"/>
                </a:solidFill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100" b="0" strike="noStrike" spc="-1">
                <a:solidFill>
                  <a:srgbClr val="000000"/>
                </a:solidFill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100" b="0" strike="noStrike" spc="-1">
                <a:solidFill>
                  <a:srgbClr val="000000"/>
                </a:solidFill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100" b="0" strike="noStrike" spc="-1">
                <a:solidFill>
                  <a:srgbClr val="000000"/>
                </a:solidFill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100" b="0" strike="noStrike" spc="-1">
                <a:solidFill>
                  <a:srgbClr val="000000"/>
                </a:solidFill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100" b="0" strike="noStrike" spc="-1">
                <a:solidFill>
                  <a:srgbClr val="000000"/>
                </a:solidFill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100" b="0" strike="noStrike" spc="-1">
                <a:solidFill>
                  <a:srgbClr val="000000"/>
                </a:solidFill>
                <a:latin typeface="Arial"/>
              </a:rPr>
              <a:t>Seventh Outline Level</a:t>
            </a:r>
          </a:p>
        </p:txBody>
      </p:sp>
      <p:sp>
        <p:nvSpPr>
          <p:cNvPr id="283" name="Google Shape;90;p9"/>
          <p:cNvSpPr/>
          <p:nvPr/>
        </p:nvSpPr>
        <p:spPr>
          <a:xfrm>
            <a:off x="-2520" y="6786000"/>
            <a:ext cx="12191760" cy="76680"/>
          </a:xfrm>
          <a:prstGeom prst="rect">
            <a:avLst/>
          </a:prstGeom>
          <a:solidFill>
            <a:schemeClr val="accent1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</p:sp>
      <p:sp>
        <p:nvSpPr>
          <p:cNvPr id="284" name="PlaceHolder 6"/>
          <p:cNvSpPr>
            <a:spLocks noGrp="1"/>
          </p:cNvSpPr>
          <p:nvPr>
            <p:ph type="sldNum" idx="18"/>
          </p:nvPr>
        </p:nvSpPr>
        <p:spPr>
          <a:xfrm>
            <a:off x="516240" y="6375960"/>
            <a:ext cx="392040" cy="216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>
              <a:lnSpc>
                <a:spcPct val="100000"/>
              </a:lnSpc>
              <a:buNone/>
              <a:tabLst>
                <a:tab pos="0" algn="l"/>
              </a:tabLst>
              <a:defRPr lang="en-GB" sz="1200" b="1" strike="noStrike" spc="-1">
                <a:solidFill>
                  <a:srgbClr val="000000"/>
                </a:solidFill>
                <a:latin typeface="Calibri"/>
                <a:ea typeface="Calibri"/>
              </a:defRPr>
            </a:lvl1pPr>
          </a:lstStyle>
          <a:p>
            <a:pPr>
              <a:lnSpc>
                <a:spcPct val="100000"/>
              </a:lnSpc>
              <a:buNone/>
              <a:tabLst>
                <a:tab pos="0" algn="l"/>
              </a:tabLst>
            </a:pPr>
            <a:fld id="{6F29CCBF-E029-4A67-B524-91DD3E086A37}" type="slidenum">
              <a:rPr lang="en-GB" sz="1200" b="1" strike="noStrike" spc="-1">
                <a:solidFill>
                  <a:srgbClr val="000000"/>
                </a:solidFill>
                <a:latin typeface="Calibri"/>
                <a:ea typeface="Calibri"/>
              </a:rPr>
              <a:t>‹#›</a:t>
            </a:fld>
            <a:endParaRPr lang="en-US" sz="1200" b="0" strike="noStrike" spc="-1"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727" r:id="rId1"/>
    <p:sldLayoutId id="2147483728" r:id="rId2"/>
    <p:sldLayoutId id="2147483729" r:id="rId3"/>
    <p:sldLayoutId id="2147483914" r:id="rId4"/>
    <p:sldLayoutId id="2147483915" r:id="rId5"/>
    <p:sldLayoutId id="2147483916" r:id="rId6"/>
    <p:sldLayoutId id="2147483917" r:id="rId7"/>
    <p:sldLayoutId id="2147483734" r:id="rId8"/>
    <p:sldLayoutId id="2147483735" r:id="rId9"/>
    <p:sldLayoutId id="2147483911" r:id="rId10"/>
    <p:sldLayoutId id="2147483918" r:id="rId11"/>
    <p:sldLayoutId id="2147483919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nl-NL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8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21" name="Google Shape;10;p1"/>
          <p:cNvPicPr/>
          <p:nvPr/>
        </p:nvPicPr>
        <p:blipFill>
          <a:blip r:embed="rId14"/>
          <a:stretch/>
        </p:blipFill>
        <p:spPr>
          <a:xfrm>
            <a:off x="10987200" y="6122160"/>
            <a:ext cx="951840" cy="482040"/>
          </a:xfrm>
          <a:prstGeom prst="rect">
            <a:avLst/>
          </a:prstGeom>
          <a:ln w="0">
            <a:noFill/>
          </a:ln>
        </p:spPr>
      </p:pic>
      <p:sp>
        <p:nvSpPr>
          <p:cNvPr id="322" name="PlaceHolder 1"/>
          <p:cNvSpPr>
            <a:spLocks noGrp="1"/>
          </p:cNvSpPr>
          <p:nvPr>
            <p:ph type="dt" idx="19"/>
          </p:nvPr>
        </p:nvSpPr>
        <p:spPr>
          <a:xfrm>
            <a:off x="7645680" y="6987240"/>
            <a:ext cx="3139920" cy="216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>
              <a:defRPr lang="en-US" sz="1400" b="0" strike="noStrike" spc="-1">
                <a:latin typeface="Times New Roman"/>
              </a:defRPr>
            </a:lvl1pPr>
          </a:lstStyle>
          <a:p>
            <a:r>
              <a:rPr lang="en-US" sz="1400" b="0" strike="noStrike" spc="-1">
                <a:latin typeface="Times New Roman"/>
              </a:rPr>
              <a:t>&lt;date/time&gt;</a:t>
            </a:r>
          </a:p>
        </p:txBody>
      </p:sp>
      <p:sp>
        <p:nvSpPr>
          <p:cNvPr id="323" name="PlaceHolder 2"/>
          <p:cNvSpPr>
            <a:spLocks noGrp="1"/>
          </p:cNvSpPr>
          <p:nvPr>
            <p:ph type="ftr" idx="20"/>
          </p:nvPr>
        </p:nvSpPr>
        <p:spPr>
          <a:xfrm>
            <a:off x="927000" y="6987240"/>
            <a:ext cx="6718320" cy="216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algn="ctr">
              <a:buNone/>
              <a:defRPr lang="en-US" sz="1400" b="0" strike="noStrike" spc="-1">
                <a:latin typeface="Times New Roman"/>
              </a:defRPr>
            </a:lvl1pPr>
          </a:lstStyle>
          <a:p>
            <a:pPr algn="ctr">
              <a:buNone/>
            </a:pPr>
            <a:r>
              <a:rPr lang="en-US" sz="1400" b="0" strike="noStrike" spc="-1">
                <a:latin typeface="Times New Roman"/>
              </a:rPr>
              <a:t>&lt;footer&gt;</a:t>
            </a:r>
          </a:p>
        </p:txBody>
      </p:sp>
      <p:sp>
        <p:nvSpPr>
          <p:cNvPr id="324" name="PlaceHolder 3"/>
          <p:cNvSpPr>
            <a:spLocks noGrp="1"/>
          </p:cNvSpPr>
          <p:nvPr>
            <p:ph type="title"/>
          </p:nvPr>
        </p:nvSpPr>
        <p:spPr>
          <a:xfrm>
            <a:off x="522000" y="272160"/>
            <a:ext cx="11145960" cy="600480"/>
          </a:xfrm>
          <a:prstGeom prst="rect">
            <a:avLst/>
          </a:prstGeom>
          <a:noFill/>
          <a:ln w="0">
            <a:noFill/>
          </a:ln>
        </p:spPr>
        <p:txBody>
          <a:bodyPr lIns="0" tIns="72000" rIns="0" bIns="0" anchor="t">
            <a:noAutofit/>
          </a:bodyPr>
          <a:lstStyle/>
          <a:p>
            <a:r>
              <a:rPr lang="en-US" sz="3200" b="0" strike="noStrike" spc="-1">
                <a:solidFill>
                  <a:srgbClr val="000000"/>
                </a:solidFill>
                <a:latin typeface="Arial"/>
              </a:rPr>
              <a:t>Click to edit the title text format</a:t>
            </a:r>
          </a:p>
        </p:txBody>
      </p:sp>
      <p:sp>
        <p:nvSpPr>
          <p:cNvPr id="325" name="Google Shape;96;p10"/>
          <p:cNvSpPr/>
          <p:nvPr/>
        </p:nvSpPr>
        <p:spPr>
          <a:xfrm>
            <a:off x="5244480" y="-885600"/>
            <a:ext cx="1703160" cy="365760"/>
          </a:xfrm>
          <a:prstGeom prst="rect">
            <a:avLst/>
          </a:prstGeom>
          <a:solidFill>
            <a:schemeClr val="lt1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0000" tIns="183600" rIns="360000" bIns="183600" anchor="t">
            <a:spAutoFit/>
          </a:bodyPr>
          <a:lstStyle/>
          <a:p>
            <a:pPr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GB" sz="1200" b="0" strike="noStrike" spc="-1">
                <a:solidFill>
                  <a:srgbClr val="212121"/>
                </a:solidFill>
                <a:latin typeface="Calibri"/>
                <a:ea typeface="Calibri"/>
              </a:rPr>
              <a:t>CHART (100%)</a:t>
            </a:r>
            <a:endParaRPr lang="en-US" sz="1200" b="0" strike="noStrike" spc="-1">
              <a:latin typeface="Arial"/>
            </a:endParaRPr>
          </a:p>
        </p:txBody>
      </p:sp>
      <p:sp>
        <p:nvSpPr>
          <p:cNvPr id="326" name="PlaceHolder 4"/>
          <p:cNvSpPr>
            <a:spLocks noGrp="1"/>
          </p:cNvSpPr>
          <p:nvPr>
            <p:ph type="body"/>
          </p:nvPr>
        </p:nvSpPr>
        <p:spPr>
          <a:xfrm>
            <a:off x="522000" y="1388880"/>
            <a:ext cx="11133000" cy="4469040"/>
          </a:xfrm>
          <a:prstGeom prst="rect">
            <a:avLst/>
          </a:prstGeom>
          <a:solidFill>
            <a:srgbClr val="F2F2F2"/>
          </a:solidFill>
          <a:ln w="0">
            <a:noFill/>
          </a:ln>
        </p:spPr>
        <p:txBody>
          <a:bodyPr lIns="0" tIns="1620000" rIns="0" bIns="0" anchor="t">
            <a:no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100" b="0" strike="noStrike" spc="-1">
                <a:solidFill>
                  <a:srgbClr val="000000"/>
                </a:solidFill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100" b="0" strike="noStrike" spc="-1">
                <a:solidFill>
                  <a:srgbClr val="000000"/>
                </a:solidFill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100" b="0" strike="noStrike" spc="-1">
                <a:solidFill>
                  <a:srgbClr val="000000"/>
                </a:solidFill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100" b="0" strike="noStrike" spc="-1">
                <a:solidFill>
                  <a:srgbClr val="000000"/>
                </a:solidFill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100" b="0" strike="noStrike" spc="-1">
                <a:solidFill>
                  <a:srgbClr val="000000"/>
                </a:solidFill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100" b="0" strike="noStrike" spc="-1">
                <a:solidFill>
                  <a:srgbClr val="000000"/>
                </a:solidFill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100" b="0" strike="noStrike" spc="-1">
                <a:solidFill>
                  <a:srgbClr val="000000"/>
                </a:solidFill>
                <a:latin typeface="Arial"/>
              </a:rPr>
              <a:t>Seventh Outline Level</a:t>
            </a:r>
          </a:p>
        </p:txBody>
      </p:sp>
      <p:sp>
        <p:nvSpPr>
          <p:cNvPr id="327" name="Google Shape;98;p10"/>
          <p:cNvSpPr/>
          <p:nvPr/>
        </p:nvSpPr>
        <p:spPr>
          <a:xfrm>
            <a:off x="-2520" y="6786000"/>
            <a:ext cx="12191760" cy="76680"/>
          </a:xfrm>
          <a:prstGeom prst="rect">
            <a:avLst/>
          </a:prstGeom>
          <a:solidFill>
            <a:schemeClr val="accent1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</p:sp>
      <p:sp>
        <p:nvSpPr>
          <p:cNvPr id="328" name="PlaceHolder 5"/>
          <p:cNvSpPr>
            <a:spLocks noGrp="1"/>
          </p:cNvSpPr>
          <p:nvPr>
            <p:ph type="sldNum" idx="21"/>
          </p:nvPr>
        </p:nvSpPr>
        <p:spPr>
          <a:xfrm>
            <a:off x="516240" y="6375960"/>
            <a:ext cx="392040" cy="216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>
              <a:lnSpc>
                <a:spcPct val="100000"/>
              </a:lnSpc>
              <a:buNone/>
              <a:tabLst>
                <a:tab pos="0" algn="l"/>
              </a:tabLst>
              <a:defRPr lang="en-GB" sz="1200" b="1" strike="noStrike" spc="-1">
                <a:solidFill>
                  <a:srgbClr val="000000"/>
                </a:solidFill>
                <a:latin typeface="Calibri"/>
                <a:ea typeface="Calibri"/>
              </a:defRPr>
            </a:lvl1pPr>
          </a:lstStyle>
          <a:p>
            <a:pPr>
              <a:lnSpc>
                <a:spcPct val="100000"/>
              </a:lnSpc>
              <a:buNone/>
              <a:tabLst>
                <a:tab pos="0" algn="l"/>
              </a:tabLst>
            </a:pPr>
            <a:fld id="{CBF7DD62-AD8B-49B6-8B3E-8E7C395D392A}" type="slidenum">
              <a:rPr lang="en-GB" sz="1200" b="1" strike="noStrike" spc="-1">
                <a:solidFill>
                  <a:srgbClr val="000000"/>
                </a:solidFill>
                <a:latin typeface="Calibri"/>
                <a:ea typeface="Calibri"/>
              </a:rPr>
              <a:t>‹#›</a:t>
            </a:fld>
            <a:endParaRPr lang="en-US" sz="1200" b="0" strike="noStrike" spc="-1"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921" r:id="rId1"/>
    <p:sldLayoutId id="2147483923" r:id="rId2"/>
    <p:sldLayoutId id="2147483742" r:id="rId3"/>
    <p:sldLayoutId id="2147483925" r:id="rId4"/>
    <p:sldLayoutId id="2147483744" r:id="rId5"/>
    <p:sldLayoutId id="2147483924" r:id="rId6"/>
    <p:sldLayoutId id="2147483746" r:id="rId7"/>
    <p:sldLayoutId id="2147483747" r:id="rId8"/>
    <p:sldLayoutId id="2147483748" r:id="rId9"/>
    <p:sldLayoutId id="2147483749" r:id="rId10"/>
    <p:sldLayoutId id="2147483750" r:id="rId11"/>
    <p:sldLayoutId id="2147483751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nl-NL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9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65" name="Google Shape;10;p1"/>
          <p:cNvPicPr/>
          <p:nvPr/>
        </p:nvPicPr>
        <p:blipFill>
          <a:blip r:embed="rId14"/>
          <a:stretch/>
        </p:blipFill>
        <p:spPr>
          <a:xfrm>
            <a:off x="10987200" y="6122160"/>
            <a:ext cx="951840" cy="482040"/>
          </a:xfrm>
          <a:prstGeom prst="rect">
            <a:avLst/>
          </a:prstGeom>
          <a:ln w="0">
            <a:noFill/>
          </a:ln>
        </p:spPr>
      </p:pic>
      <p:sp>
        <p:nvSpPr>
          <p:cNvPr id="366" name="PlaceHolder 1"/>
          <p:cNvSpPr>
            <a:spLocks noGrp="1"/>
          </p:cNvSpPr>
          <p:nvPr>
            <p:ph type="dt" idx="22"/>
          </p:nvPr>
        </p:nvSpPr>
        <p:spPr>
          <a:xfrm>
            <a:off x="7645680" y="7020720"/>
            <a:ext cx="3139920" cy="216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>
              <a:defRPr lang="en-US" sz="1400" b="0" strike="noStrike" spc="-1">
                <a:latin typeface="Times New Roman"/>
              </a:defRPr>
            </a:lvl1pPr>
          </a:lstStyle>
          <a:p>
            <a:r>
              <a:rPr lang="en-US" sz="1400" b="0" strike="noStrike" spc="-1">
                <a:latin typeface="Times New Roman"/>
              </a:rPr>
              <a:t>&lt;date/time&gt;</a:t>
            </a:r>
          </a:p>
        </p:txBody>
      </p:sp>
      <p:sp>
        <p:nvSpPr>
          <p:cNvPr id="367" name="PlaceHolder 2"/>
          <p:cNvSpPr>
            <a:spLocks noGrp="1"/>
          </p:cNvSpPr>
          <p:nvPr>
            <p:ph type="ftr" idx="23"/>
          </p:nvPr>
        </p:nvSpPr>
        <p:spPr>
          <a:xfrm>
            <a:off x="927000" y="7020720"/>
            <a:ext cx="6718320" cy="216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algn="ctr">
              <a:buNone/>
              <a:defRPr lang="en-US" sz="1400" b="0" strike="noStrike" spc="-1">
                <a:latin typeface="Times New Roman"/>
              </a:defRPr>
            </a:lvl1pPr>
          </a:lstStyle>
          <a:p>
            <a:pPr algn="ctr">
              <a:buNone/>
            </a:pPr>
            <a:r>
              <a:rPr lang="en-US" sz="1400" b="0" strike="noStrike" spc="-1">
                <a:latin typeface="Times New Roman"/>
              </a:rPr>
              <a:t>&lt;footer&gt;</a:t>
            </a:r>
          </a:p>
        </p:txBody>
      </p:sp>
      <p:sp>
        <p:nvSpPr>
          <p:cNvPr id="368" name="PlaceHolder 3"/>
          <p:cNvSpPr>
            <a:spLocks noGrp="1"/>
          </p:cNvSpPr>
          <p:nvPr>
            <p:ph type="title"/>
          </p:nvPr>
        </p:nvSpPr>
        <p:spPr>
          <a:xfrm>
            <a:off x="522000" y="272160"/>
            <a:ext cx="11145960" cy="600480"/>
          </a:xfrm>
          <a:prstGeom prst="rect">
            <a:avLst/>
          </a:prstGeom>
          <a:noFill/>
          <a:ln w="0">
            <a:noFill/>
          </a:ln>
        </p:spPr>
        <p:txBody>
          <a:bodyPr lIns="0" tIns="72000" rIns="0" bIns="0" anchor="t">
            <a:noAutofit/>
          </a:bodyPr>
          <a:lstStyle/>
          <a:p>
            <a:r>
              <a:rPr lang="en-US" sz="3200" b="0" strike="noStrike" spc="-1">
                <a:solidFill>
                  <a:srgbClr val="000000"/>
                </a:solidFill>
                <a:latin typeface="Arial"/>
              </a:rPr>
              <a:t>Click to edit the title text format</a:t>
            </a:r>
          </a:p>
        </p:txBody>
      </p:sp>
      <p:sp>
        <p:nvSpPr>
          <p:cNvPr id="369" name="Google Shape;104;p11"/>
          <p:cNvSpPr/>
          <p:nvPr/>
        </p:nvSpPr>
        <p:spPr>
          <a:xfrm>
            <a:off x="4755240" y="-885600"/>
            <a:ext cx="2681640" cy="365760"/>
          </a:xfrm>
          <a:prstGeom prst="rect">
            <a:avLst/>
          </a:prstGeom>
          <a:solidFill>
            <a:schemeClr val="lt1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0000" tIns="183600" rIns="360000" bIns="183600" anchor="t">
            <a:spAutoFit/>
          </a:bodyPr>
          <a:lstStyle/>
          <a:p>
            <a:pPr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GB" sz="1200" b="0" strike="noStrike" spc="-1">
                <a:solidFill>
                  <a:srgbClr val="212121"/>
                </a:solidFill>
                <a:latin typeface="Calibri"/>
                <a:ea typeface="Calibri"/>
              </a:rPr>
              <a:t>TEXT AND TABLE (50%/ 50%)</a:t>
            </a:r>
            <a:endParaRPr lang="en-US" sz="1200" b="0" strike="noStrike" spc="-1">
              <a:latin typeface="Arial"/>
            </a:endParaRPr>
          </a:p>
        </p:txBody>
      </p:sp>
      <p:sp>
        <p:nvSpPr>
          <p:cNvPr id="370" name="PlaceHolder 4"/>
          <p:cNvSpPr>
            <a:spLocks noGrp="1"/>
          </p:cNvSpPr>
          <p:nvPr>
            <p:ph type="body"/>
          </p:nvPr>
        </p:nvSpPr>
        <p:spPr>
          <a:xfrm>
            <a:off x="522000" y="1401480"/>
            <a:ext cx="5426280" cy="44510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Seventh Outline Level</a:t>
            </a:r>
          </a:p>
        </p:txBody>
      </p:sp>
      <p:sp>
        <p:nvSpPr>
          <p:cNvPr id="371" name="Google Shape;106;p11"/>
          <p:cNvSpPr/>
          <p:nvPr/>
        </p:nvSpPr>
        <p:spPr>
          <a:xfrm>
            <a:off x="-2520" y="6786000"/>
            <a:ext cx="12191760" cy="76680"/>
          </a:xfrm>
          <a:prstGeom prst="rect">
            <a:avLst/>
          </a:prstGeom>
          <a:solidFill>
            <a:schemeClr val="accent1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</p:sp>
      <p:sp>
        <p:nvSpPr>
          <p:cNvPr id="372" name="PlaceHolder 5"/>
          <p:cNvSpPr>
            <a:spLocks noGrp="1"/>
          </p:cNvSpPr>
          <p:nvPr>
            <p:ph type="sldNum" idx="24"/>
          </p:nvPr>
        </p:nvSpPr>
        <p:spPr>
          <a:xfrm>
            <a:off x="516240" y="6375960"/>
            <a:ext cx="392040" cy="216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>
              <a:lnSpc>
                <a:spcPct val="100000"/>
              </a:lnSpc>
              <a:buNone/>
              <a:tabLst>
                <a:tab pos="0" algn="l"/>
              </a:tabLst>
              <a:defRPr lang="en-GB" sz="1200" b="1" strike="noStrike" spc="-1">
                <a:solidFill>
                  <a:srgbClr val="000000"/>
                </a:solidFill>
                <a:latin typeface="Calibri"/>
                <a:ea typeface="Calibri"/>
              </a:defRPr>
            </a:lvl1pPr>
          </a:lstStyle>
          <a:p>
            <a:pPr>
              <a:lnSpc>
                <a:spcPct val="100000"/>
              </a:lnSpc>
              <a:buNone/>
              <a:tabLst>
                <a:tab pos="0" algn="l"/>
              </a:tabLst>
            </a:pPr>
            <a:fld id="{1A9AE1FB-52D5-47E7-83D6-9AC48BC8AFF1}" type="slidenum">
              <a:rPr lang="en-GB" sz="1200" b="1" strike="noStrike" spc="-1">
                <a:solidFill>
                  <a:srgbClr val="000000"/>
                </a:solidFill>
                <a:latin typeface="Calibri"/>
                <a:ea typeface="Calibri"/>
              </a:rPr>
              <a:t>‹#›</a:t>
            </a:fld>
            <a:endParaRPr lang="en-US" sz="1200" b="0" strike="noStrike" spc="-1"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753" r:id="rId1"/>
    <p:sldLayoutId id="2147483754" r:id="rId2"/>
    <p:sldLayoutId id="2147483755" r:id="rId3"/>
    <p:sldLayoutId id="2147483756" r:id="rId4"/>
    <p:sldLayoutId id="2147483757" r:id="rId5"/>
    <p:sldLayoutId id="2147483758" r:id="rId6"/>
    <p:sldLayoutId id="2147483759" r:id="rId7"/>
    <p:sldLayoutId id="2147483760" r:id="rId8"/>
    <p:sldLayoutId id="2147483761" r:id="rId9"/>
    <p:sldLayoutId id="2147483762" r:id="rId10"/>
    <p:sldLayoutId id="2147483763" r:id="rId11"/>
    <p:sldLayoutId id="2147483764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nl-NL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10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09" name="Google Shape;10;p1"/>
          <p:cNvPicPr/>
          <p:nvPr/>
        </p:nvPicPr>
        <p:blipFill>
          <a:blip r:embed="rId14"/>
          <a:stretch/>
        </p:blipFill>
        <p:spPr>
          <a:xfrm>
            <a:off x="10987200" y="6122160"/>
            <a:ext cx="951840" cy="482040"/>
          </a:xfrm>
          <a:prstGeom prst="rect">
            <a:avLst/>
          </a:prstGeom>
          <a:ln w="0">
            <a:noFill/>
          </a:ln>
        </p:spPr>
      </p:pic>
      <p:sp>
        <p:nvSpPr>
          <p:cNvPr id="410" name="PlaceHolder 1"/>
          <p:cNvSpPr>
            <a:spLocks noGrp="1"/>
          </p:cNvSpPr>
          <p:nvPr>
            <p:ph type="dt" idx="25"/>
          </p:nvPr>
        </p:nvSpPr>
        <p:spPr>
          <a:xfrm>
            <a:off x="7645680" y="7007760"/>
            <a:ext cx="3139920" cy="216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>
              <a:defRPr lang="en-US" sz="1400" b="0" strike="noStrike" spc="-1">
                <a:latin typeface="Times New Roman"/>
              </a:defRPr>
            </a:lvl1pPr>
          </a:lstStyle>
          <a:p>
            <a:r>
              <a:rPr lang="en-US" sz="1400" b="0" strike="noStrike" spc="-1">
                <a:latin typeface="Times New Roman"/>
              </a:rPr>
              <a:t>&lt;date/time&gt;</a:t>
            </a:r>
          </a:p>
        </p:txBody>
      </p:sp>
      <p:sp>
        <p:nvSpPr>
          <p:cNvPr id="411" name="PlaceHolder 2"/>
          <p:cNvSpPr>
            <a:spLocks noGrp="1"/>
          </p:cNvSpPr>
          <p:nvPr>
            <p:ph type="ftr" idx="26"/>
          </p:nvPr>
        </p:nvSpPr>
        <p:spPr>
          <a:xfrm>
            <a:off x="927000" y="7007760"/>
            <a:ext cx="6718320" cy="216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algn="ctr">
              <a:buNone/>
              <a:defRPr lang="en-US" sz="1400" b="0" strike="noStrike" spc="-1">
                <a:latin typeface="Times New Roman"/>
              </a:defRPr>
            </a:lvl1pPr>
          </a:lstStyle>
          <a:p>
            <a:pPr algn="ctr">
              <a:buNone/>
            </a:pPr>
            <a:r>
              <a:rPr lang="en-US" sz="1400" b="0" strike="noStrike" spc="-1">
                <a:latin typeface="Times New Roman"/>
              </a:rPr>
              <a:t>&lt;footer&gt;</a:t>
            </a:r>
          </a:p>
        </p:txBody>
      </p:sp>
      <p:sp>
        <p:nvSpPr>
          <p:cNvPr id="412" name="Google Shape;111;p12"/>
          <p:cNvSpPr/>
          <p:nvPr/>
        </p:nvSpPr>
        <p:spPr>
          <a:xfrm>
            <a:off x="5268960" y="-885600"/>
            <a:ext cx="1653840" cy="365760"/>
          </a:xfrm>
          <a:prstGeom prst="rect">
            <a:avLst/>
          </a:prstGeom>
          <a:solidFill>
            <a:schemeClr val="lt1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0000" tIns="183600" rIns="360000" bIns="183600" anchor="t">
            <a:spAutoFit/>
          </a:bodyPr>
          <a:lstStyle/>
          <a:p>
            <a:pPr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GB" sz="1200" b="0" strike="noStrike" spc="-1">
                <a:solidFill>
                  <a:srgbClr val="212121"/>
                </a:solidFill>
                <a:latin typeface="Calibri"/>
                <a:ea typeface="Calibri"/>
              </a:rPr>
              <a:t>TABLE (100%)</a:t>
            </a:r>
            <a:endParaRPr lang="en-US" sz="1200" b="0" strike="noStrike" spc="-1">
              <a:latin typeface="Arial"/>
            </a:endParaRPr>
          </a:p>
        </p:txBody>
      </p:sp>
      <p:sp>
        <p:nvSpPr>
          <p:cNvPr id="413" name="PlaceHolder 3"/>
          <p:cNvSpPr>
            <a:spLocks noGrp="1"/>
          </p:cNvSpPr>
          <p:nvPr>
            <p:ph type="title"/>
          </p:nvPr>
        </p:nvSpPr>
        <p:spPr>
          <a:xfrm>
            <a:off x="522000" y="272160"/>
            <a:ext cx="11145960" cy="600480"/>
          </a:xfrm>
          <a:prstGeom prst="rect">
            <a:avLst/>
          </a:prstGeom>
          <a:noFill/>
          <a:ln w="0">
            <a:noFill/>
          </a:ln>
        </p:spPr>
        <p:txBody>
          <a:bodyPr lIns="0" tIns="72000" rIns="0" bIns="0" anchor="t">
            <a:noAutofit/>
          </a:bodyPr>
          <a:lstStyle/>
          <a:p>
            <a:r>
              <a:rPr lang="en-US" sz="3200" b="0" strike="noStrike" spc="-1">
                <a:solidFill>
                  <a:srgbClr val="000000"/>
                </a:solidFill>
                <a:latin typeface="Arial"/>
              </a:rPr>
              <a:t>Click to edit the title text format</a:t>
            </a:r>
          </a:p>
        </p:txBody>
      </p:sp>
      <p:sp>
        <p:nvSpPr>
          <p:cNvPr id="414" name="Google Shape;113;p12"/>
          <p:cNvSpPr/>
          <p:nvPr/>
        </p:nvSpPr>
        <p:spPr>
          <a:xfrm>
            <a:off x="-2520" y="6786000"/>
            <a:ext cx="12191760" cy="76680"/>
          </a:xfrm>
          <a:prstGeom prst="rect">
            <a:avLst/>
          </a:prstGeom>
          <a:solidFill>
            <a:schemeClr val="accent1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</p:sp>
      <p:sp>
        <p:nvSpPr>
          <p:cNvPr id="415" name="PlaceHolder 4"/>
          <p:cNvSpPr>
            <a:spLocks noGrp="1"/>
          </p:cNvSpPr>
          <p:nvPr>
            <p:ph type="sldNum" idx="27"/>
          </p:nvPr>
        </p:nvSpPr>
        <p:spPr>
          <a:xfrm>
            <a:off x="516240" y="6375960"/>
            <a:ext cx="392040" cy="216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>
              <a:lnSpc>
                <a:spcPct val="100000"/>
              </a:lnSpc>
              <a:buNone/>
              <a:tabLst>
                <a:tab pos="0" algn="l"/>
              </a:tabLst>
              <a:defRPr lang="en-GB" sz="1200" b="1" strike="noStrike" spc="-1">
                <a:solidFill>
                  <a:srgbClr val="000000"/>
                </a:solidFill>
                <a:latin typeface="Calibri"/>
                <a:ea typeface="Calibri"/>
              </a:defRPr>
            </a:lvl1pPr>
          </a:lstStyle>
          <a:p>
            <a:pPr>
              <a:lnSpc>
                <a:spcPct val="100000"/>
              </a:lnSpc>
              <a:buNone/>
              <a:tabLst>
                <a:tab pos="0" algn="l"/>
              </a:tabLst>
            </a:pPr>
            <a:fld id="{6DB92303-CE25-4A45-A345-0DD3C0613A4E}" type="slidenum">
              <a:rPr lang="en-GB" sz="1200" b="1" strike="noStrike" spc="-1">
                <a:solidFill>
                  <a:srgbClr val="000000"/>
                </a:solidFill>
                <a:latin typeface="Calibri"/>
                <a:ea typeface="Calibri"/>
              </a:rPr>
              <a:t>‹#›</a:t>
            </a:fld>
            <a:endParaRPr lang="en-US" sz="1200" b="0" strike="noStrike" spc="-1">
              <a:latin typeface="Times New Roman"/>
            </a:endParaRPr>
          </a:p>
        </p:txBody>
      </p:sp>
      <p:sp>
        <p:nvSpPr>
          <p:cNvPr id="416" name="PlaceHolder 5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400" b="0" strike="noStrike" spc="-1">
                <a:solidFill>
                  <a:srgbClr val="000000"/>
                </a:solidFill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400" b="0" strike="noStrike" spc="-1">
                <a:solidFill>
                  <a:srgbClr val="000000"/>
                </a:solidFill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400" b="0" strike="noStrike" spc="-1">
                <a:solidFill>
                  <a:srgbClr val="000000"/>
                </a:solidFill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400" b="0" strike="noStrike" spc="-1">
                <a:solidFill>
                  <a:srgbClr val="000000"/>
                </a:solidFill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Seventh Outline Level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766" r:id="rId1"/>
    <p:sldLayoutId id="2147483767" r:id="rId2"/>
    <p:sldLayoutId id="2147483768" r:id="rId3"/>
    <p:sldLayoutId id="2147483769" r:id="rId4"/>
    <p:sldLayoutId id="2147483770" r:id="rId5"/>
    <p:sldLayoutId id="2147483771" r:id="rId6"/>
    <p:sldLayoutId id="2147483772" r:id="rId7"/>
    <p:sldLayoutId id="2147483773" r:id="rId8"/>
    <p:sldLayoutId id="2147483774" r:id="rId9"/>
    <p:sldLayoutId id="2147483775" r:id="rId10"/>
    <p:sldLayoutId id="2147483776" r:id="rId11"/>
    <p:sldLayoutId id="2147483777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nl-NL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1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53" name="Google Shape;10;p1"/>
          <p:cNvPicPr/>
          <p:nvPr/>
        </p:nvPicPr>
        <p:blipFill>
          <a:blip r:embed="rId14"/>
          <a:stretch/>
        </p:blipFill>
        <p:spPr>
          <a:xfrm>
            <a:off x="10987200" y="6122160"/>
            <a:ext cx="951840" cy="482040"/>
          </a:xfrm>
          <a:prstGeom prst="rect">
            <a:avLst/>
          </a:prstGeom>
          <a:ln w="0">
            <a:noFill/>
          </a:ln>
        </p:spPr>
      </p:pic>
      <p:sp>
        <p:nvSpPr>
          <p:cNvPr id="454" name="Google Shape;116;p13"/>
          <p:cNvSpPr/>
          <p:nvPr/>
        </p:nvSpPr>
        <p:spPr>
          <a:xfrm>
            <a:off x="10325160" y="5688360"/>
            <a:ext cx="1866600" cy="1169280"/>
          </a:xfrm>
          <a:prstGeom prst="rect">
            <a:avLst/>
          </a:prstGeom>
          <a:solidFill>
            <a:schemeClr val="lt1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</p:sp>
      <p:sp>
        <p:nvSpPr>
          <p:cNvPr id="455" name="PlaceHolder 1"/>
          <p:cNvSpPr>
            <a:spLocks noGrp="1"/>
          </p:cNvSpPr>
          <p:nvPr>
            <p:ph type="body"/>
          </p:nvPr>
        </p:nvSpPr>
        <p:spPr>
          <a:xfrm>
            <a:off x="259200" y="261360"/>
            <a:ext cx="11669760" cy="6343200"/>
          </a:xfrm>
          <a:prstGeom prst="rect">
            <a:avLst/>
          </a:prstGeom>
          <a:solidFill>
            <a:srgbClr val="D8D8D8"/>
          </a:solidFill>
          <a:ln w="0">
            <a:noFill/>
          </a:ln>
        </p:spPr>
        <p:txBody>
          <a:bodyPr lIns="90000" tIns="45000" rIns="90000" bIns="45000" anchor="t">
            <a:norm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Seventh Outline Level</a:t>
            </a:r>
          </a:p>
        </p:txBody>
      </p:sp>
      <p:sp>
        <p:nvSpPr>
          <p:cNvPr id="456" name="Google Shape;118;p13"/>
          <p:cNvSpPr/>
          <p:nvPr/>
        </p:nvSpPr>
        <p:spPr>
          <a:xfrm>
            <a:off x="5235840" y="-885600"/>
            <a:ext cx="1719720" cy="365760"/>
          </a:xfrm>
          <a:prstGeom prst="rect">
            <a:avLst/>
          </a:prstGeom>
          <a:solidFill>
            <a:schemeClr val="lt1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0000" tIns="183600" rIns="360000" bIns="183600" anchor="t">
            <a:spAutoFit/>
          </a:bodyPr>
          <a:lstStyle/>
          <a:p>
            <a:pPr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GB" sz="1200" b="0" strike="noStrike" spc="-1">
                <a:solidFill>
                  <a:srgbClr val="212121"/>
                </a:solidFill>
                <a:latin typeface="Calibri"/>
                <a:ea typeface="Calibri"/>
              </a:rPr>
              <a:t>PICTURE 100%</a:t>
            </a:r>
            <a:endParaRPr lang="en-US" sz="1200" b="0" strike="noStrike" spc="-1">
              <a:latin typeface="Arial"/>
            </a:endParaRPr>
          </a:p>
        </p:txBody>
      </p:sp>
      <p:sp>
        <p:nvSpPr>
          <p:cNvPr id="457" name="PlaceHolder 2"/>
          <p:cNvSpPr>
            <a:spLocks noGrp="1"/>
          </p:cNvSpPr>
          <p:nvPr>
            <p:ph type="body"/>
          </p:nvPr>
        </p:nvSpPr>
        <p:spPr>
          <a:xfrm>
            <a:off x="10692000" y="5852160"/>
            <a:ext cx="991440" cy="486360"/>
          </a:xfrm>
          <a:prstGeom prst="rect">
            <a:avLst/>
          </a:prstGeom>
          <a:blipFill rotWithShape="0">
            <a:blip r:embed="rId15"/>
            <a:stretch/>
          </a:blip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Seventh Outline Level</a:t>
            </a:r>
          </a:p>
        </p:txBody>
      </p:sp>
      <p:sp>
        <p:nvSpPr>
          <p:cNvPr id="458" name="PlaceHolder 3"/>
          <p:cNvSpPr>
            <a:spLocks noGrp="1"/>
          </p:cNvSpPr>
          <p:nvPr>
            <p:ph type="sldNum" idx="28"/>
          </p:nvPr>
        </p:nvSpPr>
        <p:spPr>
          <a:xfrm>
            <a:off x="516240" y="6375960"/>
            <a:ext cx="392040" cy="216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>
              <a:lnSpc>
                <a:spcPct val="100000"/>
              </a:lnSpc>
              <a:buNone/>
              <a:tabLst>
                <a:tab pos="0" algn="l"/>
              </a:tabLst>
              <a:defRPr lang="en-GB" sz="1200" b="1" strike="noStrike" spc="-1">
                <a:solidFill>
                  <a:srgbClr val="000000"/>
                </a:solidFill>
                <a:latin typeface="Calibri"/>
                <a:ea typeface="Calibri"/>
              </a:defRPr>
            </a:lvl1pPr>
          </a:lstStyle>
          <a:p>
            <a:pPr>
              <a:lnSpc>
                <a:spcPct val="100000"/>
              </a:lnSpc>
              <a:buNone/>
              <a:tabLst>
                <a:tab pos="0" algn="l"/>
              </a:tabLst>
            </a:pPr>
            <a:fld id="{941A312B-0737-4157-9B93-46B7B76086D5}" type="slidenum">
              <a:rPr lang="en-GB" sz="1200" b="1" strike="noStrike" spc="-1">
                <a:solidFill>
                  <a:srgbClr val="000000"/>
                </a:solidFill>
                <a:latin typeface="Calibri"/>
                <a:ea typeface="Calibri"/>
              </a:rPr>
              <a:t>‹#›</a:t>
            </a:fld>
            <a:endParaRPr lang="en-US" sz="1200" b="0" strike="noStrike" spc="-1">
              <a:latin typeface="Times New Roman"/>
            </a:endParaRPr>
          </a:p>
        </p:txBody>
      </p:sp>
      <p:sp>
        <p:nvSpPr>
          <p:cNvPr id="459" name="PlaceHolder 4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r>
              <a:rPr lang="en-US" sz="1400" b="0" strike="noStrike" spc="-1">
                <a:solidFill>
                  <a:srgbClr val="000000"/>
                </a:solidFill>
                <a:latin typeface="Arial"/>
              </a:rPr>
              <a:t>Click to edit the title text format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779" r:id="rId1"/>
    <p:sldLayoutId id="2147483780" r:id="rId2"/>
    <p:sldLayoutId id="2147483781" r:id="rId3"/>
    <p:sldLayoutId id="2147483782" r:id="rId4"/>
    <p:sldLayoutId id="2147483783" r:id="rId5"/>
    <p:sldLayoutId id="2147483784" r:id="rId6"/>
    <p:sldLayoutId id="2147483785" r:id="rId7"/>
    <p:sldLayoutId id="2147483786" r:id="rId8"/>
    <p:sldLayoutId id="2147483787" r:id="rId9"/>
    <p:sldLayoutId id="2147483788" r:id="rId10"/>
    <p:sldLayoutId id="2147483789" r:id="rId11"/>
    <p:sldLayoutId id="2147483790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nl-NL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1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96" name="Google Shape;10;p1"/>
          <p:cNvPicPr/>
          <p:nvPr/>
        </p:nvPicPr>
        <p:blipFill>
          <a:blip r:embed="rId14"/>
          <a:stretch/>
        </p:blipFill>
        <p:spPr>
          <a:xfrm>
            <a:off x="10987200" y="6122160"/>
            <a:ext cx="951840" cy="482040"/>
          </a:xfrm>
          <a:prstGeom prst="rect">
            <a:avLst/>
          </a:prstGeom>
          <a:ln w="0">
            <a:noFill/>
          </a:ln>
        </p:spPr>
      </p:pic>
      <p:sp>
        <p:nvSpPr>
          <p:cNvPr id="497" name="Google Shape;122;p14"/>
          <p:cNvSpPr/>
          <p:nvPr/>
        </p:nvSpPr>
        <p:spPr>
          <a:xfrm>
            <a:off x="10325160" y="5688360"/>
            <a:ext cx="1866600" cy="1169280"/>
          </a:xfrm>
          <a:prstGeom prst="rect">
            <a:avLst/>
          </a:prstGeom>
          <a:solidFill>
            <a:schemeClr val="lt1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</p:sp>
      <p:sp>
        <p:nvSpPr>
          <p:cNvPr id="498" name="PlaceHolder 1"/>
          <p:cNvSpPr>
            <a:spLocks noGrp="1"/>
          </p:cNvSpPr>
          <p:nvPr>
            <p:ph type="body"/>
          </p:nvPr>
        </p:nvSpPr>
        <p:spPr>
          <a:xfrm>
            <a:off x="259200" y="261360"/>
            <a:ext cx="11669760" cy="6343200"/>
          </a:xfrm>
          <a:prstGeom prst="rect">
            <a:avLst/>
          </a:prstGeom>
          <a:solidFill>
            <a:srgbClr val="D8D8D8"/>
          </a:solidFill>
          <a:ln w="0">
            <a:noFill/>
          </a:ln>
        </p:spPr>
        <p:txBody>
          <a:bodyPr lIns="90000" tIns="45000" rIns="90000" bIns="45000" anchor="t">
            <a:norm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Seventh Outline Level</a:t>
            </a:r>
          </a:p>
        </p:txBody>
      </p:sp>
      <p:sp>
        <p:nvSpPr>
          <p:cNvPr id="499" name="Google Shape;124;p14"/>
          <p:cNvSpPr/>
          <p:nvPr/>
        </p:nvSpPr>
        <p:spPr>
          <a:xfrm>
            <a:off x="4801320" y="-885600"/>
            <a:ext cx="2589120" cy="365760"/>
          </a:xfrm>
          <a:prstGeom prst="rect">
            <a:avLst/>
          </a:prstGeom>
          <a:solidFill>
            <a:schemeClr val="lt1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0000" tIns="183600" rIns="360000" bIns="183600" anchor="t">
            <a:spAutoFit/>
          </a:bodyPr>
          <a:lstStyle/>
          <a:p>
            <a:pPr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GB" sz="1200" b="0" strike="noStrike" spc="-1">
                <a:solidFill>
                  <a:srgbClr val="212121"/>
                </a:solidFill>
                <a:latin typeface="Calibri"/>
                <a:ea typeface="Calibri"/>
              </a:rPr>
              <a:t>PICTURE 100% (white logo)</a:t>
            </a:r>
            <a:endParaRPr lang="en-US" sz="1200" b="0" strike="noStrike" spc="-1">
              <a:latin typeface="Arial"/>
            </a:endParaRPr>
          </a:p>
        </p:txBody>
      </p:sp>
      <p:sp>
        <p:nvSpPr>
          <p:cNvPr id="500" name="PlaceHolder 2"/>
          <p:cNvSpPr>
            <a:spLocks noGrp="1"/>
          </p:cNvSpPr>
          <p:nvPr>
            <p:ph type="body"/>
          </p:nvPr>
        </p:nvSpPr>
        <p:spPr>
          <a:xfrm>
            <a:off x="10692000" y="5852160"/>
            <a:ext cx="991440" cy="486360"/>
          </a:xfrm>
          <a:prstGeom prst="rect">
            <a:avLst/>
          </a:prstGeom>
          <a:blipFill rotWithShape="0">
            <a:blip r:embed="rId15"/>
            <a:stretch/>
          </a:blip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Seventh Outline Level</a:t>
            </a:r>
          </a:p>
        </p:txBody>
      </p:sp>
      <p:sp>
        <p:nvSpPr>
          <p:cNvPr id="501" name="PlaceHolder 3"/>
          <p:cNvSpPr>
            <a:spLocks noGrp="1"/>
          </p:cNvSpPr>
          <p:nvPr>
            <p:ph type="sldNum" idx="29"/>
          </p:nvPr>
        </p:nvSpPr>
        <p:spPr>
          <a:xfrm>
            <a:off x="516240" y="6375960"/>
            <a:ext cx="392040" cy="216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>
              <a:lnSpc>
                <a:spcPct val="100000"/>
              </a:lnSpc>
              <a:buNone/>
              <a:tabLst>
                <a:tab pos="0" algn="l"/>
              </a:tabLst>
              <a:defRPr lang="en-GB" sz="1200" b="1" strike="noStrike" spc="-1">
                <a:solidFill>
                  <a:srgbClr val="FFFFFF"/>
                </a:solidFill>
                <a:latin typeface="Calibri"/>
                <a:ea typeface="Calibri"/>
              </a:defRPr>
            </a:lvl1pPr>
          </a:lstStyle>
          <a:p>
            <a:pPr>
              <a:lnSpc>
                <a:spcPct val="100000"/>
              </a:lnSpc>
              <a:buNone/>
              <a:tabLst>
                <a:tab pos="0" algn="l"/>
              </a:tabLst>
            </a:pPr>
            <a:fld id="{D24BBC0A-F2D5-4D96-808F-60A71EFF788F}" type="slidenum">
              <a:rPr lang="en-GB" sz="1200" b="1" strike="noStrike" spc="-1">
                <a:solidFill>
                  <a:srgbClr val="FFFFFF"/>
                </a:solidFill>
                <a:latin typeface="Calibri"/>
                <a:ea typeface="Calibri"/>
              </a:rPr>
              <a:t>‹#›</a:t>
            </a:fld>
            <a:endParaRPr lang="en-US" sz="1200" b="0" strike="noStrike" spc="-1">
              <a:latin typeface="Times New Roman"/>
            </a:endParaRPr>
          </a:p>
        </p:txBody>
      </p:sp>
      <p:sp>
        <p:nvSpPr>
          <p:cNvPr id="502" name="PlaceHolder 4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r>
              <a:rPr lang="en-US" sz="1400" b="0" strike="noStrike" spc="-1">
                <a:solidFill>
                  <a:srgbClr val="000000"/>
                </a:solidFill>
                <a:latin typeface="Arial"/>
              </a:rPr>
              <a:t>Click to edit the title text format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792" r:id="rId1"/>
    <p:sldLayoutId id="2147483793" r:id="rId2"/>
    <p:sldLayoutId id="2147483794" r:id="rId3"/>
    <p:sldLayoutId id="2147483795" r:id="rId4"/>
    <p:sldLayoutId id="2147483796" r:id="rId5"/>
    <p:sldLayoutId id="2147483797" r:id="rId6"/>
    <p:sldLayoutId id="2147483798" r:id="rId7"/>
    <p:sldLayoutId id="2147483799" r:id="rId8"/>
    <p:sldLayoutId id="2147483800" r:id="rId9"/>
    <p:sldLayoutId id="2147483801" r:id="rId10"/>
    <p:sldLayoutId id="2147483802" r:id="rId11"/>
    <p:sldLayoutId id="2147483803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nl-NL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13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39" name="Google Shape;10;p1"/>
          <p:cNvPicPr/>
          <p:nvPr/>
        </p:nvPicPr>
        <p:blipFill>
          <a:blip r:embed="rId14"/>
          <a:stretch/>
        </p:blipFill>
        <p:spPr>
          <a:xfrm>
            <a:off x="10987200" y="6122160"/>
            <a:ext cx="951840" cy="482040"/>
          </a:xfrm>
          <a:prstGeom prst="rect">
            <a:avLst/>
          </a:prstGeom>
          <a:ln w="0">
            <a:noFill/>
          </a:ln>
        </p:spPr>
      </p:pic>
      <p:sp>
        <p:nvSpPr>
          <p:cNvPr id="540" name="Google Shape;128;p15"/>
          <p:cNvSpPr/>
          <p:nvPr/>
        </p:nvSpPr>
        <p:spPr>
          <a:xfrm>
            <a:off x="10325160" y="5688360"/>
            <a:ext cx="1866600" cy="1169280"/>
          </a:xfrm>
          <a:prstGeom prst="rect">
            <a:avLst/>
          </a:prstGeom>
          <a:solidFill>
            <a:schemeClr val="lt1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</p:sp>
      <p:sp>
        <p:nvSpPr>
          <p:cNvPr id="541" name="PlaceHolder 1"/>
          <p:cNvSpPr>
            <a:spLocks noGrp="1"/>
          </p:cNvSpPr>
          <p:nvPr>
            <p:ph type="dt" idx="30"/>
          </p:nvPr>
        </p:nvSpPr>
        <p:spPr>
          <a:xfrm>
            <a:off x="7645680" y="7004160"/>
            <a:ext cx="3139920" cy="216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>
              <a:defRPr lang="en-US" sz="1400" b="0" strike="noStrike" spc="-1">
                <a:latin typeface="Times New Roman"/>
              </a:defRPr>
            </a:lvl1pPr>
          </a:lstStyle>
          <a:p>
            <a:r>
              <a:rPr lang="en-US" sz="1400" b="0" strike="noStrike" spc="-1">
                <a:latin typeface="Times New Roman"/>
              </a:rPr>
              <a:t>&lt;date/time&gt;</a:t>
            </a:r>
          </a:p>
        </p:txBody>
      </p:sp>
      <p:sp>
        <p:nvSpPr>
          <p:cNvPr id="542" name="PlaceHolder 2"/>
          <p:cNvSpPr>
            <a:spLocks noGrp="1"/>
          </p:cNvSpPr>
          <p:nvPr>
            <p:ph type="ftr" idx="31"/>
          </p:nvPr>
        </p:nvSpPr>
        <p:spPr>
          <a:xfrm>
            <a:off x="927000" y="7004160"/>
            <a:ext cx="6718320" cy="216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algn="ctr">
              <a:buNone/>
              <a:defRPr lang="en-US" sz="1400" b="0" strike="noStrike" spc="-1">
                <a:latin typeface="Times New Roman"/>
              </a:defRPr>
            </a:lvl1pPr>
          </a:lstStyle>
          <a:p>
            <a:pPr algn="ctr">
              <a:buNone/>
            </a:pPr>
            <a:r>
              <a:rPr lang="en-US" sz="1400" b="0" strike="noStrike" spc="-1">
                <a:latin typeface="Times New Roman"/>
              </a:rPr>
              <a:t>&lt;footer&gt;</a:t>
            </a:r>
          </a:p>
        </p:txBody>
      </p:sp>
      <p:sp>
        <p:nvSpPr>
          <p:cNvPr id="543" name="PlaceHolder 3"/>
          <p:cNvSpPr>
            <a:spLocks noGrp="1"/>
          </p:cNvSpPr>
          <p:nvPr>
            <p:ph type="body"/>
          </p:nvPr>
        </p:nvSpPr>
        <p:spPr>
          <a:xfrm>
            <a:off x="259200" y="261360"/>
            <a:ext cx="11669760" cy="6343200"/>
          </a:xfrm>
          <a:prstGeom prst="rect">
            <a:avLst/>
          </a:prstGeom>
          <a:solidFill>
            <a:srgbClr val="D8D8D8"/>
          </a:solidFill>
          <a:ln w="0">
            <a:noFill/>
          </a:ln>
        </p:spPr>
        <p:txBody>
          <a:bodyPr lIns="90000" tIns="45000" rIns="90000" bIns="45000" anchor="t">
            <a:norm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Seventh Outline Level</a:t>
            </a:r>
          </a:p>
        </p:txBody>
      </p:sp>
      <p:sp>
        <p:nvSpPr>
          <p:cNvPr id="544" name="Google Shape;132;p15"/>
          <p:cNvSpPr/>
          <p:nvPr/>
        </p:nvSpPr>
        <p:spPr>
          <a:xfrm>
            <a:off x="4636800" y="-885600"/>
            <a:ext cx="2918160" cy="365760"/>
          </a:xfrm>
          <a:prstGeom prst="rect">
            <a:avLst/>
          </a:prstGeom>
          <a:solidFill>
            <a:schemeClr val="lt1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0000" tIns="183600" rIns="360000" bIns="183600" anchor="t">
            <a:spAutoFit/>
          </a:bodyPr>
          <a:lstStyle/>
          <a:p>
            <a:pPr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GB" sz="1200" b="0" strike="noStrike" spc="-1">
                <a:solidFill>
                  <a:srgbClr val="212121"/>
                </a:solidFill>
                <a:latin typeface="Calibri"/>
                <a:ea typeface="Calibri"/>
              </a:rPr>
              <a:t>QUOTE - BLACK (100% PICTURE)</a:t>
            </a:r>
            <a:endParaRPr lang="en-US" sz="1200" b="0" strike="noStrike" spc="-1">
              <a:latin typeface="Arial"/>
            </a:endParaRPr>
          </a:p>
        </p:txBody>
      </p:sp>
      <p:sp>
        <p:nvSpPr>
          <p:cNvPr id="545" name="PlaceHolder 4"/>
          <p:cNvSpPr>
            <a:spLocks noGrp="1"/>
          </p:cNvSpPr>
          <p:nvPr>
            <p:ph type="body"/>
          </p:nvPr>
        </p:nvSpPr>
        <p:spPr>
          <a:xfrm>
            <a:off x="10692000" y="5852160"/>
            <a:ext cx="991440" cy="486360"/>
          </a:xfrm>
          <a:prstGeom prst="rect">
            <a:avLst/>
          </a:prstGeom>
          <a:blipFill rotWithShape="0">
            <a:blip r:embed="rId15"/>
            <a:stretch/>
          </a:blip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Seventh Outline Level</a:t>
            </a:r>
          </a:p>
        </p:txBody>
      </p:sp>
      <p:sp>
        <p:nvSpPr>
          <p:cNvPr id="546" name="PlaceHolder 5"/>
          <p:cNvSpPr>
            <a:spLocks noGrp="1"/>
          </p:cNvSpPr>
          <p:nvPr>
            <p:ph type="body"/>
          </p:nvPr>
        </p:nvSpPr>
        <p:spPr>
          <a:xfrm>
            <a:off x="820440" y="824760"/>
            <a:ext cx="4447800" cy="5233680"/>
          </a:xfrm>
          <a:prstGeom prst="rect">
            <a:avLst/>
          </a:prstGeom>
          <a:solidFill>
            <a:srgbClr val="FFFFFF">
              <a:alpha val="70000"/>
            </a:srgbClr>
          </a:solidFill>
          <a:ln w="0">
            <a:noFill/>
          </a:ln>
        </p:spPr>
        <p:txBody>
          <a:bodyPr lIns="180000" tIns="252000" rIns="180000" bIns="252000" anchor="ctr">
            <a:no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4000" b="0" strike="noStrike" spc="-1">
                <a:solidFill>
                  <a:srgbClr val="000000"/>
                </a:solidFill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4000" b="0" strike="noStrike" spc="-1">
                <a:solidFill>
                  <a:srgbClr val="000000"/>
                </a:solidFill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4000" b="0" strike="noStrike" spc="-1">
                <a:solidFill>
                  <a:srgbClr val="000000"/>
                </a:solidFill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4000" b="0" strike="noStrike" spc="-1">
                <a:solidFill>
                  <a:srgbClr val="000000"/>
                </a:solidFill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4000" b="0" strike="noStrike" spc="-1">
                <a:solidFill>
                  <a:srgbClr val="000000"/>
                </a:solidFill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4000" b="0" strike="noStrike" spc="-1">
                <a:solidFill>
                  <a:srgbClr val="000000"/>
                </a:solidFill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4000" b="0" strike="noStrike" spc="-1">
                <a:solidFill>
                  <a:srgbClr val="000000"/>
                </a:solidFill>
                <a:latin typeface="Arial"/>
              </a:rPr>
              <a:t>Seventh Outline Level</a:t>
            </a:r>
          </a:p>
        </p:txBody>
      </p:sp>
      <p:sp>
        <p:nvSpPr>
          <p:cNvPr id="547" name="PlaceHolder 6"/>
          <p:cNvSpPr>
            <a:spLocks noGrp="1"/>
          </p:cNvSpPr>
          <p:nvPr>
            <p:ph type="sldNum" idx="32"/>
          </p:nvPr>
        </p:nvSpPr>
        <p:spPr>
          <a:xfrm>
            <a:off x="516240" y="6375960"/>
            <a:ext cx="392040" cy="216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>
              <a:lnSpc>
                <a:spcPct val="100000"/>
              </a:lnSpc>
              <a:buNone/>
              <a:tabLst>
                <a:tab pos="0" algn="l"/>
              </a:tabLst>
              <a:defRPr lang="en-GB" sz="1200" b="1" strike="noStrike" spc="-1">
                <a:solidFill>
                  <a:srgbClr val="000000"/>
                </a:solidFill>
                <a:latin typeface="Calibri"/>
                <a:ea typeface="Calibri"/>
              </a:defRPr>
            </a:lvl1pPr>
          </a:lstStyle>
          <a:p>
            <a:pPr>
              <a:lnSpc>
                <a:spcPct val="100000"/>
              </a:lnSpc>
              <a:buNone/>
              <a:tabLst>
                <a:tab pos="0" algn="l"/>
              </a:tabLst>
            </a:pPr>
            <a:fld id="{ECC9B42A-EE15-4458-85CC-01E2523FAD67}" type="slidenum">
              <a:rPr lang="en-GB" sz="1200" b="1" strike="noStrike" spc="-1">
                <a:solidFill>
                  <a:srgbClr val="000000"/>
                </a:solidFill>
                <a:latin typeface="Calibri"/>
                <a:ea typeface="Calibri"/>
              </a:rPr>
              <a:t>‹#›</a:t>
            </a:fld>
            <a:endParaRPr lang="en-US" sz="1200" b="0" strike="noStrike" spc="-1">
              <a:latin typeface="Times New Roman"/>
            </a:endParaRPr>
          </a:p>
        </p:txBody>
      </p:sp>
      <p:sp>
        <p:nvSpPr>
          <p:cNvPr id="548" name="PlaceHolder 7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r>
              <a:rPr lang="en-US" sz="1400" b="0" strike="noStrike" spc="-1">
                <a:solidFill>
                  <a:srgbClr val="000000"/>
                </a:solidFill>
                <a:latin typeface="Arial"/>
              </a:rPr>
              <a:t>Click to edit the title text format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805" r:id="rId1"/>
    <p:sldLayoutId id="2147483806" r:id="rId2"/>
    <p:sldLayoutId id="2147483807" r:id="rId3"/>
    <p:sldLayoutId id="2147483808" r:id="rId4"/>
    <p:sldLayoutId id="2147483809" r:id="rId5"/>
    <p:sldLayoutId id="2147483810" r:id="rId6"/>
    <p:sldLayoutId id="2147483811" r:id="rId7"/>
    <p:sldLayoutId id="2147483812" r:id="rId8"/>
    <p:sldLayoutId id="2147483813" r:id="rId9"/>
    <p:sldLayoutId id="2147483814" r:id="rId10"/>
    <p:sldLayoutId id="2147483815" r:id="rId11"/>
    <p:sldLayoutId id="2147483816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nl-NL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14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85" name="Google Shape;10;p1"/>
          <p:cNvPicPr/>
          <p:nvPr/>
        </p:nvPicPr>
        <p:blipFill>
          <a:blip r:embed="rId14"/>
          <a:stretch/>
        </p:blipFill>
        <p:spPr>
          <a:xfrm>
            <a:off x="10987200" y="6122160"/>
            <a:ext cx="951840" cy="482040"/>
          </a:xfrm>
          <a:prstGeom prst="rect">
            <a:avLst/>
          </a:prstGeom>
          <a:ln w="0">
            <a:noFill/>
          </a:ln>
        </p:spPr>
      </p:pic>
      <p:sp>
        <p:nvSpPr>
          <p:cNvPr id="586" name="Google Shape;137;p16"/>
          <p:cNvSpPr/>
          <p:nvPr/>
        </p:nvSpPr>
        <p:spPr>
          <a:xfrm>
            <a:off x="10325160" y="5688360"/>
            <a:ext cx="1866600" cy="1169280"/>
          </a:xfrm>
          <a:prstGeom prst="rect">
            <a:avLst/>
          </a:prstGeom>
          <a:solidFill>
            <a:schemeClr val="lt1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</p:sp>
      <p:sp>
        <p:nvSpPr>
          <p:cNvPr id="587" name="PlaceHolder 1"/>
          <p:cNvSpPr>
            <a:spLocks noGrp="1"/>
          </p:cNvSpPr>
          <p:nvPr>
            <p:ph type="dt" idx="33"/>
          </p:nvPr>
        </p:nvSpPr>
        <p:spPr>
          <a:xfrm>
            <a:off x="7645680" y="7004160"/>
            <a:ext cx="3139920" cy="216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>
              <a:defRPr lang="en-US" sz="1400" b="0" strike="noStrike" spc="-1">
                <a:latin typeface="Times New Roman"/>
              </a:defRPr>
            </a:lvl1pPr>
          </a:lstStyle>
          <a:p>
            <a:r>
              <a:rPr lang="en-US" sz="1400" b="0" strike="noStrike" spc="-1">
                <a:latin typeface="Times New Roman"/>
              </a:rPr>
              <a:t>&lt;date/time&gt;</a:t>
            </a:r>
          </a:p>
        </p:txBody>
      </p:sp>
      <p:sp>
        <p:nvSpPr>
          <p:cNvPr id="588" name="PlaceHolder 2"/>
          <p:cNvSpPr>
            <a:spLocks noGrp="1"/>
          </p:cNvSpPr>
          <p:nvPr>
            <p:ph type="ftr" idx="34"/>
          </p:nvPr>
        </p:nvSpPr>
        <p:spPr>
          <a:xfrm>
            <a:off x="927000" y="7004160"/>
            <a:ext cx="6718320" cy="216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algn="ctr">
              <a:buNone/>
              <a:defRPr lang="en-US" sz="1400" b="0" strike="noStrike" spc="-1">
                <a:latin typeface="Times New Roman"/>
              </a:defRPr>
            </a:lvl1pPr>
          </a:lstStyle>
          <a:p>
            <a:pPr algn="ctr">
              <a:buNone/>
            </a:pPr>
            <a:r>
              <a:rPr lang="en-US" sz="1400" b="0" strike="noStrike" spc="-1">
                <a:latin typeface="Times New Roman"/>
              </a:rPr>
              <a:t>&lt;footer&gt;</a:t>
            </a:r>
          </a:p>
        </p:txBody>
      </p:sp>
      <p:sp>
        <p:nvSpPr>
          <p:cNvPr id="589" name="PlaceHolder 3"/>
          <p:cNvSpPr>
            <a:spLocks noGrp="1"/>
          </p:cNvSpPr>
          <p:nvPr>
            <p:ph type="body"/>
          </p:nvPr>
        </p:nvSpPr>
        <p:spPr>
          <a:xfrm>
            <a:off x="259200" y="261360"/>
            <a:ext cx="11669760" cy="6343200"/>
          </a:xfrm>
          <a:prstGeom prst="rect">
            <a:avLst/>
          </a:prstGeom>
          <a:solidFill>
            <a:srgbClr val="D8D8D8"/>
          </a:solidFill>
          <a:ln w="0">
            <a:noFill/>
          </a:ln>
        </p:spPr>
        <p:txBody>
          <a:bodyPr lIns="90000" tIns="45000" rIns="90000" bIns="45000" anchor="t">
            <a:norm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Seventh Outline Level</a:t>
            </a:r>
          </a:p>
        </p:txBody>
      </p:sp>
      <p:sp>
        <p:nvSpPr>
          <p:cNvPr id="590" name="Google Shape;141;p16"/>
          <p:cNvSpPr/>
          <p:nvPr/>
        </p:nvSpPr>
        <p:spPr>
          <a:xfrm>
            <a:off x="4624920" y="-885600"/>
            <a:ext cx="2941920" cy="365760"/>
          </a:xfrm>
          <a:prstGeom prst="rect">
            <a:avLst/>
          </a:prstGeom>
          <a:solidFill>
            <a:schemeClr val="lt1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0000" tIns="183600" rIns="360000" bIns="183600" anchor="t">
            <a:spAutoFit/>
          </a:bodyPr>
          <a:lstStyle/>
          <a:p>
            <a:pPr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GB" sz="1200" b="0" strike="noStrike" spc="-1">
                <a:solidFill>
                  <a:srgbClr val="212121"/>
                </a:solidFill>
                <a:latin typeface="Calibri"/>
                <a:ea typeface="Calibri"/>
              </a:rPr>
              <a:t>QUOTE - WHITE (100% PICTURE)</a:t>
            </a:r>
            <a:endParaRPr lang="en-US" sz="1200" b="0" strike="noStrike" spc="-1">
              <a:latin typeface="Arial"/>
            </a:endParaRPr>
          </a:p>
        </p:txBody>
      </p:sp>
      <p:sp>
        <p:nvSpPr>
          <p:cNvPr id="591" name="PlaceHolder 4"/>
          <p:cNvSpPr>
            <a:spLocks noGrp="1"/>
          </p:cNvSpPr>
          <p:nvPr>
            <p:ph type="body"/>
          </p:nvPr>
        </p:nvSpPr>
        <p:spPr>
          <a:xfrm>
            <a:off x="10692000" y="5852160"/>
            <a:ext cx="991440" cy="486360"/>
          </a:xfrm>
          <a:prstGeom prst="rect">
            <a:avLst/>
          </a:prstGeom>
          <a:blipFill rotWithShape="0">
            <a:blip r:embed="rId15"/>
            <a:stretch/>
          </a:blip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Seventh Outline Level</a:t>
            </a:r>
          </a:p>
        </p:txBody>
      </p:sp>
      <p:sp>
        <p:nvSpPr>
          <p:cNvPr id="592" name="PlaceHolder 5"/>
          <p:cNvSpPr>
            <a:spLocks noGrp="1"/>
          </p:cNvSpPr>
          <p:nvPr>
            <p:ph type="body"/>
          </p:nvPr>
        </p:nvSpPr>
        <p:spPr>
          <a:xfrm>
            <a:off x="820440" y="824760"/>
            <a:ext cx="4447800" cy="5233680"/>
          </a:xfrm>
          <a:prstGeom prst="rect">
            <a:avLst/>
          </a:prstGeom>
          <a:solidFill>
            <a:srgbClr val="FFFFFF">
              <a:alpha val="70000"/>
            </a:srgbClr>
          </a:solidFill>
          <a:ln w="0">
            <a:noFill/>
          </a:ln>
        </p:spPr>
        <p:txBody>
          <a:bodyPr lIns="180000" tIns="252000" rIns="180000" bIns="252000" anchor="ctr">
            <a:no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4000" b="0" strike="noStrike" spc="-1">
                <a:solidFill>
                  <a:srgbClr val="000000"/>
                </a:solidFill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4000" b="0" strike="noStrike" spc="-1">
                <a:solidFill>
                  <a:srgbClr val="000000"/>
                </a:solidFill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4000" b="0" strike="noStrike" spc="-1">
                <a:solidFill>
                  <a:srgbClr val="000000"/>
                </a:solidFill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4000" b="0" strike="noStrike" spc="-1">
                <a:solidFill>
                  <a:srgbClr val="000000"/>
                </a:solidFill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4000" b="0" strike="noStrike" spc="-1">
                <a:solidFill>
                  <a:srgbClr val="000000"/>
                </a:solidFill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4000" b="0" strike="noStrike" spc="-1">
                <a:solidFill>
                  <a:srgbClr val="000000"/>
                </a:solidFill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4000" b="0" strike="noStrike" spc="-1">
                <a:solidFill>
                  <a:srgbClr val="000000"/>
                </a:solidFill>
                <a:latin typeface="Arial"/>
              </a:rPr>
              <a:t>Seventh Outline Level</a:t>
            </a:r>
          </a:p>
        </p:txBody>
      </p:sp>
      <p:sp>
        <p:nvSpPr>
          <p:cNvPr id="593" name="PlaceHolder 6"/>
          <p:cNvSpPr>
            <a:spLocks noGrp="1"/>
          </p:cNvSpPr>
          <p:nvPr>
            <p:ph type="sldNum" idx="35"/>
          </p:nvPr>
        </p:nvSpPr>
        <p:spPr>
          <a:xfrm>
            <a:off x="516240" y="6375960"/>
            <a:ext cx="392040" cy="216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>
              <a:lnSpc>
                <a:spcPct val="100000"/>
              </a:lnSpc>
              <a:buNone/>
              <a:tabLst>
                <a:tab pos="0" algn="l"/>
              </a:tabLst>
              <a:defRPr lang="en-GB" sz="1200" b="1" strike="noStrike" spc="-1">
                <a:solidFill>
                  <a:srgbClr val="FFFFFF"/>
                </a:solidFill>
                <a:latin typeface="Calibri"/>
                <a:ea typeface="Calibri"/>
              </a:defRPr>
            </a:lvl1pPr>
          </a:lstStyle>
          <a:p>
            <a:pPr>
              <a:lnSpc>
                <a:spcPct val="100000"/>
              </a:lnSpc>
              <a:buNone/>
              <a:tabLst>
                <a:tab pos="0" algn="l"/>
              </a:tabLst>
            </a:pPr>
            <a:fld id="{EE694C3E-A503-4454-9672-52D0D7E11EA8}" type="slidenum">
              <a:rPr lang="en-GB" sz="1200" b="1" strike="noStrike" spc="-1">
                <a:solidFill>
                  <a:srgbClr val="FFFFFF"/>
                </a:solidFill>
                <a:latin typeface="Calibri"/>
                <a:ea typeface="Calibri"/>
              </a:rPr>
              <a:t>‹#›</a:t>
            </a:fld>
            <a:endParaRPr lang="en-US" sz="1200" b="0" strike="noStrike" spc="-1">
              <a:latin typeface="Times New Roman"/>
            </a:endParaRPr>
          </a:p>
        </p:txBody>
      </p:sp>
      <p:sp>
        <p:nvSpPr>
          <p:cNvPr id="594" name="PlaceHolder 7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r>
              <a:rPr lang="en-US" sz="1400" b="0" strike="noStrike" spc="-1">
                <a:solidFill>
                  <a:srgbClr val="000000"/>
                </a:solidFill>
                <a:latin typeface="Arial"/>
              </a:rPr>
              <a:t>Click to edit the title text format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818" r:id="rId1"/>
    <p:sldLayoutId id="2147483819" r:id="rId2"/>
    <p:sldLayoutId id="2147483820" r:id="rId3"/>
    <p:sldLayoutId id="2147483821" r:id="rId4"/>
    <p:sldLayoutId id="2147483822" r:id="rId5"/>
    <p:sldLayoutId id="2147483823" r:id="rId6"/>
    <p:sldLayoutId id="2147483824" r:id="rId7"/>
    <p:sldLayoutId id="2147483825" r:id="rId8"/>
    <p:sldLayoutId id="2147483826" r:id="rId9"/>
    <p:sldLayoutId id="2147483827" r:id="rId10"/>
    <p:sldLayoutId id="2147483828" r:id="rId11"/>
    <p:sldLayoutId id="2147483829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nl-NL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15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31" name="Google Shape;10;p1"/>
          <p:cNvPicPr/>
          <p:nvPr/>
        </p:nvPicPr>
        <p:blipFill>
          <a:blip r:embed="rId14"/>
          <a:stretch/>
        </p:blipFill>
        <p:spPr>
          <a:xfrm>
            <a:off x="10987200" y="6122160"/>
            <a:ext cx="951840" cy="482040"/>
          </a:xfrm>
          <a:prstGeom prst="rect">
            <a:avLst/>
          </a:prstGeom>
          <a:ln w="0">
            <a:noFill/>
          </a:ln>
        </p:spPr>
      </p:pic>
      <p:sp>
        <p:nvSpPr>
          <p:cNvPr id="632" name="PlaceHolder 1"/>
          <p:cNvSpPr>
            <a:spLocks noGrp="1"/>
          </p:cNvSpPr>
          <p:nvPr>
            <p:ph type="dt" idx="36"/>
          </p:nvPr>
        </p:nvSpPr>
        <p:spPr>
          <a:xfrm>
            <a:off x="7645680" y="7007760"/>
            <a:ext cx="3139920" cy="216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>
              <a:defRPr lang="en-US" sz="1400" b="0" strike="noStrike" spc="-1">
                <a:latin typeface="Times New Roman"/>
              </a:defRPr>
            </a:lvl1pPr>
          </a:lstStyle>
          <a:p>
            <a:r>
              <a:rPr lang="en-US" sz="1400" b="0" strike="noStrike" spc="-1">
                <a:latin typeface="Times New Roman"/>
              </a:rPr>
              <a:t>&lt;date/time&gt;</a:t>
            </a:r>
          </a:p>
        </p:txBody>
      </p:sp>
      <p:sp>
        <p:nvSpPr>
          <p:cNvPr id="633" name="PlaceHolder 2"/>
          <p:cNvSpPr>
            <a:spLocks noGrp="1"/>
          </p:cNvSpPr>
          <p:nvPr>
            <p:ph type="ftr" idx="37"/>
          </p:nvPr>
        </p:nvSpPr>
        <p:spPr>
          <a:xfrm>
            <a:off x="927000" y="7007760"/>
            <a:ext cx="6718320" cy="216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algn="ctr">
              <a:buNone/>
              <a:defRPr lang="en-US" sz="1400" b="0" strike="noStrike" spc="-1">
                <a:latin typeface="Times New Roman"/>
              </a:defRPr>
            </a:lvl1pPr>
          </a:lstStyle>
          <a:p>
            <a:pPr algn="ctr">
              <a:buNone/>
            </a:pPr>
            <a:r>
              <a:rPr lang="en-US" sz="1400" b="0" strike="noStrike" spc="-1">
                <a:latin typeface="Times New Roman"/>
              </a:rPr>
              <a:t>&lt;footer&gt;</a:t>
            </a:r>
          </a:p>
        </p:txBody>
      </p:sp>
      <p:sp>
        <p:nvSpPr>
          <p:cNvPr id="634" name="PlaceHolder 3"/>
          <p:cNvSpPr>
            <a:spLocks noGrp="1"/>
          </p:cNvSpPr>
          <p:nvPr>
            <p:ph type="sldNum" idx="38"/>
          </p:nvPr>
        </p:nvSpPr>
        <p:spPr>
          <a:xfrm>
            <a:off x="516240" y="6375960"/>
            <a:ext cx="392040" cy="216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>
              <a:lnSpc>
                <a:spcPct val="100000"/>
              </a:lnSpc>
              <a:buNone/>
              <a:tabLst>
                <a:tab pos="0" algn="l"/>
              </a:tabLst>
              <a:defRPr lang="en-GB" sz="1200" b="1" strike="noStrike" spc="-1">
                <a:solidFill>
                  <a:srgbClr val="000000"/>
                </a:solidFill>
                <a:latin typeface="Calibri"/>
                <a:ea typeface="Calibri"/>
              </a:defRPr>
            </a:lvl1pPr>
          </a:lstStyle>
          <a:p>
            <a:pPr>
              <a:lnSpc>
                <a:spcPct val="100000"/>
              </a:lnSpc>
              <a:buNone/>
              <a:tabLst>
                <a:tab pos="0" algn="l"/>
              </a:tabLst>
            </a:pPr>
            <a:fld id="{4A524659-8DAA-4C40-8A36-BC90704BAB40}" type="slidenum">
              <a:rPr lang="en-GB" sz="1200" b="1" strike="noStrike" spc="-1">
                <a:solidFill>
                  <a:srgbClr val="000000"/>
                </a:solidFill>
                <a:latin typeface="Calibri"/>
                <a:ea typeface="Calibri"/>
              </a:rPr>
              <a:t>‹#›</a:t>
            </a:fld>
            <a:endParaRPr lang="en-US" sz="1200" b="0" strike="noStrike" spc="-1">
              <a:latin typeface="Times New Roman"/>
            </a:endParaRPr>
          </a:p>
        </p:txBody>
      </p:sp>
      <p:sp>
        <p:nvSpPr>
          <p:cNvPr id="635" name="Google Shape;149;p17"/>
          <p:cNvSpPr/>
          <p:nvPr/>
        </p:nvSpPr>
        <p:spPr>
          <a:xfrm>
            <a:off x="5353920" y="-885600"/>
            <a:ext cx="1483560" cy="365760"/>
          </a:xfrm>
          <a:prstGeom prst="rect">
            <a:avLst/>
          </a:prstGeom>
          <a:solidFill>
            <a:schemeClr val="lt1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0000" tIns="183600" rIns="360000" bIns="183600" anchor="t">
            <a:spAutoFit/>
          </a:bodyPr>
          <a:lstStyle/>
          <a:p>
            <a:pPr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GB" sz="1200" b="0" strike="noStrike" spc="-1">
                <a:solidFill>
                  <a:srgbClr val="212121"/>
                </a:solidFill>
                <a:latin typeface="Calibri"/>
                <a:ea typeface="Calibri"/>
              </a:rPr>
              <a:t>TITLE ONLY</a:t>
            </a:r>
            <a:endParaRPr lang="en-US" sz="1200" b="0" strike="noStrike" spc="-1">
              <a:latin typeface="Arial"/>
            </a:endParaRPr>
          </a:p>
        </p:txBody>
      </p:sp>
      <p:sp>
        <p:nvSpPr>
          <p:cNvPr id="636" name="PlaceHolder 4"/>
          <p:cNvSpPr>
            <a:spLocks noGrp="1"/>
          </p:cNvSpPr>
          <p:nvPr>
            <p:ph type="title"/>
          </p:nvPr>
        </p:nvSpPr>
        <p:spPr>
          <a:xfrm>
            <a:off x="522000" y="272160"/>
            <a:ext cx="11145960" cy="600480"/>
          </a:xfrm>
          <a:prstGeom prst="rect">
            <a:avLst/>
          </a:prstGeom>
          <a:noFill/>
          <a:ln w="0">
            <a:noFill/>
          </a:ln>
        </p:spPr>
        <p:txBody>
          <a:bodyPr lIns="0" tIns="72000" rIns="0" bIns="0" anchor="t">
            <a:noAutofit/>
          </a:bodyPr>
          <a:lstStyle/>
          <a:p>
            <a:r>
              <a:rPr lang="en-US" sz="3200" b="0" strike="noStrike" spc="-1">
                <a:solidFill>
                  <a:srgbClr val="000000"/>
                </a:solidFill>
                <a:latin typeface="Arial"/>
              </a:rPr>
              <a:t>Click to edit the title text format</a:t>
            </a:r>
          </a:p>
        </p:txBody>
      </p:sp>
      <p:sp>
        <p:nvSpPr>
          <p:cNvPr id="637" name="Google Shape;151;p17"/>
          <p:cNvSpPr/>
          <p:nvPr/>
        </p:nvSpPr>
        <p:spPr>
          <a:xfrm>
            <a:off x="-2520" y="6786000"/>
            <a:ext cx="12191760" cy="76680"/>
          </a:xfrm>
          <a:prstGeom prst="rect">
            <a:avLst/>
          </a:prstGeom>
          <a:solidFill>
            <a:schemeClr val="accent1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</p:sp>
      <p:sp>
        <p:nvSpPr>
          <p:cNvPr id="638" name="PlaceHolder 5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400" b="0" strike="noStrike" spc="-1">
                <a:solidFill>
                  <a:srgbClr val="000000"/>
                </a:solidFill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400" b="0" strike="noStrike" spc="-1">
                <a:solidFill>
                  <a:srgbClr val="000000"/>
                </a:solidFill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400" b="0" strike="noStrike" spc="-1">
                <a:solidFill>
                  <a:srgbClr val="000000"/>
                </a:solidFill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400" b="0" strike="noStrike" spc="-1">
                <a:solidFill>
                  <a:srgbClr val="000000"/>
                </a:solidFill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Seventh Outline Level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831" r:id="rId1"/>
    <p:sldLayoutId id="2147483832" r:id="rId2"/>
    <p:sldLayoutId id="2147483833" r:id="rId3"/>
    <p:sldLayoutId id="2147483834" r:id="rId4"/>
    <p:sldLayoutId id="2147483835" r:id="rId5"/>
    <p:sldLayoutId id="2147483836" r:id="rId6"/>
    <p:sldLayoutId id="2147483837" r:id="rId7"/>
    <p:sldLayoutId id="2147483838" r:id="rId8"/>
    <p:sldLayoutId id="2147483839" r:id="rId9"/>
    <p:sldLayoutId id="2147483840" r:id="rId10"/>
    <p:sldLayoutId id="2147483841" r:id="rId11"/>
    <p:sldLayoutId id="2147483842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nl-NL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16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75" name="Google Shape;10;p1"/>
          <p:cNvPicPr/>
          <p:nvPr/>
        </p:nvPicPr>
        <p:blipFill>
          <a:blip r:embed="rId14"/>
          <a:stretch/>
        </p:blipFill>
        <p:spPr>
          <a:xfrm>
            <a:off x="10987200" y="6122160"/>
            <a:ext cx="951840" cy="482040"/>
          </a:xfrm>
          <a:prstGeom prst="rect">
            <a:avLst/>
          </a:prstGeom>
          <a:ln w="0">
            <a:noFill/>
          </a:ln>
        </p:spPr>
      </p:pic>
      <p:sp>
        <p:nvSpPr>
          <p:cNvPr id="676" name="PlaceHolder 1"/>
          <p:cNvSpPr>
            <a:spLocks noGrp="1"/>
          </p:cNvSpPr>
          <p:nvPr>
            <p:ph type="dt" idx="39"/>
          </p:nvPr>
        </p:nvSpPr>
        <p:spPr>
          <a:xfrm>
            <a:off x="7645680" y="6995160"/>
            <a:ext cx="3139920" cy="216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>
              <a:defRPr lang="en-US" sz="1400" b="0" strike="noStrike" spc="-1">
                <a:latin typeface="Times New Roman"/>
              </a:defRPr>
            </a:lvl1pPr>
          </a:lstStyle>
          <a:p>
            <a:r>
              <a:rPr lang="en-US" sz="1400" b="0" strike="noStrike" spc="-1">
                <a:latin typeface="Times New Roman"/>
              </a:rPr>
              <a:t>&lt;date/time&gt;</a:t>
            </a:r>
          </a:p>
        </p:txBody>
      </p:sp>
      <p:sp>
        <p:nvSpPr>
          <p:cNvPr id="677" name="PlaceHolder 2"/>
          <p:cNvSpPr>
            <a:spLocks noGrp="1"/>
          </p:cNvSpPr>
          <p:nvPr>
            <p:ph type="ftr" idx="40"/>
          </p:nvPr>
        </p:nvSpPr>
        <p:spPr>
          <a:xfrm>
            <a:off x="927000" y="6995160"/>
            <a:ext cx="7193160" cy="216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algn="ctr">
              <a:buNone/>
              <a:defRPr lang="en-US" sz="1400" b="0" strike="noStrike" spc="-1">
                <a:latin typeface="Times New Roman"/>
              </a:defRPr>
            </a:lvl1pPr>
          </a:lstStyle>
          <a:p>
            <a:pPr algn="ctr">
              <a:buNone/>
            </a:pPr>
            <a:r>
              <a:rPr lang="en-US" sz="1400" b="0" strike="noStrike" spc="-1">
                <a:latin typeface="Times New Roman"/>
              </a:rPr>
              <a:t>&lt;footer&gt;</a:t>
            </a:r>
          </a:p>
        </p:txBody>
      </p:sp>
      <p:sp>
        <p:nvSpPr>
          <p:cNvPr id="678" name="Google Shape;155;p18"/>
          <p:cNvSpPr/>
          <p:nvPr/>
        </p:nvSpPr>
        <p:spPr>
          <a:xfrm>
            <a:off x="5199120" y="-885600"/>
            <a:ext cx="1793520" cy="365760"/>
          </a:xfrm>
          <a:prstGeom prst="rect">
            <a:avLst/>
          </a:prstGeom>
          <a:solidFill>
            <a:schemeClr val="lt1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0000" tIns="183600" rIns="360000" bIns="183600" anchor="t">
            <a:spAutoFit/>
          </a:bodyPr>
          <a:lstStyle/>
          <a:p>
            <a:pPr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GB" sz="1200" b="0" strike="noStrike" spc="-1">
                <a:solidFill>
                  <a:srgbClr val="212121"/>
                </a:solidFill>
                <a:latin typeface="Calibri"/>
                <a:ea typeface="Calibri"/>
              </a:rPr>
              <a:t>INTRODUCTION</a:t>
            </a:r>
            <a:endParaRPr lang="en-US" sz="1200" b="0" strike="noStrike" spc="-1">
              <a:latin typeface="Arial"/>
            </a:endParaRPr>
          </a:p>
        </p:txBody>
      </p:sp>
      <p:sp>
        <p:nvSpPr>
          <p:cNvPr id="679" name="PlaceHolder 3"/>
          <p:cNvSpPr>
            <a:spLocks noGrp="1"/>
          </p:cNvSpPr>
          <p:nvPr>
            <p:ph type="body"/>
          </p:nvPr>
        </p:nvSpPr>
        <p:spPr>
          <a:xfrm>
            <a:off x="534240" y="1388520"/>
            <a:ext cx="2602080" cy="2887200"/>
          </a:xfrm>
          <a:prstGeom prst="rect">
            <a:avLst/>
          </a:prstGeom>
          <a:solidFill>
            <a:srgbClr val="F2F2F2"/>
          </a:solidFill>
          <a:ln w="0">
            <a:noFill/>
          </a:ln>
        </p:spPr>
        <p:txBody>
          <a:bodyPr lIns="90000" tIns="45000" rIns="90000" bIns="45000" anchor="t">
            <a:normAutofit fontScale="60000"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Seventh Outline Level</a:t>
            </a:r>
          </a:p>
        </p:txBody>
      </p:sp>
      <p:sp>
        <p:nvSpPr>
          <p:cNvPr id="680" name="PlaceHolder 4"/>
          <p:cNvSpPr>
            <a:spLocks noGrp="1"/>
          </p:cNvSpPr>
          <p:nvPr>
            <p:ph type="body"/>
          </p:nvPr>
        </p:nvSpPr>
        <p:spPr>
          <a:xfrm>
            <a:off x="3377880" y="1388520"/>
            <a:ext cx="2602080" cy="2887200"/>
          </a:xfrm>
          <a:prstGeom prst="rect">
            <a:avLst/>
          </a:prstGeom>
          <a:solidFill>
            <a:srgbClr val="F2F2F2"/>
          </a:solidFill>
          <a:ln w="0">
            <a:noFill/>
          </a:ln>
        </p:spPr>
        <p:txBody>
          <a:bodyPr lIns="90000" tIns="45000" rIns="90000" bIns="45000" anchor="t">
            <a:normAutofit fontScale="60000"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Seventh Outline Level</a:t>
            </a:r>
          </a:p>
        </p:txBody>
      </p:sp>
      <p:sp>
        <p:nvSpPr>
          <p:cNvPr id="681" name="PlaceHolder 5"/>
          <p:cNvSpPr>
            <a:spLocks noGrp="1"/>
          </p:cNvSpPr>
          <p:nvPr>
            <p:ph type="body"/>
          </p:nvPr>
        </p:nvSpPr>
        <p:spPr>
          <a:xfrm>
            <a:off x="6226200" y="1388520"/>
            <a:ext cx="2602080" cy="2887200"/>
          </a:xfrm>
          <a:prstGeom prst="rect">
            <a:avLst/>
          </a:prstGeom>
          <a:solidFill>
            <a:srgbClr val="F2F2F2"/>
          </a:solidFill>
          <a:ln w="0">
            <a:noFill/>
          </a:ln>
        </p:spPr>
        <p:txBody>
          <a:bodyPr lIns="90000" tIns="45000" rIns="90000" bIns="45000" anchor="t">
            <a:normAutofit fontScale="60000"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Seventh Outline Level</a:t>
            </a:r>
          </a:p>
        </p:txBody>
      </p:sp>
      <p:sp>
        <p:nvSpPr>
          <p:cNvPr id="682" name="PlaceHolder 6"/>
          <p:cNvSpPr>
            <a:spLocks noGrp="1"/>
          </p:cNvSpPr>
          <p:nvPr>
            <p:ph type="body"/>
          </p:nvPr>
        </p:nvSpPr>
        <p:spPr>
          <a:xfrm>
            <a:off x="9074160" y="1388520"/>
            <a:ext cx="2602080" cy="2887200"/>
          </a:xfrm>
          <a:prstGeom prst="rect">
            <a:avLst/>
          </a:prstGeom>
          <a:solidFill>
            <a:srgbClr val="F2F2F2"/>
          </a:solidFill>
          <a:ln w="0">
            <a:noFill/>
          </a:ln>
        </p:spPr>
        <p:txBody>
          <a:bodyPr lIns="90000" tIns="45000" rIns="90000" bIns="45000" anchor="t">
            <a:normAutofit fontScale="60000"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Seventh Outline Level</a:t>
            </a:r>
          </a:p>
        </p:txBody>
      </p:sp>
      <p:sp>
        <p:nvSpPr>
          <p:cNvPr id="683" name="PlaceHolder 7"/>
          <p:cNvSpPr>
            <a:spLocks noGrp="1"/>
          </p:cNvSpPr>
          <p:nvPr>
            <p:ph type="body"/>
          </p:nvPr>
        </p:nvSpPr>
        <p:spPr>
          <a:xfrm>
            <a:off x="525240" y="4530960"/>
            <a:ext cx="2611440" cy="1323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Seventh Outline Level</a:t>
            </a:r>
          </a:p>
        </p:txBody>
      </p:sp>
      <p:sp>
        <p:nvSpPr>
          <p:cNvPr id="684" name="PlaceHolder 8"/>
          <p:cNvSpPr>
            <a:spLocks noGrp="1"/>
          </p:cNvSpPr>
          <p:nvPr>
            <p:ph type="body"/>
          </p:nvPr>
        </p:nvSpPr>
        <p:spPr>
          <a:xfrm>
            <a:off x="3368880" y="4530960"/>
            <a:ext cx="2611440" cy="1323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Seventh Outline Level</a:t>
            </a:r>
          </a:p>
        </p:txBody>
      </p:sp>
      <p:sp>
        <p:nvSpPr>
          <p:cNvPr id="685" name="PlaceHolder 9"/>
          <p:cNvSpPr>
            <a:spLocks noGrp="1"/>
          </p:cNvSpPr>
          <p:nvPr>
            <p:ph type="body"/>
          </p:nvPr>
        </p:nvSpPr>
        <p:spPr>
          <a:xfrm>
            <a:off x="6217200" y="4530960"/>
            <a:ext cx="2611440" cy="1323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Seventh Outline Level</a:t>
            </a:r>
          </a:p>
        </p:txBody>
      </p:sp>
      <p:sp>
        <p:nvSpPr>
          <p:cNvPr id="686" name="PlaceHolder 10"/>
          <p:cNvSpPr>
            <a:spLocks noGrp="1"/>
          </p:cNvSpPr>
          <p:nvPr>
            <p:ph type="body"/>
          </p:nvPr>
        </p:nvSpPr>
        <p:spPr>
          <a:xfrm>
            <a:off x="9069840" y="4530960"/>
            <a:ext cx="2611440" cy="1323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Seventh Outline Level</a:t>
            </a:r>
          </a:p>
        </p:txBody>
      </p:sp>
      <p:sp>
        <p:nvSpPr>
          <p:cNvPr id="687" name="PlaceHolder 11"/>
          <p:cNvSpPr>
            <a:spLocks noGrp="1"/>
          </p:cNvSpPr>
          <p:nvPr>
            <p:ph type="title"/>
          </p:nvPr>
        </p:nvSpPr>
        <p:spPr>
          <a:xfrm>
            <a:off x="510480" y="272160"/>
            <a:ext cx="11166120" cy="600480"/>
          </a:xfrm>
          <a:prstGeom prst="rect">
            <a:avLst/>
          </a:prstGeom>
          <a:noFill/>
          <a:ln w="0">
            <a:noFill/>
          </a:ln>
        </p:spPr>
        <p:txBody>
          <a:bodyPr lIns="0" tIns="72000" rIns="0" bIns="0" anchor="t">
            <a:noAutofit/>
          </a:bodyPr>
          <a:lstStyle/>
          <a:p>
            <a:r>
              <a:rPr lang="en-US" sz="3200" b="0" strike="noStrike" spc="-1">
                <a:solidFill>
                  <a:srgbClr val="000000"/>
                </a:solidFill>
                <a:latin typeface="Arial"/>
              </a:rPr>
              <a:t>Click to edit the title text format</a:t>
            </a:r>
          </a:p>
        </p:txBody>
      </p:sp>
      <p:sp>
        <p:nvSpPr>
          <p:cNvPr id="688" name="Google Shape;165;p18"/>
          <p:cNvSpPr/>
          <p:nvPr/>
        </p:nvSpPr>
        <p:spPr>
          <a:xfrm>
            <a:off x="-2520" y="6786000"/>
            <a:ext cx="12191760" cy="76680"/>
          </a:xfrm>
          <a:prstGeom prst="rect">
            <a:avLst/>
          </a:prstGeom>
          <a:solidFill>
            <a:schemeClr val="accent1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</p:sp>
      <p:sp>
        <p:nvSpPr>
          <p:cNvPr id="689" name="PlaceHolder 12"/>
          <p:cNvSpPr>
            <a:spLocks noGrp="1"/>
          </p:cNvSpPr>
          <p:nvPr>
            <p:ph type="sldNum" idx="41"/>
          </p:nvPr>
        </p:nvSpPr>
        <p:spPr>
          <a:xfrm>
            <a:off x="516240" y="6375960"/>
            <a:ext cx="392040" cy="216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>
              <a:lnSpc>
                <a:spcPct val="100000"/>
              </a:lnSpc>
              <a:buNone/>
              <a:tabLst>
                <a:tab pos="0" algn="l"/>
              </a:tabLst>
              <a:defRPr lang="en-GB" sz="1200" b="1" strike="noStrike" spc="-1">
                <a:solidFill>
                  <a:srgbClr val="000000"/>
                </a:solidFill>
                <a:latin typeface="Calibri"/>
                <a:ea typeface="Calibri"/>
              </a:defRPr>
            </a:lvl1pPr>
          </a:lstStyle>
          <a:p>
            <a:pPr>
              <a:lnSpc>
                <a:spcPct val="100000"/>
              </a:lnSpc>
              <a:buNone/>
              <a:tabLst>
                <a:tab pos="0" algn="l"/>
              </a:tabLst>
            </a:pPr>
            <a:fld id="{5C7B2E5B-907D-47E3-BC82-E54033972B63}" type="slidenum">
              <a:rPr lang="en-GB" sz="1200" b="1" strike="noStrike" spc="-1">
                <a:solidFill>
                  <a:srgbClr val="000000"/>
                </a:solidFill>
                <a:latin typeface="Calibri"/>
                <a:ea typeface="Calibri"/>
              </a:rPr>
              <a:t>‹#›</a:t>
            </a:fld>
            <a:endParaRPr lang="en-US" sz="1200" b="0" strike="noStrike" spc="-1"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844" r:id="rId1"/>
    <p:sldLayoutId id="2147483845" r:id="rId2"/>
    <p:sldLayoutId id="2147483846" r:id="rId3"/>
    <p:sldLayoutId id="2147483847" r:id="rId4"/>
    <p:sldLayoutId id="2147483848" r:id="rId5"/>
    <p:sldLayoutId id="2147483849" r:id="rId6"/>
    <p:sldLayoutId id="2147483850" r:id="rId7"/>
    <p:sldLayoutId id="2147483851" r:id="rId8"/>
    <p:sldLayoutId id="2147483852" r:id="rId9"/>
    <p:sldLayoutId id="2147483853" r:id="rId10"/>
    <p:sldLayoutId id="2147483854" r:id="rId11"/>
    <p:sldLayoutId id="2147483855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nl-NL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17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26" name="Google Shape;10;p1"/>
          <p:cNvPicPr/>
          <p:nvPr/>
        </p:nvPicPr>
        <p:blipFill>
          <a:blip r:embed="rId14"/>
          <a:stretch/>
        </p:blipFill>
        <p:spPr>
          <a:xfrm>
            <a:off x="10987200" y="6122160"/>
            <a:ext cx="951840" cy="482040"/>
          </a:xfrm>
          <a:prstGeom prst="rect">
            <a:avLst/>
          </a:prstGeom>
          <a:ln w="0">
            <a:noFill/>
          </a:ln>
        </p:spPr>
      </p:pic>
      <p:sp>
        <p:nvSpPr>
          <p:cNvPr id="727" name="Google Shape;168;p19"/>
          <p:cNvSpPr/>
          <p:nvPr/>
        </p:nvSpPr>
        <p:spPr>
          <a:xfrm>
            <a:off x="-2520" y="6786000"/>
            <a:ext cx="12191760" cy="76680"/>
          </a:xfrm>
          <a:prstGeom prst="rect">
            <a:avLst/>
          </a:prstGeom>
          <a:solidFill>
            <a:schemeClr val="accent1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</p:sp>
      <p:sp>
        <p:nvSpPr>
          <p:cNvPr id="728" name="PlaceHolder 1"/>
          <p:cNvSpPr>
            <a:spLocks noGrp="1"/>
          </p:cNvSpPr>
          <p:nvPr>
            <p:ph type="dt" idx="42"/>
          </p:nvPr>
        </p:nvSpPr>
        <p:spPr>
          <a:xfrm>
            <a:off x="7645680" y="7045560"/>
            <a:ext cx="3139920" cy="216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>
              <a:defRPr lang="en-US" sz="1400" b="0" strike="noStrike" spc="-1">
                <a:latin typeface="Times New Roman"/>
              </a:defRPr>
            </a:lvl1pPr>
          </a:lstStyle>
          <a:p>
            <a:r>
              <a:rPr lang="en-US" sz="1400" b="0" strike="noStrike" spc="-1">
                <a:latin typeface="Times New Roman"/>
              </a:rPr>
              <a:t>&lt;date/time&gt;</a:t>
            </a:r>
          </a:p>
        </p:txBody>
      </p:sp>
      <p:sp>
        <p:nvSpPr>
          <p:cNvPr id="729" name="PlaceHolder 2"/>
          <p:cNvSpPr>
            <a:spLocks noGrp="1"/>
          </p:cNvSpPr>
          <p:nvPr>
            <p:ph type="ftr" idx="43"/>
          </p:nvPr>
        </p:nvSpPr>
        <p:spPr>
          <a:xfrm>
            <a:off x="927000" y="7045560"/>
            <a:ext cx="6718320" cy="216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algn="ctr">
              <a:buNone/>
              <a:defRPr lang="en-US" sz="1400" b="0" strike="noStrike" spc="-1">
                <a:latin typeface="Times New Roman"/>
              </a:defRPr>
            </a:lvl1pPr>
          </a:lstStyle>
          <a:p>
            <a:pPr algn="ctr">
              <a:buNone/>
            </a:pPr>
            <a:r>
              <a:rPr lang="en-US" sz="1400" b="0" strike="noStrike" spc="-1">
                <a:latin typeface="Times New Roman"/>
              </a:rPr>
              <a:t>&lt;footer&gt;</a:t>
            </a:r>
          </a:p>
        </p:txBody>
      </p:sp>
      <p:sp>
        <p:nvSpPr>
          <p:cNvPr id="730" name="PlaceHolder 3"/>
          <p:cNvSpPr>
            <a:spLocks noGrp="1"/>
          </p:cNvSpPr>
          <p:nvPr>
            <p:ph type="title"/>
          </p:nvPr>
        </p:nvSpPr>
        <p:spPr>
          <a:xfrm>
            <a:off x="518760" y="272160"/>
            <a:ext cx="11148840" cy="600480"/>
          </a:xfrm>
          <a:prstGeom prst="rect">
            <a:avLst/>
          </a:prstGeom>
          <a:noFill/>
          <a:ln w="0">
            <a:noFill/>
          </a:ln>
        </p:spPr>
        <p:txBody>
          <a:bodyPr lIns="0" tIns="72000" rIns="0" bIns="0" anchor="t">
            <a:noAutofit/>
          </a:bodyPr>
          <a:lstStyle/>
          <a:p>
            <a:r>
              <a:rPr lang="en-US" sz="3200" b="0" strike="noStrike" spc="-1">
                <a:solidFill>
                  <a:srgbClr val="000000"/>
                </a:solidFill>
                <a:latin typeface="Arial"/>
              </a:rPr>
              <a:t>Click to edit the title text format</a:t>
            </a:r>
          </a:p>
        </p:txBody>
      </p:sp>
      <p:sp>
        <p:nvSpPr>
          <p:cNvPr id="731" name="PlaceHolder 4"/>
          <p:cNvSpPr>
            <a:spLocks noGrp="1"/>
          </p:cNvSpPr>
          <p:nvPr>
            <p:ph type="body"/>
          </p:nvPr>
        </p:nvSpPr>
        <p:spPr>
          <a:xfrm>
            <a:off x="523800" y="1400400"/>
            <a:ext cx="8973720" cy="4456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Seventh Outline Level</a:t>
            </a:r>
          </a:p>
        </p:txBody>
      </p:sp>
      <p:sp>
        <p:nvSpPr>
          <p:cNvPr id="732" name="Google Shape;173;p19"/>
          <p:cNvSpPr/>
          <p:nvPr/>
        </p:nvSpPr>
        <p:spPr>
          <a:xfrm>
            <a:off x="5534280" y="-885600"/>
            <a:ext cx="1123200" cy="365760"/>
          </a:xfrm>
          <a:prstGeom prst="rect">
            <a:avLst/>
          </a:prstGeom>
          <a:solidFill>
            <a:schemeClr val="lt1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0000" tIns="183600" rIns="360000" bIns="183600" anchor="t">
            <a:spAutoFit/>
          </a:bodyPr>
          <a:lstStyle/>
          <a:p>
            <a:pPr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GB" sz="1200" b="0" strike="noStrike" spc="-1">
                <a:solidFill>
                  <a:srgbClr val="212121"/>
                </a:solidFill>
                <a:latin typeface="Calibri"/>
                <a:ea typeface="Calibri"/>
              </a:rPr>
              <a:t>CC-BY</a:t>
            </a:r>
            <a:endParaRPr lang="en-US" sz="1200" b="0" strike="noStrike" spc="-1">
              <a:latin typeface="Arial"/>
            </a:endParaRPr>
          </a:p>
        </p:txBody>
      </p:sp>
      <p:sp>
        <p:nvSpPr>
          <p:cNvPr id="733" name="PlaceHolder 5"/>
          <p:cNvSpPr>
            <a:spLocks noGrp="1"/>
          </p:cNvSpPr>
          <p:nvPr>
            <p:ph type="body"/>
          </p:nvPr>
        </p:nvSpPr>
        <p:spPr>
          <a:xfrm>
            <a:off x="9754200" y="0"/>
            <a:ext cx="1918800" cy="6857640"/>
          </a:xfrm>
          <a:prstGeom prst="rect">
            <a:avLst/>
          </a:prstGeom>
          <a:solidFill>
            <a:srgbClr val="EA7600"/>
          </a:solid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00" b="0" strike="noStrike" spc="-1">
                <a:solidFill>
                  <a:srgbClr val="000000"/>
                </a:solidFill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00" b="0" strike="noStrike" spc="-1">
                <a:solidFill>
                  <a:srgbClr val="000000"/>
                </a:solidFill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00" b="0" strike="noStrike" spc="-1">
                <a:solidFill>
                  <a:srgbClr val="000000"/>
                </a:solidFill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00" b="0" strike="noStrike" spc="-1">
                <a:solidFill>
                  <a:srgbClr val="000000"/>
                </a:solidFill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00" b="0" strike="noStrike" spc="-1">
                <a:solidFill>
                  <a:srgbClr val="000000"/>
                </a:solidFill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00" b="0" strike="noStrike" spc="-1">
                <a:solidFill>
                  <a:srgbClr val="000000"/>
                </a:solidFill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00" b="0" strike="noStrike" spc="-1">
                <a:solidFill>
                  <a:srgbClr val="000000"/>
                </a:solidFill>
                <a:latin typeface="Arial"/>
              </a:rPr>
              <a:t>Seventh Outline Level</a:t>
            </a:r>
          </a:p>
        </p:txBody>
      </p:sp>
      <p:grpSp>
        <p:nvGrpSpPr>
          <p:cNvPr id="734" name="Google Shape;175;p19"/>
          <p:cNvGrpSpPr/>
          <p:nvPr/>
        </p:nvGrpSpPr>
        <p:grpSpPr>
          <a:xfrm>
            <a:off x="10692000" y="5463000"/>
            <a:ext cx="899280" cy="393840"/>
            <a:chOff x="10692000" y="5463000"/>
            <a:chExt cx="899280" cy="393840"/>
          </a:xfrm>
        </p:grpSpPr>
        <p:sp>
          <p:nvSpPr>
            <p:cNvPr id="735" name="Google Shape;176;p19"/>
            <p:cNvSpPr/>
            <p:nvPr/>
          </p:nvSpPr>
          <p:spPr>
            <a:xfrm>
              <a:off x="11178360" y="5463000"/>
              <a:ext cx="412920" cy="393840"/>
            </a:xfrm>
            <a:custGeom>
              <a:avLst/>
              <a:gdLst/>
              <a:ahLst/>
              <a:cxnLst/>
              <a:rect l="l" t="t" r="r" b="b"/>
              <a:pathLst>
                <a:path w="55127" h="120000">
                  <a:moveTo>
                    <a:pt x="27564" y="120000"/>
                  </a:moveTo>
                  <a:lnTo>
                    <a:pt x="27564" y="120000"/>
                  </a:lnTo>
                  <a:lnTo>
                    <a:pt x="26126" y="120000"/>
                  </a:lnTo>
                  <a:lnTo>
                    <a:pt x="24688" y="119826"/>
                  </a:lnTo>
                  <a:lnTo>
                    <a:pt x="23329" y="119478"/>
                  </a:lnTo>
                  <a:lnTo>
                    <a:pt x="21971" y="118957"/>
                  </a:lnTo>
                  <a:lnTo>
                    <a:pt x="20613" y="118261"/>
                  </a:lnTo>
                  <a:lnTo>
                    <a:pt x="19335" y="117391"/>
                  </a:lnTo>
                  <a:lnTo>
                    <a:pt x="17977" y="116348"/>
                  </a:lnTo>
                  <a:lnTo>
                    <a:pt x="16778" y="115304"/>
                  </a:lnTo>
                  <a:lnTo>
                    <a:pt x="15500" y="113913"/>
                  </a:lnTo>
                  <a:lnTo>
                    <a:pt x="14301" y="112522"/>
                  </a:lnTo>
                  <a:lnTo>
                    <a:pt x="13183" y="111130"/>
                  </a:lnTo>
                  <a:lnTo>
                    <a:pt x="12064" y="109391"/>
                  </a:lnTo>
                  <a:lnTo>
                    <a:pt x="10946" y="107652"/>
                  </a:lnTo>
                  <a:lnTo>
                    <a:pt x="9907" y="105739"/>
                  </a:lnTo>
                  <a:lnTo>
                    <a:pt x="8869" y="103826"/>
                  </a:lnTo>
                  <a:lnTo>
                    <a:pt x="7910" y="101739"/>
                  </a:lnTo>
                  <a:lnTo>
                    <a:pt x="7031" y="99652"/>
                  </a:lnTo>
                  <a:lnTo>
                    <a:pt x="6152" y="97391"/>
                  </a:lnTo>
                  <a:lnTo>
                    <a:pt x="5273" y="94957"/>
                  </a:lnTo>
                  <a:lnTo>
                    <a:pt x="4554" y="92522"/>
                  </a:lnTo>
                  <a:lnTo>
                    <a:pt x="3835" y="90087"/>
                  </a:lnTo>
                  <a:lnTo>
                    <a:pt x="3196" y="87478"/>
                  </a:lnTo>
                  <a:lnTo>
                    <a:pt x="2557" y="84870"/>
                  </a:lnTo>
                  <a:lnTo>
                    <a:pt x="1998" y="82261"/>
                  </a:lnTo>
                  <a:lnTo>
                    <a:pt x="1518" y="79478"/>
                  </a:lnTo>
                  <a:lnTo>
                    <a:pt x="1119" y="76696"/>
                  </a:lnTo>
                  <a:lnTo>
                    <a:pt x="799" y="73913"/>
                  </a:lnTo>
                  <a:lnTo>
                    <a:pt x="480" y="70957"/>
                  </a:lnTo>
                  <a:lnTo>
                    <a:pt x="240" y="68174"/>
                  </a:lnTo>
                  <a:lnTo>
                    <a:pt x="80" y="65217"/>
                  </a:lnTo>
                  <a:lnTo>
                    <a:pt x="1" y="62261"/>
                  </a:lnTo>
                  <a:lnTo>
                    <a:pt x="1" y="59304"/>
                  </a:lnTo>
                  <a:lnTo>
                    <a:pt x="1" y="59304"/>
                  </a:lnTo>
                  <a:lnTo>
                    <a:pt x="80" y="56348"/>
                  </a:lnTo>
                  <a:lnTo>
                    <a:pt x="240" y="53217"/>
                  </a:lnTo>
                  <a:lnTo>
                    <a:pt x="480" y="50261"/>
                  </a:lnTo>
                  <a:lnTo>
                    <a:pt x="720" y="47304"/>
                  </a:lnTo>
                  <a:lnTo>
                    <a:pt x="1039" y="44348"/>
                  </a:lnTo>
                  <a:lnTo>
                    <a:pt x="1439" y="41565"/>
                  </a:lnTo>
                  <a:lnTo>
                    <a:pt x="1838" y="38783"/>
                  </a:lnTo>
                  <a:lnTo>
                    <a:pt x="2397" y="36000"/>
                  </a:lnTo>
                  <a:lnTo>
                    <a:pt x="2957" y="33391"/>
                  </a:lnTo>
                  <a:lnTo>
                    <a:pt x="3516" y="30783"/>
                  </a:lnTo>
                  <a:lnTo>
                    <a:pt x="4155" y="28348"/>
                  </a:lnTo>
                  <a:lnTo>
                    <a:pt x="4874" y="25913"/>
                  </a:lnTo>
                  <a:lnTo>
                    <a:pt x="5673" y="23652"/>
                  </a:lnTo>
                  <a:lnTo>
                    <a:pt x="6472" y="21391"/>
                  </a:lnTo>
                  <a:lnTo>
                    <a:pt x="7351" y="19304"/>
                  </a:lnTo>
                  <a:lnTo>
                    <a:pt x="8230" y="17217"/>
                  </a:lnTo>
                  <a:lnTo>
                    <a:pt x="9188" y="15304"/>
                  </a:lnTo>
                  <a:lnTo>
                    <a:pt x="10227" y="13391"/>
                  </a:lnTo>
                  <a:lnTo>
                    <a:pt x="11265" y="11652"/>
                  </a:lnTo>
                  <a:lnTo>
                    <a:pt x="12304" y="10087"/>
                  </a:lnTo>
                  <a:lnTo>
                    <a:pt x="13423" y="8522"/>
                  </a:lnTo>
                  <a:lnTo>
                    <a:pt x="14621" y="7130"/>
                  </a:lnTo>
                  <a:lnTo>
                    <a:pt x="15740" y="5913"/>
                  </a:lnTo>
                  <a:lnTo>
                    <a:pt x="17018" y="4696"/>
                  </a:lnTo>
                  <a:lnTo>
                    <a:pt x="18296" y="3652"/>
                  </a:lnTo>
                  <a:lnTo>
                    <a:pt x="19574" y="2609"/>
                  </a:lnTo>
                  <a:lnTo>
                    <a:pt x="20853" y="1913"/>
                  </a:lnTo>
                  <a:lnTo>
                    <a:pt x="22211" y="1217"/>
                  </a:lnTo>
                  <a:lnTo>
                    <a:pt x="23569" y="696"/>
                  </a:lnTo>
                  <a:lnTo>
                    <a:pt x="25007" y="348"/>
                  </a:lnTo>
                  <a:lnTo>
                    <a:pt x="26445" y="174"/>
                  </a:lnTo>
                  <a:lnTo>
                    <a:pt x="27883" y="0"/>
                  </a:lnTo>
                  <a:lnTo>
                    <a:pt x="27883" y="0"/>
                  </a:lnTo>
                  <a:lnTo>
                    <a:pt x="29242" y="174"/>
                  </a:lnTo>
                  <a:lnTo>
                    <a:pt x="30680" y="348"/>
                  </a:lnTo>
                  <a:lnTo>
                    <a:pt x="32038" y="696"/>
                  </a:lnTo>
                  <a:lnTo>
                    <a:pt x="33316" y="1217"/>
                  </a:lnTo>
                  <a:lnTo>
                    <a:pt x="34674" y="1913"/>
                  </a:lnTo>
                  <a:lnTo>
                    <a:pt x="35953" y="2783"/>
                  </a:lnTo>
                  <a:lnTo>
                    <a:pt x="37231" y="3652"/>
                  </a:lnTo>
                  <a:lnTo>
                    <a:pt x="38429" y="4696"/>
                  </a:lnTo>
                  <a:lnTo>
                    <a:pt x="39628" y="5913"/>
                  </a:lnTo>
                  <a:lnTo>
                    <a:pt x="40826" y="7304"/>
                  </a:lnTo>
                  <a:lnTo>
                    <a:pt x="42024" y="8696"/>
                  </a:lnTo>
                  <a:lnTo>
                    <a:pt x="43143" y="10261"/>
                  </a:lnTo>
                  <a:lnTo>
                    <a:pt x="44182" y="12000"/>
                  </a:lnTo>
                  <a:lnTo>
                    <a:pt x="45220" y="13739"/>
                  </a:lnTo>
                  <a:lnTo>
                    <a:pt x="46179" y="15652"/>
                  </a:lnTo>
                  <a:lnTo>
                    <a:pt x="47138" y="17739"/>
                  </a:lnTo>
                  <a:lnTo>
                    <a:pt x="48096" y="19826"/>
                  </a:lnTo>
                  <a:lnTo>
                    <a:pt x="48975" y="22087"/>
                  </a:lnTo>
                  <a:lnTo>
                    <a:pt x="49774" y="24348"/>
                  </a:lnTo>
                  <a:lnTo>
                    <a:pt x="50493" y="26783"/>
                  </a:lnTo>
                  <a:lnTo>
                    <a:pt x="51212" y="29217"/>
                  </a:lnTo>
                  <a:lnTo>
                    <a:pt x="51931" y="31652"/>
                  </a:lnTo>
                  <a:lnTo>
                    <a:pt x="52491" y="34435"/>
                  </a:lnTo>
                  <a:lnTo>
                    <a:pt x="53050" y="37043"/>
                  </a:lnTo>
                  <a:lnTo>
                    <a:pt x="53529" y="39826"/>
                  </a:lnTo>
                  <a:lnTo>
                    <a:pt x="53929" y="42609"/>
                  </a:lnTo>
                  <a:lnTo>
                    <a:pt x="54328" y="45565"/>
                  </a:lnTo>
                  <a:lnTo>
                    <a:pt x="54648" y="48522"/>
                  </a:lnTo>
                  <a:lnTo>
                    <a:pt x="54807" y="51478"/>
                  </a:lnTo>
                  <a:lnTo>
                    <a:pt x="54967" y="54435"/>
                  </a:lnTo>
                  <a:lnTo>
                    <a:pt x="55047" y="57565"/>
                  </a:lnTo>
                  <a:lnTo>
                    <a:pt x="55127" y="60696"/>
                  </a:lnTo>
                  <a:lnTo>
                    <a:pt x="55127" y="60696"/>
                  </a:lnTo>
                  <a:lnTo>
                    <a:pt x="55047" y="63826"/>
                  </a:lnTo>
                  <a:lnTo>
                    <a:pt x="54887" y="66783"/>
                  </a:lnTo>
                  <a:lnTo>
                    <a:pt x="54728" y="69913"/>
                  </a:lnTo>
                  <a:lnTo>
                    <a:pt x="54488" y="72870"/>
                  </a:lnTo>
                  <a:lnTo>
                    <a:pt x="54168" y="75652"/>
                  </a:lnTo>
                  <a:lnTo>
                    <a:pt x="53769" y="78435"/>
                  </a:lnTo>
                  <a:lnTo>
                    <a:pt x="53289" y="81217"/>
                  </a:lnTo>
                  <a:lnTo>
                    <a:pt x="52810" y="84000"/>
                  </a:lnTo>
                  <a:lnTo>
                    <a:pt x="52251" y="86609"/>
                  </a:lnTo>
                  <a:lnTo>
                    <a:pt x="51692" y="89217"/>
                  </a:lnTo>
                  <a:lnTo>
                    <a:pt x="50973" y="91652"/>
                  </a:lnTo>
                  <a:lnTo>
                    <a:pt x="50254" y="94087"/>
                  </a:lnTo>
                  <a:lnTo>
                    <a:pt x="49534" y="96348"/>
                  </a:lnTo>
                  <a:lnTo>
                    <a:pt x="48736" y="98609"/>
                  </a:lnTo>
                  <a:lnTo>
                    <a:pt x="47857" y="100696"/>
                  </a:lnTo>
                  <a:lnTo>
                    <a:pt x="46978" y="102783"/>
                  </a:lnTo>
                  <a:lnTo>
                    <a:pt x="46019" y="104696"/>
                  </a:lnTo>
                  <a:lnTo>
                    <a:pt x="44981" y="106609"/>
                  </a:lnTo>
                  <a:lnTo>
                    <a:pt x="43942" y="108348"/>
                  </a:lnTo>
                  <a:lnTo>
                    <a:pt x="42903" y="110087"/>
                  </a:lnTo>
                  <a:lnTo>
                    <a:pt x="41785" y="111478"/>
                  </a:lnTo>
                  <a:lnTo>
                    <a:pt x="40666" y="112870"/>
                  </a:lnTo>
                  <a:lnTo>
                    <a:pt x="39468" y="114261"/>
                  </a:lnTo>
                  <a:lnTo>
                    <a:pt x="38269" y="115478"/>
                  </a:lnTo>
                  <a:lnTo>
                    <a:pt x="36991" y="116522"/>
                  </a:lnTo>
                  <a:lnTo>
                    <a:pt x="35713" y="117391"/>
                  </a:lnTo>
                  <a:lnTo>
                    <a:pt x="34435" y="118261"/>
                  </a:lnTo>
                  <a:lnTo>
                    <a:pt x="33076" y="118783"/>
                  </a:lnTo>
                  <a:lnTo>
                    <a:pt x="31718" y="119304"/>
                  </a:lnTo>
                  <a:lnTo>
                    <a:pt x="30360" y="119652"/>
                  </a:lnTo>
                  <a:lnTo>
                    <a:pt x="28922" y="120000"/>
                  </a:lnTo>
                  <a:lnTo>
                    <a:pt x="27564" y="120000"/>
                  </a:lnTo>
                  <a:lnTo>
                    <a:pt x="27564" y="120000"/>
                  </a:lnTo>
                  <a:close/>
                  <a:moveTo>
                    <a:pt x="50014" y="60000"/>
                  </a:moveTo>
                  <a:lnTo>
                    <a:pt x="50014" y="60000"/>
                  </a:lnTo>
                  <a:lnTo>
                    <a:pt x="50014" y="57391"/>
                  </a:lnTo>
                  <a:lnTo>
                    <a:pt x="49934" y="54957"/>
                  </a:lnTo>
                  <a:lnTo>
                    <a:pt x="49774" y="52522"/>
                  </a:lnTo>
                  <a:lnTo>
                    <a:pt x="49614" y="50087"/>
                  </a:lnTo>
                  <a:lnTo>
                    <a:pt x="49375" y="47652"/>
                  </a:lnTo>
                  <a:lnTo>
                    <a:pt x="49055" y="45391"/>
                  </a:lnTo>
                  <a:lnTo>
                    <a:pt x="48736" y="43130"/>
                  </a:lnTo>
                  <a:lnTo>
                    <a:pt x="48336" y="40870"/>
                  </a:lnTo>
                  <a:lnTo>
                    <a:pt x="47857" y="38609"/>
                  </a:lnTo>
                  <a:lnTo>
                    <a:pt x="47377" y="36522"/>
                  </a:lnTo>
                  <a:lnTo>
                    <a:pt x="46818" y="34609"/>
                  </a:lnTo>
                  <a:lnTo>
                    <a:pt x="46259" y="32522"/>
                  </a:lnTo>
                  <a:lnTo>
                    <a:pt x="45620" y="30609"/>
                  </a:lnTo>
                  <a:lnTo>
                    <a:pt x="44981" y="28870"/>
                  </a:lnTo>
                  <a:lnTo>
                    <a:pt x="44261" y="27130"/>
                  </a:lnTo>
                  <a:lnTo>
                    <a:pt x="43542" y="25391"/>
                  </a:lnTo>
                  <a:lnTo>
                    <a:pt x="42744" y="23826"/>
                  </a:lnTo>
                  <a:lnTo>
                    <a:pt x="41945" y="22261"/>
                  </a:lnTo>
                  <a:lnTo>
                    <a:pt x="41146" y="20870"/>
                  </a:lnTo>
                  <a:lnTo>
                    <a:pt x="40267" y="19478"/>
                  </a:lnTo>
                  <a:lnTo>
                    <a:pt x="39308" y="18087"/>
                  </a:lnTo>
                  <a:lnTo>
                    <a:pt x="38429" y="17043"/>
                  </a:lnTo>
                  <a:lnTo>
                    <a:pt x="37471" y="16000"/>
                  </a:lnTo>
                  <a:lnTo>
                    <a:pt x="36432" y="14957"/>
                  </a:lnTo>
                  <a:lnTo>
                    <a:pt x="35473" y="14087"/>
                  </a:lnTo>
                  <a:lnTo>
                    <a:pt x="34435" y="13217"/>
                  </a:lnTo>
                  <a:lnTo>
                    <a:pt x="33316" y="12522"/>
                  </a:lnTo>
                  <a:lnTo>
                    <a:pt x="32277" y="12000"/>
                  </a:lnTo>
                  <a:lnTo>
                    <a:pt x="31159" y="11652"/>
                  </a:lnTo>
                  <a:lnTo>
                    <a:pt x="30040" y="11304"/>
                  </a:lnTo>
                  <a:lnTo>
                    <a:pt x="28842" y="10957"/>
                  </a:lnTo>
                  <a:lnTo>
                    <a:pt x="27724" y="10957"/>
                  </a:lnTo>
                  <a:lnTo>
                    <a:pt x="27724" y="10957"/>
                  </a:lnTo>
                  <a:lnTo>
                    <a:pt x="26525" y="10957"/>
                  </a:lnTo>
                  <a:lnTo>
                    <a:pt x="25407" y="11130"/>
                  </a:lnTo>
                  <a:lnTo>
                    <a:pt x="24288" y="11478"/>
                  </a:lnTo>
                  <a:lnTo>
                    <a:pt x="23170" y="11826"/>
                  </a:lnTo>
                  <a:lnTo>
                    <a:pt x="22051" y="12348"/>
                  </a:lnTo>
                  <a:lnTo>
                    <a:pt x="20933" y="13043"/>
                  </a:lnTo>
                  <a:lnTo>
                    <a:pt x="19894" y="13913"/>
                  </a:lnTo>
                  <a:lnTo>
                    <a:pt x="18855" y="14783"/>
                  </a:lnTo>
                  <a:lnTo>
                    <a:pt x="17897" y="15826"/>
                  </a:lnTo>
                  <a:lnTo>
                    <a:pt x="16858" y="16870"/>
                  </a:lnTo>
                  <a:lnTo>
                    <a:pt x="15899" y="18087"/>
                  </a:lnTo>
                  <a:lnTo>
                    <a:pt x="15020" y="19478"/>
                  </a:lnTo>
                  <a:lnTo>
                    <a:pt x="14142" y="20870"/>
                  </a:lnTo>
                  <a:lnTo>
                    <a:pt x="13263" y="22435"/>
                  </a:lnTo>
                  <a:lnTo>
                    <a:pt x="12464" y="24000"/>
                  </a:lnTo>
                  <a:lnTo>
                    <a:pt x="11665" y="25565"/>
                  </a:lnTo>
                  <a:lnTo>
                    <a:pt x="10866" y="27478"/>
                  </a:lnTo>
                  <a:lnTo>
                    <a:pt x="10147" y="29217"/>
                  </a:lnTo>
                  <a:lnTo>
                    <a:pt x="9508" y="31130"/>
                  </a:lnTo>
                  <a:lnTo>
                    <a:pt x="8869" y="33043"/>
                  </a:lnTo>
                  <a:lnTo>
                    <a:pt x="8230" y="35130"/>
                  </a:lnTo>
                  <a:lnTo>
                    <a:pt x="7750" y="37217"/>
                  </a:lnTo>
                  <a:lnTo>
                    <a:pt x="7191" y="39304"/>
                  </a:lnTo>
                  <a:lnTo>
                    <a:pt x="6791" y="41391"/>
                  </a:lnTo>
                  <a:lnTo>
                    <a:pt x="6392" y="43652"/>
                  </a:lnTo>
                  <a:lnTo>
                    <a:pt x="5993" y="45913"/>
                  </a:lnTo>
                  <a:lnTo>
                    <a:pt x="5673" y="48174"/>
                  </a:lnTo>
                  <a:lnTo>
                    <a:pt x="5433" y="50609"/>
                  </a:lnTo>
                  <a:lnTo>
                    <a:pt x="5273" y="52870"/>
                  </a:lnTo>
                  <a:lnTo>
                    <a:pt x="5114" y="55304"/>
                  </a:lnTo>
                  <a:lnTo>
                    <a:pt x="5034" y="57739"/>
                  </a:lnTo>
                  <a:lnTo>
                    <a:pt x="5034" y="60174"/>
                  </a:lnTo>
                  <a:lnTo>
                    <a:pt x="5034" y="60174"/>
                  </a:lnTo>
                  <a:lnTo>
                    <a:pt x="5034" y="62609"/>
                  </a:lnTo>
                  <a:lnTo>
                    <a:pt x="5114" y="65217"/>
                  </a:lnTo>
                  <a:lnTo>
                    <a:pt x="5273" y="67478"/>
                  </a:lnTo>
                  <a:lnTo>
                    <a:pt x="5513" y="69913"/>
                  </a:lnTo>
                  <a:lnTo>
                    <a:pt x="5753" y="72348"/>
                  </a:lnTo>
                  <a:lnTo>
                    <a:pt x="6072" y="74609"/>
                  </a:lnTo>
                  <a:lnTo>
                    <a:pt x="6392" y="76870"/>
                  </a:lnTo>
                  <a:lnTo>
                    <a:pt x="6871" y="79130"/>
                  </a:lnTo>
                  <a:lnTo>
                    <a:pt x="7271" y="81217"/>
                  </a:lnTo>
                  <a:lnTo>
                    <a:pt x="7830" y="83304"/>
                  </a:lnTo>
                  <a:lnTo>
                    <a:pt x="8389" y="85391"/>
                  </a:lnTo>
                  <a:lnTo>
                    <a:pt x="8949" y="87478"/>
                  </a:lnTo>
                  <a:lnTo>
                    <a:pt x="9588" y="89391"/>
                  </a:lnTo>
                  <a:lnTo>
                    <a:pt x="10307" y="91130"/>
                  </a:lnTo>
                  <a:lnTo>
                    <a:pt x="11026" y="93043"/>
                  </a:lnTo>
                  <a:lnTo>
                    <a:pt x="11745" y="94609"/>
                  </a:lnTo>
                  <a:lnTo>
                    <a:pt x="12544" y="96348"/>
                  </a:lnTo>
                  <a:lnTo>
                    <a:pt x="13343" y="97913"/>
                  </a:lnTo>
                  <a:lnTo>
                    <a:pt x="14222" y="99304"/>
                  </a:lnTo>
                  <a:lnTo>
                    <a:pt x="15100" y="100696"/>
                  </a:lnTo>
                  <a:lnTo>
                    <a:pt x="16059" y="101913"/>
                  </a:lnTo>
                  <a:lnTo>
                    <a:pt x="17018" y="103130"/>
                  </a:lnTo>
                  <a:lnTo>
                    <a:pt x="17977" y="104174"/>
                  </a:lnTo>
                  <a:lnTo>
                    <a:pt x="19015" y="105217"/>
                  </a:lnTo>
                  <a:lnTo>
                    <a:pt x="19974" y="106087"/>
                  </a:lnTo>
                  <a:lnTo>
                    <a:pt x="21092" y="106957"/>
                  </a:lnTo>
                  <a:lnTo>
                    <a:pt x="22131" y="107652"/>
                  </a:lnTo>
                  <a:lnTo>
                    <a:pt x="23250" y="108174"/>
                  </a:lnTo>
                  <a:lnTo>
                    <a:pt x="24288" y="108522"/>
                  </a:lnTo>
                  <a:lnTo>
                    <a:pt x="25407" y="108870"/>
                  </a:lnTo>
                  <a:lnTo>
                    <a:pt x="26605" y="109043"/>
                  </a:lnTo>
                  <a:lnTo>
                    <a:pt x="27724" y="109217"/>
                  </a:lnTo>
                  <a:lnTo>
                    <a:pt x="27724" y="109217"/>
                  </a:lnTo>
                  <a:lnTo>
                    <a:pt x="28762" y="109043"/>
                  </a:lnTo>
                  <a:lnTo>
                    <a:pt x="29881" y="108870"/>
                  </a:lnTo>
                  <a:lnTo>
                    <a:pt x="30919" y="108522"/>
                  </a:lnTo>
                  <a:lnTo>
                    <a:pt x="31958" y="108174"/>
                  </a:lnTo>
                  <a:lnTo>
                    <a:pt x="32997" y="107652"/>
                  </a:lnTo>
                  <a:lnTo>
                    <a:pt x="34035" y="106957"/>
                  </a:lnTo>
                  <a:lnTo>
                    <a:pt x="35074" y="106261"/>
                  </a:lnTo>
                  <a:lnTo>
                    <a:pt x="36112" y="105391"/>
                  </a:lnTo>
                  <a:lnTo>
                    <a:pt x="37071" y="104348"/>
                  </a:lnTo>
                  <a:lnTo>
                    <a:pt x="38030" y="103304"/>
                  </a:lnTo>
                  <a:lnTo>
                    <a:pt x="38989" y="102261"/>
                  </a:lnTo>
                  <a:lnTo>
                    <a:pt x="39947" y="100870"/>
                  </a:lnTo>
                  <a:lnTo>
                    <a:pt x="40826" y="99652"/>
                  </a:lnTo>
                  <a:lnTo>
                    <a:pt x="41705" y="98087"/>
                  </a:lnTo>
                  <a:lnTo>
                    <a:pt x="42504" y="96696"/>
                  </a:lnTo>
                  <a:lnTo>
                    <a:pt x="43303" y="94957"/>
                  </a:lnTo>
                  <a:lnTo>
                    <a:pt x="44102" y="93391"/>
                  </a:lnTo>
                  <a:lnTo>
                    <a:pt x="44821" y="91652"/>
                  </a:lnTo>
                  <a:lnTo>
                    <a:pt x="45540" y="89739"/>
                  </a:lnTo>
                  <a:lnTo>
                    <a:pt x="46179" y="87826"/>
                  </a:lnTo>
                  <a:lnTo>
                    <a:pt x="46818" y="85739"/>
                  </a:lnTo>
                  <a:lnTo>
                    <a:pt x="47377" y="83826"/>
                  </a:lnTo>
                  <a:lnTo>
                    <a:pt x="47857" y="81565"/>
                  </a:lnTo>
                  <a:lnTo>
                    <a:pt x="48336" y="79478"/>
                  </a:lnTo>
                  <a:lnTo>
                    <a:pt x="48736" y="77217"/>
                  </a:lnTo>
                  <a:lnTo>
                    <a:pt x="49135" y="74957"/>
                  </a:lnTo>
                  <a:lnTo>
                    <a:pt x="49455" y="72522"/>
                  </a:lnTo>
                  <a:lnTo>
                    <a:pt x="49694" y="70087"/>
                  </a:lnTo>
                  <a:lnTo>
                    <a:pt x="49854" y="67652"/>
                  </a:lnTo>
                  <a:lnTo>
                    <a:pt x="50014" y="65043"/>
                  </a:lnTo>
                  <a:lnTo>
                    <a:pt x="50014" y="62609"/>
                  </a:lnTo>
                  <a:lnTo>
                    <a:pt x="50014" y="60000"/>
                  </a:lnTo>
                  <a:lnTo>
                    <a:pt x="50014" y="60000"/>
                  </a:lnTo>
                  <a:close/>
                </a:path>
              </a:pathLst>
            </a:custGeom>
            <a:solidFill>
              <a:srgbClr val="000000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</p:sp>
        <p:sp>
          <p:nvSpPr>
            <p:cNvPr id="736" name="Google Shape;177;p19"/>
            <p:cNvSpPr/>
            <p:nvPr/>
          </p:nvSpPr>
          <p:spPr>
            <a:xfrm>
              <a:off x="10692000" y="5463000"/>
              <a:ext cx="412200" cy="393840"/>
            </a:xfrm>
            <a:custGeom>
              <a:avLst/>
              <a:gdLst/>
              <a:ahLst/>
              <a:cxnLst/>
              <a:rect l="l" t="t" r="r" b="b"/>
              <a:pathLst>
                <a:path w="55047" h="120000">
                  <a:moveTo>
                    <a:pt x="27403" y="120000"/>
                  </a:moveTo>
                  <a:lnTo>
                    <a:pt x="27403" y="120000"/>
                  </a:lnTo>
                  <a:lnTo>
                    <a:pt x="25965" y="120000"/>
                  </a:lnTo>
                  <a:lnTo>
                    <a:pt x="24607" y="119652"/>
                  </a:lnTo>
                  <a:lnTo>
                    <a:pt x="23169" y="119304"/>
                  </a:lnTo>
                  <a:lnTo>
                    <a:pt x="21811" y="118783"/>
                  </a:lnTo>
                  <a:lnTo>
                    <a:pt x="20453" y="118087"/>
                  </a:lnTo>
                  <a:lnTo>
                    <a:pt x="19174" y="117217"/>
                  </a:lnTo>
                  <a:lnTo>
                    <a:pt x="17896" y="116174"/>
                  </a:lnTo>
                  <a:lnTo>
                    <a:pt x="16618" y="115130"/>
                  </a:lnTo>
                  <a:lnTo>
                    <a:pt x="15419" y="113739"/>
                  </a:lnTo>
                  <a:lnTo>
                    <a:pt x="14221" y="112348"/>
                  </a:lnTo>
                  <a:lnTo>
                    <a:pt x="13023" y="110783"/>
                  </a:lnTo>
                  <a:lnTo>
                    <a:pt x="11904" y="109217"/>
                  </a:lnTo>
                  <a:lnTo>
                    <a:pt x="10786" y="107478"/>
                  </a:lnTo>
                  <a:lnTo>
                    <a:pt x="9747" y="105565"/>
                  </a:lnTo>
                  <a:lnTo>
                    <a:pt x="8788" y="103478"/>
                  </a:lnTo>
                  <a:lnTo>
                    <a:pt x="7830" y="101391"/>
                  </a:lnTo>
                  <a:lnTo>
                    <a:pt x="6871" y="99304"/>
                  </a:lnTo>
                  <a:lnTo>
                    <a:pt x="5992" y="97043"/>
                  </a:lnTo>
                  <a:lnTo>
                    <a:pt x="5193" y="94609"/>
                  </a:lnTo>
                  <a:lnTo>
                    <a:pt x="4474" y="92174"/>
                  </a:lnTo>
                  <a:lnTo>
                    <a:pt x="3755" y="89565"/>
                  </a:lnTo>
                  <a:lnTo>
                    <a:pt x="3036" y="86957"/>
                  </a:lnTo>
                  <a:lnTo>
                    <a:pt x="2477" y="84348"/>
                  </a:lnTo>
                  <a:lnTo>
                    <a:pt x="1917" y="81565"/>
                  </a:lnTo>
                  <a:lnTo>
                    <a:pt x="1438" y="78783"/>
                  </a:lnTo>
                  <a:lnTo>
                    <a:pt x="1039" y="76000"/>
                  </a:lnTo>
                  <a:lnTo>
                    <a:pt x="719" y="73043"/>
                  </a:lnTo>
                  <a:lnTo>
                    <a:pt x="399" y="70087"/>
                  </a:lnTo>
                  <a:lnTo>
                    <a:pt x="240" y="67130"/>
                  </a:lnTo>
                  <a:lnTo>
                    <a:pt x="80" y="64174"/>
                  </a:lnTo>
                  <a:lnTo>
                    <a:pt x="0" y="61043"/>
                  </a:lnTo>
                  <a:lnTo>
                    <a:pt x="0" y="58087"/>
                  </a:lnTo>
                  <a:lnTo>
                    <a:pt x="0" y="58087"/>
                  </a:lnTo>
                  <a:lnTo>
                    <a:pt x="80" y="55478"/>
                  </a:lnTo>
                  <a:lnTo>
                    <a:pt x="240" y="52870"/>
                  </a:lnTo>
                  <a:lnTo>
                    <a:pt x="399" y="50261"/>
                  </a:lnTo>
                  <a:lnTo>
                    <a:pt x="639" y="47826"/>
                  </a:lnTo>
                  <a:lnTo>
                    <a:pt x="959" y="45217"/>
                  </a:lnTo>
                  <a:lnTo>
                    <a:pt x="1278" y="42609"/>
                  </a:lnTo>
                  <a:lnTo>
                    <a:pt x="1678" y="40000"/>
                  </a:lnTo>
                  <a:lnTo>
                    <a:pt x="2157" y="37565"/>
                  </a:lnTo>
                  <a:lnTo>
                    <a:pt x="2716" y="34957"/>
                  </a:lnTo>
                  <a:lnTo>
                    <a:pt x="3276" y="32522"/>
                  </a:lnTo>
                  <a:lnTo>
                    <a:pt x="3915" y="30087"/>
                  </a:lnTo>
                  <a:lnTo>
                    <a:pt x="4634" y="27652"/>
                  </a:lnTo>
                  <a:lnTo>
                    <a:pt x="5353" y="25217"/>
                  </a:lnTo>
                  <a:lnTo>
                    <a:pt x="6152" y="22957"/>
                  </a:lnTo>
                  <a:lnTo>
                    <a:pt x="6951" y="20696"/>
                  </a:lnTo>
                  <a:lnTo>
                    <a:pt x="7830" y="18609"/>
                  </a:lnTo>
                  <a:lnTo>
                    <a:pt x="8788" y="16522"/>
                  </a:lnTo>
                  <a:lnTo>
                    <a:pt x="9747" y="14435"/>
                  </a:lnTo>
                  <a:lnTo>
                    <a:pt x="10786" y="12696"/>
                  </a:lnTo>
                  <a:lnTo>
                    <a:pt x="11904" y="10783"/>
                  </a:lnTo>
                  <a:lnTo>
                    <a:pt x="13023" y="9217"/>
                  </a:lnTo>
                  <a:lnTo>
                    <a:pt x="14221" y="7652"/>
                  </a:lnTo>
                  <a:lnTo>
                    <a:pt x="15419" y="6087"/>
                  </a:lnTo>
                  <a:lnTo>
                    <a:pt x="16698" y="4870"/>
                  </a:lnTo>
                  <a:lnTo>
                    <a:pt x="17976" y="3652"/>
                  </a:lnTo>
                  <a:lnTo>
                    <a:pt x="19334" y="2609"/>
                  </a:lnTo>
                  <a:lnTo>
                    <a:pt x="20692" y="1739"/>
                  </a:lnTo>
                  <a:lnTo>
                    <a:pt x="22130" y="1043"/>
                  </a:lnTo>
                  <a:lnTo>
                    <a:pt x="23569" y="522"/>
                  </a:lnTo>
                  <a:lnTo>
                    <a:pt x="25087" y="174"/>
                  </a:lnTo>
                  <a:lnTo>
                    <a:pt x="26684" y="0"/>
                  </a:lnTo>
                  <a:lnTo>
                    <a:pt x="28282" y="0"/>
                  </a:lnTo>
                  <a:lnTo>
                    <a:pt x="28282" y="0"/>
                  </a:lnTo>
                  <a:lnTo>
                    <a:pt x="29561" y="174"/>
                  </a:lnTo>
                  <a:lnTo>
                    <a:pt x="30919" y="348"/>
                  </a:lnTo>
                  <a:lnTo>
                    <a:pt x="32197" y="870"/>
                  </a:lnTo>
                  <a:lnTo>
                    <a:pt x="33475" y="1391"/>
                  </a:lnTo>
                  <a:lnTo>
                    <a:pt x="34754" y="2087"/>
                  </a:lnTo>
                  <a:lnTo>
                    <a:pt x="36032" y="2957"/>
                  </a:lnTo>
                  <a:lnTo>
                    <a:pt x="37310" y="3826"/>
                  </a:lnTo>
                  <a:lnTo>
                    <a:pt x="38509" y="4870"/>
                  </a:lnTo>
                  <a:lnTo>
                    <a:pt x="39707" y="6087"/>
                  </a:lnTo>
                  <a:lnTo>
                    <a:pt x="40826" y="7478"/>
                  </a:lnTo>
                  <a:lnTo>
                    <a:pt x="41944" y="8870"/>
                  </a:lnTo>
                  <a:lnTo>
                    <a:pt x="43063" y="10435"/>
                  </a:lnTo>
                  <a:lnTo>
                    <a:pt x="44101" y="12000"/>
                  </a:lnTo>
                  <a:lnTo>
                    <a:pt x="45140" y="13739"/>
                  </a:lnTo>
                  <a:lnTo>
                    <a:pt x="46178" y="15652"/>
                  </a:lnTo>
                  <a:lnTo>
                    <a:pt x="47137" y="17739"/>
                  </a:lnTo>
                  <a:lnTo>
                    <a:pt x="48016" y="19826"/>
                  </a:lnTo>
                  <a:lnTo>
                    <a:pt x="48895" y="21913"/>
                  </a:lnTo>
                  <a:lnTo>
                    <a:pt x="49694" y="24174"/>
                  </a:lnTo>
                  <a:lnTo>
                    <a:pt x="50493" y="26609"/>
                  </a:lnTo>
                  <a:lnTo>
                    <a:pt x="51212" y="29043"/>
                  </a:lnTo>
                  <a:lnTo>
                    <a:pt x="51851" y="31652"/>
                  </a:lnTo>
                  <a:lnTo>
                    <a:pt x="52410" y="34261"/>
                  </a:lnTo>
                  <a:lnTo>
                    <a:pt x="52969" y="36870"/>
                  </a:lnTo>
                  <a:lnTo>
                    <a:pt x="53449" y="39652"/>
                  </a:lnTo>
                  <a:lnTo>
                    <a:pt x="53928" y="42609"/>
                  </a:lnTo>
                  <a:lnTo>
                    <a:pt x="54248" y="45565"/>
                  </a:lnTo>
                  <a:lnTo>
                    <a:pt x="54567" y="48522"/>
                  </a:lnTo>
                  <a:lnTo>
                    <a:pt x="54807" y="51652"/>
                  </a:lnTo>
                  <a:lnTo>
                    <a:pt x="54967" y="54783"/>
                  </a:lnTo>
                  <a:lnTo>
                    <a:pt x="55047" y="57913"/>
                  </a:lnTo>
                  <a:lnTo>
                    <a:pt x="55047" y="61217"/>
                  </a:lnTo>
                  <a:lnTo>
                    <a:pt x="55047" y="61217"/>
                  </a:lnTo>
                  <a:lnTo>
                    <a:pt x="55047" y="64348"/>
                  </a:lnTo>
                  <a:lnTo>
                    <a:pt x="54887" y="67304"/>
                  </a:lnTo>
                  <a:lnTo>
                    <a:pt x="54727" y="70261"/>
                  </a:lnTo>
                  <a:lnTo>
                    <a:pt x="54407" y="73217"/>
                  </a:lnTo>
                  <a:lnTo>
                    <a:pt x="54088" y="76000"/>
                  </a:lnTo>
                  <a:lnTo>
                    <a:pt x="53688" y="78783"/>
                  </a:lnTo>
                  <a:lnTo>
                    <a:pt x="53289" y="81565"/>
                  </a:lnTo>
                  <a:lnTo>
                    <a:pt x="52730" y="84174"/>
                  </a:lnTo>
                  <a:lnTo>
                    <a:pt x="52170" y="86783"/>
                  </a:lnTo>
                  <a:lnTo>
                    <a:pt x="51611" y="89391"/>
                  </a:lnTo>
                  <a:lnTo>
                    <a:pt x="50892" y="91826"/>
                  </a:lnTo>
                  <a:lnTo>
                    <a:pt x="50173" y="94261"/>
                  </a:lnTo>
                  <a:lnTo>
                    <a:pt x="49454" y="96522"/>
                  </a:lnTo>
                  <a:lnTo>
                    <a:pt x="48575" y="98783"/>
                  </a:lnTo>
                  <a:lnTo>
                    <a:pt x="47776" y="100870"/>
                  </a:lnTo>
                  <a:lnTo>
                    <a:pt x="46818" y="102957"/>
                  </a:lnTo>
                  <a:lnTo>
                    <a:pt x="45859" y="104870"/>
                  </a:lnTo>
                  <a:lnTo>
                    <a:pt x="44900" y="106783"/>
                  </a:lnTo>
                  <a:lnTo>
                    <a:pt x="43862" y="108522"/>
                  </a:lnTo>
                  <a:lnTo>
                    <a:pt x="42743" y="110087"/>
                  </a:lnTo>
                  <a:lnTo>
                    <a:pt x="41625" y="111652"/>
                  </a:lnTo>
                  <a:lnTo>
                    <a:pt x="40506" y="113043"/>
                  </a:lnTo>
                  <a:lnTo>
                    <a:pt x="39308" y="114261"/>
                  </a:lnTo>
                  <a:lnTo>
                    <a:pt x="38109" y="115478"/>
                  </a:lnTo>
                  <a:lnTo>
                    <a:pt x="36831" y="116522"/>
                  </a:lnTo>
                  <a:lnTo>
                    <a:pt x="35553" y="117391"/>
                  </a:lnTo>
                  <a:lnTo>
                    <a:pt x="34274" y="118261"/>
                  </a:lnTo>
                  <a:lnTo>
                    <a:pt x="32916" y="118957"/>
                  </a:lnTo>
                  <a:lnTo>
                    <a:pt x="31558" y="119304"/>
                  </a:lnTo>
                  <a:lnTo>
                    <a:pt x="30200" y="119826"/>
                  </a:lnTo>
                  <a:lnTo>
                    <a:pt x="28842" y="120000"/>
                  </a:lnTo>
                  <a:lnTo>
                    <a:pt x="27403" y="120000"/>
                  </a:lnTo>
                  <a:lnTo>
                    <a:pt x="27403" y="120000"/>
                  </a:lnTo>
                  <a:close/>
                  <a:moveTo>
                    <a:pt x="50013" y="60348"/>
                  </a:moveTo>
                  <a:lnTo>
                    <a:pt x="50013" y="60348"/>
                  </a:lnTo>
                  <a:lnTo>
                    <a:pt x="50013" y="57739"/>
                  </a:lnTo>
                  <a:lnTo>
                    <a:pt x="49933" y="55130"/>
                  </a:lnTo>
                  <a:lnTo>
                    <a:pt x="49774" y="52696"/>
                  </a:lnTo>
                  <a:lnTo>
                    <a:pt x="49614" y="50261"/>
                  </a:lnTo>
                  <a:lnTo>
                    <a:pt x="49374" y="47826"/>
                  </a:lnTo>
                  <a:lnTo>
                    <a:pt x="49055" y="45565"/>
                  </a:lnTo>
                  <a:lnTo>
                    <a:pt x="48735" y="43304"/>
                  </a:lnTo>
                  <a:lnTo>
                    <a:pt x="48336" y="41043"/>
                  </a:lnTo>
                  <a:lnTo>
                    <a:pt x="47856" y="38783"/>
                  </a:lnTo>
                  <a:lnTo>
                    <a:pt x="47377" y="36696"/>
                  </a:lnTo>
                  <a:lnTo>
                    <a:pt x="46818" y="34609"/>
                  </a:lnTo>
                  <a:lnTo>
                    <a:pt x="46258" y="32696"/>
                  </a:lnTo>
                  <a:lnTo>
                    <a:pt x="45699" y="30783"/>
                  </a:lnTo>
                  <a:lnTo>
                    <a:pt x="44980" y="28870"/>
                  </a:lnTo>
                  <a:lnTo>
                    <a:pt x="44341" y="27130"/>
                  </a:lnTo>
                  <a:lnTo>
                    <a:pt x="43542" y="25391"/>
                  </a:lnTo>
                  <a:lnTo>
                    <a:pt x="42823" y="23826"/>
                  </a:lnTo>
                  <a:lnTo>
                    <a:pt x="42024" y="22261"/>
                  </a:lnTo>
                  <a:lnTo>
                    <a:pt x="41145" y="20870"/>
                  </a:lnTo>
                  <a:lnTo>
                    <a:pt x="40266" y="19478"/>
                  </a:lnTo>
                  <a:lnTo>
                    <a:pt x="39387" y="18261"/>
                  </a:lnTo>
                  <a:lnTo>
                    <a:pt x="38429" y="17043"/>
                  </a:lnTo>
                  <a:lnTo>
                    <a:pt x="37470" y="16000"/>
                  </a:lnTo>
                  <a:lnTo>
                    <a:pt x="36511" y="14957"/>
                  </a:lnTo>
                  <a:lnTo>
                    <a:pt x="35473" y="14087"/>
                  </a:lnTo>
                  <a:lnTo>
                    <a:pt x="34434" y="13217"/>
                  </a:lnTo>
                  <a:lnTo>
                    <a:pt x="33316" y="12696"/>
                  </a:lnTo>
                  <a:lnTo>
                    <a:pt x="32277" y="12000"/>
                  </a:lnTo>
                  <a:lnTo>
                    <a:pt x="31158" y="11652"/>
                  </a:lnTo>
                  <a:lnTo>
                    <a:pt x="30040" y="11304"/>
                  </a:lnTo>
                  <a:lnTo>
                    <a:pt x="28842" y="10957"/>
                  </a:lnTo>
                  <a:lnTo>
                    <a:pt x="27723" y="10957"/>
                  </a:lnTo>
                  <a:lnTo>
                    <a:pt x="27723" y="10957"/>
                  </a:lnTo>
                  <a:lnTo>
                    <a:pt x="26525" y="10957"/>
                  </a:lnTo>
                  <a:lnTo>
                    <a:pt x="25326" y="11130"/>
                  </a:lnTo>
                  <a:lnTo>
                    <a:pt x="24128" y="11478"/>
                  </a:lnTo>
                  <a:lnTo>
                    <a:pt x="23009" y="11826"/>
                  </a:lnTo>
                  <a:lnTo>
                    <a:pt x="21891" y="12522"/>
                  </a:lnTo>
                  <a:lnTo>
                    <a:pt x="20852" y="13043"/>
                  </a:lnTo>
                  <a:lnTo>
                    <a:pt x="19734" y="13913"/>
                  </a:lnTo>
                  <a:lnTo>
                    <a:pt x="18695" y="14783"/>
                  </a:lnTo>
                  <a:lnTo>
                    <a:pt x="17736" y="15826"/>
                  </a:lnTo>
                  <a:lnTo>
                    <a:pt x="16698" y="17043"/>
                  </a:lnTo>
                  <a:lnTo>
                    <a:pt x="15819" y="18261"/>
                  </a:lnTo>
                  <a:lnTo>
                    <a:pt x="14860" y="19652"/>
                  </a:lnTo>
                  <a:lnTo>
                    <a:pt x="13981" y="21043"/>
                  </a:lnTo>
                  <a:lnTo>
                    <a:pt x="13103" y="22609"/>
                  </a:lnTo>
                  <a:lnTo>
                    <a:pt x="12304" y="24174"/>
                  </a:lnTo>
                  <a:lnTo>
                    <a:pt x="11505" y="25739"/>
                  </a:lnTo>
                  <a:lnTo>
                    <a:pt x="10786" y="27478"/>
                  </a:lnTo>
                  <a:lnTo>
                    <a:pt x="10067" y="29391"/>
                  </a:lnTo>
                  <a:lnTo>
                    <a:pt x="9427" y="31304"/>
                  </a:lnTo>
                  <a:lnTo>
                    <a:pt x="8788" y="33217"/>
                  </a:lnTo>
                  <a:lnTo>
                    <a:pt x="8229" y="35304"/>
                  </a:lnTo>
                  <a:lnTo>
                    <a:pt x="7670" y="37217"/>
                  </a:lnTo>
                  <a:lnTo>
                    <a:pt x="7190" y="39478"/>
                  </a:lnTo>
                  <a:lnTo>
                    <a:pt x="6791" y="41565"/>
                  </a:lnTo>
                  <a:lnTo>
                    <a:pt x="6391" y="43826"/>
                  </a:lnTo>
                  <a:lnTo>
                    <a:pt x="5992" y="45913"/>
                  </a:lnTo>
                  <a:lnTo>
                    <a:pt x="5672" y="48174"/>
                  </a:lnTo>
                  <a:lnTo>
                    <a:pt x="5433" y="50609"/>
                  </a:lnTo>
                  <a:lnTo>
                    <a:pt x="5273" y="52870"/>
                  </a:lnTo>
                  <a:lnTo>
                    <a:pt x="5113" y="55130"/>
                  </a:lnTo>
                  <a:lnTo>
                    <a:pt x="5033" y="57565"/>
                  </a:lnTo>
                  <a:lnTo>
                    <a:pt x="5033" y="59826"/>
                  </a:lnTo>
                  <a:lnTo>
                    <a:pt x="5033" y="59826"/>
                  </a:lnTo>
                  <a:lnTo>
                    <a:pt x="5033" y="62435"/>
                  </a:lnTo>
                  <a:lnTo>
                    <a:pt x="5113" y="64870"/>
                  </a:lnTo>
                  <a:lnTo>
                    <a:pt x="5273" y="67304"/>
                  </a:lnTo>
                  <a:lnTo>
                    <a:pt x="5433" y="69565"/>
                  </a:lnTo>
                  <a:lnTo>
                    <a:pt x="5672" y="72000"/>
                  </a:lnTo>
                  <a:lnTo>
                    <a:pt x="5992" y="74261"/>
                  </a:lnTo>
                  <a:lnTo>
                    <a:pt x="6391" y="76522"/>
                  </a:lnTo>
                  <a:lnTo>
                    <a:pt x="6791" y="78783"/>
                  </a:lnTo>
                  <a:lnTo>
                    <a:pt x="7270" y="80870"/>
                  </a:lnTo>
                  <a:lnTo>
                    <a:pt x="7750" y="82957"/>
                  </a:lnTo>
                  <a:lnTo>
                    <a:pt x="8309" y="85043"/>
                  </a:lnTo>
                  <a:lnTo>
                    <a:pt x="8868" y="87130"/>
                  </a:lnTo>
                  <a:lnTo>
                    <a:pt x="9507" y="89043"/>
                  </a:lnTo>
                  <a:lnTo>
                    <a:pt x="10226" y="90783"/>
                  </a:lnTo>
                  <a:lnTo>
                    <a:pt x="10866" y="92696"/>
                  </a:lnTo>
                  <a:lnTo>
                    <a:pt x="11664" y="94261"/>
                  </a:lnTo>
                  <a:lnTo>
                    <a:pt x="12463" y="96000"/>
                  </a:lnTo>
                  <a:lnTo>
                    <a:pt x="13262" y="97565"/>
                  </a:lnTo>
                  <a:lnTo>
                    <a:pt x="14141" y="98957"/>
                  </a:lnTo>
                  <a:lnTo>
                    <a:pt x="15020" y="100348"/>
                  </a:lnTo>
                  <a:lnTo>
                    <a:pt x="15899" y="101739"/>
                  </a:lnTo>
                  <a:lnTo>
                    <a:pt x="16858" y="102957"/>
                  </a:lnTo>
                  <a:lnTo>
                    <a:pt x="17816" y="104000"/>
                  </a:lnTo>
                  <a:lnTo>
                    <a:pt x="18855" y="105043"/>
                  </a:lnTo>
                  <a:lnTo>
                    <a:pt x="19893" y="105913"/>
                  </a:lnTo>
                  <a:lnTo>
                    <a:pt x="20932" y="106609"/>
                  </a:lnTo>
                  <a:lnTo>
                    <a:pt x="21971" y="107304"/>
                  </a:lnTo>
                  <a:lnTo>
                    <a:pt x="23009" y="108000"/>
                  </a:lnTo>
                  <a:lnTo>
                    <a:pt x="24128" y="108348"/>
                  </a:lnTo>
                  <a:lnTo>
                    <a:pt x="25246" y="108696"/>
                  </a:lnTo>
                  <a:lnTo>
                    <a:pt x="26365" y="108870"/>
                  </a:lnTo>
                  <a:lnTo>
                    <a:pt x="27563" y="109043"/>
                  </a:lnTo>
                  <a:lnTo>
                    <a:pt x="27563" y="109043"/>
                  </a:lnTo>
                  <a:lnTo>
                    <a:pt x="28602" y="108870"/>
                  </a:lnTo>
                  <a:lnTo>
                    <a:pt x="29640" y="108696"/>
                  </a:lnTo>
                  <a:lnTo>
                    <a:pt x="30679" y="108522"/>
                  </a:lnTo>
                  <a:lnTo>
                    <a:pt x="31718" y="108174"/>
                  </a:lnTo>
                  <a:lnTo>
                    <a:pt x="32756" y="107652"/>
                  </a:lnTo>
                  <a:lnTo>
                    <a:pt x="33795" y="106957"/>
                  </a:lnTo>
                  <a:lnTo>
                    <a:pt x="34834" y="106261"/>
                  </a:lnTo>
                  <a:lnTo>
                    <a:pt x="35792" y="105565"/>
                  </a:lnTo>
                  <a:lnTo>
                    <a:pt x="36831" y="104522"/>
                  </a:lnTo>
                  <a:lnTo>
                    <a:pt x="37790" y="103652"/>
                  </a:lnTo>
                  <a:lnTo>
                    <a:pt x="38748" y="102435"/>
                  </a:lnTo>
                  <a:lnTo>
                    <a:pt x="39627" y="101217"/>
                  </a:lnTo>
                  <a:lnTo>
                    <a:pt x="40506" y="100000"/>
                  </a:lnTo>
                  <a:lnTo>
                    <a:pt x="41385" y="98609"/>
                  </a:lnTo>
                  <a:lnTo>
                    <a:pt x="42264" y="97217"/>
                  </a:lnTo>
                  <a:lnTo>
                    <a:pt x="43063" y="95652"/>
                  </a:lnTo>
                  <a:lnTo>
                    <a:pt x="43862" y="93913"/>
                  </a:lnTo>
                  <a:lnTo>
                    <a:pt x="44581" y="92174"/>
                  </a:lnTo>
                  <a:lnTo>
                    <a:pt x="45300" y="90435"/>
                  </a:lnTo>
                  <a:lnTo>
                    <a:pt x="46019" y="88522"/>
                  </a:lnTo>
                  <a:lnTo>
                    <a:pt x="46578" y="86609"/>
                  </a:lnTo>
                  <a:lnTo>
                    <a:pt x="47217" y="84522"/>
                  </a:lnTo>
                  <a:lnTo>
                    <a:pt x="47696" y="82435"/>
                  </a:lnTo>
                  <a:lnTo>
                    <a:pt x="48176" y="80174"/>
                  </a:lnTo>
                  <a:lnTo>
                    <a:pt x="48655" y="77913"/>
                  </a:lnTo>
                  <a:lnTo>
                    <a:pt x="49055" y="75652"/>
                  </a:lnTo>
                  <a:lnTo>
                    <a:pt x="49374" y="73217"/>
                  </a:lnTo>
                  <a:lnTo>
                    <a:pt x="49614" y="70783"/>
                  </a:lnTo>
                  <a:lnTo>
                    <a:pt x="49774" y="68174"/>
                  </a:lnTo>
                  <a:lnTo>
                    <a:pt x="49933" y="65739"/>
                  </a:lnTo>
                  <a:lnTo>
                    <a:pt x="50013" y="62957"/>
                  </a:lnTo>
                  <a:lnTo>
                    <a:pt x="50013" y="60348"/>
                  </a:lnTo>
                  <a:lnTo>
                    <a:pt x="50013" y="60348"/>
                  </a:lnTo>
                  <a:close/>
                </a:path>
              </a:pathLst>
            </a:custGeom>
            <a:solidFill>
              <a:srgbClr val="000000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</p:sp>
        <p:sp>
          <p:nvSpPr>
            <p:cNvPr id="737" name="Google Shape;178;p19"/>
            <p:cNvSpPr/>
            <p:nvPr/>
          </p:nvSpPr>
          <p:spPr>
            <a:xfrm>
              <a:off x="11329200" y="5598720"/>
              <a:ext cx="111240" cy="188280"/>
            </a:xfrm>
            <a:custGeom>
              <a:avLst/>
              <a:gdLst/>
              <a:ahLst/>
              <a:cxnLst/>
              <a:rect l="l" t="t" r="r" b="b"/>
              <a:pathLst>
                <a:path w="14861" h="57392">
                  <a:moveTo>
                    <a:pt x="14861" y="28348"/>
                  </a:moveTo>
                  <a:lnTo>
                    <a:pt x="14861" y="28348"/>
                  </a:lnTo>
                  <a:lnTo>
                    <a:pt x="11745" y="28348"/>
                  </a:lnTo>
                  <a:lnTo>
                    <a:pt x="11745" y="28348"/>
                  </a:lnTo>
                  <a:lnTo>
                    <a:pt x="11745" y="57392"/>
                  </a:lnTo>
                  <a:lnTo>
                    <a:pt x="11745" y="57392"/>
                  </a:lnTo>
                  <a:lnTo>
                    <a:pt x="3117" y="57392"/>
                  </a:lnTo>
                  <a:lnTo>
                    <a:pt x="3117" y="57392"/>
                  </a:lnTo>
                  <a:lnTo>
                    <a:pt x="3117" y="28696"/>
                  </a:lnTo>
                  <a:lnTo>
                    <a:pt x="3117" y="28696"/>
                  </a:lnTo>
                  <a:lnTo>
                    <a:pt x="1" y="28696"/>
                  </a:lnTo>
                  <a:lnTo>
                    <a:pt x="1" y="28696"/>
                  </a:lnTo>
                  <a:lnTo>
                    <a:pt x="1" y="9218"/>
                  </a:lnTo>
                  <a:lnTo>
                    <a:pt x="1" y="9218"/>
                  </a:lnTo>
                  <a:lnTo>
                    <a:pt x="1" y="6261"/>
                  </a:lnTo>
                  <a:lnTo>
                    <a:pt x="81" y="3826"/>
                  </a:lnTo>
                  <a:lnTo>
                    <a:pt x="240" y="2261"/>
                  </a:lnTo>
                  <a:lnTo>
                    <a:pt x="320" y="1566"/>
                  </a:lnTo>
                  <a:lnTo>
                    <a:pt x="560" y="1218"/>
                  </a:lnTo>
                  <a:lnTo>
                    <a:pt x="720" y="696"/>
                  </a:lnTo>
                  <a:lnTo>
                    <a:pt x="1039" y="522"/>
                  </a:lnTo>
                  <a:lnTo>
                    <a:pt x="1758" y="174"/>
                  </a:lnTo>
                  <a:lnTo>
                    <a:pt x="2797" y="0"/>
                  </a:lnTo>
                  <a:lnTo>
                    <a:pt x="4235" y="0"/>
                  </a:lnTo>
                  <a:lnTo>
                    <a:pt x="4235" y="0"/>
                  </a:lnTo>
                  <a:lnTo>
                    <a:pt x="12544" y="0"/>
                  </a:lnTo>
                  <a:lnTo>
                    <a:pt x="12544" y="0"/>
                  </a:lnTo>
                  <a:lnTo>
                    <a:pt x="13023" y="0"/>
                  </a:lnTo>
                  <a:lnTo>
                    <a:pt x="13503" y="174"/>
                  </a:lnTo>
                  <a:lnTo>
                    <a:pt x="13822" y="522"/>
                  </a:lnTo>
                  <a:lnTo>
                    <a:pt x="14222" y="870"/>
                  </a:lnTo>
                  <a:lnTo>
                    <a:pt x="14461" y="1566"/>
                  </a:lnTo>
                  <a:lnTo>
                    <a:pt x="14701" y="2261"/>
                  </a:lnTo>
                  <a:lnTo>
                    <a:pt x="14781" y="3305"/>
                  </a:lnTo>
                  <a:lnTo>
                    <a:pt x="14861" y="4348"/>
                  </a:lnTo>
                  <a:lnTo>
                    <a:pt x="14861" y="4348"/>
                  </a:lnTo>
                  <a:lnTo>
                    <a:pt x="14861" y="28348"/>
                  </a:lnTo>
                  <a:lnTo>
                    <a:pt x="14861" y="28348"/>
                  </a:lnTo>
                  <a:close/>
                </a:path>
              </a:pathLst>
            </a:custGeom>
            <a:solidFill>
              <a:srgbClr val="000000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</p:sp>
        <p:sp>
          <p:nvSpPr>
            <p:cNvPr id="738" name="Google Shape;179;p19"/>
            <p:cNvSpPr/>
            <p:nvPr/>
          </p:nvSpPr>
          <p:spPr>
            <a:xfrm>
              <a:off x="11356200" y="5532840"/>
              <a:ext cx="57240" cy="55800"/>
            </a:xfrm>
            <a:custGeom>
              <a:avLst/>
              <a:gdLst/>
              <a:ahLst/>
              <a:cxnLst/>
              <a:rect l="l" t="t" r="r" b="b"/>
              <a:pathLst>
                <a:path w="7671" h="17044">
                  <a:moveTo>
                    <a:pt x="1" y="8522"/>
                  </a:moveTo>
                  <a:lnTo>
                    <a:pt x="1" y="8522"/>
                  </a:lnTo>
                  <a:lnTo>
                    <a:pt x="81" y="6435"/>
                  </a:lnTo>
                  <a:lnTo>
                    <a:pt x="241" y="4870"/>
                  </a:lnTo>
                  <a:lnTo>
                    <a:pt x="560" y="3305"/>
                  </a:lnTo>
                  <a:lnTo>
                    <a:pt x="960" y="2261"/>
                  </a:lnTo>
                  <a:lnTo>
                    <a:pt x="1439" y="1218"/>
                  </a:lnTo>
                  <a:lnTo>
                    <a:pt x="2078" y="696"/>
                  </a:lnTo>
                  <a:lnTo>
                    <a:pt x="2877" y="174"/>
                  </a:lnTo>
                  <a:lnTo>
                    <a:pt x="3756" y="0"/>
                  </a:lnTo>
                  <a:lnTo>
                    <a:pt x="3756" y="0"/>
                  </a:lnTo>
                  <a:lnTo>
                    <a:pt x="4715" y="174"/>
                  </a:lnTo>
                  <a:lnTo>
                    <a:pt x="5514" y="522"/>
                  </a:lnTo>
                  <a:lnTo>
                    <a:pt x="6153" y="1218"/>
                  </a:lnTo>
                  <a:lnTo>
                    <a:pt x="6712" y="2261"/>
                  </a:lnTo>
                  <a:lnTo>
                    <a:pt x="7191" y="3479"/>
                  </a:lnTo>
                  <a:lnTo>
                    <a:pt x="7431" y="4870"/>
                  </a:lnTo>
                  <a:lnTo>
                    <a:pt x="7671" y="6609"/>
                  </a:lnTo>
                  <a:lnTo>
                    <a:pt x="7671" y="8696"/>
                  </a:lnTo>
                  <a:lnTo>
                    <a:pt x="7671" y="8696"/>
                  </a:lnTo>
                  <a:lnTo>
                    <a:pt x="7591" y="10609"/>
                  </a:lnTo>
                  <a:lnTo>
                    <a:pt x="7431" y="12348"/>
                  </a:lnTo>
                  <a:lnTo>
                    <a:pt x="7111" y="13740"/>
                  </a:lnTo>
                  <a:lnTo>
                    <a:pt x="6712" y="14783"/>
                  </a:lnTo>
                  <a:lnTo>
                    <a:pt x="6153" y="15826"/>
                  </a:lnTo>
                  <a:lnTo>
                    <a:pt x="5434" y="16522"/>
                  </a:lnTo>
                  <a:lnTo>
                    <a:pt x="4715" y="16870"/>
                  </a:lnTo>
                  <a:lnTo>
                    <a:pt x="3756" y="17044"/>
                  </a:lnTo>
                  <a:lnTo>
                    <a:pt x="3756" y="17044"/>
                  </a:lnTo>
                  <a:lnTo>
                    <a:pt x="2877" y="16870"/>
                  </a:lnTo>
                  <a:lnTo>
                    <a:pt x="2158" y="16348"/>
                  </a:lnTo>
                  <a:lnTo>
                    <a:pt x="1519" y="15826"/>
                  </a:lnTo>
                  <a:lnTo>
                    <a:pt x="960" y="14783"/>
                  </a:lnTo>
                  <a:lnTo>
                    <a:pt x="560" y="13566"/>
                  </a:lnTo>
                  <a:lnTo>
                    <a:pt x="241" y="12174"/>
                  </a:lnTo>
                  <a:lnTo>
                    <a:pt x="81" y="10435"/>
                  </a:lnTo>
                  <a:lnTo>
                    <a:pt x="1" y="8522"/>
                  </a:lnTo>
                  <a:lnTo>
                    <a:pt x="1" y="8522"/>
                  </a:lnTo>
                  <a:close/>
                </a:path>
              </a:pathLst>
            </a:custGeom>
            <a:solidFill>
              <a:srgbClr val="000000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</p:sp>
        <p:sp>
          <p:nvSpPr>
            <p:cNvPr id="739" name="Google Shape;180;p19"/>
            <p:cNvSpPr/>
            <p:nvPr/>
          </p:nvSpPr>
          <p:spPr>
            <a:xfrm>
              <a:off x="10781280" y="5598720"/>
              <a:ext cx="114480" cy="123120"/>
            </a:xfrm>
            <a:custGeom>
              <a:avLst/>
              <a:gdLst/>
              <a:ahLst/>
              <a:cxnLst/>
              <a:rect l="l" t="t" r="r" b="b"/>
              <a:pathLst>
                <a:path w="15340" h="37566">
                  <a:moveTo>
                    <a:pt x="15340" y="8870"/>
                  </a:moveTo>
                  <a:lnTo>
                    <a:pt x="15340" y="8870"/>
                  </a:lnTo>
                  <a:lnTo>
                    <a:pt x="11824" y="13044"/>
                  </a:lnTo>
                  <a:lnTo>
                    <a:pt x="11824" y="13044"/>
                  </a:lnTo>
                  <a:lnTo>
                    <a:pt x="11265" y="11479"/>
                  </a:lnTo>
                  <a:lnTo>
                    <a:pt x="10706" y="10261"/>
                  </a:lnTo>
                  <a:lnTo>
                    <a:pt x="10706" y="10261"/>
                  </a:lnTo>
                  <a:lnTo>
                    <a:pt x="10386" y="9740"/>
                  </a:lnTo>
                  <a:lnTo>
                    <a:pt x="10067" y="9218"/>
                  </a:lnTo>
                  <a:lnTo>
                    <a:pt x="9667" y="8696"/>
                  </a:lnTo>
                  <a:lnTo>
                    <a:pt x="9268" y="8522"/>
                  </a:lnTo>
                  <a:lnTo>
                    <a:pt x="8868" y="8348"/>
                  </a:lnTo>
                  <a:lnTo>
                    <a:pt x="8469" y="8174"/>
                  </a:lnTo>
                  <a:lnTo>
                    <a:pt x="8069" y="8348"/>
                  </a:lnTo>
                  <a:lnTo>
                    <a:pt x="7670" y="8348"/>
                  </a:lnTo>
                  <a:lnTo>
                    <a:pt x="7270" y="8696"/>
                  </a:lnTo>
                  <a:lnTo>
                    <a:pt x="6951" y="9044"/>
                  </a:lnTo>
                  <a:lnTo>
                    <a:pt x="6631" y="9392"/>
                  </a:lnTo>
                  <a:lnTo>
                    <a:pt x="6312" y="9913"/>
                  </a:lnTo>
                  <a:lnTo>
                    <a:pt x="5992" y="10609"/>
                  </a:lnTo>
                  <a:lnTo>
                    <a:pt x="5752" y="11305"/>
                  </a:lnTo>
                  <a:lnTo>
                    <a:pt x="5593" y="12174"/>
                  </a:lnTo>
                  <a:lnTo>
                    <a:pt x="5433" y="13044"/>
                  </a:lnTo>
                  <a:lnTo>
                    <a:pt x="5433" y="13044"/>
                  </a:lnTo>
                  <a:lnTo>
                    <a:pt x="5193" y="15479"/>
                  </a:lnTo>
                  <a:lnTo>
                    <a:pt x="5113" y="18087"/>
                  </a:lnTo>
                  <a:lnTo>
                    <a:pt x="5193" y="20696"/>
                  </a:lnTo>
                  <a:lnTo>
                    <a:pt x="5273" y="23305"/>
                  </a:lnTo>
                  <a:lnTo>
                    <a:pt x="5273" y="23305"/>
                  </a:lnTo>
                  <a:lnTo>
                    <a:pt x="5353" y="24348"/>
                  </a:lnTo>
                  <a:lnTo>
                    <a:pt x="5513" y="25392"/>
                  </a:lnTo>
                  <a:lnTo>
                    <a:pt x="5752" y="26261"/>
                  </a:lnTo>
                  <a:lnTo>
                    <a:pt x="6072" y="27131"/>
                  </a:lnTo>
                  <a:lnTo>
                    <a:pt x="6392" y="27826"/>
                  </a:lnTo>
                  <a:lnTo>
                    <a:pt x="6791" y="28348"/>
                  </a:lnTo>
                  <a:lnTo>
                    <a:pt x="7270" y="28870"/>
                  </a:lnTo>
                  <a:lnTo>
                    <a:pt x="7830" y="29218"/>
                  </a:lnTo>
                  <a:lnTo>
                    <a:pt x="7830" y="29218"/>
                  </a:lnTo>
                  <a:lnTo>
                    <a:pt x="8389" y="29392"/>
                  </a:lnTo>
                  <a:lnTo>
                    <a:pt x="8948" y="29392"/>
                  </a:lnTo>
                  <a:lnTo>
                    <a:pt x="9428" y="29218"/>
                  </a:lnTo>
                  <a:lnTo>
                    <a:pt x="9987" y="28870"/>
                  </a:lnTo>
                  <a:lnTo>
                    <a:pt x="10386" y="28348"/>
                  </a:lnTo>
                  <a:lnTo>
                    <a:pt x="10866" y="27826"/>
                  </a:lnTo>
                  <a:lnTo>
                    <a:pt x="11265" y="26957"/>
                  </a:lnTo>
                  <a:lnTo>
                    <a:pt x="11585" y="25913"/>
                  </a:lnTo>
                  <a:lnTo>
                    <a:pt x="11585" y="25913"/>
                  </a:lnTo>
                  <a:lnTo>
                    <a:pt x="12064" y="24348"/>
                  </a:lnTo>
                  <a:lnTo>
                    <a:pt x="12064" y="24348"/>
                  </a:lnTo>
                  <a:lnTo>
                    <a:pt x="15260" y="27826"/>
                  </a:lnTo>
                  <a:lnTo>
                    <a:pt x="15260" y="27826"/>
                  </a:lnTo>
                  <a:lnTo>
                    <a:pt x="15020" y="29044"/>
                  </a:lnTo>
                  <a:lnTo>
                    <a:pt x="14701" y="30261"/>
                  </a:lnTo>
                  <a:lnTo>
                    <a:pt x="14381" y="31305"/>
                  </a:lnTo>
                  <a:lnTo>
                    <a:pt x="13981" y="32348"/>
                  </a:lnTo>
                  <a:lnTo>
                    <a:pt x="13582" y="33218"/>
                  </a:lnTo>
                  <a:lnTo>
                    <a:pt x="13103" y="34087"/>
                  </a:lnTo>
                  <a:lnTo>
                    <a:pt x="12543" y="34783"/>
                  </a:lnTo>
                  <a:lnTo>
                    <a:pt x="11984" y="35479"/>
                  </a:lnTo>
                  <a:lnTo>
                    <a:pt x="11425" y="36000"/>
                  </a:lnTo>
                  <a:lnTo>
                    <a:pt x="10786" y="36522"/>
                  </a:lnTo>
                  <a:lnTo>
                    <a:pt x="10147" y="36870"/>
                  </a:lnTo>
                  <a:lnTo>
                    <a:pt x="9507" y="37218"/>
                  </a:lnTo>
                  <a:lnTo>
                    <a:pt x="8868" y="37392"/>
                  </a:lnTo>
                  <a:lnTo>
                    <a:pt x="8149" y="37566"/>
                  </a:lnTo>
                  <a:lnTo>
                    <a:pt x="7430" y="37392"/>
                  </a:lnTo>
                  <a:lnTo>
                    <a:pt x="6711" y="37392"/>
                  </a:lnTo>
                  <a:lnTo>
                    <a:pt x="6711" y="37392"/>
                  </a:lnTo>
                  <a:lnTo>
                    <a:pt x="5992" y="37044"/>
                  </a:lnTo>
                  <a:lnTo>
                    <a:pt x="5353" y="36696"/>
                  </a:lnTo>
                  <a:lnTo>
                    <a:pt x="4714" y="36174"/>
                  </a:lnTo>
                  <a:lnTo>
                    <a:pt x="4155" y="35653"/>
                  </a:lnTo>
                  <a:lnTo>
                    <a:pt x="3595" y="34957"/>
                  </a:lnTo>
                  <a:lnTo>
                    <a:pt x="3036" y="34087"/>
                  </a:lnTo>
                  <a:lnTo>
                    <a:pt x="2557" y="33218"/>
                  </a:lnTo>
                  <a:lnTo>
                    <a:pt x="2077" y="32348"/>
                  </a:lnTo>
                  <a:lnTo>
                    <a:pt x="1678" y="31305"/>
                  </a:lnTo>
                  <a:lnTo>
                    <a:pt x="1358" y="30087"/>
                  </a:lnTo>
                  <a:lnTo>
                    <a:pt x="959" y="29044"/>
                  </a:lnTo>
                  <a:lnTo>
                    <a:pt x="719" y="27653"/>
                  </a:lnTo>
                  <a:lnTo>
                    <a:pt x="479" y="26261"/>
                  </a:lnTo>
                  <a:lnTo>
                    <a:pt x="240" y="24870"/>
                  </a:lnTo>
                  <a:lnTo>
                    <a:pt x="160" y="23479"/>
                  </a:lnTo>
                  <a:lnTo>
                    <a:pt x="80" y="21913"/>
                  </a:lnTo>
                  <a:lnTo>
                    <a:pt x="80" y="21913"/>
                  </a:lnTo>
                  <a:lnTo>
                    <a:pt x="0" y="20000"/>
                  </a:lnTo>
                  <a:lnTo>
                    <a:pt x="0" y="18087"/>
                  </a:lnTo>
                  <a:lnTo>
                    <a:pt x="80" y="16348"/>
                  </a:lnTo>
                  <a:lnTo>
                    <a:pt x="160" y="14609"/>
                  </a:lnTo>
                  <a:lnTo>
                    <a:pt x="320" y="12870"/>
                  </a:lnTo>
                  <a:lnTo>
                    <a:pt x="559" y="11305"/>
                  </a:lnTo>
                  <a:lnTo>
                    <a:pt x="799" y="9913"/>
                  </a:lnTo>
                  <a:lnTo>
                    <a:pt x="1119" y="8522"/>
                  </a:lnTo>
                  <a:lnTo>
                    <a:pt x="1438" y="7131"/>
                  </a:lnTo>
                  <a:lnTo>
                    <a:pt x="1918" y="5913"/>
                  </a:lnTo>
                  <a:lnTo>
                    <a:pt x="2317" y="4870"/>
                  </a:lnTo>
                  <a:lnTo>
                    <a:pt x="2876" y="4000"/>
                  </a:lnTo>
                  <a:lnTo>
                    <a:pt x="3436" y="2957"/>
                  </a:lnTo>
                  <a:lnTo>
                    <a:pt x="3995" y="2261"/>
                  </a:lnTo>
                  <a:lnTo>
                    <a:pt x="4634" y="1566"/>
                  </a:lnTo>
                  <a:lnTo>
                    <a:pt x="5353" y="1044"/>
                  </a:lnTo>
                  <a:lnTo>
                    <a:pt x="5353" y="1044"/>
                  </a:lnTo>
                  <a:lnTo>
                    <a:pt x="6072" y="522"/>
                  </a:lnTo>
                  <a:lnTo>
                    <a:pt x="6871" y="348"/>
                  </a:lnTo>
                  <a:lnTo>
                    <a:pt x="7590" y="174"/>
                  </a:lnTo>
                  <a:lnTo>
                    <a:pt x="8309" y="0"/>
                  </a:lnTo>
                  <a:lnTo>
                    <a:pt x="9028" y="174"/>
                  </a:lnTo>
                  <a:lnTo>
                    <a:pt x="9747" y="348"/>
                  </a:lnTo>
                  <a:lnTo>
                    <a:pt x="10386" y="696"/>
                  </a:lnTo>
                  <a:lnTo>
                    <a:pt x="11025" y="1218"/>
                  </a:lnTo>
                  <a:lnTo>
                    <a:pt x="11665" y="1740"/>
                  </a:lnTo>
                  <a:lnTo>
                    <a:pt x="12304" y="2435"/>
                  </a:lnTo>
                  <a:lnTo>
                    <a:pt x="12943" y="3305"/>
                  </a:lnTo>
                  <a:lnTo>
                    <a:pt x="13502" y="4174"/>
                  </a:lnTo>
                  <a:lnTo>
                    <a:pt x="13981" y="5218"/>
                  </a:lnTo>
                  <a:lnTo>
                    <a:pt x="14461" y="6261"/>
                  </a:lnTo>
                  <a:lnTo>
                    <a:pt x="14940" y="7653"/>
                  </a:lnTo>
                  <a:lnTo>
                    <a:pt x="15340" y="8870"/>
                  </a:lnTo>
                  <a:lnTo>
                    <a:pt x="15340" y="8870"/>
                  </a:lnTo>
                  <a:close/>
                </a:path>
              </a:pathLst>
            </a:custGeom>
            <a:solidFill>
              <a:srgbClr val="000000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</p:sp>
        <p:sp>
          <p:nvSpPr>
            <p:cNvPr id="740" name="Google Shape;181;p19"/>
            <p:cNvSpPr/>
            <p:nvPr/>
          </p:nvSpPr>
          <p:spPr>
            <a:xfrm>
              <a:off x="10900440" y="5598720"/>
              <a:ext cx="114120" cy="123120"/>
            </a:xfrm>
            <a:custGeom>
              <a:avLst/>
              <a:gdLst/>
              <a:ahLst/>
              <a:cxnLst/>
              <a:rect l="l" t="t" r="r" b="b"/>
              <a:pathLst>
                <a:path w="15261" h="37566">
                  <a:moveTo>
                    <a:pt x="15261" y="8870"/>
                  </a:moveTo>
                  <a:lnTo>
                    <a:pt x="15261" y="8870"/>
                  </a:lnTo>
                  <a:lnTo>
                    <a:pt x="11825" y="13044"/>
                  </a:lnTo>
                  <a:lnTo>
                    <a:pt x="11825" y="13044"/>
                  </a:lnTo>
                  <a:lnTo>
                    <a:pt x="11346" y="11653"/>
                  </a:lnTo>
                  <a:lnTo>
                    <a:pt x="10866" y="10609"/>
                  </a:lnTo>
                  <a:lnTo>
                    <a:pt x="10866" y="10609"/>
                  </a:lnTo>
                  <a:lnTo>
                    <a:pt x="10547" y="9913"/>
                  </a:lnTo>
                  <a:lnTo>
                    <a:pt x="10147" y="9392"/>
                  </a:lnTo>
                  <a:lnTo>
                    <a:pt x="9748" y="8870"/>
                  </a:lnTo>
                  <a:lnTo>
                    <a:pt x="9348" y="8522"/>
                  </a:lnTo>
                  <a:lnTo>
                    <a:pt x="8949" y="8348"/>
                  </a:lnTo>
                  <a:lnTo>
                    <a:pt x="8550" y="8174"/>
                  </a:lnTo>
                  <a:lnTo>
                    <a:pt x="8150" y="8174"/>
                  </a:lnTo>
                  <a:lnTo>
                    <a:pt x="7751" y="8348"/>
                  </a:lnTo>
                  <a:lnTo>
                    <a:pt x="7351" y="8522"/>
                  </a:lnTo>
                  <a:lnTo>
                    <a:pt x="7032" y="8870"/>
                  </a:lnTo>
                  <a:lnTo>
                    <a:pt x="6632" y="9392"/>
                  </a:lnTo>
                  <a:lnTo>
                    <a:pt x="6313" y="9913"/>
                  </a:lnTo>
                  <a:lnTo>
                    <a:pt x="6073" y="10435"/>
                  </a:lnTo>
                  <a:lnTo>
                    <a:pt x="5753" y="11131"/>
                  </a:lnTo>
                  <a:lnTo>
                    <a:pt x="5593" y="12000"/>
                  </a:lnTo>
                  <a:lnTo>
                    <a:pt x="5434" y="12870"/>
                  </a:lnTo>
                  <a:lnTo>
                    <a:pt x="5434" y="12870"/>
                  </a:lnTo>
                  <a:lnTo>
                    <a:pt x="5194" y="15479"/>
                  </a:lnTo>
                  <a:lnTo>
                    <a:pt x="5114" y="17913"/>
                  </a:lnTo>
                  <a:lnTo>
                    <a:pt x="5114" y="20522"/>
                  </a:lnTo>
                  <a:lnTo>
                    <a:pt x="5194" y="23131"/>
                  </a:lnTo>
                  <a:lnTo>
                    <a:pt x="5194" y="23131"/>
                  </a:lnTo>
                  <a:lnTo>
                    <a:pt x="5354" y="24348"/>
                  </a:lnTo>
                  <a:lnTo>
                    <a:pt x="5514" y="25392"/>
                  </a:lnTo>
                  <a:lnTo>
                    <a:pt x="5753" y="26261"/>
                  </a:lnTo>
                  <a:lnTo>
                    <a:pt x="5993" y="27131"/>
                  </a:lnTo>
                  <a:lnTo>
                    <a:pt x="6392" y="27826"/>
                  </a:lnTo>
                  <a:lnTo>
                    <a:pt x="6872" y="28522"/>
                  </a:lnTo>
                  <a:lnTo>
                    <a:pt x="7351" y="28870"/>
                  </a:lnTo>
                  <a:lnTo>
                    <a:pt x="7910" y="29218"/>
                  </a:lnTo>
                  <a:lnTo>
                    <a:pt x="7910" y="29218"/>
                  </a:lnTo>
                  <a:lnTo>
                    <a:pt x="8470" y="29392"/>
                  </a:lnTo>
                  <a:lnTo>
                    <a:pt x="9029" y="29392"/>
                  </a:lnTo>
                  <a:lnTo>
                    <a:pt x="9508" y="29218"/>
                  </a:lnTo>
                  <a:lnTo>
                    <a:pt x="9988" y="28870"/>
                  </a:lnTo>
                  <a:lnTo>
                    <a:pt x="10467" y="28348"/>
                  </a:lnTo>
                  <a:lnTo>
                    <a:pt x="10866" y="27653"/>
                  </a:lnTo>
                  <a:lnTo>
                    <a:pt x="11266" y="26783"/>
                  </a:lnTo>
                  <a:lnTo>
                    <a:pt x="11585" y="25740"/>
                  </a:lnTo>
                  <a:lnTo>
                    <a:pt x="11585" y="25740"/>
                  </a:lnTo>
                  <a:lnTo>
                    <a:pt x="12065" y="24348"/>
                  </a:lnTo>
                  <a:lnTo>
                    <a:pt x="12065" y="24348"/>
                  </a:lnTo>
                  <a:lnTo>
                    <a:pt x="15261" y="27826"/>
                  </a:lnTo>
                  <a:lnTo>
                    <a:pt x="15261" y="27826"/>
                  </a:lnTo>
                  <a:lnTo>
                    <a:pt x="15021" y="29218"/>
                  </a:lnTo>
                  <a:lnTo>
                    <a:pt x="14621" y="30435"/>
                  </a:lnTo>
                  <a:lnTo>
                    <a:pt x="14222" y="31479"/>
                  </a:lnTo>
                  <a:lnTo>
                    <a:pt x="13823" y="32522"/>
                  </a:lnTo>
                  <a:lnTo>
                    <a:pt x="13343" y="33566"/>
                  </a:lnTo>
                  <a:lnTo>
                    <a:pt x="12784" y="34435"/>
                  </a:lnTo>
                  <a:lnTo>
                    <a:pt x="12305" y="35131"/>
                  </a:lnTo>
                  <a:lnTo>
                    <a:pt x="11665" y="35826"/>
                  </a:lnTo>
                  <a:lnTo>
                    <a:pt x="11106" y="36348"/>
                  </a:lnTo>
                  <a:lnTo>
                    <a:pt x="10467" y="36870"/>
                  </a:lnTo>
                  <a:lnTo>
                    <a:pt x="9748" y="37218"/>
                  </a:lnTo>
                  <a:lnTo>
                    <a:pt x="9109" y="37392"/>
                  </a:lnTo>
                  <a:lnTo>
                    <a:pt x="8390" y="37566"/>
                  </a:lnTo>
                  <a:lnTo>
                    <a:pt x="7751" y="37566"/>
                  </a:lnTo>
                  <a:lnTo>
                    <a:pt x="7032" y="37392"/>
                  </a:lnTo>
                  <a:lnTo>
                    <a:pt x="6313" y="37218"/>
                  </a:lnTo>
                  <a:lnTo>
                    <a:pt x="6313" y="37218"/>
                  </a:lnTo>
                  <a:lnTo>
                    <a:pt x="5593" y="36870"/>
                  </a:lnTo>
                  <a:lnTo>
                    <a:pt x="4954" y="36348"/>
                  </a:lnTo>
                  <a:lnTo>
                    <a:pt x="4315" y="35826"/>
                  </a:lnTo>
                  <a:lnTo>
                    <a:pt x="3756" y="35131"/>
                  </a:lnTo>
                  <a:lnTo>
                    <a:pt x="3197" y="34435"/>
                  </a:lnTo>
                  <a:lnTo>
                    <a:pt x="2717" y="33566"/>
                  </a:lnTo>
                  <a:lnTo>
                    <a:pt x="2238" y="32696"/>
                  </a:lnTo>
                  <a:lnTo>
                    <a:pt x="1838" y="31653"/>
                  </a:lnTo>
                  <a:lnTo>
                    <a:pt x="1439" y="30435"/>
                  </a:lnTo>
                  <a:lnTo>
                    <a:pt x="1119" y="29218"/>
                  </a:lnTo>
                  <a:lnTo>
                    <a:pt x="800" y="28000"/>
                  </a:lnTo>
                  <a:lnTo>
                    <a:pt x="560" y="26609"/>
                  </a:lnTo>
                  <a:lnTo>
                    <a:pt x="321" y="25218"/>
                  </a:lnTo>
                  <a:lnTo>
                    <a:pt x="161" y="23653"/>
                  </a:lnTo>
                  <a:lnTo>
                    <a:pt x="81" y="22087"/>
                  </a:lnTo>
                  <a:lnTo>
                    <a:pt x="1" y="20348"/>
                  </a:lnTo>
                  <a:lnTo>
                    <a:pt x="1" y="20348"/>
                  </a:lnTo>
                  <a:lnTo>
                    <a:pt x="1" y="18609"/>
                  </a:lnTo>
                  <a:lnTo>
                    <a:pt x="1" y="16870"/>
                  </a:lnTo>
                  <a:lnTo>
                    <a:pt x="81" y="15131"/>
                  </a:lnTo>
                  <a:lnTo>
                    <a:pt x="241" y="13566"/>
                  </a:lnTo>
                  <a:lnTo>
                    <a:pt x="400" y="12000"/>
                  </a:lnTo>
                  <a:lnTo>
                    <a:pt x="640" y="10609"/>
                  </a:lnTo>
                  <a:lnTo>
                    <a:pt x="960" y="9218"/>
                  </a:lnTo>
                  <a:lnTo>
                    <a:pt x="1279" y="8000"/>
                  </a:lnTo>
                  <a:lnTo>
                    <a:pt x="1679" y="6783"/>
                  </a:lnTo>
                  <a:lnTo>
                    <a:pt x="2078" y="5566"/>
                  </a:lnTo>
                  <a:lnTo>
                    <a:pt x="2558" y="4522"/>
                  </a:lnTo>
                  <a:lnTo>
                    <a:pt x="3037" y="3653"/>
                  </a:lnTo>
                  <a:lnTo>
                    <a:pt x="3596" y="2783"/>
                  </a:lnTo>
                  <a:lnTo>
                    <a:pt x="4155" y="2087"/>
                  </a:lnTo>
                  <a:lnTo>
                    <a:pt x="4795" y="1566"/>
                  </a:lnTo>
                  <a:lnTo>
                    <a:pt x="5434" y="1044"/>
                  </a:lnTo>
                  <a:lnTo>
                    <a:pt x="5434" y="1044"/>
                  </a:lnTo>
                  <a:lnTo>
                    <a:pt x="6233" y="522"/>
                  </a:lnTo>
                  <a:lnTo>
                    <a:pt x="6952" y="348"/>
                  </a:lnTo>
                  <a:lnTo>
                    <a:pt x="7671" y="174"/>
                  </a:lnTo>
                  <a:lnTo>
                    <a:pt x="8390" y="0"/>
                  </a:lnTo>
                  <a:lnTo>
                    <a:pt x="9109" y="174"/>
                  </a:lnTo>
                  <a:lnTo>
                    <a:pt x="9748" y="348"/>
                  </a:lnTo>
                  <a:lnTo>
                    <a:pt x="10467" y="696"/>
                  </a:lnTo>
                  <a:lnTo>
                    <a:pt x="11106" y="1218"/>
                  </a:lnTo>
                  <a:lnTo>
                    <a:pt x="11745" y="1740"/>
                  </a:lnTo>
                  <a:lnTo>
                    <a:pt x="12305" y="2435"/>
                  </a:lnTo>
                  <a:lnTo>
                    <a:pt x="12944" y="3305"/>
                  </a:lnTo>
                  <a:lnTo>
                    <a:pt x="13423" y="4174"/>
                  </a:lnTo>
                  <a:lnTo>
                    <a:pt x="13982" y="5218"/>
                  </a:lnTo>
                  <a:lnTo>
                    <a:pt x="14462" y="6261"/>
                  </a:lnTo>
                  <a:lnTo>
                    <a:pt x="14861" y="7653"/>
                  </a:lnTo>
                  <a:lnTo>
                    <a:pt x="15261" y="8870"/>
                  </a:lnTo>
                  <a:lnTo>
                    <a:pt x="15261" y="8870"/>
                  </a:lnTo>
                  <a:close/>
                </a:path>
              </a:pathLst>
            </a:custGeom>
            <a:solidFill>
              <a:srgbClr val="000000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</p:sp>
      </p:grpSp>
      <p:sp>
        <p:nvSpPr>
          <p:cNvPr id="741" name="PlaceHolder 6"/>
          <p:cNvSpPr>
            <a:spLocks noGrp="1"/>
          </p:cNvSpPr>
          <p:nvPr>
            <p:ph type="sldNum" idx="44"/>
          </p:nvPr>
        </p:nvSpPr>
        <p:spPr>
          <a:xfrm>
            <a:off x="516240" y="6375960"/>
            <a:ext cx="392040" cy="216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>
              <a:lnSpc>
                <a:spcPct val="100000"/>
              </a:lnSpc>
              <a:buNone/>
              <a:tabLst>
                <a:tab pos="0" algn="l"/>
              </a:tabLst>
              <a:defRPr lang="en-GB" sz="1200" b="1" strike="noStrike" spc="-1">
                <a:solidFill>
                  <a:srgbClr val="000000"/>
                </a:solidFill>
                <a:latin typeface="Calibri"/>
                <a:ea typeface="Calibri"/>
              </a:defRPr>
            </a:lvl1pPr>
          </a:lstStyle>
          <a:p>
            <a:pPr>
              <a:lnSpc>
                <a:spcPct val="100000"/>
              </a:lnSpc>
              <a:buNone/>
              <a:tabLst>
                <a:tab pos="0" algn="l"/>
              </a:tabLst>
            </a:pPr>
            <a:fld id="{36824D12-0B6C-452C-A980-9656EB3784EE}" type="slidenum">
              <a:rPr lang="en-GB" sz="1200" b="1" strike="noStrike" spc="-1">
                <a:solidFill>
                  <a:srgbClr val="000000"/>
                </a:solidFill>
                <a:latin typeface="Calibri"/>
                <a:ea typeface="Calibri"/>
              </a:rPr>
              <a:t>‹#›</a:t>
            </a:fld>
            <a:endParaRPr lang="en-US" sz="1200" b="0" strike="noStrike" spc="-1"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857" r:id="rId1"/>
    <p:sldLayoutId id="2147483858" r:id="rId2"/>
    <p:sldLayoutId id="2147483859" r:id="rId3"/>
    <p:sldLayoutId id="2147483860" r:id="rId4"/>
    <p:sldLayoutId id="2147483861" r:id="rId5"/>
    <p:sldLayoutId id="2147483862" r:id="rId6"/>
    <p:sldLayoutId id="2147483863" r:id="rId7"/>
    <p:sldLayoutId id="2147483864" r:id="rId8"/>
    <p:sldLayoutId id="2147483865" r:id="rId9"/>
    <p:sldLayoutId id="2147483866" r:id="rId10"/>
    <p:sldLayoutId id="2147483867" r:id="rId11"/>
    <p:sldLayoutId id="2147483868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nl-NL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18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78" name="Google Shape;10;p1"/>
          <p:cNvPicPr/>
          <p:nvPr/>
        </p:nvPicPr>
        <p:blipFill>
          <a:blip r:embed="rId14"/>
          <a:stretch/>
        </p:blipFill>
        <p:spPr>
          <a:xfrm>
            <a:off x="10987200" y="6122160"/>
            <a:ext cx="951840" cy="482040"/>
          </a:xfrm>
          <a:prstGeom prst="rect">
            <a:avLst/>
          </a:prstGeom>
          <a:ln w="0">
            <a:noFill/>
          </a:ln>
        </p:spPr>
      </p:pic>
      <p:sp>
        <p:nvSpPr>
          <p:cNvPr id="779" name="Google Shape;184;p20"/>
          <p:cNvSpPr/>
          <p:nvPr/>
        </p:nvSpPr>
        <p:spPr>
          <a:xfrm>
            <a:off x="10464840" y="5725080"/>
            <a:ext cx="1726920" cy="1060560"/>
          </a:xfrm>
          <a:prstGeom prst="rect">
            <a:avLst/>
          </a:prstGeom>
          <a:solidFill>
            <a:schemeClr val="lt1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</p:sp>
      <p:sp>
        <p:nvSpPr>
          <p:cNvPr id="780" name="PlaceHolder 1"/>
          <p:cNvSpPr>
            <a:spLocks noGrp="1"/>
          </p:cNvSpPr>
          <p:nvPr>
            <p:ph type="body"/>
          </p:nvPr>
        </p:nvSpPr>
        <p:spPr>
          <a:xfrm>
            <a:off x="259200" y="261360"/>
            <a:ext cx="11669760" cy="6343200"/>
          </a:xfrm>
          <a:prstGeom prst="rect">
            <a:avLst/>
          </a:prstGeom>
          <a:solidFill>
            <a:srgbClr val="D8D8D8"/>
          </a:solidFill>
          <a:ln w="0">
            <a:noFill/>
          </a:ln>
        </p:spPr>
        <p:txBody>
          <a:bodyPr lIns="90000" tIns="45000" rIns="90000" bIns="45000" anchor="t">
            <a:norm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Seventh Outline Level</a:t>
            </a:r>
          </a:p>
        </p:txBody>
      </p:sp>
      <p:sp>
        <p:nvSpPr>
          <p:cNvPr id="781" name="Google Shape;186;p20"/>
          <p:cNvSpPr/>
          <p:nvPr/>
        </p:nvSpPr>
        <p:spPr>
          <a:xfrm>
            <a:off x="4990680" y="-885600"/>
            <a:ext cx="2210400" cy="365760"/>
          </a:xfrm>
          <a:prstGeom prst="rect">
            <a:avLst/>
          </a:prstGeom>
          <a:solidFill>
            <a:schemeClr val="lt1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0000" tIns="183600" rIns="360000" bIns="183600" anchor="t">
            <a:spAutoFit/>
          </a:bodyPr>
          <a:lstStyle/>
          <a:p>
            <a:pPr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GB" sz="1200" b="0" strike="noStrike" spc="-1">
                <a:solidFill>
                  <a:srgbClr val="212121"/>
                </a:solidFill>
                <a:latin typeface="Calibri"/>
                <a:ea typeface="Calibri"/>
              </a:rPr>
              <a:t>CLOSURE (Picture) (1)</a:t>
            </a:r>
            <a:endParaRPr lang="en-US" sz="1200" b="0" strike="noStrike" spc="-1">
              <a:latin typeface="Arial"/>
            </a:endParaRPr>
          </a:p>
        </p:txBody>
      </p:sp>
      <p:sp>
        <p:nvSpPr>
          <p:cNvPr id="782" name="PlaceHolder 2"/>
          <p:cNvSpPr>
            <a:spLocks noGrp="1"/>
          </p:cNvSpPr>
          <p:nvPr>
            <p:ph type="body"/>
          </p:nvPr>
        </p:nvSpPr>
        <p:spPr>
          <a:xfrm>
            <a:off x="870840" y="3264120"/>
            <a:ext cx="4347000" cy="2134800"/>
          </a:xfrm>
          <a:prstGeom prst="rect">
            <a:avLst/>
          </a:prstGeom>
          <a:solidFill>
            <a:srgbClr val="EA7600"/>
          </a:solidFill>
          <a:ln w="12600">
            <a:solidFill>
              <a:srgbClr val="EA7600"/>
            </a:solidFill>
            <a:round/>
          </a:ln>
        </p:spPr>
        <p:txBody>
          <a:bodyPr lIns="612000" tIns="180000" rIns="180000" bIns="252000" anchor="ctr">
            <a:no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Seventh Outline Level</a:t>
            </a:r>
          </a:p>
        </p:txBody>
      </p:sp>
      <p:sp>
        <p:nvSpPr>
          <p:cNvPr id="783" name="PlaceHolder 3"/>
          <p:cNvSpPr>
            <a:spLocks noGrp="1"/>
          </p:cNvSpPr>
          <p:nvPr>
            <p:ph type="body"/>
          </p:nvPr>
        </p:nvSpPr>
        <p:spPr>
          <a:xfrm>
            <a:off x="9754200" y="0"/>
            <a:ext cx="1918800" cy="6857640"/>
          </a:xfrm>
          <a:prstGeom prst="rect">
            <a:avLst/>
          </a:prstGeom>
          <a:solidFill>
            <a:srgbClr val="EA7600"/>
          </a:solid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00" b="0" strike="noStrike" spc="-1">
                <a:solidFill>
                  <a:srgbClr val="000000"/>
                </a:solidFill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00" b="0" strike="noStrike" spc="-1">
                <a:solidFill>
                  <a:srgbClr val="000000"/>
                </a:solidFill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00" b="0" strike="noStrike" spc="-1">
                <a:solidFill>
                  <a:srgbClr val="000000"/>
                </a:solidFill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00" b="0" strike="noStrike" spc="-1">
                <a:solidFill>
                  <a:srgbClr val="000000"/>
                </a:solidFill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00" b="0" strike="noStrike" spc="-1">
                <a:solidFill>
                  <a:srgbClr val="000000"/>
                </a:solidFill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00" b="0" strike="noStrike" spc="-1">
                <a:solidFill>
                  <a:srgbClr val="000000"/>
                </a:solidFill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00" b="0" strike="noStrike" spc="-1">
                <a:solidFill>
                  <a:srgbClr val="000000"/>
                </a:solidFill>
                <a:latin typeface="Arial"/>
              </a:rPr>
              <a:t>Seventh Outline Level</a:t>
            </a:r>
          </a:p>
        </p:txBody>
      </p:sp>
      <p:sp>
        <p:nvSpPr>
          <p:cNvPr id="784" name="PlaceHolder 4"/>
          <p:cNvSpPr>
            <a:spLocks noGrp="1"/>
          </p:cNvSpPr>
          <p:nvPr>
            <p:ph type="body"/>
          </p:nvPr>
        </p:nvSpPr>
        <p:spPr>
          <a:xfrm>
            <a:off x="10692000" y="5852160"/>
            <a:ext cx="991440" cy="486360"/>
          </a:xfrm>
          <a:prstGeom prst="rect">
            <a:avLst/>
          </a:prstGeom>
          <a:blipFill rotWithShape="0">
            <a:blip r:embed="rId15"/>
            <a:stretch/>
          </a:blip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Seventh Outline Level</a:t>
            </a:r>
          </a:p>
        </p:txBody>
      </p:sp>
      <p:sp>
        <p:nvSpPr>
          <p:cNvPr id="785" name="PlaceHolder 5"/>
          <p:cNvSpPr>
            <a:spLocks noGrp="1"/>
          </p:cNvSpPr>
          <p:nvPr>
            <p:ph type="body"/>
          </p:nvPr>
        </p:nvSpPr>
        <p:spPr>
          <a:xfrm>
            <a:off x="423360" y="524520"/>
            <a:ext cx="4875120" cy="2320560"/>
          </a:xfrm>
          <a:prstGeom prst="rect">
            <a:avLst/>
          </a:prstGeom>
          <a:blipFill rotWithShape="0">
            <a:blip r:embed="rId16">
              <a:alphaModFix amt="90000"/>
            </a:blip>
            <a:stretch/>
          </a:blipFill>
          <a:ln w="0">
            <a:noFill/>
          </a:ln>
        </p:spPr>
        <p:txBody>
          <a:bodyPr lIns="900000" tIns="620280" rIns="288000" bIns="1700280" anchor="t">
            <a:no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400" b="0" strike="noStrike" spc="-1">
                <a:solidFill>
                  <a:srgbClr val="000000"/>
                </a:solidFill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3400" b="0" strike="noStrike" spc="-1">
                <a:solidFill>
                  <a:srgbClr val="000000"/>
                </a:solidFill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400" b="0" strike="noStrike" spc="-1">
                <a:solidFill>
                  <a:srgbClr val="000000"/>
                </a:solidFill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3400" b="0" strike="noStrike" spc="-1">
                <a:solidFill>
                  <a:srgbClr val="000000"/>
                </a:solidFill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400" b="0" strike="noStrike" spc="-1">
                <a:solidFill>
                  <a:srgbClr val="000000"/>
                </a:solidFill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400" b="0" strike="noStrike" spc="-1">
                <a:solidFill>
                  <a:srgbClr val="000000"/>
                </a:solidFill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400" b="0" strike="noStrike" spc="-1">
                <a:solidFill>
                  <a:srgbClr val="000000"/>
                </a:solidFill>
                <a:latin typeface="Arial"/>
              </a:rPr>
              <a:t>Seventh Outline Level</a:t>
            </a:r>
          </a:p>
        </p:txBody>
      </p:sp>
      <p:sp>
        <p:nvSpPr>
          <p:cNvPr id="786" name="PlaceHolder 6"/>
          <p:cNvSpPr>
            <a:spLocks noGrp="1"/>
          </p:cNvSpPr>
          <p:nvPr>
            <p:ph type="sldNum" idx="45"/>
          </p:nvPr>
        </p:nvSpPr>
        <p:spPr>
          <a:xfrm>
            <a:off x="516240" y="6375960"/>
            <a:ext cx="392040" cy="216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>
              <a:lnSpc>
                <a:spcPct val="100000"/>
              </a:lnSpc>
              <a:buNone/>
              <a:tabLst>
                <a:tab pos="0" algn="l"/>
              </a:tabLst>
              <a:defRPr lang="en-GB" sz="1200" b="1" strike="noStrike" spc="-1">
                <a:solidFill>
                  <a:srgbClr val="000000"/>
                </a:solidFill>
                <a:latin typeface="Calibri"/>
                <a:ea typeface="Calibri"/>
              </a:defRPr>
            </a:lvl1pPr>
          </a:lstStyle>
          <a:p>
            <a:pPr>
              <a:lnSpc>
                <a:spcPct val="100000"/>
              </a:lnSpc>
              <a:buNone/>
              <a:tabLst>
                <a:tab pos="0" algn="l"/>
              </a:tabLst>
            </a:pPr>
            <a:fld id="{F8056860-B5E6-42F8-8454-CDC18869D322}" type="slidenum">
              <a:rPr lang="en-GB" sz="1200" b="1" strike="noStrike" spc="-1">
                <a:solidFill>
                  <a:srgbClr val="000000"/>
                </a:solidFill>
                <a:latin typeface="Calibri"/>
                <a:ea typeface="Calibri"/>
              </a:rPr>
              <a:t>‹#›</a:t>
            </a:fld>
            <a:endParaRPr lang="en-US" sz="1200" b="0" strike="noStrike" spc="-1">
              <a:latin typeface="Times New Roman"/>
            </a:endParaRPr>
          </a:p>
        </p:txBody>
      </p:sp>
      <p:sp>
        <p:nvSpPr>
          <p:cNvPr id="787" name="PlaceHolder 7"/>
          <p:cNvSpPr>
            <a:spLocks noGrp="1"/>
          </p:cNvSpPr>
          <p:nvPr>
            <p:ph type="body"/>
          </p:nvPr>
        </p:nvSpPr>
        <p:spPr>
          <a:xfrm>
            <a:off x="1571040" y="3443400"/>
            <a:ext cx="3200040" cy="261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Seventh Outline Level</a:t>
            </a:r>
          </a:p>
        </p:txBody>
      </p:sp>
      <p:sp>
        <p:nvSpPr>
          <p:cNvPr id="788" name="PlaceHolder 8"/>
          <p:cNvSpPr>
            <a:spLocks noGrp="1"/>
          </p:cNvSpPr>
          <p:nvPr>
            <p:ph type="body"/>
          </p:nvPr>
        </p:nvSpPr>
        <p:spPr>
          <a:xfrm>
            <a:off x="1571040" y="3949200"/>
            <a:ext cx="3200040" cy="261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Seventh Outline Level</a:t>
            </a:r>
          </a:p>
        </p:txBody>
      </p:sp>
      <p:sp>
        <p:nvSpPr>
          <p:cNvPr id="789" name="PlaceHolder 9"/>
          <p:cNvSpPr>
            <a:spLocks noGrp="1"/>
          </p:cNvSpPr>
          <p:nvPr>
            <p:ph type="body"/>
          </p:nvPr>
        </p:nvSpPr>
        <p:spPr>
          <a:xfrm>
            <a:off x="1571040" y="4454640"/>
            <a:ext cx="3200040" cy="261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Seventh Outline Level</a:t>
            </a:r>
          </a:p>
        </p:txBody>
      </p:sp>
      <p:sp>
        <p:nvSpPr>
          <p:cNvPr id="790" name="PlaceHolder 10"/>
          <p:cNvSpPr>
            <a:spLocks noGrp="1"/>
          </p:cNvSpPr>
          <p:nvPr>
            <p:ph type="body"/>
          </p:nvPr>
        </p:nvSpPr>
        <p:spPr>
          <a:xfrm>
            <a:off x="1571040" y="4960440"/>
            <a:ext cx="3200040" cy="261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Seventh Outline Level</a:t>
            </a:r>
          </a:p>
        </p:txBody>
      </p:sp>
      <p:sp>
        <p:nvSpPr>
          <p:cNvPr id="791" name="PlaceHolder 11"/>
          <p:cNvSpPr>
            <a:spLocks noGrp="1"/>
          </p:cNvSpPr>
          <p:nvPr>
            <p:ph type="body"/>
          </p:nvPr>
        </p:nvSpPr>
        <p:spPr>
          <a:xfrm>
            <a:off x="883440" y="5681520"/>
            <a:ext cx="8438760" cy="5961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4000" b="0" strike="noStrike" spc="-1">
                <a:solidFill>
                  <a:srgbClr val="000000"/>
                </a:solidFill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4000" b="0" strike="noStrike" spc="-1">
                <a:solidFill>
                  <a:srgbClr val="000000"/>
                </a:solidFill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4000" b="0" strike="noStrike" spc="-1">
                <a:solidFill>
                  <a:srgbClr val="000000"/>
                </a:solidFill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4000" b="0" strike="noStrike" spc="-1">
                <a:solidFill>
                  <a:srgbClr val="000000"/>
                </a:solidFill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4000" b="0" strike="noStrike" spc="-1">
                <a:solidFill>
                  <a:srgbClr val="000000"/>
                </a:solidFill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4000" b="0" strike="noStrike" spc="-1">
                <a:solidFill>
                  <a:srgbClr val="000000"/>
                </a:solidFill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4000" b="0" strike="noStrike" spc="-1">
                <a:solidFill>
                  <a:srgbClr val="000000"/>
                </a:solidFill>
                <a:latin typeface="Arial"/>
              </a:rPr>
              <a:t>Seventh Outline Level</a:t>
            </a:r>
          </a:p>
        </p:txBody>
      </p:sp>
      <p:sp>
        <p:nvSpPr>
          <p:cNvPr id="792" name="PlaceHolder 12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r>
              <a:rPr lang="en-US" sz="1400" b="0" strike="noStrike" spc="-1">
                <a:solidFill>
                  <a:srgbClr val="000000"/>
                </a:solidFill>
                <a:latin typeface="Arial"/>
              </a:rPr>
              <a:t>Click to edit the title text format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870" r:id="rId1"/>
    <p:sldLayoutId id="2147483871" r:id="rId2"/>
    <p:sldLayoutId id="2147483872" r:id="rId3"/>
    <p:sldLayoutId id="2147483873" r:id="rId4"/>
    <p:sldLayoutId id="2147483874" r:id="rId5"/>
    <p:sldLayoutId id="2147483875" r:id="rId6"/>
    <p:sldLayoutId id="2147483876" r:id="rId7"/>
    <p:sldLayoutId id="2147483877" r:id="rId8"/>
    <p:sldLayoutId id="2147483878" r:id="rId9"/>
    <p:sldLayoutId id="2147483879" r:id="rId10"/>
    <p:sldLayoutId id="2147483880" r:id="rId11"/>
    <p:sldLayoutId id="2147483881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nl-NL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19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29" name="Google Shape;10;p1"/>
          <p:cNvPicPr/>
          <p:nvPr/>
        </p:nvPicPr>
        <p:blipFill>
          <a:blip r:embed="rId14"/>
          <a:stretch/>
        </p:blipFill>
        <p:spPr>
          <a:xfrm>
            <a:off x="10987200" y="6122160"/>
            <a:ext cx="951840" cy="482040"/>
          </a:xfrm>
          <a:prstGeom prst="rect">
            <a:avLst/>
          </a:prstGeom>
          <a:ln w="0">
            <a:noFill/>
          </a:ln>
        </p:spPr>
      </p:pic>
      <p:sp>
        <p:nvSpPr>
          <p:cNvPr id="830" name="Google Shape;198;p21"/>
          <p:cNvSpPr/>
          <p:nvPr/>
        </p:nvSpPr>
        <p:spPr>
          <a:xfrm>
            <a:off x="10464840" y="5725080"/>
            <a:ext cx="1726920" cy="1060560"/>
          </a:xfrm>
          <a:prstGeom prst="rect">
            <a:avLst/>
          </a:prstGeom>
          <a:solidFill>
            <a:schemeClr val="lt1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</p:sp>
      <p:sp>
        <p:nvSpPr>
          <p:cNvPr id="831" name="PlaceHolder 1"/>
          <p:cNvSpPr>
            <a:spLocks noGrp="1"/>
          </p:cNvSpPr>
          <p:nvPr>
            <p:ph type="body"/>
          </p:nvPr>
        </p:nvSpPr>
        <p:spPr>
          <a:xfrm>
            <a:off x="259200" y="261360"/>
            <a:ext cx="11669760" cy="6343200"/>
          </a:xfrm>
          <a:prstGeom prst="rect">
            <a:avLst/>
          </a:prstGeom>
          <a:solidFill>
            <a:srgbClr val="D8D8D8"/>
          </a:solidFill>
          <a:ln w="0">
            <a:noFill/>
          </a:ln>
        </p:spPr>
        <p:txBody>
          <a:bodyPr lIns="90000" tIns="45000" rIns="90000" bIns="45000" anchor="t">
            <a:norm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Seventh Outline Level</a:t>
            </a:r>
          </a:p>
        </p:txBody>
      </p:sp>
      <p:sp>
        <p:nvSpPr>
          <p:cNvPr id="832" name="Google Shape;200;p21"/>
          <p:cNvSpPr/>
          <p:nvPr/>
        </p:nvSpPr>
        <p:spPr>
          <a:xfrm>
            <a:off x="4711680" y="-885600"/>
            <a:ext cx="2768040" cy="365760"/>
          </a:xfrm>
          <a:prstGeom prst="rect">
            <a:avLst/>
          </a:prstGeom>
          <a:solidFill>
            <a:schemeClr val="lt1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0000" tIns="183600" rIns="360000" bIns="183600" anchor="t">
            <a:spAutoFit/>
          </a:bodyPr>
          <a:lstStyle/>
          <a:p>
            <a:pPr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GB" sz="1200" b="0" strike="noStrike" spc="-1">
                <a:solidFill>
                  <a:srgbClr val="212121"/>
                </a:solidFill>
                <a:latin typeface="Calibri"/>
                <a:ea typeface="Calibri"/>
              </a:rPr>
              <a:t>CLOSURE (Picture) (White) (1)</a:t>
            </a:r>
            <a:endParaRPr lang="en-US" sz="1200" b="0" strike="noStrike" spc="-1">
              <a:latin typeface="Arial"/>
            </a:endParaRPr>
          </a:p>
        </p:txBody>
      </p:sp>
      <p:sp>
        <p:nvSpPr>
          <p:cNvPr id="833" name="PlaceHolder 2"/>
          <p:cNvSpPr>
            <a:spLocks noGrp="1"/>
          </p:cNvSpPr>
          <p:nvPr>
            <p:ph type="body"/>
          </p:nvPr>
        </p:nvSpPr>
        <p:spPr>
          <a:xfrm>
            <a:off x="870840" y="3264120"/>
            <a:ext cx="4347000" cy="2134800"/>
          </a:xfrm>
          <a:prstGeom prst="rect">
            <a:avLst/>
          </a:prstGeom>
          <a:solidFill>
            <a:srgbClr val="EA7600"/>
          </a:solidFill>
          <a:ln w="12600">
            <a:solidFill>
              <a:srgbClr val="EA7600"/>
            </a:solidFill>
            <a:round/>
          </a:ln>
        </p:spPr>
        <p:txBody>
          <a:bodyPr lIns="612000" tIns="180000" rIns="180000" bIns="252000" anchor="ctr">
            <a:no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Seventh Outline Level</a:t>
            </a:r>
          </a:p>
        </p:txBody>
      </p:sp>
      <p:sp>
        <p:nvSpPr>
          <p:cNvPr id="834" name="PlaceHolder 3"/>
          <p:cNvSpPr>
            <a:spLocks noGrp="1"/>
          </p:cNvSpPr>
          <p:nvPr>
            <p:ph type="body"/>
          </p:nvPr>
        </p:nvSpPr>
        <p:spPr>
          <a:xfrm>
            <a:off x="9754200" y="0"/>
            <a:ext cx="1918800" cy="6857640"/>
          </a:xfrm>
          <a:prstGeom prst="rect">
            <a:avLst/>
          </a:prstGeom>
          <a:solidFill>
            <a:srgbClr val="EA7600"/>
          </a:solid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00" b="0" strike="noStrike" spc="-1">
                <a:solidFill>
                  <a:srgbClr val="000000"/>
                </a:solidFill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00" b="0" strike="noStrike" spc="-1">
                <a:solidFill>
                  <a:srgbClr val="000000"/>
                </a:solidFill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00" b="0" strike="noStrike" spc="-1">
                <a:solidFill>
                  <a:srgbClr val="000000"/>
                </a:solidFill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00" b="0" strike="noStrike" spc="-1">
                <a:solidFill>
                  <a:srgbClr val="000000"/>
                </a:solidFill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00" b="0" strike="noStrike" spc="-1">
                <a:solidFill>
                  <a:srgbClr val="000000"/>
                </a:solidFill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00" b="0" strike="noStrike" spc="-1">
                <a:solidFill>
                  <a:srgbClr val="000000"/>
                </a:solidFill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00" b="0" strike="noStrike" spc="-1">
                <a:solidFill>
                  <a:srgbClr val="000000"/>
                </a:solidFill>
                <a:latin typeface="Arial"/>
              </a:rPr>
              <a:t>Seventh Outline Level</a:t>
            </a:r>
          </a:p>
        </p:txBody>
      </p:sp>
      <p:sp>
        <p:nvSpPr>
          <p:cNvPr id="835" name="PlaceHolder 4"/>
          <p:cNvSpPr>
            <a:spLocks noGrp="1"/>
          </p:cNvSpPr>
          <p:nvPr>
            <p:ph type="body"/>
          </p:nvPr>
        </p:nvSpPr>
        <p:spPr>
          <a:xfrm>
            <a:off x="10692000" y="5852160"/>
            <a:ext cx="991440" cy="486360"/>
          </a:xfrm>
          <a:prstGeom prst="rect">
            <a:avLst/>
          </a:prstGeom>
          <a:blipFill rotWithShape="0">
            <a:blip r:embed="rId15"/>
            <a:stretch/>
          </a:blip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Seventh Outline Level</a:t>
            </a:r>
          </a:p>
        </p:txBody>
      </p:sp>
      <p:sp>
        <p:nvSpPr>
          <p:cNvPr id="836" name="PlaceHolder 5"/>
          <p:cNvSpPr>
            <a:spLocks noGrp="1"/>
          </p:cNvSpPr>
          <p:nvPr>
            <p:ph type="body"/>
          </p:nvPr>
        </p:nvSpPr>
        <p:spPr>
          <a:xfrm>
            <a:off x="423360" y="524520"/>
            <a:ext cx="4875120" cy="2320560"/>
          </a:xfrm>
          <a:prstGeom prst="rect">
            <a:avLst/>
          </a:prstGeom>
          <a:blipFill rotWithShape="0">
            <a:blip r:embed="rId16">
              <a:alphaModFix amt="90000"/>
            </a:blip>
            <a:stretch/>
          </a:blipFill>
          <a:ln w="0">
            <a:noFill/>
          </a:ln>
        </p:spPr>
        <p:txBody>
          <a:bodyPr lIns="900000" tIns="620280" rIns="288000" bIns="1700280" anchor="t">
            <a:no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400" b="0" strike="noStrike" spc="-1">
                <a:solidFill>
                  <a:srgbClr val="000000"/>
                </a:solidFill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3400" b="0" strike="noStrike" spc="-1">
                <a:solidFill>
                  <a:srgbClr val="000000"/>
                </a:solidFill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400" b="0" strike="noStrike" spc="-1">
                <a:solidFill>
                  <a:srgbClr val="000000"/>
                </a:solidFill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3400" b="0" strike="noStrike" spc="-1">
                <a:solidFill>
                  <a:srgbClr val="000000"/>
                </a:solidFill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400" b="0" strike="noStrike" spc="-1">
                <a:solidFill>
                  <a:srgbClr val="000000"/>
                </a:solidFill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400" b="0" strike="noStrike" spc="-1">
                <a:solidFill>
                  <a:srgbClr val="000000"/>
                </a:solidFill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400" b="0" strike="noStrike" spc="-1">
                <a:solidFill>
                  <a:srgbClr val="000000"/>
                </a:solidFill>
                <a:latin typeface="Arial"/>
              </a:rPr>
              <a:t>Seventh Outline Level</a:t>
            </a:r>
          </a:p>
        </p:txBody>
      </p:sp>
      <p:sp>
        <p:nvSpPr>
          <p:cNvPr id="837" name="PlaceHolder 6"/>
          <p:cNvSpPr>
            <a:spLocks noGrp="1"/>
          </p:cNvSpPr>
          <p:nvPr>
            <p:ph type="sldNum" idx="46"/>
          </p:nvPr>
        </p:nvSpPr>
        <p:spPr>
          <a:xfrm>
            <a:off x="516240" y="6375960"/>
            <a:ext cx="392040" cy="216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>
              <a:lnSpc>
                <a:spcPct val="100000"/>
              </a:lnSpc>
              <a:buNone/>
              <a:tabLst>
                <a:tab pos="0" algn="l"/>
              </a:tabLst>
              <a:defRPr lang="en-GB" sz="1200" b="1" strike="noStrike" spc="-1">
                <a:solidFill>
                  <a:srgbClr val="FFFFFF"/>
                </a:solidFill>
                <a:latin typeface="Calibri"/>
                <a:ea typeface="Calibri"/>
              </a:defRPr>
            </a:lvl1pPr>
          </a:lstStyle>
          <a:p>
            <a:pPr>
              <a:lnSpc>
                <a:spcPct val="100000"/>
              </a:lnSpc>
              <a:buNone/>
              <a:tabLst>
                <a:tab pos="0" algn="l"/>
              </a:tabLst>
            </a:pPr>
            <a:fld id="{7ABC9DA4-FC6A-4C0D-8568-B43AA592AB27}" type="slidenum">
              <a:rPr lang="en-GB" sz="1200" b="1" strike="noStrike" spc="-1">
                <a:solidFill>
                  <a:srgbClr val="FFFFFF"/>
                </a:solidFill>
                <a:latin typeface="Calibri"/>
                <a:ea typeface="Calibri"/>
              </a:rPr>
              <a:t>‹#›</a:t>
            </a:fld>
            <a:endParaRPr lang="en-US" sz="1200" b="0" strike="noStrike" spc="-1">
              <a:latin typeface="Times New Roman"/>
            </a:endParaRPr>
          </a:p>
        </p:txBody>
      </p:sp>
      <p:sp>
        <p:nvSpPr>
          <p:cNvPr id="838" name="PlaceHolder 7"/>
          <p:cNvSpPr>
            <a:spLocks noGrp="1"/>
          </p:cNvSpPr>
          <p:nvPr>
            <p:ph type="body"/>
          </p:nvPr>
        </p:nvSpPr>
        <p:spPr>
          <a:xfrm>
            <a:off x="1571040" y="3443400"/>
            <a:ext cx="3200040" cy="261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Seventh Outline Level</a:t>
            </a:r>
          </a:p>
        </p:txBody>
      </p:sp>
      <p:sp>
        <p:nvSpPr>
          <p:cNvPr id="839" name="PlaceHolder 8"/>
          <p:cNvSpPr>
            <a:spLocks noGrp="1"/>
          </p:cNvSpPr>
          <p:nvPr>
            <p:ph type="body"/>
          </p:nvPr>
        </p:nvSpPr>
        <p:spPr>
          <a:xfrm>
            <a:off x="1571040" y="3949200"/>
            <a:ext cx="3200040" cy="261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Seventh Outline Level</a:t>
            </a:r>
          </a:p>
        </p:txBody>
      </p:sp>
      <p:sp>
        <p:nvSpPr>
          <p:cNvPr id="840" name="PlaceHolder 9"/>
          <p:cNvSpPr>
            <a:spLocks noGrp="1"/>
          </p:cNvSpPr>
          <p:nvPr>
            <p:ph type="body"/>
          </p:nvPr>
        </p:nvSpPr>
        <p:spPr>
          <a:xfrm>
            <a:off x="1571040" y="4454640"/>
            <a:ext cx="3200040" cy="261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Seventh Outline Level</a:t>
            </a:r>
          </a:p>
        </p:txBody>
      </p:sp>
      <p:sp>
        <p:nvSpPr>
          <p:cNvPr id="841" name="PlaceHolder 10"/>
          <p:cNvSpPr>
            <a:spLocks noGrp="1"/>
          </p:cNvSpPr>
          <p:nvPr>
            <p:ph type="body"/>
          </p:nvPr>
        </p:nvSpPr>
        <p:spPr>
          <a:xfrm>
            <a:off x="1571040" y="4960440"/>
            <a:ext cx="3200040" cy="261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Seventh Outline Level</a:t>
            </a:r>
          </a:p>
        </p:txBody>
      </p:sp>
      <p:sp>
        <p:nvSpPr>
          <p:cNvPr id="842" name="PlaceHolder 11"/>
          <p:cNvSpPr>
            <a:spLocks noGrp="1"/>
          </p:cNvSpPr>
          <p:nvPr>
            <p:ph type="body"/>
          </p:nvPr>
        </p:nvSpPr>
        <p:spPr>
          <a:xfrm>
            <a:off x="883440" y="5681520"/>
            <a:ext cx="8438760" cy="5961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4000" b="0" strike="noStrike" spc="-1">
                <a:solidFill>
                  <a:srgbClr val="000000"/>
                </a:solidFill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4000" b="0" strike="noStrike" spc="-1">
                <a:solidFill>
                  <a:srgbClr val="000000"/>
                </a:solidFill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4000" b="0" strike="noStrike" spc="-1">
                <a:solidFill>
                  <a:srgbClr val="000000"/>
                </a:solidFill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4000" b="0" strike="noStrike" spc="-1">
                <a:solidFill>
                  <a:srgbClr val="000000"/>
                </a:solidFill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4000" b="0" strike="noStrike" spc="-1">
                <a:solidFill>
                  <a:srgbClr val="000000"/>
                </a:solidFill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4000" b="0" strike="noStrike" spc="-1">
                <a:solidFill>
                  <a:srgbClr val="000000"/>
                </a:solidFill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4000" b="0" strike="noStrike" spc="-1">
                <a:solidFill>
                  <a:srgbClr val="000000"/>
                </a:solidFill>
                <a:latin typeface="Arial"/>
              </a:rPr>
              <a:t>Seventh Outline Level</a:t>
            </a:r>
          </a:p>
        </p:txBody>
      </p:sp>
      <p:sp>
        <p:nvSpPr>
          <p:cNvPr id="843" name="PlaceHolder 12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r>
              <a:rPr lang="en-US" sz="1400" b="0" strike="noStrike" spc="-1">
                <a:solidFill>
                  <a:srgbClr val="000000"/>
                </a:solidFill>
                <a:latin typeface="Arial"/>
              </a:rPr>
              <a:t>Click to edit the title text format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883" r:id="rId1"/>
    <p:sldLayoutId id="2147483884" r:id="rId2"/>
    <p:sldLayoutId id="2147483885" r:id="rId3"/>
    <p:sldLayoutId id="2147483886" r:id="rId4"/>
    <p:sldLayoutId id="2147483887" r:id="rId5"/>
    <p:sldLayoutId id="2147483888" r:id="rId6"/>
    <p:sldLayoutId id="2147483889" r:id="rId7"/>
    <p:sldLayoutId id="2147483890" r:id="rId8"/>
    <p:sldLayoutId id="2147483891" r:id="rId9"/>
    <p:sldLayoutId id="2147483892" r:id="rId10"/>
    <p:sldLayoutId id="2147483893" r:id="rId11"/>
    <p:sldLayoutId id="2147483894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nl-NL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0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80" name="Google Shape;10;p1"/>
          <p:cNvPicPr/>
          <p:nvPr/>
        </p:nvPicPr>
        <p:blipFill>
          <a:blip r:embed="rId14"/>
          <a:stretch/>
        </p:blipFill>
        <p:spPr>
          <a:xfrm>
            <a:off x="10987200" y="6122160"/>
            <a:ext cx="951840" cy="482040"/>
          </a:xfrm>
          <a:prstGeom prst="rect">
            <a:avLst/>
          </a:prstGeom>
          <a:ln w="0">
            <a:noFill/>
          </a:ln>
        </p:spPr>
      </p:pic>
      <p:sp>
        <p:nvSpPr>
          <p:cNvPr id="881" name="Google Shape;212;p22"/>
          <p:cNvSpPr/>
          <p:nvPr/>
        </p:nvSpPr>
        <p:spPr>
          <a:xfrm>
            <a:off x="0" y="0"/>
            <a:ext cx="12191760" cy="6857640"/>
          </a:xfrm>
          <a:prstGeom prst="rect">
            <a:avLst/>
          </a:prstGeom>
          <a:solidFill>
            <a:schemeClr val="accent1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</p:sp>
      <p:sp>
        <p:nvSpPr>
          <p:cNvPr id="882" name="Google Shape;213;p22"/>
          <p:cNvSpPr/>
          <p:nvPr/>
        </p:nvSpPr>
        <p:spPr>
          <a:xfrm>
            <a:off x="5307120" y="-885600"/>
            <a:ext cx="1577520" cy="365760"/>
          </a:xfrm>
          <a:prstGeom prst="rect">
            <a:avLst/>
          </a:prstGeom>
          <a:solidFill>
            <a:schemeClr val="lt1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0000" tIns="183600" rIns="360000" bIns="183600" anchor="t">
            <a:spAutoFit/>
          </a:bodyPr>
          <a:lstStyle/>
          <a:p>
            <a:pPr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GB" sz="1200" b="0" strike="noStrike" spc="-1">
                <a:solidFill>
                  <a:srgbClr val="212121"/>
                </a:solidFill>
                <a:latin typeface="Calibri"/>
                <a:ea typeface="Calibri"/>
              </a:rPr>
              <a:t>CLOSURE (2)</a:t>
            </a:r>
            <a:endParaRPr lang="en-US" sz="1200" b="0" strike="noStrike" spc="-1">
              <a:latin typeface="Arial"/>
            </a:endParaRPr>
          </a:p>
        </p:txBody>
      </p:sp>
      <p:sp>
        <p:nvSpPr>
          <p:cNvPr id="883" name="PlaceHolder 1"/>
          <p:cNvSpPr>
            <a:spLocks noGrp="1"/>
          </p:cNvSpPr>
          <p:nvPr>
            <p:ph type="body"/>
          </p:nvPr>
        </p:nvSpPr>
        <p:spPr>
          <a:xfrm>
            <a:off x="9754200" y="0"/>
            <a:ext cx="1918800" cy="685764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00" b="0" strike="noStrike" spc="-1">
                <a:solidFill>
                  <a:srgbClr val="000000"/>
                </a:solidFill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00" b="0" strike="noStrike" spc="-1">
                <a:solidFill>
                  <a:srgbClr val="000000"/>
                </a:solidFill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00" b="0" strike="noStrike" spc="-1">
                <a:solidFill>
                  <a:srgbClr val="000000"/>
                </a:solidFill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00" b="0" strike="noStrike" spc="-1">
                <a:solidFill>
                  <a:srgbClr val="000000"/>
                </a:solidFill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00" b="0" strike="noStrike" spc="-1">
                <a:solidFill>
                  <a:srgbClr val="000000"/>
                </a:solidFill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00" b="0" strike="noStrike" spc="-1">
                <a:solidFill>
                  <a:srgbClr val="000000"/>
                </a:solidFill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00" b="0" strike="noStrike" spc="-1">
                <a:solidFill>
                  <a:srgbClr val="000000"/>
                </a:solidFill>
                <a:latin typeface="Arial"/>
              </a:rPr>
              <a:t>Seventh Outline Level</a:t>
            </a:r>
          </a:p>
        </p:txBody>
      </p:sp>
      <p:sp>
        <p:nvSpPr>
          <p:cNvPr id="884" name="PlaceHolder 2"/>
          <p:cNvSpPr>
            <a:spLocks noGrp="1"/>
          </p:cNvSpPr>
          <p:nvPr>
            <p:ph type="body"/>
          </p:nvPr>
        </p:nvSpPr>
        <p:spPr>
          <a:xfrm>
            <a:off x="883440" y="5681520"/>
            <a:ext cx="8438760" cy="5961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4000" b="0" strike="noStrike" spc="-1">
                <a:solidFill>
                  <a:srgbClr val="000000"/>
                </a:solidFill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4000" b="0" strike="noStrike" spc="-1">
                <a:solidFill>
                  <a:srgbClr val="000000"/>
                </a:solidFill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4000" b="0" strike="noStrike" spc="-1">
                <a:solidFill>
                  <a:srgbClr val="000000"/>
                </a:solidFill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4000" b="0" strike="noStrike" spc="-1">
                <a:solidFill>
                  <a:srgbClr val="000000"/>
                </a:solidFill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4000" b="0" strike="noStrike" spc="-1">
                <a:solidFill>
                  <a:srgbClr val="000000"/>
                </a:solidFill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4000" b="0" strike="noStrike" spc="-1">
                <a:solidFill>
                  <a:srgbClr val="000000"/>
                </a:solidFill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4000" b="0" strike="noStrike" spc="-1">
                <a:solidFill>
                  <a:srgbClr val="000000"/>
                </a:solidFill>
                <a:latin typeface="Arial"/>
              </a:rPr>
              <a:t>Seventh Outline Level</a:t>
            </a:r>
          </a:p>
        </p:txBody>
      </p:sp>
      <p:sp>
        <p:nvSpPr>
          <p:cNvPr id="885" name="PlaceHolder 3"/>
          <p:cNvSpPr>
            <a:spLocks noGrp="1"/>
          </p:cNvSpPr>
          <p:nvPr>
            <p:ph type="body"/>
          </p:nvPr>
        </p:nvSpPr>
        <p:spPr>
          <a:xfrm>
            <a:off x="10692000" y="5852160"/>
            <a:ext cx="991440" cy="486360"/>
          </a:xfrm>
          <a:prstGeom prst="rect">
            <a:avLst/>
          </a:prstGeom>
          <a:blipFill rotWithShape="0">
            <a:blip r:embed="rId15"/>
            <a:stretch/>
          </a:blip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Seventh Outline Level</a:t>
            </a:r>
          </a:p>
        </p:txBody>
      </p:sp>
      <p:sp>
        <p:nvSpPr>
          <p:cNvPr id="886" name="PlaceHolder 4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r>
              <a:rPr lang="en-US" sz="1400" b="0" strike="noStrike" spc="-1">
                <a:solidFill>
                  <a:srgbClr val="000000"/>
                </a:solidFill>
                <a:latin typeface="Arial"/>
              </a:rPr>
              <a:t>Click to edit the title text format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896" r:id="rId1"/>
    <p:sldLayoutId id="2147483897" r:id="rId2"/>
    <p:sldLayoutId id="2147483898" r:id="rId3"/>
    <p:sldLayoutId id="2147483899" r:id="rId4"/>
    <p:sldLayoutId id="2147483900" r:id="rId5"/>
    <p:sldLayoutId id="2147483901" r:id="rId6"/>
    <p:sldLayoutId id="2147483902" r:id="rId7"/>
    <p:sldLayoutId id="2147483903" r:id="rId8"/>
    <p:sldLayoutId id="2147483904" r:id="rId9"/>
    <p:sldLayoutId id="2147483905" r:id="rId10"/>
    <p:sldLayoutId id="2147483906" r:id="rId11"/>
    <p:sldLayoutId id="2147483907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nl-NL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9" name="logo">
            <a:extLst>
              <a:ext uri="{FF2B5EF4-FFF2-40B4-BE49-F238E27FC236}">
                <a16:creationId xmlns:a16="http://schemas.microsoft.com/office/drawing/2014/main" id="{A9EF41EF-91DB-4F13-83A5-72C0E41968CA}"/>
              </a:ext>
            </a:extLst>
          </p:cNvPr>
          <p:cNvPicPr>
            <a:picLocks noChangeAspect="1"/>
          </p:cNvPicPr>
          <p:nvPr userDrawn="1"/>
        </p:nvPicPr>
        <p:blipFill>
          <a:blip r:embed="rId19">
            <a:extLst>
              <a:ext uri="{96DAC541-7B7A-43D3-8B79-37D633B846F1}">
                <asvg:svgBlip xmlns:asvg="http://schemas.microsoft.com/office/drawing/2016/SVG/main" r:embed="rId20"/>
              </a:ext>
            </a:extLst>
          </a:blip>
          <a:stretch>
            <a:fillRect/>
          </a:stretch>
        </p:blipFill>
        <p:spPr>
          <a:xfrm>
            <a:off x="10987093" y="6122145"/>
            <a:ext cx="952038" cy="482540"/>
          </a:xfrm>
          <a:prstGeom prst="rect">
            <a:avLst/>
          </a:prstGeom>
        </p:spPr>
      </p:pic>
      <p:sp>
        <p:nvSpPr>
          <p:cNvPr id="2" name="titel">
            <a:extLst>
              <a:ext uri="{FF2B5EF4-FFF2-40B4-BE49-F238E27FC236}">
                <a16:creationId xmlns:a16="http://schemas.microsoft.com/office/drawing/2014/main" id="{5584EFC4-1262-4DCE-B5BE-6643429FDF1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44500" y="272177"/>
            <a:ext cx="11293914" cy="600744"/>
          </a:xfrm>
          <a:prstGeom prst="rect">
            <a:avLst/>
          </a:prstGeom>
        </p:spPr>
        <p:txBody>
          <a:bodyPr vert="horz" lIns="0" tIns="72000" rIns="0" bIns="0" rtlCol="0" anchor="t">
            <a:noAutofit/>
          </a:bodyPr>
          <a:lstStyle/>
          <a:p>
            <a:r>
              <a:rPr lang="nl-NL" noProof="0"/>
              <a:t>Plaats hier je titel</a:t>
            </a:r>
          </a:p>
        </p:txBody>
      </p:sp>
      <p:sp>
        <p:nvSpPr>
          <p:cNvPr id="3" name="tekst">
            <a:extLst>
              <a:ext uri="{FF2B5EF4-FFF2-40B4-BE49-F238E27FC236}">
                <a16:creationId xmlns:a16="http://schemas.microsoft.com/office/drawing/2014/main" id="{C176942F-F0F8-4066-905E-22E2B72C951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44500" y="1464994"/>
            <a:ext cx="11268000" cy="4469349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nl-NL" noProof="0"/>
              <a:t>JU-LEVEL1=</a:t>
            </a:r>
            <a:r>
              <a:rPr lang="nl-NL" noProof="0" err="1"/>
              <a:t>Bullet</a:t>
            </a:r>
            <a:r>
              <a:rPr lang="nl-NL" noProof="0"/>
              <a:t> oranje</a:t>
            </a:r>
          </a:p>
          <a:p>
            <a:pPr lvl="1"/>
            <a:r>
              <a:rPr lang="nl-NL" noProof="0"/>
              <a:t>JU-LEVEL2=</a:t>
            </a:r>
            <a:r>
              <a:rPr lang="nl-NL" noProof="0" err="1"/>
              <a:t>Bullet</a:t>
            </a:r>
            <a:r>
              <a:rPr lang="nl-NL" noProof="0"/>
              <a:t> rood</a:t>
            </a:r>
          </a:p>
          <a:p>
            <a:pPr lvl="2"/>
            <a:r>
              <a:rPr lang="nl-NL" noProof="0"/>
              <a:t>JU-LEVEL3=</a:t>
            </a:r>
            <a:r>
              <a:rPr lang="nl-NL" noProof="0" err="1"/>
              <a:t>Bullet</a:t>
            </a:r>
            <a:r>
              <a:rPr lang="nl-NL" noProof="0"/>
              <a:t> blauw</a:t>
            </a:r>
          </a:p>
          <a:p>
            <a:pPr lvl="3"/>
            <a:r>
              <a:rPr lang="nl-NL" noProof="0"/>
              <a:t>JU-LEVEL4=</a:t>
            </a:r>
            <a:r>
              <a:rPr lang="nl-NL" noProof="0" err="1"/>
              <a:t>Bullet</a:t>
            </a:r>
            <a:r>
              <a:rPr lang="nl-NL" noProof="0"/>
              <a:t> groen</a:t>
            </a:r>
          </a:p>
          <a:p>
            <a:pPr lvl="4"/>
            <a:r>
              <a:rPr lang="nl-NL" noProof="0"/>
              <a:t>JU-LEVEL5=Leestekst</a:t>
            </a:r>
          </a:p>
          <a:p>
            <a:pPr lvl="5"/>
            <a:r>
              <a:rPr lang="nl-NL" noProof="0"/>
              <a:t>JU-LEVEL6=Subtitel</a:t>
            </a:r>
          </a:p>
          <a:p>
            <a:pPr lvl="6"/>
            <a:r>
              <a:rPr lang="nl-NL" noProof="0"/>
              <a:t>JU-LEVEL7=Sub-</a:t>
            </a:r>
            <a:r>
              <a:rPr lang="nl-NL" noProof="0" err="1"/>
              <a:t>bullet</a:t>
            </a:r>
            <a:endParaRPr lang="nl-NL" noProof="0"/>
          </a:p>
          <a:p>
            <a:pPr lvl="7"/>
            <a:r>
              <a:rPr lang="nl-NL" noProof="0"/>
              <a:t>JU-LEVEL8=Nummers</a:t>
            </a:r>
          </a:p>
          <a:p>
            <a:pPr lvl="8"/>
            <a:r>
              <a:rPr lang="nl-NL" noProof="0"/>
              <a:t>JU-LEVEL9=Sub-nummering</a:t>
            </a:r>
          </a:p>
        </p:txBody>
      </p:sp>
      <p:grpSp>
        <p:nvGrpSpPr>
          <p:cNvPr id="103" name="GRID" hidden="1">
            <a:extLst>
              <a:ext uri="{FF2B5EF4-FFF2-40B4-BE49-F238E27FC236}">
                <a16:creationId xmlns:a16="http://schemas.microsoft.com/office/drawing/2014/main" id="{8474276A-7378-47BC-A88E-F5BABDA49AF6}"/>
              </a:ext>
            </a:extLst>
          </p:cNvPr>
          <p:cNvGrpSpPr/>
          <p:nvPr userDrawn="1"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104" name="Rechthoek 103">
              <a:extLst>
                <a:ext uri="{FF2B5EF4-FFF2-40B4-BE49-F238E27FC236}">
                  <a16:creationId xmlns:a16="http://schemas.microsoft.com/office/drawing/2014/main" id="{F138F63C-9024-48F4-8CD3-A4992A6D91DE}"/>
                </a:ext>
              </a:extLst>
            </p:cNvPr>
            <p:cNvSpPr/>
            <p:nvPr userDrawn="1"/>
          </p:nvSpPr>
          <p:spPr>
            <a:xfrm>
              <a:off x="0" y="0"/>
              <a:ext cx="12192000" cy="261256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105" name="Rechthoek 104">
              <a:extLst>
                <a:ext uri="{FF2B5EF4-FFF2-40B4-BE49-F238E27FC236}">
                  <a16:creationId xmlns:a16="http://schemas.microsoft.com/office/drawing/2014/main" id="{0215613B-5C64-45D6-80BB-B963DC8EDE2A}"/>
                </a:ext>
              </a:extLst>
            </p:cNvPr>
            <p:cNvSpPr/>
            <p:nvPr userDrawn="1"/>
          </p:nvSpPr>
          <p:spPr>
            <a:xfrm>
              <a:off x="0" y="6596744"/>
              <a:ext cx="12192000" cy="261256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106" name="Rechthoek 105">
              <a:extLst>
                <a:ext uri="{FF2B5EF4-FFF2-40B4-BE49-F238E27FC236}">
                  <a16:creationId xmlns:a16="http://schemas.microsoft.com/office/drawing/2014/main" id="{72465A97-6C2F-45B6-8024-AF684A3AD5D6}"/>
                </a:ext>
              </a:extLst>
            </p:cNvPr>
            <p:cNvSpPr/>
            <p:nvPr userDrawn="1"/>
          </p:nvSpPr>
          <p:spPr>
            <a:xfrm>
              <a:off x="0" y="0"/>
              <a:ext cx="262800" cy="68580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107" name="Rechthoek 106">
              <a:extLst>
                <a:ext uri="{FF2B5EF4-FFF2-40B4-BE49-F238E27FC236}">
                  <a16:creationId xmlns:a16="http://schemas.microsoft.com/office/drawing/2014/main" id="{259D72CC-F81D-4F98-A3A5-0BAD485A58A5}"/>
                </a:ext>
              </a:extLst>
            </p:cNvPr>
            <p:cNvSpPr/>
            <p:nvPr userDrawn="1"/>
          </p:nvSpPr>
          <p:spPr>
            <a:xfrm>
              <a:off x="11929200" y="0"/>
              <a:ext cx="262800" cy="68580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108" name="Rechthoek 107">
              <a:extLst>
                <a:ext uri="{FF2B5EF4-FFF2-40B4-BE49-F238E27FC236}">
                  <a16:creationId xmlns:a16="http://schemas.microsoft.com/office/drawing/2014/main" id="{28A2B9C3-3230-440F-8073-1EF9F74C13A6}"/>
                </a:ext>
              </a:extLst>
            </p:cNvPr>
            <p:cNvSpPr/>
            <p:nvPr userDrawn="1"/>
          </p:nvSpPr>
          <p:spPr>
            <a:xfrm>
              <a:off x="0" y="262512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109" name="Rechthoek 108">
              <a:extLst>
                <a:ext uri="{FF2B5EF4-FFF2-40B4-BE49-F238E27FC236}">
                  <a16:creationId xmlns:a16="http://schemas.microsoft.com/office/drawing/2014/main" id="{3C86417D-2D40-44D5-BED5-15D4355710CE}"/>
                </a:ext>
              </a:extLst>
            </p:cNvPr>
            <p:cNvSpPr/>
            <p:nvPr userDrawn="1"/>
          </p:nvSpPr>
          <p:spPr>
            <a:xfrm>
              <a:off x="259064" y="0"/>
              <a:ext cx="262800" cy="6858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110" name="Rechthoek 109">
              <a:extLst>
                <a:ext uri="{FF2B5EF4-FFF2-40B4-BE49-F238E27FC236}">
                  <a16:creationId xmlns:a16="http://schemas.microsoft.com/office/drawing/2014/main" id="{ECE60979-D6D1-478E-90C1-26EFC26CC802}"/>
                </a:ext>
              </a:extLst>
            </p:cNvPr>
            <p:cNvSpPr/>
            <p:nvPr userDrawn="1"/>
          </p:nvSpPr>
          <p:spPr>
            <a:xfrm>
              <a:off x="11668087" y="0"/>
              <a:ext cx="262800" cy="6858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119" name="Rechthoek 118">
              <a:extLst>
                <a:ext uri="{FF2B5EF4-FFF2-40B4-BE49-F238E27FC236}">
                  <a16:creationId xmlns:a16="http://schemas.microsoft.com/office/drawing/2014/main" id="{3BE90DC0-51B0-4F22-86A2-1384A52355C7}"/>
                </a:ext>
              </a:extLst>
            </p:cNvPr>
            <p:cNvSpPr/>
            <p:nvPr userDrawn="1"/>
          </p:nvSpPr>
          <p:spPr>
            <a:xfrm>
              <a:off x="0" y="6337267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120" name="Rechthoek 119">
              <a:extLst>
                <a:ext uri="{FF2B5EF4-FFF2-40B4-BE49-F238E27FC236}">
                  <a16:creationId xmlns:a16="http://schemas.microsoft.com/office/drawing/2014/main" id="{61069823-AAA4-494E-A2C2-145F92894526}"/>
                </a:ext>
              </a:extLst>
            </p:cNvPr>
            <p:cNvSpPr/>
            <p:nvPr userDrawn="1"/>
          </p:nvSpPr>
          <p:spPr>
            <a:xfrm>
              <a:off x="9491269" y="0"/>
              <a:ext cx="262800" cy="6858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121" name="Rechthoek 120">
              <a:extLst>
                <a:ext uri="{FF2B5EF4-FFF2-40B4-BE49-F238E27FC236}">
                  <a16:creationId xmlns:a16="http://schemas.microsoft.com/office/drawing/2014/main" id="{D381AF8F-0B24-47CE-8CA3-95221D67D0F6}"/>
                </a:ext>
              </a:extLst>
            </p:cNvPr>
            <p:cNvSpPr/>
            <p:nvPr userDrawn="1"/>
          </p:nvSpPr>
          <p:spPr>
            <a:xfrm>
              <a:off x="0" y="1132976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122" name="Rechthoek 121">
              <a:extLst>
                <a:ext uri="{FF2B5EF4-FFF2-40B4-BE49-F238E27FC236}">
                  <a16:creationId xmlns:a16="http://schemas.microsoft.com/office/drawing/2014/main" id="{36C3D69B-F065-4A21-8578-E48BFBEA8144}"/>
                </a:ext>
              </a:extLst>
            </p:cNvPr>
            <p:cNvSpPr/>
            <p:nvPr userDrawn="1"/>
          </p:nvSpPr>
          <p:spPr>
            <a:xfrm>
              <a:off x="0" y="5859033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</p:grpSp>
      <p:grpSp>
        <p:nvGrpSpPr>
          <p:cNvPr id="27" name="KADER" hidden="1">
            <a:extLst>
              <a:ext uri="{FF2B5EF4-FFF2-40B4-BE49-F238E27FC236}">
                <a16:creationId xmlns:a16="http://schemas.microsoft.com/office/drawing/2014/main" id="{E6E7F0C9-3A01-4084-9EFF-E9B01BB674B9}"/>
              </a:ext>
            </a:extLst>
          </p:cNvPr>
          <p:cNvGrpSpPr/>
          <p:nvPr userDrawn="1"/>
        </p:nvGrpSpPr>
        <p:grpSpPr>
          <a:xfrm>
            <a:off x="-355722" y="-212464"/>
            <a:ext cx="12894355" cy="7257527"/>
            <a:chOff x="-355722" y="-212464"/>
            <a:chExt cx="12894355" cy="7257527"/>
          </a:xfrm>
        </p:grpSpPr>
        <p:sp>
          <p:nvSpPr>
            <p:cNvPr id="23" name="Rechthoek 22">
              <a:extLst>
                <a:ext uri="{FF2B5EF4-FFF2-40B4-BE49-F238E27FC236}">
                  <a16:creationId xmlns:a16="http://schemas.microsoft.com/office/drawing/2014/main" id="{EA8EF71D-19CD-4203-9B9C-9F56A2224E5B}"/>
                </a:ext>
              </a:extLst>
            </p:cNvPr>
            <p:cNvSpPr/>
            <p:nvPr userDrawn="1"/>
          </p:nvSpPr>
          <p:spPr>
            <a:xfrm rot="16200000">
              <a:off x="8439105" y="3287562"/>
              <a:ext cx="7257527" cy="257475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nl-NL"/>
            </a:p>
          </p:txBody>
        </p:sp>
        <p:sp>
          <p:nvSpPr>
            <p:cNvPr id="24" name="Rechthoek 23">
              <a:extLst>
                <a:ext uri="{FF2B5EF4-FFF2-40B4-BE49-F238E27FC236}">
                  <a16:creationId xmlns:a16="http://schemas.microsoft.com/office/drawing/2014/main" id="{2EDA6DA0-A430-44EF-88B3-6F36E44BBC17}"/>
                </a:ext>
              </a:extLst>
            </p:cNvPr>
            <p:cNvSpPr/>
            <p:nvPr userDrawn="1"/>
          </p:nvSpPr>
          <p:spPr>
            <a:xfrm rot="16200000">
              <a:off x="-3498895" y="3287562"/>
              <a:ext cx="7257527" cy="257475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nl-NL"/>
            </a:p>
          </p:txBody>
        </p:sp>
        <p:sp>
          <p:nvSpPr>
            <p:cNvPr id="25" name="Rechthoek 24">
              <a:extLst>
                <a:ext uri="{FF2B5EF4-FFF2-40B4-BE49-F238E27FC236}">
                  <a16:creationId xmlns:a16="http://schemas.microsoft.com/office/drawing/2014/main" id="{37A82A2E-5716-4F29-AA63-0242AA0E4216}"/>
                </a:ext>
              </a:extLst>
            </p:cNvPr>
            <p:cNvSpPr/>
            <p:nvPr userDrawn="1"/>
          </p:nvSpPr>
          <p:spPr>
            <a:xfrm>
              <a:off x="-355722" y="-5619"/>
              <a:ext cx="12894355" cy="257475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nl-NL"/>
            </a:p>
          </p:txBody>
        </p:sp>
        <p:sp>
          <p:nvSpPr>
            <p:cNvPr id="26" name="Rechthoek 25">
              <a:extLst>
                <a:ext uri="{FF2B5EF4-FFF2-40B4-BE49-F238E27FC236}">
                  <a16:creationId xmlns:a16="http://schemas.microsoft.com/office/drawing/2014/main" id="{BCF563EC-A799-4E63-B987-7B93FFBDF726}"/>
                </a:ext>
              </a:extLst>
            </p:cNvPr>
            <p:cNvSpPr/>
            <p:nvPr userDrawn="1"/>
          </p:nvSpPr>
          <p:spPr>
            <a:xfrm>
              <a:off x="-355722" y="6604685"/>
              <a:ext cx="12894355" cy="257475"/>
            </a:xfrm>
            <a:prstGeom prst="rect">
              <a:avLst/>
            </a:prstGeom>
            <a:solidFill>
              <a:schemeClr val="accent3">
                <a:alpha val="47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nl-NL"/>
            </a:p>
          </p:txBody>
        </p:sp>
      </p:grpSp>
      <p:sp>
        <p:nvSpPr>
          <p:cNvPr id="4" name="datum">
            <a:extLst>
              <a:ext uri="{FF2B5EF4-FFF2-40B4-BE49-F238E27FC236}">
                <a16:creationId xmlns:a16="http://schemas.microsoft.com/office/drawing/2014/main" id="{BA8A27F1-40C7-4ABA-A23D-ABF73FB6F10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7645707" y="6376061"/>
            <a:ext cx="3140325" cy="216909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lvl1pPr algn="r">
              <a:defRPr sz="1200">
                <a:solidFill>
                  <a:schemeClr val="tx1"/>
                </a:solidFill>
              </a:defRPr>
            </a:lvl1pPr>
          </a:lstStyle>
          <a:p>
            <a:fld id="{A3BC5AFA-D9DA-4B84-B0D7-1918E212144A}" type="datetime1">
              <a:rPr lang="nl-NL" smtClean="0"/>
              <a:t>01-04-2025</a:t>
            </a:fld>
            <a:endParaRPr lang="nl-NL"/>
          </a:p>
        </p:txBody>
      </p:sp>
      <p:sp>
        <p:nvSpPr>
          <p:cNvPr id="5" name="voettekst">
            <a:extLst>
              <a:ext uri="{FF2B5EF4-FFF2-40B4-BE49-F238E27FC236}">
                <a16:creationId xmlns:a16="http://schemas.microsoft.com/office/drawing/2014/main" id="{A8CC3061-3BED-4D38-839F-6419010C85E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926910" y="6376061"/>
            <a:ext cx="6718797" cy="216909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lvl1pPr algn="l">
              <a:defRPr sz="1200" cap="all" baseline="0">
                <a:solidFill>
                  <a:schemeClr val="tx1"/>
                </a:solidFill>
              </a:defRPr>
            </a:lvl1pPr>
          </a:lstStyle>
          <a:p>
            <a:r>
              <a:rPr lang="nl-NL"/>
              <a:t>&lt;Plaats hier je voettekst&gt;</a:t>
            </a:r>
          </a:p>
        </p:txBody>
      </p:sp>
      <p:sp>
        <p:nvSpPr>
          <p:cNvPr id="6" name="nummer">
            <a:extLst>
              <a:ext uri="{FF2B5EF4-FFF2-40B4-BE49-F238E27FC236}">
                <a16:creationId xmlns:a16="http://schemas.microsoft.com/office/drawing/2014/main" id="{94213057-4619-486A-8604-BE7285D3977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516362" y="6376061"/>
            <a:ext cx="392576" cy="216909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lvl1pPr algn="l">
              <a:defRPr sz="1200" b="1">
                <a:solidFill>
                  <a:schemeClr val="tx1"/>
                </a:solidFill>
              </a:defRPr>
            </a:lvl1pPr>
          </a:lstStyle>
          <a:p>
            <a:fld id="{0E7476D2-0896-4839-9387-ABF8745D58E4}" type="slidenum">
              <a:rPr lang="nl-NL" smtClean="0"/>
              <a:pPr/>
              <a:t>‹#›</a:t>
            </a:fld>
            <a:endParaRPr lang="nl-NL"/>
          </a:p>
        </p:txBody>
      </p:sp>
      <p:pic>
        <p:nvPicPr>
          <p:cNvPr id="22" name="logoboven">
            <a:extLst>
              <a:ext uri="{FF2B5EF4-FFF2-40B4-BE49-F238E27FC236}">
                <a16:creationId xmlns:a16="http://schemas.microsoft.com/office/drawing/2014/main" id="{CBC6162C-9627-4687-89A5-937B0031F48B}"/>
              </a:ext>
            </a:extLst>
          </p:cNvPr>
          <p:cNvPicPr>
            <a:picLocks noChangeAspect="1"/>
          </p:cNvPicPr>
          <p:nvPr userDrawn="1"/>
        </p:nvPicPr>
        <p:blipFill>
          <a:blip r:embed="rId21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615266" y="-1395191"/>
            <a:ext cx="952381" cy="4825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0770448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9" r:id="rId1"/>
    <p:sldLayoutId id="2147483718" r:id="rId2"/>
    <p:sldLayoutId id="2147483736" r:id="rId3"/>
    <p:sldLayoutId id="2147483723" r:id="rId4"/>
    <p:sldLayoutId id="2147483725" r:id="rId5"/>
    <p:sldLayoutId id="2147483730" r:id="rId6"/>
    <p:sldLayoutId id="2147483731" r:id="rId7"/>
    <p:sldLayoutId id="2147483732" r:id="rId8"/>
    <p:sldLayoutId id="2147483733" r:id="rId9"/>
    <p:sldLayoutId id="2147483737" r:id="rId10"/>
    <p:sldLayoutId id="2147483738" r:id="rId11"/>
    <p:sldLayoutId id="2147483739" r:id="rId12"/>
    <p:sldLayoutId id="2147483740" r:id="rId13"/>
    <p:sldLayoutId id="2147483721" r:id="rId14"/>
    <p:sldLayoutId id="2147483741" r:id="rId15"/>
    <p:sldLayoutId id="2147483745" r:id="rId16"/>
    <p:sldLayoutId id="2147483743" r:id="rId17"/>
  </p:sldLayoutIdLst>
  <mc:AlternateContent xmlns:mc="http://schemas.openxmlformats.org/markup-compatibility/2006" xmlns:p14="http://schemas.microsoft.com/office/powerpoint/2010/main">
    <mc:Choice Requires="p14">
      <p:transition spd="slow" p14:dur="800">
        <p:fade/>
      </p:transition>
    </mc:Choice>
    <mc:Fallback xmlns="">
      <p:transition spd="slow">
        <p:fade/>
      </p:transition>
    </mc:Fallback>
  </mc:AlternateContent>
  <p:hf hdr="0" ftr="0" dt="0"/>
  <p:txStyles>
    <p:titleStyle>
      <a:lvl1pPr algn="l" defTabSz="914400" rtl="0" eaLnBrk="1" latinLnBrk="0" hangingPunct="1">
        <a:lnSpc>
          <a:spcPct val="80000"/>
        </a:lnSpc>
        <a:spcBef>
          <a:spcPct val="0"/>
        </a:spcBef>
        <a:buNone/>
        <a:defRPr sz="3200" b="1" kern="1200" cap="none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69875" indent="-269875" algn="l" defTabSz="914400" rtl="0" eaLnBrk="1" latinLnBrk="0" hangingPunct="1">
        <a:lnSpc>
          <a:spcPct val="100000"/>
        </a:lnSpc>
        <a:spcBef>
          <a:spcPts val="600"/>
        </a:spcBef>
        <a:spcAft>
          <a:spcPts val="600"/>
        </a:spcAft>
        <a:buClr>
          <a:schemeClr val="accent1"/>
        </a:buClr>
        <a:buFontTx/>
        <a:buBlip>
          <a:blip r:embed="rId22"/>
        </a:buBlip>
        <a:tabLst/>
        <a:defRPr sz="2000" kern="1200">
          <a:solidFill>
            <a:schemeClr val="tx1"/>
          </a:solidFill>
          <a:latin typeface="+mn-lt"/>
          <a:ea typeface="+mn-ea"/>
          <a:cs typeface="+mn-cs"/>
        </a:defRPr>
      </a:lvl1pPr>
      <a:lvl2pPr marL="269875" indent="-269875" algn="l" defTabSz="914400" rtl="0" eaLnBrk="1" latinLnBrk="0" hangingPunct="1">
        <a:lnSpc>
          <a:spcPct val="100000"/>
        </a:lnSpc>
        <a:spcBef>
          <a:spcPts val="600"/>
        </a:spcBef>
        <a:spcAft>
          <a:spcPts val="600"/>
        </a:spcAft>
        <a:buClr>
          <a:schemeClr val="accent4"/>
        </a:buClr>
        <a:buFontTx/>
        <a:buBlip>
          <a:blip r:embed="rId23"/>
        </a:buBlip>
        <a:tabLst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269875" indent="-269875" algn="l" defTabSz="914400" rtl="0" eaLnBrk="1" latinLnBrk="0" hangingPunct="1">
        <a:lnSpc>
          <a:spcPct val="100000"/>
        </a:lnSpc>
        <a:spcBef>
          <a:spcPts val="600"/>
        </a:spcBef>
        <a:spcAft>
          <a:spcPts val="600"/>
        </a:spcAft>
        <a:buFontTx/>
        <a:buBlip>
          <a:blip r:embed="rId24"/>
        </a:buBlip>
        <a:tabLst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269875" indent="-269875" algn="l" defTabSz="914400" rtl="0" eaLnBrk="1" latinLnBrk="0" hangingPunct="1">
        <a:lnSpc>
          <a:spcPct val="100000"/>
        </a:lnSpc>
        <a:spcBef>
          <a:spcPts val="600"/>
        </a:spcBef>
        <a:spcAft>
          <a:spcPts val="600"/>
        </a:spcAft>
        <a:buFontTx/>
        <a:buBlip>
          <a:blip r:embed="rId25"/>
        </a:buBlip>
        <a:tabLst/>
        <a:defRPr sz="2000" b="0" kern="1200" cap="none" baseline="0">
          <a:solidFill>
            <a:schemeClr val="tx1"/>
          </a:solidFill>
          <a:latin typeface="+mn-lt"/>
          <a:ea typeface="+mn-ea"/>
          <a:cs typeface="+mn-cs"/>
        </a:defRPr>
      </a:lvl4pPr>
      <a:lvl5pPr marL="0" indent="0" algn="l" defTabSz="914400" rtl="0" eaLnBrk="1" latinLnBrk="0" hangingPunct="1">
        <a:lnSpc>
          <a:spcPct val="100000"/>
        </a:lnSpc>
        <a:spcBef>
          <a:spcPts val="600"/>
        </a:spcBef>
        <a:spcAft>
          <a:spcPts val="600"/>
        </a:spcAft>
        <a:buClr>
          <a:schemeClr val="accent1"/>
        </a:buClr>
        <a:buFont typeface="+mj-lt"/>
        <a:buNone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0" indent="0" algn="l" defTabSz="914400" rtl="0" eaLnBrk="1" latinLnBrk="0" hangingPunct="1">
        <a:lnSpc>
          <a:spcPct val="100000"/>
        </a:lnSpc>
        <a:spcBef>
          <a:spcPts val="600"/>
        </a:spcBef>
        <a:spcAft>
          <a:spcPts val="600"/>
        </a:spcAft>
        <a:buClr>
          <a:schemeClr val="accent3"/>
        </a:buClr>
        <a:buFont typeface="Arial" panose="020B0604020202020204" pitchFamily="34" charset="0"/>
        <a:buNone/>
        <a:defRPr sz="2000" b="1" kern="1200">
          <a:solidFill>
            <a:schemeClr val="tx1"/>
          </a:solidFill>
          <a:latin typeface="+mn-lt"/>
          <a:ea typeface="+mn-ea"/>
          <a:cs typeface="+mn-cs"/>
        </a:defRPr>
      </a:lvl6pPr>
      <a:lvl7pPr marL="533400" indent="-271463" algn="l" defTabSz="914400" rtl="0" eaLnBrk="1" latinLnBrk="0" hangingPunct="1">
        <a:lnSpc>
          <a:spcPct val="100000"/>
        </a:lnSpc>
        <a:spcBef>
          <a:spcPts val="600"/>
        </a:spcBef>
        <a:spcAft>
          <a:spcPts val="600"/>
        </a:spcAft>
        <a:buClrTx/>
        <a:buFont typeface="Calibri" panose="020F0502020204030204" pitchFamily="34" charset="0"/>
        <a:buChar char="→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261938" indent="-261938" algn="l" defTabSz="914400" rtl="0" eaLnBrk="1" latinLnBrk="0" hangingPunct="1">
        <a:lnSpc>
          <a:spcPct val="100000"/>
        </a:lnSpc>
        <a:spcBef>
          <a:spcPts val="600"/>
        </a:spcBef>
        <a:spcAft>
          <a:spcPts val="600"/>
        </a:spcAft>
        <a:buFont typeface="+mj-lt"/>
        <a:buAutoNum type="arabicPeriod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536575" indent="-274638" algn="l" defTabSz="914400" rtl="0" eaLnBrk="1" latinLnBrk="0" hangingPunct="1">
        <a:lnSpc>
          <a:spcPct val="100000"/>
        </a:lnSpc>
        <a:spcBef>
          <a:spcPts val="600"/>
        </a:spcBef>
        <a:spcAft>
          <a:spcPts val="600"/>
        </a:spcAft>
        <a:buFont typeface="+mj-lt"/>
        <a:buAutoNum type="arabicPeriod"/>
        <a:defRPr sz="2000" kern="1200" cap="none" baseline="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nl-NL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3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hyperlink" Target="https://servicedesk.surf.nl/wiki/display/WIKI/Snellius+hardware+and+file+systems" TargetMode="External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43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jpeg"/><Relationship Id="rId1" Type="http://schemas.openxmlformats.org/officeDocument/2006/relationships/slideLayout" Target="../slideLayouts/slideLayout243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43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43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43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43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5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43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comments" Target="../comments/comment1.xml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43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hyperlink" Target="https://prace-ri.eu/wp-content/uploads/Best-Practice-Guide_Deep-Learning.pdf" TargetMode="External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43.xml"/><Relationship Id="rId5" Type="http://schemas.openxmlformats.org/officeDocument/2006/relationships/comments" Target="../comments/comment2.xml"/><Relationship Id="rId4" Type="http://schemas.openxmlformats.org/officeDocument/2006/relationships/hyperlink" Target="https://en.wikipedia.org/wiki/Ampere_(microarchitecture)" TargetMode="Externa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comments" Target="../comments/comment3.xml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43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comments" Target="../comments/comment4.xml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43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comments" Target="../comments/comment5.xml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43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comments" Target="../comments/comment6.xml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43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43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hyperlink" Target="https://servicedesk.surf.nl/wiki/display/WIKI/Deep+Learning+on+A100+GPUs" TargetMode="External"/><Relationship Id="rId1" Type="http://schemas.openxmlformats.org/officeDocument/2006/relationships/slideLayout" Target="../slideLayouts/slideLayout243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hyperlink" Target="https://servicedesk.surf.nl/wiki/display/WIKI/Deep+Learning+on+A100+GPUs" TargetMode="External"/><Relationship Id="rId1" Type="http://schemas.openxmlformats.org/officeDocument/2006/relationships/slideLayout" Target="../slideLayouts/slideLayout243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hyperlink" Target="https://servicedesk.surf.nl/wiki/display/WIKI/Deep+Learning+on+A100+GPUs" TargetMode="External"/><Relationship Id="rId1" Type="http://schemas.openxmlformats.org/officeDocument/2006/relationships/slideLayout" Target="../slideLayouts/slideLayout243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hyperlink" Target="https://servicedesk.surf.nl/wiki/display/WIKI/Deep+Learning+on+A100+GPUs" TargetMode="External"/><Relationship Id="rId1" Type="http://schemas.openxmlformats.org/officeDocument/2006/relationships/slideLayout" Target="../slideLayouts/slideLayout243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43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43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28.pn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intel/intel-extension-for-pytorch" TargetMode="External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3.xml"/><Relationship Id="rId4" Type="http://schemas.openxmlformats.org/officeDocument/2006/relationships/hyperlink" Target="https://www.lumi-supercomputer.eu/" TargetMode="Externa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3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hyperlink" Target="http://blog.ezyang.com/2020/09/lets-talk-about-the-pytorch-dispatcher/" TargetMode="External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3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hyperlink" Target="https://servicedesk.surf.nl/wiki/display/WIKI/Deep+Learning+on+A100+GPUs" TargetMode="External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3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30.png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hyperlink" Target="https://pytorch.org/docs/stable/notes/cuda.html" TargetMode="External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3.xml"/><Relationship Id="rId6" Type="http://schemas.openxmlformats.org/officeDocument/2006/relationships/image" Target="../media/image29.png"/><Relationship Id="rId5" Type="http://schemas.openxmlformats.org/officeDocument/2006/relationships/hyperlink" Target="https://docs.nvidia.com/deeplearning/performance/index.html" TargetMode="External"/><Relationship Id="rId4" Type="http://schemas.openxmlformats.org/officeDocument/2006/relationships/hyperlink" Target="https://docs.nvidia.com/deeplearning/performance/dl-performance-memory-limited/index.html" TargetMode="Externa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jpe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29.png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3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3.xml"/><Relationship Id="rId6" Type="http://schemas.openxmlformats.org/officeDocument/2006/relationships/image" Target="../media/image36.png"/><Relationship Id="rId5" Type="http://schemas.openxmlformats.org/officeDocument/2006/relationships/image" Target="../media/image35.png"/><Relationship Id="rId4" Type="http://schemas.openxmlformats.org/officeDocument/2006/relationships/image" Target="../media/image34.jpeg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3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3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3.xml"/><Relationship Id="rId5" Type="http://schemas.openxmlformats.org/officeDocument/2006/relationships/image" Target="../media/image41.png"/><Relationship Id="rId4" Type="http://schemas.openxmlformats.org/officeDocument/2006/relationships/image" Target="../media/image40.png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43.jpeg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.jpe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3.xml"/><Relationship Id="rId5" Type="http://schemas.openxmlformats.org/officeDocument/2006/relationships/image" Target="../media/image45.png"/><Relationship Id="rId4" Type="http://schemas.openxmlformats.org/officeDocument/2006/relationships/image" Target="../media/image44.png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.jpe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46.png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7.jpe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0" name="PlaceHolder 1"/>
          <p:cNvSpPr>
            <a:spLocks noGrp="1"/>
          </p:cNvSpPr>
          <p:nvPr>
            <p:ph/>
          </p:nvPr>
        </p:nvSpPr>
        <p:spPr>
          <a:xfrm>
            <a:off x="423360" y="524520"/>
            <a:ext cx="7405677" cy="2636983"/>
          </a:xfrm>
          <a:prstGeom prst="rect">
            <a:avLst/>
          </a:prstGeom>
          <a:blipFill rotWithShape="0">
            <a:blip r:embed="rId3">
              <a:alphaModFix amt="90000"/>
            </a:blip>
            <a:stretch/>
          </a:blipFill>
          <a:ln w="0">
            <a:noFill/>
          </a:ln>
        </p:spPr>
        <p:txBody>
          <a:bodyPr lIns="900000" tIns="720000" rIns="288000" bIns="1800000" anchor="t">
            <a:noAutofit/>
          </a:bodyPr>
          <a:lstStyle/>
          <a:p>
            <a:pPr>
              <a:lnSpc>
                <a:spcPct val="114999"/>
              </a:lnSpc>
              <a:spcBef>
                <a:spcPts val="1199"/>
              </a:spcBef>
              <a:spcAft>
                <a:spcPts val="1199"/>
              </a:spcAft>
              <a:buNone/>
              <a:tabLst>
                <a:tab pos="0" algn="l"/>
              </a:tabLst>
            </a:pPr>
            <a:r>
              <a:rPr lang="en-US" sz="2800" b="1" dirty="0">
                <a:latin typeface="Arial" panose="020B0604020202020204" pitchFamily="34" charset="0"/>
                <a:cs typeface="Arial" panose="020B0604020202020204" pitchFamily="34" charset="0"/>
              </a:rPr>
              <a:t>Hardware and software features to accelerate deep learning</a:t>
            </a:r>
            <a:endParaRPr lang="nl-NL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932" name="PlaceHolder 3"/>
          <p:cNvSpPr>
            <a:spLocks noGrp="1"/>
          </p:cNvSpPr>
          <p:nvPr>
            <p:ph/>
          </p:nvPr>
        </p:nvSpPr>
        <p:spPr>
          <a:xfrm>
            <a:off x="10692000" y="5852160"/>
            <a:ext cx="991440" cy="486360"/>
          </a:xfrm>
          <a:prstGeom prst="rect">
            <a:avLst/>
          </a:prstGeom>
          <a:blipFill rotWithShape="0">
            <a:blip r:embed="rId4"/>
            <a:stretch/>
          </a:blip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algn="ctr">
              <a:lnSpc>
                <a:spcPct val="80000"/>
              </a:lnSpc>
              <a:buNone/>
              <a:tabLst>
                <a:tab pos="0" algn="l"/>
              </a:tabLst>
            </a:pPr>
            <a:r>
              <a:rPr lang="en-GB" sz="1600" b="0" strike="noStrike" spc="-1" dirty="0">
                <a:solidFill>
                  <a:srgbClr val="000000"/>
                </a:solidFill>
                <a:latin typeface="Calibri"/>
                <a:ea typeface="Calibri"/>
              </a:rPr>
              <a:t> </a:t>
            </a:r>
            <a:endParaRPr lang="en-US" sz="1600" b="0" strike="noStrike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933" name="Google Shape;226;p23"/>
          <p:cNvSpPr/>
          <p:nvPr/>
        </p:nvSpPr>
        <p:spPr>
          <a:xfrm rot="5400000">
            <a:off x="10733040" y="2063880"/>
            <a:ext cx="909720" cy="909720"/>
          </a:xfrm>
          <a:prstGeom prst="arc">
            <a:avLst>
              <a:gd name="adj1" fmla="val 16200000"/>
              <a:gd name="adj2" fmla="val 0"/>
            </a:avLst>
          </a:prstGeom>
          <a:noFill/>
          <a:ln w="19050">
            <a:solidFill>
              <a:srgbClr val="EA76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 dirty="0"/>
          </a:p>
        </p:txBody>
      </p:sp>
      <p:sp>
        <p:nvSpPr>
          <p:cNvPr id="934" name="Google Shape;227;p23"/>
          <p:cNvSpPr/>
          <p:nvPr/>
        </p:nvSpPr>
        <p:spPr>
          <a:xfrm rot="16200000">
            <a:off x="9775440" y="2974320"/>
            <a:ext cx="909720" cy="909720"/>
          </a:xfrm>
          <a:prstGeom prst="arc">
            <a:avLst>
              <a:gd name="adj1" fmla="val 16200000"/>
              <a:gd name="adj2" fmla="val 0"/>
            </a:avLst>
          </a:prstGeom>
          <a:noFill/>
          <a:ln w="19050">
            <a:solidFill>
              <a:srgbClr val="EA76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 dirty="0"/>
          </a:p>
        </p:txBody>
      </p:sp>
      <p:sp>
        <p:nvSpPr>
          <p:cNvPr id="935" name="Google Shape;228;p23"/>
          <p:cNvSpPr/>
          <p:nvPr/>
        </p:nvSpPr>
        <p:spPr>
          <a:xfrm>
            <a:off x="10234800" y="2973960"/>
            <a:ext cx="956880" cy="360"/>
          </a:xfrm>
          <a:custGeom>
            <a:avLst/>
            <a:gdLst/>
            <a:ahLst/>
            <a:cxnLst/>
            <a:rect l="l" t="t" r="r" b="b"/>
            <a:pathLst>
              <a:path w="21600" h="2160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noFill/>
          <a:ln w="19050">
            <a:solidFill>
              <a:srgbClr val="EA76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 dirty="0"/>
          </a:p>
        </p:txBody>
      </p:sp>
      <p:sp>
        <p:nvSpPr>
          <p:cNvPr id="936" name="Google Shape;229;p23"/>
          <p:cNvSpPr/>
          <p:nvPr/>
        </p:nvSpPr>
        <p:spPr>
          <a:xfrm>
            <a:off x="9775440" y="3429000"/>
            <a:ext cx="360" cy="3428640"/>
          </a:xfrm>
          <a:custGeom>
            <a:avLst/>
            <a:gdLst/>
            <a:ahLst/>
            <a:cxnLst/>
            <a:rect l="l" t="t" r="r" b="b"/>
            <a:pathLst>
              <a:path w="21600" h="2160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noFill/>
          <a:ln w="19050">
            <a:solidFill>
              <a:srgbClr val="EA76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 dirty="0"/>
          </a:p>
        </p:txBody>
      </p:sp>
      <p:sp>
        <p:nvSpPr>
          <p:cNvPr id="937" name="Google Shape;230;p23"/>
          <p:cNvSpPr/>
          <p:nvPr/>
        </p:nvSpPr>
        <p:spPr>
          <a:xfrm>
            <a:off x="11642760" y="-38880"/>
            <a:ext cx="360" cy="2557080"/>
          </a:xfrm>
          <a:custGeom>
            <a:avLst/>
            <a:gdLst/>
            <a:ahLst/>
            <a:cxnLst/>
            <a:rect l="l" t="t" r="r" b="b"/>
            <a:pathLst>
              <a:path w="21600" h="2160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noFill/>
          <a:ln w="19050">
            <a:solidFill>
              <a:srgbClr val="EA76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 dirty="0"/>
          </a:p>
        </p:txBody>
      </p:sp>
    </p:spTree>
  </p:cSld>
  <p:clrMapOvr>
    <a:masterClrMapping/>
  </p:clrMapOvr>
  <p:transition spd="slow">
    <p:fade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8" name="PlaceHolder 1"/>
          <p:cNvSpPr>
            <a:spLocks noGrp="1"/>
          </p:cNvSpPr>
          <p:nvPr>
            <p:ph type="title"/>
          </p:nvPr>
        </p:nvSpPr>
        <p:spPr>
          <a:xfrm>
            <a:off x="518760" y="272160"/>
            <a:ext cx="11148840" cy="600480"/>
          </a:xfrm>
          <a:prstGeom prst="rect">
            <a:avLst/>
          </a:prstGeom>
          <a:noFill/>
          <a:ln w="0">
            <a:noFill/>
          </a:ln>
        </p:spPr>
        <p:txBody>
          <a:bodyPr lIns="0" tIns="72000" rIns="0" bIns="0" anchor="t">
            <a:noAutofit/>
          </a:bodyPr>
          <a:lstStyle/>
          <a:p>
            <a:pPr>
              <a:lnSpc>
                <a:spcPct val="80000"/>
              </a:lnSpc>
              <a:tabLst>
                <a:tab pos="0" algn="l"/>
              </a:tabLst>
            </a:pPr>
            <a:r>
              <a:rPr lang="en-GB" sz="3200" b="1" spc="-1">
                <a:solidFill>
                  <a:srgbClr val="000000"/>
                </a:solidFill>
                <a:latin typeface="Calibri"/>
              </a:rPr>
              <a:t>The three S'</a:t>
            </a:r>
            <a:endParaRPr lang="nl-NL"/>
          </a:p>
        </p:txBody>
      </p:sp>
      <p:sp>
        <p:nvSpPr>
          <p:cNvPr id="939" name="PlaceHolder 2"/>
          <p:cNvSpPr>
            <a:spLocks noGrp="1"/>
          </p:cNvSpPr>
          <p:nvPr>
            <p:ph/>
          </p:nvPr>
        </p:nvSpPr>
        <p:spPr>
          <a:xfrm>
            <a:off x="523800" y="1400400"/>
            <a:ext cx="8973720" cy="4456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269875" indent="-269875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r>
              <a:rPr lang="en-GB" sz="2000" spc="-1">
                <a:solidFill>
                  <a:srgbClr val="000000"/>
                </a:solidFill>
                <a:latin typeface="Calibri"/>
              </a:rPr>
              <a:t>Know your System</a:t>
            </a:r>
          </a:p>
          <a:p>
            <a:pPr marL="727075" lvl="1" indent="-269875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r>
              <a:rPr lang="en-GB" sz="1600" spc="-1">
                <a:solidFill>
                  <a:srgbClr val="000000"/>
                </a:solidFill>
                <a:latin typeface="Calibri"/>
              </a:rPr>
              <a:t>What kind of hardware do I have?</a:t>
            </a:r>
          </a:p>
          <a:p>
            <a:pPr marL="727075" lvl="1" indent="-269875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r>
              <a:rPr lang="en-GB" sz="1600" spc="-1">
                <a:solidFill>
                  <a:srgbClr val="000000"/>
                </a:solidFill>
                <a:latin typeface="Calibri"/>
              </a:rPr>
              <a:t>What features does my hardware support?</a:t>
            </a:r>
          </a:p>
          <a:p>
            <a:pPr marL="269875" indent="-269875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r>
              <a:rPr lang="en-GB" sz="2000" spc="-1">
                <a:solidFill>
                  <a:srgbClr val="000000"/>
                </a:solidFill>
                <a:latin typeface="Calibri"/>
              </a:rPr>
              <a:t>Know your Software</a:t>
            </a:r>
          </a:p>
          <a:p>
            <a:pPr marL="727075" lvl="1" indent="-269875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r>
              <a:rPr lang="en-GB" sz="1600" spc="-1">
                <a:solidFill>
                  <a:srgbClr val="000000"/>
                </a:solidFill>
                <a:latin typeface="Calibri"/>
              </a:rPr>
              <a:t>Does my software do what I want to do efficiently?</a:t>
            </a:r>
          </a:p>
          <a:p>
            <a:pPr marL="727075" lvl="1" indent="-269875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r>
              <a:rPr lang="en-GB" sz="1600" spc="-1">
                <a:solidFill>
                  <a:srgbClr val="000000"/>
                </a:solidFill>
                <a:latin typeface="Calibri"/>
              </a:rPr>
              <a:t>Does my software support my hardware features?</a:t>
            </a:r>
          </a:p>
          <a:p>
            <a:pPr marL="269875" indent="-269875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r>
              <a:rPr lang="en-GB" sz="2000" spc="-1">
                <a:solidFill>
                  <a:srgbClr val="000000"/>
                </a:solidFill>
                <a:latin typeface="Calibri"/>
              </a:rPr>
              <a:t>Know your Stack</a:t>
            </a:r>
          </a:p>
          <a:p>
            <a:pPr marL="727075" lvl="1" indent="-269875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r>
              <a:rPr lang="en-GB" sz="1600" spc="-1">
                <a:solidFill>
                  <a:srgbClr val="000000"/>
                </a:solidFill>
                <a:latin typeface="Calibri"/>
              </a:rPr>
              <a:t>What version of software am I running?</a:t>
            </a:r>
          </a:p>
          <a:p>
            <a:pPr marL="727075" lvl="1" indent="-269875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r>
              <a:rPr lang="en-GB" sz="1600" spc="-1">
                <a:solidFill>
                  <a:srgbClr val="000000"/>
                </a:solidFill>
                <a:latin typeface="Calibri"/>
              </a:rPr>
              <a:t>Is my stack compiled for my hardware?</a:t>
            </a:r>
          </a:p>
        </p:txBody>
      </p:sp>
      <p:sp>
        <p:nvSpPr>
          <p:cNvPr id="940" name="PlaceHolder 3"/>
          <p:cNvSpPr>
            <a:spLocks noGrp="1"/>
          </p:cNvSpPr>
          <p:nvPr>
            <p:ph type="sldNum" idx="50"/>
          </p:nvPr>
        </p:nvSpPr>
        <p:spPr>
          <a:xfrm>
            <a:off x="516240" y="6375960"/>
            <a:ext cx="392040" cy="216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>
              <a:lnSpc>
                <a:spcPct val="100000"/>
              </a:lnSpc>
              <a:buNone/>
              <a:tabLst>
                <a:tab pos="0" algn="l"/>
              </a:tabLst>
              <a:defRPr lang="en-GB" sz="1200" b="1" strike="noStrike" spc="-1">
                <a:solidFill>
                  <a:srgbClr val="000000"/>
                </a:solidFill>
                <a:latin typeface="Calibri"/>
                <a:ea typeface="Calibri"/>
              </a:defRPr>
            </a:lvl1pPr>
          </a:lstStyle>
          <a:p>
            <a:pPr>
              <a:lnSpc>
                <a:spcPct val="100000"/>
              </a:lnSpc>
              <a:buNone/>
              <a:tabLst>
                <a:tab pos="0" algn="l"/>
              </a:tabLst>
            </a:pPr>
            <a:fld id="{0978DF5C-F8A7-4AE9-B88F-03F1DCB0AE7B}" type="slidenum">
              <a:rPr lang="en-GB" sz="1200" b="1" strike="noStrike" spc="-1">
                <a:solidFill>
                  <a:srgbClr val="000000"/>
                </a:solidFill>
                <a:latin typeface="Calibri"/>
                <a:ea typeface="Calibri"/>
              </a:rPr>
              <a:t>2</a:t>
            </a:fld>
            <a:endParaRPr lang="en-US" sz="1200" b="0" strike="noStrike" spc="-1">
              <a:latin typeface="Times New Roman"/>
            </a:endParaRPr>
          </a:p>
        </p:txBody>
      </p:sp>
      <p:sp>
        <p:nvSpPr>
          <p:cNvPr id="941" name="Google Shape;239;p24"/>
          <p:cNvSpPr/>
          <p:nvPr/>
        </p:nvSpPr>
        <p:spPr>
          <a:xfrm rot="5400000">
            <a:off x="10733040" y="2063880"/>
            <a:ext cx="909720" cy="909720"/>
          </a:xfrm>
          <a:prstGeom prst="arc">
            <a:avLst>
              <a:gd name="adj1" fmla="val 16200000"/>
              <a:gd name="adj2" fmla="val 0"/>
            </a:avLst>
          </a:prstGeom>
          <a:noFill/>
          <a:ln w="19050">
            <a:solidFill>
              <a:srgbClr val="EA76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942" name="Google Shape;240;p24"/>
          <p:cNvSpPr/>
          <p:nvPr/>
        </p:nvSpPr>
        <p:spPr>
          <a:xfrm rot="16200000">
            <a:off x="9775440" y="2974320"/>
            <a:ext cx="909720" cy="909720"/>
          </a:xfrm>
          <a:prstGeom prst="arc">
            <a:avLst>
              <a:gd name="adj1" fmla="val 16200000"/>
              <a:gd name="adj2" fmla="val 0"/>
            </a:avLst>
          </a:prstGeom>
          <a:noFill/>
          <a:ln w="19050">
            <a:solidFill>
              <a:srgbClr val="EA76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943" name="Google Shape;241;p24"/>
          <p:cNvSpPr/>
          <p:nvPr/>
        </p:nvSpPr>
        <p:spPr>
          <a:xfrm>
            <a:off x="10234800" y="2973960"/>
            <a:ext cx="956880" cy="360"/>
          </a:xfrm>
          <a:custGeom>
            <a:avLst/>
            <a:gdLst/>
            <a:ahLst/>
            <a:cxnLst/>
            <a:rect l="l" t="t" r="r" b="b"/>
            <a:pathLst>
              <a:path w="21600" h="2160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noFill/>
          <a:ln w="19050">
            <a:solidFill>
              <a:srgbClr val="EA76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944" name="Google Shape;242;p24"/>
          <p:cNvSpPr/>
          <p:nvPr/>
        </p:nvSpPr>
        <p:spPr>
          <a:xfrm>
            <a:off x="9775440" y="3429000"/>
            <a:ext cx="360" cy="3428640"/>
          </a:xfrm>
          <a:custGeom>
            <a:avLst/>
            <a:gdLst/>
            <a:ahLst/>
            <a:cxnLst/>
            <a:rect l="l" t="t" r="r" b="b"/>
            <a:pathLst>
              <a:path w="21600" h="2160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noFill/>
          <a:ln w="19050">
            <a:solidFill>
              <a:srgbClr val="EA76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945" name="Google Shape;243;p24"/>
          <p:cNvSpPr/>
          <p:nvPr/>
        </p:nvSpPr>
        <p:spPr>
          <a:xfrm>
            <a:off x="11642760" y="-38880"/>
            <a:ext cx="360" cy="2557080"/>
          </a:xfrm>
          <a:custGeom>
            <a:avLst/>
            <a:gdLst/>
            <a:ahLst/>
            <a:cxnLst/>
            <a:rect l="l" t="t" r="r" b="b"/>
            <a:pathLst>
              <a:path w="21600" h="2160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noFill/>
          <a:ln w="19050">
            <a:solidFill>
              <a:srgbClr val="EA76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10731867"/>
      </p:ext>
    </p:extLst>
  </p:cSld>
  <p:clrMapOvr>
    <a:masterClrMapping/>
  </p:clrMapOvr>
  <p:transition spd="slow">
    <p:fade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8" name="PlaceHolder 1"/>
          <p:cNvSpPr>
            <a:spLocks noGrp="1"/>
          </p:cNvSpPr>
          <p:nvPr>
            <p:ph type="title"/>
          </p:nvPr>
        </p:nvSpPr>
        <p:spPr>
          <a:xfrm>
            <a:off x="518760" y="272160"/>
            <a:ext cx="11148840" cy="600480"/>
          </a:xfrm>
          <a:prstGeom prst="rect">
            <a:avLst/>
          </a:prstGeom>
          <a:noFill/>
          <a:ln w="0">
            <a:noFill/>
          </a:ln>
        </p:spPr>
        <p:txBody>
          <a:bodyPr lIns="0" tIns="72000" rIns="0" bIns="0" anchor="t">
            <a:noAutofit/>
          </a:bodyPr>
          <a:lstStyle/>
          <a:p>
            <a:pPr>
              <a:lnSpc>
                <a:spcPct val="80000"/>
              </a:lnSpc>
              <a:tabLst>
                <a:tab pos="0" algn="l"/>
              </a:tabLst>
            </a:pPr>
            <a:r>
              <a:rPr lang="en-GB" sz="3200" b="1" spc="-1">
                <a:solidFill>
                  <a:srgbClr val="000000"/>
                </a:solidFill>
                <a:latin typeface="Calibri"/>
              </a:rPr>
              <a:t>System</a:t>
            </a:r>
            <a:endParaRPr lang="nl-NL"/>
          </a:p>
        </p:txBody>
      </p:sp>
      <p:sp>
        <p:nvSpPr>
          <p:cNvPr id="939" name="PlaceHolder 2"/>
          <p:cNvSpPr>
            <a:spLocks noGrp="1"/>
          </p:cNvSpPr>
          <p:nvPr>
            <p:ph/>
          </p:nvPr>
        </p:nvSpPr>
        <p:spPr>
          <a:xfrm>
            <a:off x="516240" y="872640"/>
            <a:ext cx="8973720" cy="5907016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269875" indent="-269875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r>
              <a:rPr lang="en-GB" sz="2000" spc="-1" dirty="0">
                <a:cs typeface="Arial"/>
              </a:rPr>
              <a:t>Which CPUs?</a:t>
            </a:r>
          </a:p>
          <a:p>
            <a:pPr marL="727075" lvl="1" indent="-269875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r>
              <a:rPr lang="en-GB" sz="1600" spc="-1" dirty="0">
                <a:cs typeface="Arial"/>
              </a:rPr>
              <a:t>Architectures: X86_64, ARM64</a:t>
            </a:r>
          </a:p>
          <a:p>
            <a:pPr marL="269875" indent="-269875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r>
              <a:rPr lang="en-GB" sz="2000" spc="-1" dirty="0">
                <a:cs typeface="Arial"/>
              </a:rPr>
              <a:t>What kind of storage?</a:t>
            </a:r>
          </a:p>
          <a:p>
            <a:pPr marL="727075" lvl="1" indent="-269875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r>
              <a:rPr lang="en-GB" sz="1600" spc="-1" dirty="0">
                <a:cs typeface="Arial"/>
              </a:rPr>
              <a:t>SSD,  HDD, Tape?</a:t>
            </a:r>
          </a:p>
          <a:p>
            <a:pPr marL="727075" lvl="1" indent="-269875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r>
              <a:rPr lang="en-GB" sz="1600" spc="-1" dirty="0">
                <a:cs typeface="Arial"/>
              </a:rPr>
              <a:t>SATA, </a:t>
            </a:r>
            <a:r>
              <a:rPr lang="en-GB" sz="1600" spc="-1" dirty="0" err="1">
                <a:cs typeface="Arial"/>
              </a:rPr>
              <a:t>NVMe</a:t>
            </a:r>
            <a:r>
              <a:rPr lang="en-GB" sz="1600" spc="-1" dirty="0">
                <a:cs typeface="Arial"/>
              </a:rPr>
              <a:t> or full PCI-E? </a:t>
            </a:r>
          </a:p>
          <a:p>
            <a:pPr marL="269875" indent="-269875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r>
              <a:rPr lang="en-GB" sz="2000" spc="-1" dirty="0">
                <a:cs typeface="Arial"/>
              </a:rPr>
              <a:t>What kind of Networking?</a:t>
            </a:r>
          </a:p>
          <a:p>
            <a:pPr marL="727075" lvl="1" indent="-269875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r>
              <a:rPr lang="en-GB" sz="1600" spc="-1" dirty="0">
                <a:cs typeface="Arial"/>
              </a:rPr>
              <a:t>Ethernet? InfiniBand (IB)?</a:t>
            </a:r>
          </a:p>
          <a:p>
            <a:pPr marL="727075" lvl="1" indent="-269875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r>
              <a:rPr lang="en-GB" sz="1600" spc="-1" dirty="0">
                <a:cs typeface="Arial"/>
              </a:rPr>
              <a:t>IOPs vs Throughput</a:t>
            </a:r>
          </a:p>
          <a:p>
            <a:pPr marL="269875" indent="-269875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r>
              <a:rPr lang="en-GB" sz="2000" spc="-1" dirty="0">
                <a:cs typeface="Arial"/>
              </a:rPr>
              <a:t>What kind of RAM?</a:t>
            </a:r>
          </a:p>
          <a:p>
            <a:pPr marL="727075" lvl="1" indent="-269875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r>
              <a:rPr lang="en-GB" sz="1600" spc="-1" dirty="0">
                <a:cs typeface="Arial"/>
              </a:rPr>
              <a:t>High Bandwidth Memory (HBM) or Data Double Rate (DDR)? </a:t>
            </a:r>
          </a:p>
          <a:p>
            <a:pPr marL="727075" lvl="1" indent="-269875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r>
              <a:rPr lang="en-GB" sz="1600" spc="-1" dirty="0">
                <a:cs typeface="Arial"/>
              </a:rPr>
              <a:t>How much? Enough for a </a:t>
            </a:r>
            <a:r>
              <a:rPr lang="en-GB" sz="1600" spc="-1" dirty="0" err="1">
                <a:cs typeface="Arial"/>
              </a:rPr>
              <a:t>RAMdisk</a:t>
            </a:r>
            <a:r>
              <a:rPr lang="en-GB" sz="1600" spc="-1" dirty="0">
                <a:cs typeface="Arial"/>
              </a:rPr>
              <a:t>?</a:t>
            </a:r>
          </a:p>
          <a:p>
            <a:pPr marL="727075" lvl="1" indent="-269875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r>
              <a:rPr lang="en-GB" sz="1600" spc="-1" dirty="0">
                <a:cs typeface="Arial"/>
              </a:rPr>
              <a:t>You (AI person) are always memory limited</a:t>
            </a:r>
          </a:p>
          <a:p>
            <a:pPr marL="269875" indent="-269875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r>
              <a:rPr lang="en-GB" sz="2000" spc="-1" dirty="0">
                <a:cs typeface="Arial"/>
              </a:rPr>
              <a:t>Which GPUs?</a:t>
            </a:r>
          </a:p>
          <a:p>
            <a:pPr marL="727075" lvl="1" indent="-269875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r>
              <a:rPr lang="en-GB" sz="1600" spc="-1" dirty="0">
                <a:cs typeface="Arial"/>
              </a:rPr>
              <a:t>AMD? Good raw performance, poor </a:t>
            </a:r>
            <a:r>
              <a:rPr lang="en-GB" sz="1600" spc="-1" dirty="0" err="1">
                <a:cs typeface="Arial"/>
              </a:rPr>
              <a:t>PyTorch</a:t>
            </a:r>
            <a:r>
              <a:rPr lang="en-GB" sz="1600" spc="-1" dirty="0">
                <a:cs typeface="Arial"/>
              </a:rPr>
              <a:t> support (for now)</a:t>
            </a:r>
          </a:p>
          <a:p>
            <a:pPr marL="727075" lvl="1" indent="-269875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r>
              <a:rPr lang="en-GB" sz="1600" spc="-1" dirty="0">
                <a:cs typeface="Arial"/>
              </a:rPr>
              <a:t>NVIDIA? Optimized for AI with good </a:t>
            </a:r>
            <a:r>
              <a:rPr lang="en-GB" sz="1600" spc="-1" dirty="0" err="1">
                <a:cs typeface="Arial"/>
              </a:rPr>
              <a:t>PyTorch</a:t>
            </a:r>
            <a:r>
              <a:rPr lang="en-GB" sz="1600" spc="-1" dirty="0">
                <a:cs typeface="Arial"/>
              </a:rPr>
              <a:t> support.</a:t>
            </a:r>
          </a:p>
          <a:p>
            <a:pPr marL="457200" lvl="1" indent="0">
              <a:lnSpc>
                <a:spcPct val="100000"/>
              </a:lnSpc>
              <a:buClr>
                <a:srgbClr val="EA7600"/>
              </a:buClr>
              <a:buNone/>
            </a:pPr>
            <a:endParaRPr lang="en-GB" sz="1600" spc="-1" dirty="0">
              <a:cs typeface="Arial"/>
            </a:endParaRPr>
          </a:p>
          <a:p>
            <a:pPr marL="0" indent="0">
              <a:lnSpc>
                <a:spcPct val="100000"/>
              </a:lnSpc>
              <a:buClr>
                <a:srgbClr val="EA7600"/>
              </a:buClr>
              <a:buNone/>
            </a:pPr>
            <a:endParaRPr lang="en-GB" sz="2000" spc="-1" dirty="0">
              <a:cs typeface="Arial"/>
            </a:endParaRPr>
          </a:p>
        </p:txBody>
      </p:sp>
      <p:sp>
        <p:nvSpPr>
          <p:cNvPr id="940" name="PlaceHolder 3"/>
          <p:cNvSpPr>
            <a:spLocks noGrp="1"/>
          </p:cNvSpPr>
          <p:nvPr>
            <p:ph type="sldNum" idx="50"/>
          </p:nvPr>
        </p:nvSpPr>
        <p:spPr>
          <a:xfrm>
            <a:off x="516240" y="6375960"/>
            <a:ext cx="392040" cy="216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>
              <a:lnSpc>
                <a:spcPct val="100000"/>
              </a:lnSpc>
              <a:buNone/>
              <a:tabLst>
                <a:tab pos="0" algn="l"/>
              </a:tabLst>
              <a:defRPr lang="en-GB" sz="1200" b="1" strike="noStrike" spc="-1">
                <a:solidFill>
                  <a:srgbClr val="000000"/>
                </a:solidFill>
                <a:latin typeface="Calibri"/>
                <a:ea typeface="Calibri"/>
              </a:defRPr>
            </a:lvl1pPr>
          </a:lstStyle>
          <a:p>
            <a:pPr>
              <a:lnSpc>
                <a:spcPct val="100000"/>
              </a:lnSpc>
              <a:buNone/>
              <a:tabLst>
                <a:tab pos="0" algn="l"/>
              </a:tabLst>
            </a:pPr>
            <a:fld id="{0978DF5C-F8A7-4AE9-B88F-03F1DCB0AE7B}" type="slidenum">
              <a:rPr lang="en-GB" sz="1200" b="1" strike="noStrike" spc="-1">
                <a:solidFill>
                  <a:srgbClr val="000000"/>
                </a:solidFill>
                <a:latin typeface="Calibri"/>
                <a:ea typeface="Calibri"/>
              </a:rPr>
              <a:t>3</a:t>
            </a:fld>
            <a:endParaRPr lang="en-US" sz="1200" b="0" strike="noStrike" spc="-1">
              <a:latin typeface="Times New Roman"/>
            </a:endParaRPr>
          </a:p>
        </p:txBody>
      </p:sp>
      <p:sp>
        <p:nvSpPr>
          <p:cNvPr id="941" name="Google Shape;239;p24"/>
          <p:cNvSpPr/>
          <p:nvPr/>
        </p:nvSpPr>
        <p:spPr>
          <a:xfrm rot="5400000">
            <a:off x="10733040" y="2063880"/>
            <a:ext cx="909720" cy="909720"/>
          </a:xfrm>
          <a:prstGeom prst="arc">
            <a:avLst>
              <a:gd name="adj1" fmla="val 16200000"/>
              <a:gd name="adj2" fmla="val 0"/>
            </a:avLst>
          </a:prstGeom>
          <a:noFill/>
          <a:ln w="19050">
            <a:solidFill>
              <a:srgbClr val="EA76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942" name="Google Shape;240;p24"/>
          <p:cNvSpPr/>
          <p:nvPr/>
        </p:nvSpPr>
        <p:spPr>
          <a:xfrm rot="16200000">
            <a:off x="9775440" y="2974320"/>
            <a:ext cx="909720" cy="909720"/>
          </a:xfrm>
          <a:prstGeom prst="arc">
            <a:avLst>
              <a:gd name="adj1" fmla="val 16200000"/>
              <a:gd name="adj2" fmla="val 0"/>
            </a:avLst>
          </a:prstGeom>
          <a:noFill/>
          <a:ln w="19050">
            <a:solidFill>
              <a:srgbClr val="EA76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943" name="Google Shape;241;p24"/>
          <p:cNvSpPr/>
          <p:nvPr/>
        </p:nvSpPr>
        <p:spPr>
          <a:xfrm>
            <a:off x="10234800" y="2973960"/>
            <a:ext cx="956880" cy="360"/>
          </a:xfrm>
          <a:custGeom>
            <a:avLst/>
            <a:gdLst/>
            <a:ahLst/>
            <a:cxnLst/>
            <a:rect l="l" t="t" r="r" b="b"/>
            <a:pathLst>
              <a:path w="21600" h="2160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noFill/>
          <a:ln w="19050">
            <a:solidFill>
              <a:srgbClr val="EA76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944" name="Google Shape;242;p24"/>
          <p:cNvSpPr/>
          <p:nvPr/>
        </p:nvSpPr>
        <p:spPr>
          <a:xfrm>
            <a:off x="9775440" y="3429000"/>
            <a:ext cx="360" cy="3428640"/>
          </a:xfrm>
          <a:custGeom>
            <a:avLst/>
            <a:gdLst/>
            <a:ahLst/>
            <a:cxnLst/>
            <a:rect l="l" t="t" r="r" b="b"/>
            <a:pathLst>
              <a:path w="21600" h="2160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noFill/>
          <a:ln w="19050">
            <a:solidFill>
              <a:srgbClr val="EA76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945" name="Google Shape;243;p24"/>
          <p:cNvSpPr/>
          <p:nvPr/>
        </p:nvSpPr>
        <p:spPr>
          <a:xfrm>
            <a:off x="11642760" y="-38880"/>
            <a:ext cx="360" cy="2557080"/>
          </a:xfrm>
          <a:custGeom>
            <a:avLst/>
            <a:gdLst/>
            <a:ahLst/>
            <a:cxnLst/>
            <a:rect l="l" t="t" r="r" b="b"/>
            <a:pathLst>
              <a:path w="21600" h="2160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noFill/>
          <a:ln w="19050">
            <a:solidFill>
              <a:srgbClr val="EA76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674B8C8-0F66-2ED2-1A48-2790AB937D1F}"/>
              </a:ext>
            </a:extLst>
          </p:cNvPr>
          <p:cNvSpPr txBox="1"/>
          <p:nvPr/>
        </p:nvSpPr>
        <p:spPr>
          <a:xfrm>
            <a:off x="890100" y="6299654"/>
            <a:ext cx="897228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lnSpc>
                <a:spcPct val="100000"/>
              </a:lnSpc>
              <a:buClr>
                <a:srgbClr val="EA7600"/>
              </a:buClr>
              <a:buNone/>
            </a:pPr>
            <a:r>
              <a:rPr lang="en-GB" sz="1800" spc="-1" dirty="0">
                <a:ea typeface="+mn-lt"/>
                <a:cs typeface="+mn-lt"/>
                <a:hlinkClick r:id="rId3"/>
              </a:rPr>
              <a:t>https://servicedesk.surf.nl/wiki/display/WIKI/Snellius+hardware+and+file+systems</a:t>
            </a:r>
            <a:endParaRPr lang="nl-NL" sz="1800" dirty="0">
              <a:ea typeface="+mn-lt"/>
              <a:cs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1875884679"/>
      </p:ext>
    </p:extLst>
  </p:cSld>
  <p:clrMapOvr>
    <a:masterClrMapping/>
  </p:clrMapOvr>
  <p:transition spd="slow">
    <p:fade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9D1BB7-FB20-7441-B7DD-B342356ED5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/>
              <a:t>System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101D17A-8471-C54C-BAB3-CE2F74484A8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516362" y="1145098"/>
            <a:ext cx="9882007" cy="4456846"/>
          </a:xfrm>
        </p:spPr>
        <p:txBody>
          <a:bodyPr/>
          <a:lstStyle/>
          <a:p>
            <a:pPr marL="0" indent="0">
              <a:buNone/>
            </a:pPr>
            <a:r>
              <a:rPr lang="nl-NL" dirty="0"/>
              <a:t>Goals:</a:t>
            </a:r>
          </a:p>
          <a:p>
            <a:r>
              <a:rPr lang="nl-NL" dirty="0"/>
              <a:t>Understand </a:t>
            </a:r>
            <a:r>
              <a:rPr lang="nl-NL" dirty="0" err="1"/>
              <a:t>what</a:t>
            </a:r>
            <a:r>
              <a:rPr lang="nl-NL" dirty="0"/>
              <a:t> hardware bottlenecks </a:t>
            </a:r>
            <a:r>
              <a:rPr lang="nl-NL" dirty="0" err="1"/>
              <a:t>could</a:t>
            </a:r>
            <a:r>
              <a:rPr lang="nl-NL" dirty="0"/>
              <a:t> </a:t>
            </a:r>
            <a:r>
              <a:rPr lang="nl-NL" dirty="0" err="1"/>
              <a:t>be</a:t>
            </a:r>
            <a:r>
              <a:rPr lang="nl-NL" dirty="0"/>
              <a:t> </a:t>
            </a:r>
            <a:r>
              <a:rPr lang="nl-NL" dirty="0" err="1"/>
              <a:t>limiting</a:t>
            </a:r>
            <a:endParaRPr lang="nl-NL" dirty="0"/>
          </a:p>
          <a:p>
            <a:r>
              <a:rPr lang="nl-NL" dirty="0"/>
              <a:t>Understand pro’s </a:t>
            </a:r>
            <a:r>
              <a:rPr lang="nl-NL" dirty="0" err="1"/>
              <a:t>and</a:t>
            </a:r>
            <a:r>
              <a:rPr lang="nl-NL" dirty="0"/>
              <a:t> </a:t>
            </a:r>
            <a:r>
              <a:rPr lang="nl-NL" dirty="0" err="1"/>
              <a:t>con’s</a:t>
            </a:r>
            <a:r>
              <a:rPr lang="nl-NL" dirty="0"/>
              <a:t> of </a:t>
            </a:r>
            <a:r>
              <a:rPr lang="nl-NL" dirty="0" err="1"/>
              <a:t>various</a:t>
            </a:r>
            <a:r>
              <a:rPr lang="nl-NL" dirty="0"/>
              <a:t> hardware</a:t>
            </a:r>
          </a:p>
          <a:p>
            <a:r>
              <a:rPr lang="nl-NL" dirty="0" err="1"/>
              <a:t>Know</a:t>
            </a:r>
            <a:r>
              <a:rPr lang="nl-NL" dirty="0"/>
              <a:t> </a:t>
            </a:r>
            <a:r>
              <a:rPr lang="nl-NL" dirty="0" err="1"/>
              <a:t>how</a:t>
            </a:r>
            <a:r>
              <a:rPr lang="nl-NL" dirty="0"/>
              <a:t> </a:t>
            </a:r>
            <a:r>
              <a:rPr lang="nl-NL" dirty="0" err="1"/>
              <a:t>to</a:t>
            </a:r>
            <a:r>
              <a:rPr lang="nl-NL" dirty="0"/>
              <a:t> </a:t>
            </a:r>
            <a:r>
              <a:rPr lang="nl-NL" dirty="0" err="1"/>
              <a:t>choose</a:t>
            </a:r>
            <a:r>
              <a:rPr lang="nl-NL" dirty="0"/>
              <a:t> </a:t>
            </a:r>
            <a:r>
              <a:rPr lang="nl-NL" dirty="0" err="1"/>
              <a:t>appropriate</a:t>
            </a:r>
            <a:r>
              <a:rPr lang="nl-NL" dirty="0"/>
              <a:t> hardware </a:t>
            </a:r>
            <a:r>
              <a:rPr lang="nl-NL" dirty="0" err="1"/>
              <a:t>for</a:t>
            </a:r>
            <a:r>
              <a:rPr lang="nl-NL" dirty="0"/>
              <a:t> </a:t>
            </a:r>
            <a:r>
              <a:rPr lang="nl-NL" dirty="0" err="1"/>
              <a:t>you</a:t>
            </a:r>
            <a:r>
              <a:rPr lang="nl-NL" dirty="0"/>
              <a:t> DL </a:t>
            </a:r>
            <a:r>
              <a:rPr lang="nl-NL" dirty="0" err="1"/>
              <a:t>task</a:t>
            </a:r>
            <a:endParaRPr lang="nl-NL" dirty="0"/>
          </a:p>
          <a:p>
            <a:r>
              <a:rPr lang="nl-NL" dirty="0" err="1"/>
              <a:t>Know</a:t>
            </a:r>
            <a:r>
              <a:rPr lang="nl-NL" dirty="0"/>
              <a:t> </a:t>
            </a:r>
            <a:r>
              <a:rPr lang="nl-NL" dirty="0" err="1"/>
              <a:t>what</a:t>
            </a:r>
            <a:r>
              <a:rPr lang="nl-NL" dirty="0"/>
              <a:t> </a:t>
            </a:r>
            <a:r>
              <a:rPr lang="nl-NL" dirty="0" err="1"/>
              <a:t>to</a:t>
            </a:r>
            <a:r>
              <a:rPr lang="nl-NL" dirty="0"/>
              <a:t> do </a:t>
            </a:r>
            <a:r>
              <a:rPr lang="nl-NL" dirty="0" err="1"/>
              <a:t>to</a:t>
            </a:r>
            <a:r>
              <a:rPr lang="nl-NL" dirty="0"/>
              <a:t> </a:t>
            </a:r>
            <a:r>
              <a:rPr lang="nl-NL" dirty="0" err="1"/>
              <a:t>mitigate</a:t>
            </a:r>
            <a:r>
              <a:rPr lang="nl-NL" dirty="0"/>
              <a:t> bottlenecks</a:t>
            </a:r>
          </a:p>
          <a:p>
            <a:pPr lvl="1"/>
            <a:endParaRPr lang="nl-NL" sz="1400" dirty="0"/>
          </a:p>
          <a:p>
            <a:endParaRPr lang="nl-NL" sz="1400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721EB90-6063-084B-AEBB-B08C20B74B54}"/>
              </a:ext>
            </a:extLst>
          </p:cNvPr>
          <p:cNvSpPr>
            <a:spLocks noGrp="1"/>
          </p:cNvSpPr>
          <p:nvPr>
            <p:ph type="body" sz="quarter" idx="65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3574DB4-4BA2-7747-8C62-E3DFFBAEAE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D0FE45-509C-4BDF-9EDE-64426F8DF3D2}" type="slidenum">
              <a:rPr lang="nl-NL" smtClean="0"/>
              <a:t>4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83137574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800">
        <p:fade/>
      </p:transition>
    </mc:Choice>
    <mc:Fallback xmlns="">
      <p:transition spd="slow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9D1BB7-FB20-7441-B7DD-B342356ED5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dirty="0"/>
              <a:t>Important System Details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101D17A-8471-C54C-BAB3-CE2F74484A8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516362" y="1145098"/>
            <a:ext cx="9882007" cy="4456846"/>
          </a:xfrm>
        </p:spPr>
        <p:txBody>
          <a:bodyPr/>
          <a:lstStyle/>
          <a:p>
            <a:pPr>
              <a:buFont typeface="Arial" panose="020B0604020202020204" pitchFamily="34" charset="0"/>
              <a:buChar char="•"/>
            </a:pPr>
            <a:r>
              <a:rPr lang="nl-NL" dirty="0" err="1"/>
              <a:t>Compute</a:t>
            </a:r>
            <a:r>
              <a:rPr lang="nl-NL" dirty="0"/>
              <a:t> (</a:t>
            </a:r>
            <a:r>
              <a:rPr lang="nl-NL" dirty="0" err="1"/>
              <a:t>floating</a:t>
            </a:r>
            <a:r>
              <a:rPr lang="nl-NL" dirty="0"/>
              <a:t> point operations per second, FLOPS)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nl-NL" dirty="0"/>
              <a:t>Memory </a:t>
            </a:r>
            <a:r>
              <a:rPr lang="nl-NL" dirty="0" err="1"/>
              <a:t>bandwidth</a:t>
            </a:r>
            <a:endParaRPr lang="nl-NL" dirty="0"/>
          </a:p>
          <a:p>
            <a:pPr>
              <a:buFont typeface="Arial" panose="020B0604020202020204" pitchFamily="34" charset="0"/>
              <a:buChar char="•"/>
            </a:pPr>
            <a:r>
              <a:rPr lang="nl-NL" dirty="0"/>
              <a:t>Memory </a:t>
            </a:r>
            <a:r>
              <a:rPr lang="nl-NL" dirty="0" err="1"/>
              <a:t>size</a:t>
            </a:r>
            <a:endParaRPr lang="nl-NL" dirty="0"/>
          </a:p>
          <a:p>
            <a:pPr>
              <a:buFont typeface="Arial" panose="020B0604020202020204" pitchFamily="34" charset="0"/>
              <a:buChar char="•"/>
            </a:pPr>
            <a:r>
              <a:rPr lang="nl-NL" dirty="0"/>
              <a:t>I/O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nl-NL" dirty="0"/>
              <a:t>Communication</a:t>
            </a:r>
          </a:p>
          <a:p>
            <a:pPr lvl="1"/>
            <a:endParaRPr lang="nl-NL" sz="1400" dirty="0"/>
          </a:p>
          <a:p>
            <a:endParaRPr lang="nl-NL" sz="1400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721EB90-6063-084B-AEBB-B08C20B74B54}"/>
              </a:ext>
            </a:extLst>
          </p:cNvPr>
          <p:cNvSpPr>
            <a:spLocks noGrp="1"/>
          </p:cNvSpPr>
          <p:nvPr>
            <p:ph type="body" sz="quarter" idx="65"/>
          </p:nvPr>
        </p:nvSpPr>
        <p:spPr/>
        <p:txBody>
          <a:bodyPr/>
          <a:lstStyle/>
          <a:p>
            <a:endParaRPr lang="nl-NL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3574DB4-4BA2-7747-8C62-E3DFFBAEAE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D0FE45-509C-4BDF-9EDE-64426F8DF3D2}" type="slidenum">
              <a:rPr lang="nl-NL" smtClean="0"/>
              <a:t>5</a:t>
            </a:fld>
            <a:endParaRPr lang="nl-NL"/>
          </a:p>
        </p:txBody>
      </p:sp>
      <p:sp>
        <p:nvSpPr>
          <p:cNvPr id="7" name="TextBox 6"/>
          <p:cNvSpPr txBox="1"/>
          <p:nvPr/>
        </p:nvSpPr>
        <p:spPr>
          <a:xfrm>
            <a:off x="7237683" y="1018098"/>
            <a:ext cx="3468787" cy="738664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square" lIns="182880" tIns="91440" rIns="182880" bIns="91440" rtlCol="0">
            <a:spAutoFit/>
          </a:bodyPr>
          <a:lstStyle/>
          <a:p>
            <a:pPr algn="l"/>
            <a:r>
              <a:rPr lang="nl-NL"/>
              <a:t>E.g. training a </a:t>
            </a:r>
            <a:r>
              <a:rPr lang="nl-NL" err="1"/>
              <a:t>compute</a:t>
            </a:r>
            <a:r>
              <a:rPr lang="nl-NL"/>
              <a:t> intensive </a:t>
            </a:r>
            <a:r>
              <a:rPr lang="nl-NL" err="1"/>
              <a:t>network</a:t>
            </a:r>
            <a:r>
              <a:rPr lang="nl-NL"/>
              <a:t> on a single node</a:t>
            </a:r>
          </a:p>
        </p:txBody>
      </p:sp>
      <p:cxnSp>
        <p:nvCxnSpPr>
          <p:cNvPr id="9" name="Straight Arrow Connector 8"/>
          <p:cNvCxnSpPr/>
          <p:nvPr/>
        </p:nvCxnSpPr>
        <p:spPr>
          <a:xfrm flipH="1">
            <a:off x="6642100" y="1270000"/>
            <a:ext cx="558800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6" name="Afbeelding 6" descr="Afbeelding met tekst, buitenshuis, person, vlot&#10;&#10;Automatisch gegenereerde beschrijving">
            <a:extLst>
              <a:ext uri="{FF2B5EF4-FFF2-40B4-BE49-F238E27FC236}">
                <a16:creationId xmlns:a16="http://schemas.microsoft.com/office/drawing/2014/main" id="{DE13FA06-9AB1-C1E8-AC51-E2F1DEC194F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73252" y="2946008"/>
            <a:ext cx="4249758" cy="32717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6834713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800">
        <p:fade/>
      </p:transition>
    </mc:Choice>
    <mc:Fallback xmlns="">
      <p:transition spd="slow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9D1BB7-FB20-7441-B7DD-B342356ED5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dirty="0"/>
              <a:t>Important System Details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101D17A-8471-C54C-BAB3-CE2F74484A8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516362" y="1145098"/>
            <a:ext cx="9882007" cy="4456846"/>
          </a:xfrm>
        </p:spPr>
        <p:txBody>
          <a:bodyPr/>
          <a:lstStyle/>
          <a:p>
            <a:pPr>
              <a:buFont typeface="Arial" panose="020B0604020202020204" pitchFamily="34" charset="0"/>
              <a:buChar char="•"/>
            </a:pPr>
            <a:r>
              <a:rPr lang="nl-NL" err="1"/>
              <a:t>Compute</a:t>
            </a:r>
            <a:r>
              <a:rPr lang="nl-NL"/>
              <a:t> (</a:t>
            </a:r>
            <a:r>
              <a:rPr lang="nl-NL" err="1"/>
              <a:t>floating</a:t>
            </a:r>
            <a:r>
              <a:rPr lang="nl-NL"/>
              <a:t> point operations per second, FLOPS)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nl-NL"/>
              <a:t>Memory </a:t>
            </a:r>
            <a:r>
              <a:rPr lang="nl-NL" err="1"/>
              <a:t>bandwidth</a:t>
            </a:r>
            <a:endParaRPr lang="nl-NL"/>
          </a:p>
          <a:p>
            <a:pPr>
              <a:buFont typeface="Arial" panose="020B0604020202020204" pitchFamily="34" charset="0"/>
              <a:buChar char="•"/>
            </a:pPr>
            <a:r>
              <a:rPr lang="nl-NL"/>
              <a:t>Memory </a:t>
            </a:r>
            <a:r>
              <a:rPr lang="nl-NL" err="1"/>
              <a:t>size</a:t>
            </a:r>
            <a:endParaRPr lang="nl-NL"/>
          </a:p>
          <a:p>
            <a:pPr>
              <a:buFont typeface="Arial" panose="020B0604020202020204" pitchFamily="34" charset="0"/>
              <a:buChar char="•"/>
            </a:pPr>
            <a:r>
              <a:rPr lang="nl-NL"/>
              <a:t>I/O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nl-NL"/>
              <a:t>Communication</a:t>
            </a:r>
          </a:p>
          <a:p>
            <a:pPr lvl="1"/>
            <a:endParaRPr lang="nl-NL" sz="1400"/>
          </a:p>
          <a:p>
            <a:endParaRPr lang="nl-NL" sz="140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721EB90-6063-084B-AEBB-B08C20B74B54}"/>
              </a:ext>
            </a:extLst>
          </p:cNvPr>
          <p:cNvSpPr>
            <a:spLocks noGrp="1"/>
          </p:cNvSpPr>
          <p:nvPr>
            <p:ph type="body" sz="quarter" idx="65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3574DB4-4BA2-7747-8C62-E3DFFBAEAE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D0FE45-509C-4BDF-9EDE-64426F8DF3D2}" type="slidenum">
              <a:rPr lang="nl-NL" smtClean="0"/>
              <a:t>6</a:t>
            </a:fld>
            <a:endParaRPr lang="nl-NL"/>
          </a:p>
        </p:txBody>
      </p:sp>
      <p:sp>
        <p:nvSpPr>
          <p:cNvPr id="7" name="TextBox 6"/>
          <p:cNvSpPr txBox="1"/>
          <p:nvPr/>
        </p:nvSpPr>
        <p:spPr>
          <a:xfrm>
            <a:off x="3732483" y="1551498"/>
            <a:ext cx="4547917" cy="1292662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square" lIns="182880" tIns="91440" rIns="182880" bIns="91440" rtlCol="0">
            <a:spAutoFit/>
          </a:bodyPr>
          <a:lstStyle/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nl-NL"/>
              <a:t>Data </a:t>
            </a:r>
            <a:r>
              <a:rPr lang="nl-NL" err="1"/>
              <a:t>needs</a:t>
            </a:r>
            <a:r>
              <a:rPr lang="nl-NL"/>
              <a:t> </a:t>
            </a:r>
            <a:r>
              <a:rPr lang="nl-NL" err="1"/>
              <a:t>to</a:t>
            </a:r>
            <a:r>
              <a:rPr lang="nl-NL"/>
              <a:t> get </a:t>
            </a:r>
            <a:r>
              <a:rPr lang="nl-NL" err="1"/>
              <a:t>to</a:t>
            </a:r>
            <a:r>
              <a:rPr lang="nl-NL"/>
              <a:t> </a:t>
            </a:r>
            <a:r>
              <a:rPr lang="nl-NL" err="1"/>
              <a:t>the</a:t>
            </a:r>
            <a:r>
              <a:rPr lang="nl-NL"/>
              <a:t> processor in time in order </a:t>
            </a:r>
            <a:r>
              <a:rPr lang="nl-NL" err="1"/>
              <a:t>to</a:t>
            </a:r>
            <a:r>
              <a:rPr lang="nl-NL"/>
              <a:t> do </a:t>
            </a:r>
            <a:r>
              <a:rPr lang="nl-NL" err="1"/>
              <a:t>compute</a:t>
            </a:r>
            <a:r>
              <a:rPr lang="nl-NL"/>
              <a:t>!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nl-NL" err="1"/>
              <a:t>Many</a:t>
            </a:r>
            <a:r>
              <a:rPr lang="nl-NL"/>
              <a:t> codes are </a:t>
            </a:r>
            <a:r>
              <a:rPr lang="nl-NL" err="1"/>
              <a:t>limited</a:t>
            </a:r>
            <a:r>
              <a:rPr lang="nl-NL"/>
              <a:t> </a:t>
            </a:r>
            <a:r>
              <a:rPr lang="nl-NL" err="1"/>
              <a:t>by</a:t>
            </a:r>
            <a:r>
              <a:rPr lang="nl-NL"/>
              <a:t> memory </a:t>
            </a:r>
            <a:r>
              <a:rPr lang="nl-NL" err="1"/>
              <a:t>bandwidth</a:t>
            </a:r>
            <a:endParaRPr lang="nl-NL"/>
          </a:p>
        </p:txBody>
      </p:sp>
      <p:cxnSp>
        <p:nvCxnSpPr>
          <p:cNvPr id="9" name="Straight Arrow Connector 8"/>
          <p:cNvCxnSpPr/>
          <p:nvPr/>
        </p:nvCxnSpPr>
        <p:spPr>
          <a:xfrm flipH="1">
            <a:off x="3136900" y="1803400"/>
            <a:ext cx="558800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3700264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800">
        <p:fade/>
      </p:transition>
    </mc:Choice>
    <mc:Fallback xmlns=""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9D1BB7-FB20-7441-B7DD-B342356ED5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dirty="0"/>
              <a:t>Important System Details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101D17A-8471-C54C-BAB3-CE2F74484A8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516362" y="1145098"/>
            <a:ext cx="9882007" cy="4456846"/>
          </a:xfrm>
        </p:spPr>
        <p:txBody>
          <a:bodyPr/>
          <a:lstStyle/>
          <a:p>
            <a:pPr>
              <a:buFont typeface="Arial" panose="020B0604020202020204" pitchFamily="34" charset="0"/>
              <a:buChar char="•"/>
            </a:pPr>
            <a:r>
              <a:rPr lang="nl-NL" dirty="0" err="1"/>
              <a:t>Compute</a:t>
            </a:r>
            <a:r>
              <a:rPr lang="nl-NL" dirty="0"/>
              <a:t> (</a:t>
            </a:r>
            <a:r>
              <a:rPr lang="nl-NL" dirty="0" err="1"/>
              <a:t>floating</a:t>
            </a:r>
            <a:r>
              <a:rPr lang="nl-NL" dirty="0"/>
              <a:t> point operations per second, FLOPS)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nl-NL" dirty="0"/>
              <a:t>Memory </a:t>
            </a:r>
            <a:r>
              <a:rPr lang="nl-NL" dirty="0" err="1"/>
              <a:t>bandwidth</a:t>
            </a:r>
            <a:endParaRPr lang="nl-NL" dirty="0"/>
          </a:p>
          <a:p>
            <a:pPr>
              <a:buFont typeface="Arial" panose="020B0604020202020204" pitchFamily="34" charset="0"/>
              <a:buChar char="•"/>
            </a:pPr>
            <a:r>
              <a:rPr lang="nl-NL" dirty="0"/>
              <a:t>Memory </a:t>
            </a:r>
            <a:r>
              <a:rPr lang="nl-NL" dirty="0" err="1"/>
              <a:t>size</a:t>
            </a:r>
            <a:endParaRPr lang="nl-NL" dirty="0"/>
          </a:p>
          <a:p>
            <a:pPr>
              <a:buFont typeface="Arial" panose="020B0604020202020204" pitchFamily="34" charset="0"/>
              <a:buChar char="•"/>
            </a:pPr>
            <a:r>
              <a:rPr lang="nl-NL" dirty="0"/>
              <a:t>I/O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nl-NL" dirty="0"/>
              <a:t>Communication</a:t>
            </a:r>
          </a:p>
          <a:p>
            <a:pPr lvl="1"/>
            <a:endParaRPr lang="nl-NL" sz="1400" dirty="0"/>
          </a:p>
          <a:p>
            <a:endParaRPr lang="nl-NL" sz="1400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721EB90-6063-084B-AEBB-B08C20B74B54}"/>
              </a:ext>
            </a:extLst>
          </p:cNvPr>
          <p:cNvSpPr>
            <a:spLocks noGrp="1"/>
          </p:cNvSpPr>
          <p:nvPr>
            <p:ph type="body" sz="quarter" idx="65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3574DB4-4BA2-7747-8C62-E3DFFBAEAE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D0FE45-509C-4BDF-9EDE-64426F8DF3D2}" type="slidenum">
              <a:rPr lang="nl-NL" smtClean="0"/>
              <a:t>7</a:t>
            </a:fld>
            <a:endParaRPr lang="nl-NL"/>
          </a:p>
        </p:txBody>
      </p:sp>
      <p:sp>
        <p:nvSpPr>
          <p:cNvPr id="7" name="TextBox 6"/>
          <p:cNvSpPr txBox="1"/>
          <p:nvPr/>
        </p:nvSpPr>
        <p:spPr>
          <a:xfrm>
            <a:off x="3732483" y="1588869"/>
            <a:ext cx="5337256" cy="1292662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square" lIns="182880" tIns="91440" rIns="182880" bIns="91440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nl-NL" dirty="0" err="1"/>
              <a:t>Very</a:t>
            </a:r>
            <a:r>
              <a:rPr lang="nl-NL" dirty="0"/>
              <a:t> </a:t>
            </a:r>
            <a:r>
              <a:rPr lang="nl-NL" dirty="0" err="1"/>
              <a:t>deep</a:t>
            </a:r>
            <a:r>
              <a:rPr lang="nl-NL" dirty="0"/>
              <a:t> or </a:t>
            </a:r>
            <a:r>
              <a:rPr lang="nl-NL" dirty="0" err="1"/>
              <a:t>wide</a:t>
            </a:r>
            <a:r>
              <a:rPr lang="nl-NL" dirty="0"/>
              <a:t> </a:t>
            </a:r>
            <a:r>
              <a:rPr lang="nl-NL" dirty="0" err="1"/>
              <a:t>networks</a:t>
            </a:r>
            <a:r>
              <a:rPr lang="nl-NL" dirty="0"/>
              <a:t>, or </a:t>
            </a:r>
            <a:r>
              <a:rPr lang="nl-NL" dirty="0" err="1"/>
              <a:t>networks</a:t>
            </a:r>
            <a:r>
              <a:rPr lang="nl-NL" dirty="0"/>
              <a:t> </a:t>
            </a:r>
            <a:r>
              <a:rPr lang="nl-NL" dirty="0" err="1"/>
              <a:t>with</a:t>
            </a:r>
            <a:r>
              <a:rPr lang="nl-NL" dirty="0"/>
              <a:t> </a:t>
            </a:r>
            <a:r>
              <a:rPr lang="nl-NL" dirty="0" err="1"/>
              <a:t>very</a:t>
            </a:r>
            <a:r>
              <a:rPr lang="nl-NL" dirty="0"/>
              <a:t> large input/output </a:t>
            </a:r>
            <a:r>
              <a:rPr lang="nl-NL" dirty="0" err="1"/>
              <a:t>layers</a:t>
            </a:r>
            <a:r>
              <a:rPr lang="nl-NL" dirty="0"/>
              <a:t> (e.g. high </a:t>
            </a:r>
            <a:r>
              <a:rPr lang="nl-NL" dirty="0" err="1"/>
              <a:t>resolution</a:t>
            </a:r>
            <a:r>
              <a:rPr lang="nl-NL" dirty="0"/>
              <a:t> images) </a:t>
            </a:r>
            <a:r>
              <a:rPr lang="nl-NL" dirty="0" err="1"/>
              <a:t>may</a:t>
            </a:r>
            <a:r>
              <a:rPr lang="nl-NL" dirty="0"/>
              <a:t> </a:t>
            </a:r>
            <a:r>
              <a:rPr lang="nl-NL" dirty="0" err="1"/>
              <a:t>be</a:t>
            </a:r>
            <a:r>
              <a:rPr lang="nl-NL" dirty="0"/>
              <a:t> </a:t>
            </a:r>
            <a:r>
              <a:rPr lang="nl-NL" dirty="0" err="1"/>
              <a:t>limited</a:t>
            </a:r>
            <a:r>
              <a:rPr lang="nl-NL" dirty="0"/>
              <a:t> </a:t>
            </a:r>
            <a:r>
              <a:rPr lang="nl-NL" dirty="0" err="1"/>
              <a:t>by</a:t>
            </a:r>
            <a:r>
              <a:rPr lang="nl-NL" dirty="0"/>
              <a:t> memory </a:t>
            </a:r>
            <a:r>
              <a:rPr lang="nl-NL" dirty="0" err="1"/>
              <a:t>size</a:t>
            </a:r>
            <a:r>
              <a:rPr lang="nl-NL" dirty="0"/>
              <a:t>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nl-NL" dirty="0" err="1"/>
              <a:t>Not</a:t>
            </a:r>
            <a:r>
              <a:rPr lang="nl-NL" dirty="0"/>
              <a:t> a performance bottleneck, but a no-go!</a:t>
            </a:r>
          </a:p>
        </p:txBody>
      </p:sp>
      <p:cxnSp>
        <p:nvCxnSpPr>
          <p:cNvPr id="9" name="Straight Arrow Connector 8"/>
          <p:cNvCxnSpPr/>
          <p:nvPr/>
        </p:nvCxnSpPr>
        <p:spPr>
          <a:xfrm flipH="1">
            <a:off x="3173683" y="2235200"/>
            <a:ext cx="558800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20807572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800">
        <p:fade/>
      </p:transition>
    </mc:Choice>
    <mc:Fallback xmlns="">
      <p:transition spd="slow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9D1BB7-FB20-7441-B7DD-B342356ED5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dirty="0"/>
              <a:t>Important System Details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101D17A-8471-C54C-BAB3-CE2F74484A8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516362" y="1145098"/>
            <a:ext cx="9882007" cy="4456846"/>
          </a:xfrm>
        </p:spPr>
        <p:txBody>
          <a:bodyPr/>
          <a:lstStyle/>
          <a:p>
            <a:pPr>
              <a:buFont typeface="Arial" panose="020B0604020202020204" pitchFamily="34" charset="0"/>
              <a:buChar char="•"/>
            </a:pPr>
            <a:r>
              <a:rPr lang="nl-NL" dirty="0" err="1"/>
              <a:t>Compute</a:t>
            </a:r>
            <a:r>
              <a:rPr lang="nl-NL" dirty="0"/>
              <a:t> (</a:t>
            </a:r>
            <a:r>
              <a:rPr lang="nl-NL" dirty="0" err="1"/>
              <a:t>floating</a:t>
            </a:r>
            <a:r>
              <a:rPr lang="nl-NL" dirty="0"/>
              <a:t> point operations per second, FLOPS)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nl-NL" dirty="0"/>
              <a:t>Memory </a:t>
            </a:r>
            <a:r>
              <a:rPr lang="nl-NL" dirty="0" err="1"/>
              <a:t>bandwidth</a:t>
            </a:r>
            <a:endParaRPr lang="nl-NL" dirty="0"/>
          </a:p>
          <a:p>
            <a:pPr>
              <a:buFont typeface="Arial" panose="020B0604020202020204" pitchFamily="34" charset="0"/>
              <a:buChar char="•"/>
            </a:pPr>
            <a:r>
              <a:rPr lang="nl-NL" dirty="0"/>
              <a:t>Memory </a:t>
            </a:r>
            <a:r>
              <a:rPr lang="nl-NL" dirty="0" err="1"/>
              <a:t>size</a:t>
            </a:r>
            <a:endParaRPr lang="nl-NL" dirty="0"/>
          </a:p>
          <a:p>
            <a:pPr>
              <a:buFont typeface="Arial" panose="020B0604020202020204" pitchFamily="34" charset="0"/>
              <a:buChar char="•"/>
            </a:pPr>
            <a:r>
              <a:rPr lang="nl-NL" dirty="0"/>
              <a:t>I/O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nl-NL" dirty="0"/>
              <a:t>Communication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721EB90-6063-084B-AEBB-B08C20B74B54}"/>
              </a:ext>
            </a:extLst>
          </p:cNvPr>
          <p:cNvSpPr>
            <a:spLocks noGrp="1"/>
          </p:cNvSpPr>
          <p:nvPr>
            <p:ph type="body" sz="quarter" idx="65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3574DB4-4BA2-7747-8C62-E3DFFBAEAE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D0FE45-509C-4BDF-9EDE-64426F8DF3D2}" type="slidenum">
              <a:rPr lang="nl-NL" smtClean="0"/>
              <a:t>8</a:t>
            </a:fld>
            <a:endParaRPr lang="nl-NL"/>
          </a:p>
        </p:txBody>
      </p:sp>
      <p:sp>
        <p:nvSpPr>
          <p:cNvPr id="7" name="TextBox 6"/>
          <p:cNvSpPr txBox="1"/>
          <p:nvPr/>
        </p:nvSpPr>
        <p:spPr>
          <a:xfrm>
            <a:off x="3707083" y="1932970"/>
            <a:ext cx="5337256" cy="2123658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square" lIns="182880" tIns="91440" rIns="182880" bIns="91440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nl-NL" dirty="0"/>
              <a:t>HPC systems </a:t>
            </a:r>
            <a:r>
              <a:rPr lang="nl-NL" dirty="0" err="1"/>
              <a:t>typically</a:t>
            </a:r>
            <a:r>
              <a:rPr lang="nl-NL" dirty="0"/>
              <a:t> have shared file systems, </a:t>
            </a:r>
            <a:r>
              <a:rPr lang="nl-NL" dirty="0" err="1"/>
              <a:t>usually</a:t>
            </a:r>
            <a:r>
              <a:rPr lang="nl-NL" dirty="0"/>
              <a:t> </a:t>
            </a:r>
            <a:r>
              <a:rPr lang="nl-NL" dirty="0" err="1"/>
              <a:t>with</a:t>
            </a:r>
            <a:r>
              <a:rPr lang="nl-NL" dirty="0"/>
              <a:t> </a:t>
            </a:r>
            <a:r>
              <a:rPr lang="nl-NL" dirty="0" err="1"/>
              <a:t>good</a:t>
            </a:r>
            <a:r>
              <a:rPr lang="nl-NL" dirty="0"/>
              <a:t> </a:t>
            </a:r>
            <a:r>
              <a:rPr lang="nl-NL" dirty="0" err="1"/>
              <a:t>bandwidth</a:t>
            </a:r>
            <a:r>
              <a:rPr lang="nl-NL" dirty="0"/>
              <a:t>, but (</a:t>
            </a:r>
            <a:r>
              <a:rPr lang="nl-NL" dirty="0" err="1"/>
              <a:t>relatively</a:t>
            </a:r>
            <a:r>
              <a:rPr lang="nl-NL" dirty="0"/>
              <a:t>) low I/O operations per second (IOPS)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nl-NL" dirty="0"/>
              <a:t>Common bottleneck in </a:t>
            </a:r>
            <a:r>
              <a:rPr lang="nl-NL" dirty="0" err="1"/>
              <a:t>distributed</a:t>
            </a:r>
            <a:r>
              <a:rPr lang="nl-NL" dirty="0"/>
              <a:t> </a:t>
            </a:r>
            <a:r>
              <a:rPr lang="nl-NL" dirty="0" err="1"/>
              <a:t>learning</a:t>
            </a:r>
            <a:r>
              <a:rPr lang="nl-NL" dirty="0"/>
              <a:t>! </a:t>
            </a:r>
            <a:r>
              <a:rPr lang="nl-NL" dirty="0" err="1"/>
              <a:t>Many</a:t>
            </a:r>
            <a:r>
              <a:rPr lang="nl-NL" dirty="0"/>
              <a:t> </a:t>
            </a:r>
            <a:r>
              <a:rPr lang="nl-NL" dirty="0" err="1"/>
              <a:t>nodes</a:t>
            </a:r>
            <a:r>
              <a:rPr lang="nl-NL" dirty="0"/>
              <a:t> reading </a:t>
            </a:r>
            <a:r>
              <a:rPr lang="nl-NL" dirty="0" err="1"/>
              <a:t>from</a:t>
            </a:r>
            <a:r>
              <a:rPr lang="nl-NL" dirty="0"/>
              <a:t> </a:t>
            </a:r>
            <a:r>
              <a:rPr lang="nl-NL" dirty="0" err="1"/>
              <a:t>the</a:t>
            </a:r>
            <a:r>
              <a:rPr lang="nl-NL" dirty="0"/>
              <a:t> </a:t>
            </a:r>
            <a:r>
              <a:rPr lang="nl-NL" dirty="0" err="1"/>
              <a:t>same</a:t>
            </a:r>
            <a:r>
              <a:rPr lang="nl-NL" dirty="0"/>
              <a:t> filesystem.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nl-NL" dirty="0" err="1"/>
              <a:t>Other</a:t>
            </a:r>
            <a:r>
              <a:rPr lang="nl-NL" dirty="0"/>
              <a:t> users (&amp; </a:t>
            </a:r>
            <a:r>
              <a:rPr lang="nl-NL" dirty="0" err="1"/>
              <a:t>sysadmins</a:t>
            </a:r>
            <a:r>
              <a:rPr lang="nl-NL" dirty="0"/>
              <a:t>) </a:t>
            </a:r>
            <a:r>
              <a:rPr lang="nl-NL" dirty="0" err="1"/>
              <a:t>will</a:t>
            </a:r>
            <a:r>
              <a:rPr lang="nl-NL" dirty="0"/>
              <a:t> </a:t>
            </a:r>
            <a:r>
              <a:rPr lang="nl-NL" dirty="0" err="1"/>
              <a:t>dislike</a:t>
            </a:r>
            <a:r>
              <a:rPr lang="nl-NL" dirty="0"/>
              <a:t> </a:t>
            </a:r>
            <a:r>
              <a:rPr lang="nl-NL" dirty="0" err="1"/>
              <a:t>you</a:t>
            </a:r>
            <a:r>
              <a:rPr lang="nl-NL" dirty="0"/>
              <a:t> </a:t>
            </a:r>
            <a:r>
              <a:rPr lang="nl-NL" dirty="0" err="1"/>
              <a:t>if</a:t>
            </a:r>
            <a:r>
              <a:rPr lang="nl-NL" dirty="0"/>
              <a:t> </a:t>
            </a:r>
            <a:r>
              <a:rPr lang="nl-NL" dirty="0" err="1"/>
              <a:t>you</a:t>
            </a:r>
            <a:r>
              <a:rPr lang="nl-NL" dirty="0"/>
              <a:t> do I/O in a </a:t>
            </a:r>
            <a:r>
              <a:rPr lang="nl-NL" dirty="0" err="1"/>
              <a:t>naive</a:t>
            </a:r>
            <a:r>
              <a:rPr lang="nl-NL" dirty="0"/>
              <a:t> way!</a:t>
            </a:r>
          </a:p>
        </p:txBody>
      </p:sp>
      <p:cxnSp>
        <p:nvCxnSpPr>
          <p:cNvPr id="9" name="Straight Arrow Connector 8"/>
          <p:cNvCxnSpPr/>
          <p:nvPr/>
        </p:nvCxnSpPr>
        <p:spPr>
          <a:xfrm flipH="1">
            <a:off x="3148283" y="2717800"/>
            <a:ext cx="558800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51121070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800">
        <p:fade/>
      </p:transition>
    </mc:Choice>
    <mc:Fallback xmlns="">
      <p:transition spd="slow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9D1BB7-FB20-7441-B7DD-B342356ED5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dirty="0"/>
              <a:t>Important System Details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101D17A-8471-C54C-BAB3-CE2F74484A8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516362" y="1145098"/>
            <a:ext cx="9882007" cy="4456846"/>
          </a:xfrm>
        </p:spPr>
        <p:txBody>
          <a:bodyPr/>
          <a:lstStyle/>
          <a:p>
            <a:pPr>
              <a:buFont typeface="Arial" panose="020B0604020202020204" pitchFamily="34" charset="0"/>
              <a:buChar char="•"/>
            </a:pPr>
            <a:r>
              <a:rPr lang="nl-NL" err="1"/>
              <a:t>Compute</a:t>
            </a:r>
            <a:r>
              <a:rPr lang="nl-NL"/>
              <a:t> (</a:t>
            </a:r>
            <a:r>
              <a:rPr lang="nl-NL" err="1"/>
              <a:t>floating</a:t>
            </a:r>
            <a:r>
              <a:rPr lang="nl-NL"/>
              <a:t> point operations per second, FLOPS)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nl-NL"/>
              <a:t>Memory </a:t>
            </a:r>
            <a:r>
              <a:rPr lang="nl-NL" err="1"/>
              <a:t>bandwidth</a:t>
            </a:r>
            <a:endParaRPr lang="nl-NL"/>
          </a:p>
          <a:p>
            <a:pPr>
              <a:buFont typeface="Arial" panose="020B0604020202020204" pitchFamily="34" charset="0"/>
              <a:buChar char="•"/>
            </a:pPr>
            <a:r>
              <a:rPr lang="nl-NL"/>
              <a:t>Memory </a:t>
            </a:r>
            <a:r>
              <a:rPr lang="nl-NL" err="1"/>
              <a:t>size</a:t>
            </a:r>
            <a:endParaRPr lang="nl-NL"/>
          </a:p>
          <a:p>
            <a:pPr>
              <a:buFont typeface="Arial" panose="020B0604020202020204" pitchFamily="34" charset="0"/>
              <a:buChar char="•"/>
            </a:pPr>
            <a:r>
              <a:rPr lang="nl-NL"/>
              <a:t>I/O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nl-NL"/>
              <a:t>Communication</a:t>
            </a:r>
          </a:p>
          <a:p>
            <a:pPr lvl="1"/>
            <a:endParaRPr lang="nl-NL" sz="1400"/>
          </a:p>
          <a:p>
            <a:endParaRPr lang="nl-NL" sz="140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721EB90-6063-084B-AEBB-B08C20B74B54}"/>
              </a:ext>
            </a:extLst>
          </p:cNvPr>
          <p:cNvSpPr>
            <a:spLocks noGrp="1"/>
          </p:cNvSpPr>
          <p:nvPr>
            <p:ph type="body" sz="quarter" idx="65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3574DB4-4BA2-7747-8C62-E3DFFBAEAE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D0FE45-509C-4BDF-9EDE-64426F8DF3D2}" type="slidenum">
              <a:rPr lang="nl-NL" smtClean="0"/>
              <a:t>9</a:t>
            </a:fld>
            <a:endParaRPr lang="nl-NL"/>
          </a:p>
        </p:txBody>
      </p:sp>
      <p:sp>
        <p:nvSpPr>
          <p:cNvPr id="7" name="TextBox 6"/>
          <p:cNvSpPr txBox="1"/>
          <p:nvPr/>
        </p:nvSpPr>
        <p:spPr>
          <a:xfrm>
            <a:off x="3707082" y="2295800"/>
            <a:ext cx="6033817" cy="2123658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square" lIns="182880" tIns="91440" rIns="182880" bIns="91440" rtlCol="0" anchor="t">
            <a:spAutoFit/>
          </a:bodyPr>
          <a:lstStyle/>
          <a:p>
            <a:r>
              <a:rPr lang="nl-NL" dirty="0"/>
              <a:t>Communication </a:t>
            </a:r>
            <a:r>
              <a:rPr lang="nl-NL" dirty="0" err="1"/>
              <a:t>can</a:t>
            </a:r>
            <a:r>
              <a:rPr lang="nl-NL" dirty="0"/>
              <a:t> </a:t>
            </a:r>
            <a:r>
              <a:rPr lang="nl-NL" dirty="0" err="1"/>
              <a:t>be</a:t>
            </a:r>
            <a:r>
              <a:rPr lang="nl-NL" dirty="0"/>
              <a:t> </a:t>
            </a:r>
            <a:r>
              <a:rPr lang="nl-NL" dirty="0" err="1"/>
              <a:t>limiting</a:t>
            </a:r>
            <a:r>
              <a:rPr lang="nl-NL" dirty="0"/>
              <a:t> in </a:t>
            </a:r>
            <a:r>
              <a:rPr lang="nl-NL" dirty="0" err="1"/>
              <a:t>several</a:t>
            </a:r>
            <a:r>
              <a:rPr lang="nl-NL" dirty="0"/>
              <a:t> </a:t>
            </a:r>
            <a:r>
              <a:rPr lang="nl-NL" dirty="0" err="1"/>
              <a:t>ways</a:t>
            </a:r>
            <a:r>
              <a:rPr lang="nl-NL" dirty="0"/>
              <a:t>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nl-NL" dirty="0" err="1"/>
              <a:t>Latency</a:t>
            </a:r>
            <a:r>
              <a:rPr lang="nl-NL" dirty="0"/>
              <a:t> (</a:t>
            </a:r>
            <a:r>
              <a:rPr lang="nl-NL" dirty="0" err="1"/>
              <a:t>many</a:t>
            </a:r>
            <a:r>
              <a:rPr lang="nl-NL" dirty="0"/>
              <a:t>, small </a:t>
            </a:r>
            <a:r>
              <a:rPr lang="nl-NL" dirty="0" err="1"/>
              <a:t>message</a:t>
            </a:r>
            <a:r>
              <a:rPr lang="nl-NL" dirty="0"/>
              <a:t> </a:t>
            </a:r>
            <a:r>
              <a:rPr lang="nl-NL" dirty="0" err="1"/>
              <a:t>send</a:t>
            </a:r>
            <a:r>
              <a:rPr lang="nl-NL" dirty="0"/>
              <a:t> </a:t>
            </a:r>
            <a:r>
              <a:rPr lang="nl-NL" dirty="0" err="1"/>
              <a:t>between</a:t>
            </a:r>
            <a:r>
              <a:rPr lang="nl-NL" dirty="0"/>
              <a:t> </a:t>
            </a:r>
            <a:r>
              <a:rPr lang="nl-NL" dirty="0" err="1"/>
              <a:t>nodes</a:t>
            </a:r>
            <a:r>
              <a:rPr lang="nl-NL" dirty="0"/>
              <a:t>)</a:t>
            </a:r>
            <a:endParaRPr lang="nl-NL" dirty="0">
              <a:cs typeface="Calibri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nl-NL" dirty="0" err="1"/>
              <a:t>Bandwidth</a:t>
            </a:r>
            <a:r>
              <a:rPr lang="nl-NL" dirty="0"/>
              <a:t> (few, large </a:t>
            </a:r>
            <a:r>
              <a:rPr lang="nl-NL" dirty="0" err="1"/>
              <a:t>messages</a:t>
            </a:r>
            <a:r>
              <a:rPr lang="nl-NL" dirty="0"/>
              <a:t> </a:t>
            </a:r>
            <a:r>
              <a:rPr lang="nl-NL" dirty="0" err="1"/>
              <a:t>send</a:t>
            </a:r>
            <a:r>
              <a:rPr lang="nl-NL" dirty="0"/>
              <a:t> </a:t>
            </a:r>
            <a:r>
              <a:rPr lang="nl-NL" dirty="0" err="1"/>
              <a:t>between</a:t>
            </a:r>
            <a:r>
              <a:rPr lang="nl-NL" dirty="0"/>
              <a:t> </a:t>
            </a:r>
            <a:r>
              <a:rPr lang="nl-NL" dirty="0" err="1"/>
              <a:t>nodes</a:t>
            </a:r>
            <a:r>
              <a:rPr lang="nl-NL" dirty="0"/>
              <a:t>)</a:t>
            </a:r>
            <a:endParaRPr lang="nl-NL" dirty="0">
              <a:cs typeface="Calibri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nl-NL" dirty="0"/>
              <a:t>Load </a:t>
            </a:r>
            <a:r>
              <a:rPr lang="nl-NL" dirty="0" err="1"/>
              <a:t>imbalance</a:t>
            </a:r>
            <a:r>
              <a:rPr lang="nl-NL" dirty="0"/>
              <a:t> (</a:t>
            </a:r>
            <a:r>
              <a:rPr lang="nl-NL" dirty="0" err="1"/>
              <a:t>some</a:t>
            </a:r>
            <a:r>
              <a:rPr lang="nl-NL" dirty="0"/>
              <a:t> </a:t>
            </a:r>
            <a:r>
              <a:rPr lang="nl-NL" dirty="0" err="1"/>
              <a:t>workers</a:t>
            </a:r>
            <a:r>
              <a:rPr lang="nl-NL" dirty="0"/>
              <a:t> in </a:t>
            </a:r>
            <a:r>
              <a:rPr lang="nl-NL" dirty="0" err="1"/>
              <a:t>distributed</a:t>
            </a:r>
            <a:r>
              <a:rPr lang="nl-NL" dirty="0"/>
              <a:t> job are slower / have more </a:t>
            </a:r>
            <a:r>
              <a:rPr lang="nl-NL" dirty="0" err="1"/>
              <a:t>work</a:t>
            </a:r>
            <a:r>
              <a:rPr lang="nl-NL" dirty="0"/>
              <a:t>; </a:t>
            </a:r>
            <a:r>
              <a:rPr lang="nl-NL" dirty="0" err="1"/>
              <a:t>others</a:t>
            </a:r>
            <a:r>
              <a:rPr lang="nl-NL" dirty="0"/>
              <a:t> have </a:t>
            </a:r>
            <a:r>
              <a:rPr lang="nl-NL" dirty="0" err="1"/>
              <a:t>to</a:t>
            </a:r>
            <a:r>
              <a:rPr lang="nl-NL" dirty="0"/>
              <a:t> </a:t>
            </a:r>
            <a:r>
              <a:rPr lang="nl-NL" dirty="0" err="1"/>
              <a:t>wait</a:t>
            </a:r>
            <a:r>
              <a:rPr lang="nl-NL" dirty="0"/>
              <a:t> </a:t>
            </a:r>
            <a:r>
              <a:rPr lang="nl-NL" dirty="0" err="1"/>
              <a:t>when</a:t>
            </a:r>
            <a:r>
              <a:rPr lang="nl-NL" dirty="0"/>
              <a:t> </a:t>
            </a:r>
            <a:r>
              <a:rPr lang="nl-NL" dirty="0" err="1"/>
              <a:t>synchronization</a:t>
            </a:r>
            <a:r>
              <a:rPr lang="nl-NL" dirty="0"/>
              <a:t> is </a:t>
            </a:r>
            <a:r>
              <a:rPr lang="nl-NL" dirty="0" err="1"/>
              <a:t>needed</a:t>
            </a:r>
            <a:r>
              <a:rPr lang="nl-NL" dirty="0"/>
              <a:t>)</a:t>
            </a:r>
            <a:endParaRPr lang="nl-NL" dirty="0">
              <a:cs typeface="Calibri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nl-NL" dirty="0"/>
              <a:t>CPU &lt;-&gt;</a:t>
            </a:r>
            <a:r>
              <a:rPr lang="nl-NL" dirty="0">
                <a:sym typeface="Wingdings" panose="05000000000000000000" pitchFamily="2" charset="2"/>
              </a:rPr>
              <a:t> GPU</a:t>
            </a:r>
            <a:endParaRPr lang="nl-NL" dirty="0"/>
          </a:p>
        </p:txBody>
      </p:sp>
      <p:cxnSp>
        <p:nvCxnSpPr>
          <p:cNvPr id="9" name="Straight Arrow Connector 8"/>
          <p:cNvCxnSpPr/>
          <p:nvPr/>
        </p:nvCxnSpPr>
        <p:spPr>
          <a:xfrm flipH="1">
            <a:off x="3148283" y="3169530"/>
            <a:ext cx="558800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38372999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800">
        <p:fade/>
      </p:transition>
    </mc:Choice>
    <mc:Fallback xmlns="">
      <p:transition spd="slow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9D1BB7-FB20-7441-B7DD-B342356ED5B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406" y="151652"/>
            <a:ext cx="11149188" cy="600744"/>
          </a:xfrm>
        </p:spPr>
        <p:txBody>
          <a:bodyPr/>
          <a:lstStyle/>
          <a:p>
            <a:r>
              <a:rPr kumimoji="0" lang="nl-NL" sz="3200" b="1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j-ea"/>
                <a:cs typeface="+mj-cs"/>
              </a:rPr>
              <a:t>Some</a:t>
            </a:r>
            <a:r>
              <a:rPr kumimoji="0" lang="nl-NL" sz="32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j-ea"/>
                <a:cs typeface="+mj-cs"/>
              </a:rPr>
              <a:t> context</a:t>
            </a:r>
            <a:endParaRPr lang="nl-NL" sz="2800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721EB90-6063-084B-AEBB-B08C20B74B54}"/>
              </a:ext>
            </a:extLst>
          </p:cNvPr>
          <p:cNvSpPr>
            <a:spLocks noGrp="1"/>
          </p:cNvSpPr>
          <p:nvPr>
            <p:ph type="body" sz="quarter" idx="65"/>
          </p:nvPr>
        </p:nvSpPr>
        <p:spPr/>
        <p:txBody>
          <a:bodyPr/>
          <a:lstStyle/>
          <a:p>
            <a:endParaRPr lang="nl-NL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3574DB4-4BA2-7747-8C62-E3DFFBAEAE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D0FE45-509C-4BDF-9EDE-64426F8DF3D2}" type="slidenum">
              <a:rPr lang="nl-NL" smtClean="0"/>
              <a:t>10</a:t>
            </a:fld>
            <a:endParaRPr lang="nl-NL"/>
          </a:p>
        </p:txBody>
      </p:sp>
      <p:graphicFrame>
        <p:nvGraphicFramePr>
          <p:cNvPr id="7" name="Table 7">
            <a:extLst>
              <a:ext uri="{FF2B5EF4-FFF2-40B4-BE49-F238E27FC236}">
                <a16:creationId xmlns:a16="http://schemas.microsoft.com/office/drawing/2014/main" id="{4D057561-C84D-F8F1-7628-7604D5A5853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42316952"/>
              </p:ext>
            </p:extLst>
          </p:nvPr>
        </p:nvGraphicFramePr>
        <p:xfrm>
          <a:off x="3235319" y="215979"/>
          <a:ext cx="7858683" cy="6273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322147">
                  <a:extLst>
                    <a:ext uri="{9D8B030D-6E8A-4147-A177-3AD203B41FA5}">
                      <a16:colId xmlns:a16="http://schemas.microsoft.com/office/drawing/2014/main" val="3122299815"/>
                    </a:ext>
                  </a:extLst>
                </a:gridCol>
                <a:gridCol w="1768268">
                  <a:extLst>
                    <a:ext uri="{9D8B030D-6E8A-4147-A177-3AD203B41FA5}">
                      <a16:colId xmlns:a16="http://schemas.microsoft.com/office/drawing/2014/main" val="4182471653"/>
                    </a:ext>
                  </a:extLst>
                </a:gridCol>
                <a:gridCol w="1768268">
                  <a:extLst>
                    <a:ext uri="{9D8B030D-6E8A-4147-A177-3AD203B41FA5}">
                      <a16:colId xmlns:a16="http://schemas.microsoft.com/office/drawing/2014/main" val="41162898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What?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Time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Equivalent to N CPU instructions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1407581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CPU instruction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0.25 ns (@4GHz)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4204622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GPU instruction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 ns (@1 GHz)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4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3055564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Fetch from L1 CPU cache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0.5 ns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8448848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Fetch from L2 CPU cache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7 ns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28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427835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Fetch from main CPU memory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100 ns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400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6301481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CPU =&gt; GPU latency (PCI)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300 ns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1200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2568179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GPU </a:t>
                      </a:r>
                      <a:r>
                        <a:rPr lang="en-US" dirty="0">
                          <a:sym typeface="Wingdings" panose="05000000000000000000" pitchFamily="2" charset="2"/>
                        </a:rPr>
                        <a:t> GPU latency (</a:t>
                      </a:r>
                      <a:r>
                        <a:rPr lang="en-US" dirty="0" err="1">
                          <a:sym typeface="Wingdings" panose="05000000000000000000" pitchFamily="2" charset="2"/>
                        </a:rPr>
                        <a:t>NVLink</a:t>
                      </a:r>
                      <a:r>
                        <a:rPr lang="en-US" dirty="0">
                          <a:sym typeface="Wingdings" panose="05000000000000000000" pitchFamily="2" charset="2"/>
                        </a:rPr>
                        <a:t>)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300 ns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1200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9857092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 err="1"/>
                        <a:t>Infiniband</a:t>
                      </a:r>
                      <a:r>
                        <a:rPr lang="en-US" dirty="0"/>
                        <a:t> network latency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 </a:t>
                      </a:r>
                      <a:r>
                        <a:rPr lang="el-GR" dirty="0"/>
                        <a:t>μ</a:t>
                      </a:r>
                      <a:r>
                        <a:rPr lang="en-US" dirty="0"/>
                        <a:t>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4k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2491713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Ethernet network latency 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10-1000 </a:t>
                      </a:r>
                      <a:r>
                        <a:rPr lang="el-GR" dirty="0"/>
                        <a:t>μ</a:t>
                      </a:r>
                      <a:r>
                        <a:rPr lang="en-US" dirty="0"/>
                        <a:t>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40k-4M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7087275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Seek time (</a:t>
                      </a:r>
                      <a:r>
                        <a:rPr lang="en-US" dirty="0" err="1"/>
                        <a:t>NVMe</a:t>
                      </a:r>
                      <a:r>
                        <a:rPr lang="en-US" dirty="0"/>
                        <a:t> SSD)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20 </a:t>
                      </a:r>
                      <a:r>
                        <a:rPr lang="el-GR" dirty="0"/>
                        <a:t>μ</a:t>
                      </a:r>
                      <a:r>
                        <a:rPr lang="en-US" dirty="0"/>
                        <a:t>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80k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8259700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Seek time (Sata SSD)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200 </a:t>
                      </a:r>
                      <a:r>
                        <a:rPr lang="el-GR" dirty="0"/>
                        <a:t>μ</a:t>
                      </a:r>
                      <a:r>
                        <a:rPr lang="en-US" dirty="0"/>
                        <a:t>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800k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7314818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Seek time (hard disk)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2-5 </a:t>
                      </a:r>
                      <a:r>
                        <a:rPr lang="en-US" dirty="0" err="1"/>
                        <a:t>ms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8-20M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868050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Network File System (NFS) response times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10-40 </a:t>
                      </a:r>
                      <a:r>
                        <a:rPr lang="en-US" dirty="0" err="1"/>
                        <a:t>ms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80-240M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6543727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99846076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800">
        <p:fade/>
      </p:transition>
    </mc:Choice>
    <mc:Fallback xmlns="">
      <p:transition spd="slow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9D1BB7-FB20-7441-B7DD-B342356ED5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dirty="0"/>
              <a:t>System Hardware Distribution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101D17A-8471-C54C-BAB3-CE2F74484A8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516362" y="1145098"/>
            <a:ext cx="9882007" cy="4456846"/>
          </a:xfrm>
        </p:spPr>
        <p:txBody>
          <a:bodyPr vert="horz" lIns="0" tIns="0" rIns="0" bIns="0" rtlCol="0" anchor="t">
            <a:noAutofit/>
          </a:bodyPr>
          <a:lstStyle/>
          <a:p>
            <a:pPr marL="0" indent="0">
              <a:buNone/>
            </a:pPr>
            <a:r>
              <a:rPr lang="nl-NL" dirty="0"/>
              <a:t>A look at </a:t>
            </a:r>
            <a:r>
              <a:rPr lang="nl-NL" dirty="0" err="1"/>
              <a:t>the</a:t>
            </a:r>
            <a:r>
              <a:rPr lang="nl-NL" dirty="0"/>
              <a:t> hardware, </a:t>
            </a:r>
            <a:r>
              <a:rPr lang="nl-NL" dirty="0" err="1"/>
              <a:t>from</a:t>
            </a:r>
            <a:r>
              <a:rPr lang="nl-NL" dirty="0"/>
              <a:t> a DL </a:t>
            </a:r>
            <a:r>
              <a:rPr lang="nl-NL" dirty="0" err="1"/>
              <a:t>perspective</a:t>
            </a:r>
            <a:r>
              <a:rPr lang="nl-NL" dirty="0"/>
              <a:t>: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nl-NL" dirty="0"/>
              <a:t>Nvidia is dominant, Volta was a game </a:t>
            </a:r>
            <a:r>
              <a:rPr lang="nl-NL" dirty="0" err="1"/>
              <a:t>changer</a:t>
            </a:r>
            <a:endParaRPr lang="nl-NL" dirty="0"/>
          </a:p>
          <a:p>
            <a:pPr>
              <a:buFont typeface="Arial" panose="020B0604020202020204" pitchFamily="34" charset="0"/>
              <a:buChar char="•"/>
            </a:pPr>
            <a:r>
              <a:rPr lang="nl-NL" dirty="0"/>
              <a:t>AMD is </a:t>
            </a:r>
            <a:r>
              <a:rPr lang="nl-NL" dirty="0" err="1"/>
              <a:t>slowly</a:t>
            </a:r>
            <a:r>
              <a:rPr lang="nl-NL" dirty="0"/>
              <a:t> </a:t>
            </a:r>
            <a:r>
              <a:rPr lang="nl-NL" dirty="0" err="1"/>
              <a:t>catching</a:t>
            </a:r>
            <a:r>
              <a:rPr lang="nl-NL" dirty="0"/>
              <a:t> up</a:t>
            </a:r>
            <a:endParaRPr lang="nl-NL" dirty="0">
              <a:cs typeface="Calibri"/>
            </a:endParaRPr>
          </a:p>
          <a:p>
            <a:pPr>
              <a:buFont typeface="Arial" panose="020B0604020202020204" pitchFamily="34" charset="0"/>
              <a:buChar char="•"/>
            </a:pPr>
            <a:r>
              <a:rPr lang="nl-NL" dirty="0" err="1"/>
              <a:t>Specialized</a:t>
            </a:r>
            <a:r>
              <a:rPr lang="nl-NL" dirty="0"/>
              <a:t> hardware </a:t>
            </a:r>
            <a:r>
              <a:rPr lang="nl-NL" dirty="0" err="1"/>
              <a:t>losing</a:t>
            </a:r>
            <a:r>
              <a:rPr lang="nl-NL" dirty="0"/>
              <a:t> </a:t>
            </a:r>
            <a:r>
              <a:rPr lang="nl-NL" dirty="0" err="1"/>
              <a:t>favour</a:t>
            </a:r>
            <a:endParaRPr lang="nl-NL" dirty="0"/>
          </a:p>
          <a:p>
            <a:pPr>
              <a:buFont typeface="Arial" panose="020B0604020202020204" pitchFamily="34" charset="0"/>
              <a:buChar char="•"/>
            </a:pPr>
            <a:r>
              <a:rPr lang="nl-NL" dirty="0"/>
              <a:t>Same </a:t>
            </a:r>
            <a:r>
              <a:rPr lang="nl-NL" dirty="0" err="1"/>
              <a:t>for</a:t>
            </a:r>
            <a:r>
              <a:rPr lang="nl-NL" dirty="0"/>
              <a:t> </a:t>
            </a:r>
            <a:r>
              <a:rPr lang="nl-NL" dirty="0" err="1"/>
              <a:t>CPUs</a:t>
            </a:r>
            <a:endParaRPr lang="nl-NL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721EB90-6063-084B-AEBB-B08C20B74B54}"/>
              </a:ext>
            </a:extLst>
          </p:cNvPr>
          <p:cNvSpPr>
            <a:spLocks noGrp="1"/>
          </p:cNvSpPr>
          <p:nvPr>
            <p:ph type="body" sz="quarter" idx="65"/>
          </p:nvPr>
        </p:nvSpPr>
        <p:spPr/>
        <p:txBody>
          <a:bodyPr/>
          <a:lstStyle/>
          <a:p>
            <a:endParaRPr lang="nl-NL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3574DB4-4BA2-7747-8C62-E3DFFBAEAE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D0FE45-509C-4BDF-9EDE-64426F8DF3D2}" type="slidenum">
              <a:rPr lang="nl-NL" smtClean="0"/>
              <a:t>11</a:t>
            </a:fld>
            <a:endParaRPr lang="nl-NL"/>
          </a:p>
        </p:txBody>
      </p:sp>
      <p:pic>
        <p:nvPicPr>
          <p:cNvPr id="6" name="Picture 5"/>
          <p:cNvPicPr>
            <a:picLocks noChangeAspect="1"/>
          </p:cNvPicPr>
          <p:nvPr/>
        </p:nvPicPr>
        <p:blipFill rotWithShape="1">
          <a:blip r:embed="rId2"/>
          <a:srcRect l="17025" t="34769" r="52725" b="29933"/>
          <a:stretch/>
        </p:blipFill>
        <p:spPr>
          <a:xfrm>
            <a:off x="4452836" y="2002279"/>
            <a:ext cx="6411268" cy="4052211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4610470" y="6114451"/>
            <a:ext cx="6096000" cy="523220"/>
          </a:xfrm>
          <a:prstGeom prst="rect">
            <a:avLst/>
          </a:prstGeom>
        </p:spPr>
        <p:txBody>
          <a:bodyPr>
            <a:spAutoFit/>
          </a:bodyPr>
          <a:lstStyle/>
          <a:p>
            <a:r>
              <a:rPr lang="en-US" sz="1400" dirty="0"/>
              <a:t>Source: Demystifying Parallel and Distributed Deep Learning: An In-Depth Concurrency Analysis, Ben-Nun &amp; </a:t>
            </a:r>
            <a:r>
              <a:rPr lang="en-US" sz="1400" dirty="0" err="1"/>
              <a:t>Hoefler</a:t>
            </a:r>
            <a:r>
              <a:rPr lang="en-US" sz="1400" dirty="0"/>
              <a:t> 2018</a:t>
            </a:r>
            <a:endParaRPr lang="nl-NL" sz="1400" dirty="0"/>
          </a:p>
        </p:txBody>
      </p:sp>
    </p:spTree>
    <p:extLst>
      <p:ext uri="{BB962C8B-B14F-4D97-AF65-F5344CB8AC3E}">
        <p14:creationId xmlns:p14="http://schemas.microsoft.com/office/powerpoint/2010/main" val="338849188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800">
        <p:fade/>
      </p:transition>
    </mc:Choice>
    <mc:Fallback xmlns="">
      <p:transition spd="slow"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9D1BB7-FB20-7441-B7DD-B342356ED5B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3912" y="142238"/>
            <a:ext cx="11149188" cy="600744"/>
          </a:xfrm>
        </p:spPr>
        <p:txBody>
          <a:bodyPr/>
          <a:lstStyle/>
          <a:p>
            <a:r>
              <a:rPr lang="nl-NL"/>
              <a:t>Hardware </a:t>
            </a:r>
            <a:r>
              <a:rPr lang="nl-NL" err="1"/>
              <a:t>overview</a:t>
            </a:r>
            <a:endParaRPr lang="nl-NL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101D17A-8471-C54C-BAB3-CE2F74484A8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516362" y="1145098"/>
            <a:ext cx="9882007" cy="4456846"/>
          </a:xfrm>
        </p:spPr>
        <p:txBody>
          <a:bodyPr/>
          <a:lstStyle/>
          <a:p>
            <a:pPr marL="0" lvl="1" indent="0">
              <a:buNone/>
            </a:pPr>
            <a:endParaRPr lang="nl-NL" sz="1400"/>
          </a:p>
          <a:p>
            <a:endParaRPr lang="nl-NL" sz="140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3574DB4-4BA2-7747-8C62-E3DFFBAEAE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D0FE45-509C-4BDF-9EDE-64426F8DF3D2}" type="slidenum">
              <a:rPr lang="nl-NL" smtClean="0"/>
              <a:t>12</a:t>
            </a:fld>
            <a:endParaRPr lang="nl-NL"/>
          </a:p>
        </p:txBody>
      </p:sp>
      <p:graphicFrame>
        <p:nvGraphicFramePr>
          <p:cNvPr id="9" name="Table 8">
            <a:extLst>
              <a:ext uri="{FF2B5EF4-FFF2-40B4-BE49-F238E27FC236}">
                <a16:creationId xmlns:a16="http://schemas.microsoft.com/office/drawing/2014/main" id="{58680BFC-7F82-2B9C-3AF3-D75E3A00C0D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66541118"/>
              </p:ext>
            </p:extLst>
          </p:nvPr>
        </p:nvGraphicFramePr>
        <p:xfrm>
          <a:off x="0" y="625352"/>
          <a:ext cx="11585986" cy="630501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35951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22601">
                  <a:extLst>
                    <a:ext uri="{9D8B030D-6E8A-4147-A177-3AD203B41FA5}">
                      <a16:colId xmlns:a16="http://schemas.microsoft.com/office/drawing/2014/main" val="3561807771"/>
                    </a:ext>
                  </a:extLst>
                </a:gridCol>
                <a:gridCol w="897227">
                  <a:extLst>
                    <a:ext uri="{9D8B030D-6E8A-4147-A177-3AD203B41FA5}">
                      <a16:colId xmlns:a16="http://schemas.microsoft.com/office/drawing/2014/main" val="3255052570"/>
                    </a:ext>
                  </a:extLst>
                </a:gridCol>
                <a:gridCol w="76099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6196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90364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935916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925157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04349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645459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946673">
                  <a:extLst>
                    <a:ext uri="{9D8B030D-6E8A-4147-A177-3AD203B41FA5}">
                      <a16:colId xmlns:a16="http://schemas.microsoft.com/office/drawing/2014/main" val="2789311500"/>
                    </a:ext>
                  </a:extLst>
                </a:gridCol>
                <a:gridCol w="1183341">
                  <a:extLst>
                    <a:ext uri="{9D8B030D-6E8A-4147-A177-3AD203B41FA5}">
                      <a16:colId xmlns:a16="http://schemas.microsoft.com/office/drawing/2014/main" val="2973773599"/>
                    </a:ext>
                  </a:extLst>
                </a:gridCol>
              </a:tblGrid>
              <a:tr h="858928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 </a:t>
                      </a: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FP4</a:t>
                      </a:r>
                    </a:p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[TFLOPS]</a:t>
                      </a:r>
                    </a:p>
                  </a:txBody>
                  <a:tcPr marL="60311" marR="60311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FP8</a:t>
                      </a:r>
                    </a:p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[TFLOPS]</a:t>
                      </a:r>
                    </a:p>
                  </a:txBody>
                  <a:tcPr marL="60311" marR="60311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INT8</a:t>
                      </a:r>
                      <a:endParaRPr lang="en-US" sz="1600">
                        <a:effectLst/>
                        <a:latin typeface="+mj-lt"/>
                      </a:endParaRPr>
                    </a:p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[TOPS]</a:t>
                      </a: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 dirty="0">
                          <a:effectLst/>
                          <a:latin typeface="+mj-lt"/>
                        </a:rPr>
                        <a:t>FP16/BF16</a:t>
                      </a:r>
                      <a:endParaRPr lang="en-US" sz="1600" dirty="0">
                        <a:effectLst/>
                        <a:latin typeface="+mj-lt"/>
                      </a:endParaRPr>
                    </a:p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 dirty="0">
                          <a:effectLst/>
                          <a:latin typeface="+mj-lt"/>
                        </a:rPr>
                        <a:t>[TFLOPS]</a:t>
                      </a:r>
                      <a:endParaRPr lang="en-US" sz="1600" dirty="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 dirty="0">
                          <a:effectLst/>
                          <a:latin typeface="+mj-lt"/>
                        </a:rPr>
                        <a:t>FP32</a:t>
                      </a:r>
                      <a:endParaRPr lang="en-US" sz="1600" dirty="0">
                        <a:effectLst/>
                        <a:latin typeface="+mj-lt"/>
                      </a:endParaRPr>
                    </a:p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 dirty="0">
                          <a:effectLst/>
                          <a:latin typeface="+mj-lt"/>
                        </a:rPr>
                        <a:t>[TFLOPS]</a:t>
                      </a:r>
                      <a:endParaRPr lang="en-US" sz="1600" dirty="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FP64</a:t>
                      </a:r>
                      <a:endParaRPr lang="en-US" sz="1600">
                        <a:effectLst/>
                        <a:latin typeface="+mj-lt"/>
                      </a:endParaRPr>
                    </a:p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[TFLOPS]</a:t>
                      </a: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Memory</a:t>
                      </a:r>
                      <a:endParaRPr lang="en-US" sz="1600">
                        <a:effectLst/>
                        <a:latin typeface="+mj-lt"/>
                      </a:endParaRPr>
                    </a:p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[GB]</a:t>
                      </a: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 dirty="0">
                          <a:effectLst/>
                          <a:latin typeface="+mj-lt"/>
                        </a:rPr>
                        <a:t>Memory Bandwidth [GB/s]</a:t>
                      </a:r>
                      <a:endParaRPr lang="en-US" sz="1600" dirty="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/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</a:rPr>
                        <a:t>PCIe [GB/s]</a:t>
                      </a:r>
                      <a:endParaRPr lang="en-US" sz="1600" dirty="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/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Power draw </a:t>
                      </a:r>
                    </a:p>
                    <a:p>
                      <a:pPr>
                        <a:spcAft>
                          <a:spcPts val="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[W]</a:t>
                      </a:r>
                    </a:p>
                  </a:txBody>
                  <a:tcPr marL="60311" marR="60311" marT="0" marB="0"/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FP16 TFLOP per  Watt</a:t>
                      </a:r>
                    </a:p>
                  </a:txBody>
                  <a:tcPr marL="60311" marR="60311" marT="0" marB="0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97551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AMD MI250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endParaRPr lang="en-US" sz="1600" dirty="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362.1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362.1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90.5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90.5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128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3276.8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31.51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560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0.64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55905998"/>
                  </a:ext>
                </a:extLst>
              </a:tr>
              <a:tr h="397551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AMD MI325x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2615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2615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1307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654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163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256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6000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128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1000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1.3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7397367"/>
                  </a:ext>
                </a:extLst>
              </a:tr>
              <a:tr h="382524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NVIDIA A100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624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312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156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19.5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40/80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1555-2039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64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400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0.78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95647227"/>
                  </a:ext>
                </a:extLst>
              </a:tr>
              <a:tr h="382524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NVIDIA H100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endParaRPr lang="en-US" sz="1600" dirty="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1979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1979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990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495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67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80/96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2000-3900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128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700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1.32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84472305"/>
                  </a:ext>
                </a:extLst>
              </a:tr>
              <a:tr h="382524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NVIDIA GB200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20,000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10,000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10,000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5,000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2,500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90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384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16,000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256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2700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1.85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92658629"/>
                  </a:ext>
                </a:extLst>
              </a:tr>
              <a:tr h="382524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NVIDIA L40S (inference only)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endParaRPr lang="en-US" sz="1600" dirty="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733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733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362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183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1.4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48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864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64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350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1.03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13584980"/>
                  </a:ext>
                </a:extLst>
              </a:tr>
              <a:tr h="382524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NVIDIA RTX 5090 (consumer)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1676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838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838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420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105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1.6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24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1790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128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575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0.73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40981836"/>
                  </a:ext>
                </a:extLst>
              </a:tr>
              <a:tr h="1029004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Intel Xeon Scalable 8180 (per socket)</a:t>
                      </a: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-</a:t>
                      </a: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-</a:t>
                      </a: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4.2</a:t>
                      </a:r>
                      <a:endParaRPr lang="en-US" sz="1600">
                        <a:effectLst/>
                        <a:latin typeface="+mj-lt"/>
                      </a:endParaRPr>
                    </a:p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 </a:t>
                      </a: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2.1</a:t>
                      </a:r>
                      <a:endParaRPr lang="en-US" sz="1600">
                        <a:effectLst/>
                        <a:latin typeface="+mj-lt"/>
                      </a:endParaRPr>
                    </a:p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 </a:t>
                      </a: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768 (max)</a:t>
                      </a: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119 (max)</a:t>
                      </a: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15.75</a:t>
                      </a: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205</a:t>
                      </a: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0.02</a:t>
                      </a: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624544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AMD EPYC 7601 (per socket)</a:t>
                      </a: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endParaRPr lang="en-US" sz="1600" dirty="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-</a:t>
                      </a: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-</a:t>
                      </a: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lang="en-US" sz="1600" kern="100" dirty="0">
                          <a:effectLst/>
                          <a:latin typeface="+mj-lt"/>
                        </a:rPr>
                        <a:t>1.4</a:t>
                      </a:r>
                      <a:endParaRPr lang="en-US" sz="1600" dirty="0">
                        <a:effectLst/>
                        <a:latin typeface="+mj-lt"/>
                      </a:endParaRPr>
                    </a:p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 dirty="0">
                          <a:effectLst/>
                          <a:latin typeface="+mj-lt"/>
                        </a:rPr>
                        <a:t> </a:t>
                      </a:r>
                      <a:endParaRPr lang="en-US" sz="1600" dirty="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0.69</a:t>
                      </a:r>
                      <a:endParaRPr lang="en-US" sz="1600">
                        <a:effectLst/>
                        <a:latin typeface="+mj-lt"/>
                      </a:endParaRPr>
                    </a:p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 </a:t>
                      </a: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2000 (max)</a:t>
                      </a: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159 (max)</a:t>
                      </a: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15.75</a:t>
                      </a: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180</a:t>
                      </a: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0.008</a:t>
                      </a: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21531556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800">
        <p:fade/>
      </p:transition>
    </mc:Choice>
    <mc:Fallback xmlns="">
      <p:transition spd="slow"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9D1BB7-FB20-7441-B7DD-B342356ED5B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3912" y="142238"/>
            <a:ext cx="11149188" cy="600744"/>
          </a:xfrm>
        </p:spPr>
        <p:txBody>
          <a:bodyPr/>
          <a:lstStyle/>
          <a:p>
            <a:r>
              <a:rPr lang="nl-NL"/>
              <a:t>Hardware </a:t>
            </a:r>
            <a:r>
              <a:rPr lang="nl-NL" err="1"/>
              <a:t>overview</a:t>
            </a:r>
            <a:endParaRPr lang="nl-NL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101D17A-8471-C54C-BAB3-CE2F74484A8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516362" y="1145098"/>
            <a:ext cx="9882007" cy="4456846"/>
          </a:xfrm>
        </p:spPr>
        <p:txBody>
          <a:bodyPr/>
          <a:lstStyle/>
          <a:p>
            <a:pPr marL="0" lvl="1" indent="0">
              <a:buNone/>
            </a:pPr>
            <a:endParaRPr lang="nl-NL" sz="1400"/>
          </a:p>
          <a:p>
            <a:endParaRPr lang="nl-NL" sz="140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3574DB4-4BA2-7747-8C62-E3DFFBAEAE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D0FE45-509C-4BDF-9EDE-64426F8DF3D2}" type="slidenum">
              <a:rPr lang="nl-NL" smtClean="0"/>
              <a:t>13</a:t>
            </a:fld>
            <a:endParaRPr lang="nl-NL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0B7BE87-189C-884D-5BDC-FEFCF3582353}"/>
              </a:ext>
            </a:extLst>
          </p:cNvPr>
          <p:cNvSpPr txBox="1"/>
          <p:nvPr/>
        </p:nvSpPr>
        <p:spPr>
          <a:xfrm>
            <a:off x="3297286" y="6293816"/>
            <a:ext cx="4320157" cy="430887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en-US" sz="1400">
                <a:hlinkClick r:id="rId3"/>
              </a:rPr>
              <a:t>Prace best practice guide – deep learning </a:t>
            </a:r>
            <a:endParaRPr lang="en-US" sz="1400"/>
          </a:p>
          <a:p>
            <a:pPr algn="ctr"/>
            <a:r>
              <a:rPr lang="nl-NL" sz="1400">
                <a:hlinkClick r:id="rId4"/>
              </a:rPr>
              <a:t>https://en.wikipedia.org/wiki/Ampere_(microarchitecture)</a:t>
            </a:r>
            <a:r>
              <a:rPr lang="en-US" sz="1400"/>
              <a:t> </a:t>
            </a:r>
            <a:endParaRPr lang="nl-NL" sz="1400"/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B17DB686-0C81-F3D5-44A9-20E886913C4E}"/>
              </a:ext>
            </a:extLst>
          </p:cNvPr>
          <p:cNvCxnSpPr/>
          <p:nvPr/>
        </p:nvCxnSpPr>
        <p:spPr>
          <a:xfrm flipH="1">
            <a:off x="3865951" y="521253"/>
            <a:ext cx="282705" cy="36174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C2A4822B-7344-0809-9283-8F375777C8A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78022437"/>
              </p:ext>
            </p:extLst>
          </p:nvPr>
        </p:nvGraphicFramePr>
        <p:xfrm>
          <a:off x="0" y="625352"/>
          <a:ext cx="11585986" cy="630501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35951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22601">
                  <a:extLst>
                    <a:ext uri="{9D8B030D-6E8A-4147-A177-3AD203B41FA5}">
                      <a16:colId xmlns:a16="http://schemas.microsoft.com/office/drawing/2014/main" val="3561807771"/>
                    </a:ext>
                  </a:extLst>
                </a:gridCol>
                <a:gridCol w="897227">
                  <a:extLst>
                    <a:ext uri="{9D8B030D-6E8A-4147-A177-3AD203B41FA5}">
                      <a16:colId xmlns:a16="http://schemas.microsoft.com/office/drawing/2014/main" val="3255052570"/>
                    </a:ext>
                  </a:extLst>
                </a:gridCol>
                <a:gridCol w="76099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6196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90364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935916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925157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04349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645459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946673">
                  <a:extLst>
                    <a:ext uri="{9D8B030D-6E8A-4147-A177-3AD203B41FA5}">
                      <a16:colId xmlns:a16="http://schemas.microsoft.com/office/drawing/2014/main" val="2789311500"/>
                    </a:ext>
                  </a:extLst>
                </a:gridCol>
                <a:gridCol w="1183341">
                  <a:extLst>
                    <a:ext uri="{9D8B030D-6E8A-4147-A177-3AD203B41FA5}">
                      <a16:colId xmlns:a16="http://schemas.microsoft.com/office/drawing/2014/main" val="2973773599"/>
                    </a:ext>
                  </a:extLst>
                </a:gridCol>
              </a:tblGrid>
              <a:tr h="858928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 </a:t>
                      </a: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FP4</a:t>
                      </a:r>
                    </a:p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[TFLOPS]</a:t>
                      </a:r>
                    </a:p>
                  </a:txBody>
                  <a:tcPr marL="60311" marR="60311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FP8</a:t>
                      </a:r>
                    </a:p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[TFLOPS]</a:t>
                      </a:r>
                    </a:p>
                  </a:txBody>
                  <a:tcPr marL="60311" marR="60311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INT8</a:t>
                      </a:r>
                      <a:endParaRPr lang="en-US" sz="1600">
                        <a:effectLst/>
                        <a:latin typeface="+mj-lt"/>
                      </a:endParaRPr>
                    </a:p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[TOPS]</a:t>
                      </a: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 dirty="0">
                          <a:effectLst/>
                          <a:latin typeface="+mj-lt"/>
                        </a:rPr>
                        <a:t>FP16/BF16</a:t>
                      </a:r>
                      <a:endParaRPr lang="en-US" sz="1600" dirty="0">
                        <a:effectLst/>
                        <a:latin typeface="+mj-lt"/>
                      </a:endParaRPr>
                    </a:p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 dirty="0">
                          <a:effectLst/>
                          <a:latin typeface="+mj-lt"/>
                        </a:rPr>
                        <a:t>[TFLOPS]</a:t>
                      </a:r>
                      <a:endParaRPr lang="en-US" sz="1600" dirty="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 dirty="0">
                          <a:effectLst/>
                          <a:latin typeface="+mj-lt"/>
                        </a:rPr>
                        <a:t>FP32</a:t>
                      </a:r>
                      <a:endParaRPr lang="en-US" sz="1600" dirty="0">
                        <a:effectLst/>
                        <a:latin typeface="+mj-lt"/>
                      </a:endParaRPr>
                    </a:p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 dirty="0">
                          <a:effectLst/>
                          <a:latin typeface="+mj-lt"/>
                        </a:rPr>
                        <a:t>[TFLOPS]</a:t>
                      </a:r>
                      <a:endParaRPr lang="en-US" sz="1600" dirty="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FP64</a:t>
                      </a:r>
                      <a:endParaRPr lang="en-US" sz="1600">
                        <a:effectLst/>
                        <a:latin typeface="+mj-lt"/>
                      </a:endParaRPr>
                    </a:p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[TFLOPS]</a:t>
                      </a: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Memory</a:t>
                      </a:r>
                      <a:endParaRPr lang="en-US" sz="1600">
                        <a:effectLst/>
                        <a:latin typeface="+mj-lt"/>
                      </a:endParaRPr>
                    </a:p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[GB]</a:t>
                      </a: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 dirty="0">
                          <a:effectLst/>
                          <a:latin typeface="+mj-lt"/>
                        </a:rPr>
                        <a:t>Memory Bandwidth [GB/s]</a:t>
                      </a:r>
                      <a:endParaRPr lang="en-US" sz="1600" dirty="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/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</a:rPr>
                        <a:t>PCIe [GB/s]</a:t>
                      </a:r>
                      <a:endParaRPr lang="en-US" sz="1600" dirty="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/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Power draw </a:t>
                      </a:r>
                    </a:p>
                    <a:p>
                      <a:pPr>
                        <a:spcAft>
                          <a:spcPts val="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[W]</a:t>
                      </a:r>
                    </a:p>
                  </a:txBody>
                  <a:tcPr marL="60311" marR="60311" marT="0" marB="0"/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FP16 TFLOP per  Watt</a:t>
                      </a:r>
                    </a:p>
                  </a:txBody>
                  <a:tcPr marL="60311" marR="60311" marT="0" marB="0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97551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AMD MI250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endParaRPr lang="en-US" sz="1600" dirty="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362.1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362.1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90.5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90.5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128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3276.8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31.51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560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0.64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55905998"/>
                  </a:ext>
                </a:extLst>
              </a:tr>
              <a:tr h="397551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AMD MI325x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2615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2615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1307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654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163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256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6000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128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1000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1.3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7397367"/>
                  </a:ext>
                </a:extLst>
              </a:tr>
              <a:tr h="382524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NVIDIA A100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624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312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156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19.5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40/80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1555-2039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64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400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0.78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95647227"/>
                  </a:ext>
                </a:extLst>
              </a:tr>
              <a:tr h="382524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NVIDIA H100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endParaRPr lang="en-US" sz="1600" dirty="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1979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1979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990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495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67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80/96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2000-3900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128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700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1.32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84472305"/>
                  </a:ext>
                </a:extLst>
              </a:tr>
              <a:tr h="382524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NVIDIA GB200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20,000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10,000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10,000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5,000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2,500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90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384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16,000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256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2700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1.85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92658629"/>
                  </a:ext>
                </a:extLst>
              </a:tr>
              <a:tr h="382524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NVIDIA L40S (inference only)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endParaRPr lang="en-US" sz="1600" dirty="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733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733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362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183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1.4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48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864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64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350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1.03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13584980"/>
                  </a:ext>
                </a:extLst>
              </a:tr>
              <a:tr h="382524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NVIDIA RTX 5090 (consumer)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1676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838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838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420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105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1.6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24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1790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128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575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0.73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40981836"/>
                  </a:ext>
                </a:extLst>
              </a:tr>
              <a:tr h="1029004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Intel Xeon Scalable 8180 (per socket)</a:t>
                      </a: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-</a:t>
                      </a: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-</a:t>
                      </a: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4.2</a:t>
                      </a:r>
                      <a:endParaRPr lang="en-US" sz="1600">
                        <a:effectLst/>
                        <a:latin typeface="+mj-lt"/>
                      </a:endParaRPr>
                    </a:p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 </a:t>
                      </a: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2.1</a:t>
                      </a:r>
                      <a:endParaRPr lang="en-US" sz="1600">
                        <a:effectLst/>
                        <a:latin typeface="+mj-lt"/>
                      </a:endParaRPr>
                    </a:p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 </a:t>
                      </a: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768 (max)</a:t>
                      </a: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119 (max)</a:t>
                      </a: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15.75</a:t>
                      </a: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205</a:t>
                      </a: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0.02</a:t>
                      </a: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624544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 dirty="0">
                          <a:effectLst/>
                          <a:latin typeface="+mj-lt"/>
                        </a:rPr>
                        <a:t>AMD EPYC 7601 (per socket)</a:t>
                      </a: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endParaRPr lang="en-US" sz="1600" dirty="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-</a:t>
                      </a: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-</a:t>
                      </a: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lang="en-US" sz="1600" kern="100" dirty="0">
                          <a:effectLst/>
                          <a:latin typeface="+mj-lt"/>
                        </a:rPr>
                        <a:t>1.4</a:t>
                      </a:r>
                      <a:endParaRPr lang="en-US" sz="1600" dirty="0">
                        <a:effectLst/>
                        <a:latin typeface="+mj-lt"/>
                      </a:endParaRPr>
                    </a:p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 dirty="0">
                          <a:effectLst/>
                          <a:latin typeface="+mj-lt"/>
                        </a:rPr>
                        <a:t> </a:t>
                      </a:r>
                      <a:endParaRPr lang="en-US" sz="1600" dirty="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lang="en-US" sz="1600" kern="100" dirty="0">
                          <a:effectLst/>
                          <a:latin typeface="+mj-lt"/>
                        </a:rPr>
                        <a:t>0.69</a:t>
                      </a:r>
                      <a:endParaRPr lang="en-US" sz="1600" dirty="0">
                        <a:effectLst/>
                        <a:latin typeface="+mj-lt"/>
                      </a:endParaRPr>
                    </a:p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 dirty="0">
                          <a:effectLst/>
                          <a:latin typeface="+mj-lt"/>
                        </a:rPr>
                        <a:t> </a:t>
                      </a:r>
                      <a:endParaRPr lang="en-US" sz="1600" dirty="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2000 (max)</a:t>
                      </a: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159 (max)</a:t>
                      </a: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15.75</a:t>
                      </a: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180</a:t>
                      </a: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0.008</a:t>
                      </a: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6" name="TextBox 5">
            <a:extLst>
              <a:ext uri="{FF2B5EF4-FFF2-40B4-BE49-F238E27FC236}">
                <a16:creationId xmlns:a16="http://schemas.microsoft.com/office/drawing/2014/main" id="{C930EC93-7FF2-9F22-58D1-FC670331CD90}"/>
              </a:ext>
            </a:extLst>
          </p:cNvPr>
          <p:cNvSpPr txBox="1"/>
          <p:nvPr/>
        </p:nvSpPr>
        <p:spPr>
          <a:xfrm>
            <a:off x="4148656" y="-122171"/>
            <a:ext cx="3468787" cy="738664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square" lIns="182880" tIns="91440" rIns="182880" bIns="91440" rtlCol="0">
            <a:spAutoFit/>
          </a:bodyPr>
          <a:lstStyle/>
          <a:p>
            <a:pPr algn="l"/>
            <a:r>
              <a:rPr lang="nl-NL" dirty="0" err="1"/>
              <a:t>GPUs</a:t>
            </a:r>
            <a:r>
              <a:rPr lang="nl-NL" dirty="0"/>
              <a:t> support </a:t>
            </a:r>
            <a:r>
              <a:rPr lang="nl-NL" dirty="0" err="1"/>
              <a:t>reduced</a:t>
            </a:r>
            <a:r>
              <a:rPr lang="nl-NL" dirty="0"/>
              <a:t> </a:t>
            </a:r>
            <a:r>
              <a:rPr lang="nl-NL" dirty="0" err="1"/>
              <a:t>precision</a:t>
            </a:r>
            <a:r>
              <a:rPr lang="nl-NL" dirty="0"/>
              <a:t>, has </a:t>
            </a:r>
            <a:r>
              <a:rPr lang="nl-NL" dirty="0" err="1"/>
              <a:t>higher</a:t>
            </a:r>
            <a:r>
              <a:rPr lang="nl-NL" dirty="0"/>
              <a:t> performance</a:t>
            </a:r>
          </a:p>
        </p:txBody>
      </p:sp>
    </p:spTree>
    <p:extLst>
      <p:ext uri="{BB962C8B-B14F-4D97-AF65-F5344CB8AC3E}">
        <p14:creationId xmlns:p14="http://schemas.microsoft.com/office/powerpoint/2010/main" val="403381393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800">
        <p:fade/>
      </p:transition>
    </mc:Choice>
    <mc:Fallback xmlns="">
      <p:transition spd="slow">
        <p:fade/>
      </p:transition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9E9BDB8C-DE9E-3178-7B69-D2C63FE8EAD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44078322"/>
              </p:ext>
            </p:extLst>
          </p:nvPr>
        </p:nvGraphicFramePr>
        <p:xfrm>
          <a:off x="0" y="625352"/>
          <a:ext cx="11585986" cy="630501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35951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22601">
                  <a:extLst>
                    <a:ext uri="{9D8B030D-6E8A-4147-A177-3AD203B41FA5}">
                      <a16:colId xmlns:a16="http://schemas.microsoft.com/office/drawing/2014/main" val="3561807771"/>
                    </a:ext>
                  </a:extLst>
                </a:gridCol>
                <a:gridCol w="897227">
                  <a:extLst>
                    <a:ext uri="{9D8B030D-6E8A-4147-A177-3AD203B41FA5}">
                      <a16:colId xmlns:a16="http://schemas.microsoft.com/office/drawing/2014/main" val="3255052570"/>
                    </a:ext>
                  </a:extLst>
                </a:gridCol>
                <a:gridCol w="76099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6196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90364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935916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925157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04349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645459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946673">
                  <a:extLst>
                    <a:ext uri="{9D8B030D-6E8A-4147-A177-3AD203B41FA5}">
                      <a16:colId xmlns:a16="http://schemas.microsoft.com/office/drawing/2014/main" val="2789311500"/>
                    </a:ext>
                  </a:extLst>
                </a:gridCol>
                <a:gridCol w="1183341">
                  <a:extLst>
                    <a:ext uri="{9D8B030D-6E8A-4147-A177-3AD203B41FA5}">
                      <a16:colId xmlns:a16="http://schemas.microsoft.com/office/drawing/2014/main" val="2973773599"/>
                    </a:ext>
                  </a:extLst>
                </a:gridCol>
              </a:tblGrid>
              <a:tr h="858928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 </a:t>
                      </a: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FP4</a:t>
                      </a:r>
                    </a:p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[TFLOPS]</a:t>
                      </a:r>
                    </a:p>
                  </a:txBody>
                  <a:tcPr marL="60311" marR="60311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FP8</a:t>
                      </a:r>
                    </a:p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[TFLOPS]</a:t>
                      </a:r>
                    </a:p>
                  </a:txBody>
                  <a:tcPr marL="60311" marR="60311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INT8</a:t>
                      </a:r>
                      <a:endParaRPr lang="en-US" sz="1600">
                        <a:effectLst/>
                        <a:latin typeface="+mj-lt"/>
                      </a:endParaRPr>
                    </a:p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[TOPS]</a:t>
                      </a: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 dirty="0">
                          <a:effectLst/>
                          <a:latin typeface="+mj-lt"/>
                        </a:rPr>
                        <a:t>FP16/BF16</a:t>
                      </a:r>
                      <a:endParaRPr lang="en-US" sz="1600" dirty="0">
                        <a:effectLst/>
                        <a:latin typeface="+mj-lt"/>
                      </a:endParaRPr>
                    </a:p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 dirty="0">
                          <a:effectLst/>
                          <a:latin typeface="+mj-lt"/>
                        </a:rPr>
                        <a:t>[TFLOPS]</a:t>
                      </a:r>
                      <a:endParaRPr lang="en-US" sz="1600" dirty="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 dirty="0">
                          <a:effectLst/>
                          <a:latin typeface="+mj-lt"/>
                        </a:rPr>
                        <a:t>FP32</a:t>
                      </a:r>
                      <a:endParaRPr lang="en-US" sz="1600" dirty="0">
                        <a:effectLst/>
                        <a:latin typeface="+mj-lt"/>
                      </a:endParaRPr>
                    </a:p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 dirty="0">
                          <a:effectLst/>
                          <a:latin typeface="+mj-lt"/>
                        </a:rPr>
                        <a:t>[TFLOPS]</a:t>
                      </a:r>
                      <a:endParaRPr lang="en-US" sz="1600" dirty="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FP64</a:t>
                      </a:r>
                      <a:endParaRPr lang="en-US" sz="1600">
                        <a:effectLst/>
                        <a:latin typeface="+mj-lt"/>
                      </a:endParaRPr>
                    </a:p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[TFLOPS]</a:t>
                      </a: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Memory</a:t>
                      </a:r>
                      <a:endParaRPr lang="en-US" sz="1600">
                        <a:effectLst/>
                        <a:latin typeface="+mj-lt"/>
                      </a:endParaRPr>
                    </a:p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[GB]</a:t>
                      </a: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 dirty="0">
                          <a:effectLst/>
                          <a:latin typeface="+mj-lt"/>
                        </a:rPr>
                        <a:t>Memory Bandwidth [GB/s]</a:t>
                      </a:r>
                      <a:endParaRPr lang="en-US" sz="1600" dirty="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/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</a:rPr>
                        <a:t>PCIe [GB/s]</a:t>
                      </a:r>
                      <a:endParaRPr lang="en-US" sz="1600" dirty="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/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Power draw </a:t>
                      </a:r>
                    </a:p>
                    <a:p>
                      <a:pPr>
                        <a:spcAft>
                          <a:spcPts val="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[W]</a:t>
                      </a:r>
                    </a:p>
                  </a:txBody>
                  <a:tcPr marL="60311" marR="60311" marT="0" marB="0"/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FP16 TFLOP per  Watt</a:t>
                      </a:r>
                    </a:p>
                  </a:txBody>
                  <a:tcPr marL="60311" marR="60311" marT="0" marB="0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97551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AMD MI250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endParaRPr lang="en-US" sz="1600" dirty="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362.1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362.1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90.5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90.5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128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3276.8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31.51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560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0.64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55905998"/>
                  </a:ext>
                </a:extLst>
              </a:tr>
              <a:tr h="397551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AMD MI325x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2615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2615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1307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654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163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256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6000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128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1000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1.3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7397367"/>
                  </a:ext>
                </a:extLst>
              </a:tr>
              <a:tr h="382524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NVIDIA A100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624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312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156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19.5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40/80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1555-2039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64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400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0.78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95647227"/>
                  </a:ext>
                </a:extLst>
              </a:tr>
              <a:tr h="382524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NVIDIA H100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endParaRPr lang="en-US" sz="1600" dirty="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1979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1979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990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495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67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80/96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2000-3900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128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700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1.32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84472305"/>
                  </a:ext>
                </a:extLst>
              </a:tr>
              <a:tr h="382524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NVIDIA GB200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20,000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10,000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10,000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5,000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2,500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90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384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16,000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256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2700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1.85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92658629"/>
                  </a:ext>
                </a:extLst>
              </a:tr>
              <a:tr h="382524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NVIDIA L40S (inference only)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endParaRPr lang="en-US" sz="1600" dirty="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733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733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362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183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1.4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48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864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64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350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1.03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13584980"/>
                  </a:ext>
                </a:extLst>
              </a:tr>
              <a:tr h="382524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NVIDIA RTX 5090 (consumer)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1676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838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838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420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105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1.6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24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1790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128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575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0.73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40981836"/>
                  </a:ext>
                </a:extLst>
              </a:tr>
              <a:tr h="1029004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Intel Xeon Scalable 8180 (per socket)</a:t>
                      </a: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-</a:t>
                      </a: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-</a:t>
                      </a: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4.2</a:t>
                      </a:r>
                      <a:endParaRPr lang="en-US" sz="1600">
                        <a:effectLst/>
                        <a:latin typeface="+mj-lt"/>
                      </a:endParaRPr>
                    </a:p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 </a:t>
                      </a: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2.1</a:t>
                      </a:r>
                      <a:endParaRPr lang="en-US" sz="1600">
                        <a:effectLst/>
                        <a:latin typeface="+mj-lt"/>
                      </a:endParaRPr>
                    </a:p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 </a:t>
                      </a: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768 (max)</a:t>
                      </a: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119 (max)</a:t>
                      </a: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15.75</a:t>
                      </a: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205</a:t>
                      </a: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0.02</a:t>
                      </a: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624544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AMD EPYC 7601 (per socket)</a:t>
                      </a: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endParaRPr lang="en-US" sz="1600" dirty="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-</a:t>
                      </a: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-</a:t>
                      </a: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lang="en-US" sz="1600" kern="100" dirty="0">
                          <a:effectLst/>
                          <a:latin typeface="+mj-lt"/>
                        </a:rPr>
                        <a:t>1.4</a:t>
                      </a:r>
                      <a:endParaRPr lang="en-US" sz="1600" dirty="0">
                        <a:effectLst/>
                        <a:latin typeface="+mj-lt"/>
                      </a:endParaRPr>
                    </a:p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 dirty="0">
                          <a:effectLst/>
                          <a:latin typeface="+mj-lt"/>
                        </a:rPr>
                        <a:t> </a:t>
                      </a:r>
                      <a:endParaRPr lang="en-US" sz="1600" dirty="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0.69</a:t>
                      </a:r>
                      <a:endParaRPr lang="en-US" sz="1600">
                        <a:effectLst/>
                        <a:latin typeface="+mj-lt"/>
                      </a:endParaRPr>
                    </a:p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 </a:t>
                      </a: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2000 (max)</a:t>
                      </a: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159 (max)</a:t>
                      </a: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15.75</a:t>
                      </a: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180</a:t>
                      </a: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0.008</a:t>
                      </a: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2" name="Title 1">
            <a:extLst>
              <a:ext uri="{FF2B5EF4-FFF2-40B4-BE49-F238E27FC236}">
                <a16:creationId xmlns:a16="http://schemas.microsoft.com/office/drawing/2014/main" id="{489D1BB7-FB20-7441-B7DD-B342356ED5B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3912" y="142238"/>
            <a:ext cx="11149188" cy="600744"/>
          </a:xfrm>
        </p:spPr>
        <p:txBody>
          <a:bodyPr/>
          <a:lstStyle/>
          <a:p>
            <a:r>
              <a:rPr lang="nl-NL"/>
              <a:t>Hardware </a:t>
            </a:r>
            <a:r>
              <a:rPr lang="nl-NL" err="1"/>
              <a:t>overview</a:t>
            </a:r>
            <a:endParaRPr lang="nl-NL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101D17A-8471-C54C-BAB3-CE2F74484A8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516362" y="1145098"/>
            <a:ext cx="9882007" cy="4456846"/>
          </a:xfrm>
        </p:spPr>
        <p:txBody>
          <a:bodyPr/>
          <a:lstStyle/>
          <a:p>
            <a:pPr marL="0" lvl="1" indent="0">
              <a:buNone/>
            </a:pPr>
            <a:endParaRPr lang="nl-NL" sz="1400"/>
          </a:p>
          <a:p>
            <a:endParaRPr lang="nl-NL" sz="140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3574DB4-4BA2-7747-8C62-E3DFFBAEAE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D0FE45-509C-4BDF-9EDE-64426F8DF3D2}" type="slidenum">
              <a:rPr lang="nl-NL" smtClean="0"/>
              <a:t>14</a:t>
            </a:fld>
            <a:endParaRPr lang="nl-NL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DCBC485-EAAB-A98C-2DE9-8C6789F5D377}"/>
              </a:ext>
            </a:extLst>
          </p:cNvPr>
          <p:cNvSpPr txBox="1"/>
          <p:nvPr/>
        </p:nvSpPr>
        <p:spPr>
          <a:xfrm>
            <a:off x="5942388" y="4318"/>
            <a:ext cx="2711383" cy="738664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lIns="182880" tIns="91440" rIns="182880" bIns="91440" rtlCol="0">
            <a:spAutoFit/>
          </a:bodyPr>
          <a:lstStyle/>
          <a:p>
            <a:pPr algn="l"/>
            <a:r>
              <a:rPr lang="nl-NL" err="1"/>
              <a:t>GPUs</a:t>
            </a:r>
            <a:r>
              <a:rPr lang="nl-NL"/>
              <a:t> have a lot of FLOPS</a:t>
            </a:r>
          </a:p>
          <a:p>
            <a:pPr algn="l"/>
            <a:r>
              <a:rPr lang="nl-NL" err="1"/>
              <a:t>compared</a:t>
            </a:r>
            <a:r>
              <a:rPr lang="nl-NL"/>
              <a:t> </a:t>
            </a:r>
            <a:r>
              <a:rPr lang="nl-NL" err="1"/>
              <a:t>to</a:t>
            </a:r>
            <a:r>
              <a:rPr lang="nl-NL"/>
              <a:t> </a:t>
            </a:r>
            <a:r>
              <a:rPr lang="nl-NL" err="1"/>
              <a:t>CPUs</a:t>
            </a:r>
            <a:endParaRPr lang="nl-NL"/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3B729CC2-8B68-0717-ED83-B5A8E623E08C}"/>
              </a:ext>
            </a:extLst>
          </p:cNvPr>
          <p:cNvCxnSpPr/>
          <p:nvPr/>
        </p:nvCxnSpPr>
        <p:spPr>
          <a:xfrm flipH="1">
            <a:off x="5659683" y="466743"/>
            <a:ext cx="282705" cy="36174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46047902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800">
        <p:fade/>
      </p:transition>
    </mc:Choice>
    <mc:Fallback xmlns="">
      <p:transition spd="slow">
        <p:fade/>
      </p:transition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3D59D99F-2F82-21E9-1F25-820EC2E3FA5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6139470"/>
              </p:ext>
            </p:extLst>
          </p:nvPr>
        </p:nvGraphicFramePr>
        <p:xfrm>
          <a:off x="0" y="625352"/>
          <a:ext cx="11585986" cy="630501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35951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22601">
                  <a:extLst>
                    <a:ext uri="{9D8B030D-6E8A-4147-A177-3AD203B41FA5}">
                      <a16:colId xmlns:a16="http://schemas.microsoft.com/office/drawing/2014/main" val="3561807771"/>
                    </a:ext>
                  </a:extLst>
                </a:gridCol>
                <a:gridCol w="897227">
                  <a:extLst>
                    <a:ext uri="{9D8B030D-6E8A-4147-A177-3AD203B41FA5}">
                      <a16:colId xmlns:a16="http://schemas.microsoft.com/office/drawing/2014/main" val="3255052570"/>
                    </a:ext>
                  </a:extLst>
                </a:gridCol>
                <a:gridCol w="76099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6196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90364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935916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925157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04349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645459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946673">
                  <a:extLst>
                    <a:ext uri="{9D8B030D-6E8A-4147-A177-3AD203B41FA5}">
                      <a16:colId xmlns:a16="http://schemas.microsoft.com/office/drawing/2014/main" val="2789311500"/>
                    </a:ext>
                  </a:extLst>
                </a:gridCol>
                <a:gridCol w="1183341">
                  <a:extLst>
                    <a:ext uri="{9D8B030D-6E8A-4147-A177-3AD203B41FA5}">
                      <a16:colId xmlns:a16="http://schemas.microsoft.com/office/drawing/2014/main" val="2973773599"/>
                    </a:ext>
                  </a:extLst>
                </a:gridCol>
              </a:tblGrid>
              <a:tr h="858928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 </a:t>
                      </a: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FP4</a:t>
                      </a:r>
                    </a:p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[TFLOPS]</a:t>
                      </a:r>
                    </a:p>
                  </a:txBody>
                  <a:tcPr marL="60311" marR="60311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FP8</a:t>
                      </a:r>
                    </a:p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[TFLOPS]</a:t>
                      </a:r>
                    </a:p>
                  </a:txBody>
                  <a:tcPr marL="60311" marR="60311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INT8</a:t>
                      </a:r>
                      <a:endParaRPr lang="en-US" sz="1600">
                        <a:effectLst/>
                        <a:latin typeface="+mj-lt"/>
                      </a:endParaRPr>
                    </a:p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[TOPS]</a:t>
                      </a: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 dirty="0">
                          <a:effectLst/>
                          <a:latin typeface="+mj-lt"/>
                        </a:rPr>
                        <a:t>FP16/BF16</a:t>
                      </a:r>
                      <a:endParaRPr lang="en-US" sz="1600" dirty="0">
                        <a:effectLst/>
                        <a:latin typeface="+mj-lt"/>
                      </a:endParaRPr>
                    </a:p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 dirty="0">
                          <a:effectLst/>
                          <a:latin typeface="+mj-lt"/>
                        </a:rPr>
                        <a:t>[TFLOPS]</a:t>
                      </a:r>
                      <a:endParaRPr lang="en-US" sz="1600" dirty="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 dirty="0">
                          <a:effectLst/>
                          <a:latin typeface="+mj-lt"/>
                        </a:rPr>
                        <a:t>FP32</a:t>
                      </a:r>
                      <a:endParaRPr lang="en-US" sz="1600" dirty="0">
                        <a:effectLst/>
                        <a:latin typeface="+mj-lt"/>
                      </a:endParaRPr>
                    </a:p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 dirty="0">
                          <a:effectLst/>
                          <a:latin typeface="+mj-lt"/>
                        </a:rPr>
                        <a:t>[TFLOPS]</a:t>
                      </a:r>
                      <a:endParaRPr lang="en-US" sz="1600" dirty="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FP64</a:t>
                      </a:r>
                      <a:endParaRPr lang="en-US" sz="1600">
                        <a:effectLst/>
                        <a:latin typeface="+mj-lt"/>
                      </a:endParaRPr>
                    </a:p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[TFLOPS]</a:t>
                      </a: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Memory</a:t>
                      </a:r>
                      <a:endParaRPr lang="en-US" sz="1600">
                        <a:effectLst/>
                        <a:latin typeface="+mj-lt"/>
                      </a:endParaRPr>
                    </a:p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[GB]</a:t>
                      </a: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 dirty="0">
                          <a:effectLst/>
                          <a:latin typeface="+mj-lt"/>
                        </a:rPr>
                        <a:t>Memory Bandwidth [GB/s]</a:t>
                      </a:r>
                      <a:endParaRPr lang="en-US" sz="1600" dirty="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/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</a:rPr>
                        <a:t>PCIe [GB/s]</a:t>
                      </a:r>
                      <a:endParaRPr lang="en-US" sz="1600" dirty="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/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Power draw </a:t>
                      </a:r>
                    </a:p>
                    <a:p>
                      <a:pPr>
                        <a:spcAft>
                          <a:spcPts val="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[W]</a:t>
                      </a:r>
                    </a:p>
                  </a:txBody>
                  <a:tcPr marL="60311" marR="60311" marT="0" marB="0"/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FP16 TFLOP per  Watt</a:t>
                      </a:r>
                    </a:p>
                  </a:txBody>
                  <a:tcPr marL="60311" marR="60311" marT="0" marB="0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97551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AMD MI250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endParaRPr lang="en-US" sz="1600" dirty="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362.1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362.1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90.5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90.5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128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3276.8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31.51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560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0.64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55905998"/>
                  </a:ext>
                </a:extLst>
              </a:tr>
              <a:tr h="397551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AMD MI325x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2615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2615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1307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654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163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256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6000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128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1000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1.3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7397367"/>
                  </a:ext>
                </a:extLst>
              </a:tr>
              <a:tr h="382524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NVIDIA A100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624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312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156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19.5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40/80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1555-2039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64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400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0.78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95647227"/>
                  </a:ext>
                </a:extLst>
              </a:tr>
              <a:tr h="382524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NVIDIA H100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endParaRPr lang="en-US" sz="1600" dirty="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1979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1979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990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495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67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80/96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2000-3900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128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700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1.32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84472305"/>
                  </a:ext>
                </a:extLst>
              </a:tr>
              <a:tr h="382524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NVIDIA GB200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20,000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10,000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10,000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5,000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2,500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90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384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16,000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256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2700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1.85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92658629"/>
                  </a:ext>
                </a:extLst>
              </a:tr>
              <a:tr h="382524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NVIDIA L40S (inference only)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endParaRPr lang="en-US" sz="1600" dirty="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733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733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362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183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1.4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48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864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64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350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1.03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13584980"/>
                  </a:ext>
                </a:extLst>
              </a:tr>
              <a:tr h="382524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NVIDIA RTX 5090 (consumer)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1676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838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838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420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105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1.6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24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1790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128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575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0.73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40981836"/>
                  </a:ext>
                </a:extLst>
              </a:tr>
              <a:tr h="1029004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Intel Xeon Scalable 8180 (per socket)</a:t>
                      </a: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-</a:t>
                      </a: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-</a:t>
                      </a: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4.2</a:t>
                      </a:r>
                      <a:endParaRPr lang="en-US" sz="1600">
                        <a:effectLst/>
                        <a:latin typeface="+mj-lt"/>
                      </a:endParaRPr>
                    </a:p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 </a:t>
                      </a: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2.1</a:t>
                      </a:r>
                      <a:endParaRPr lang="en-US" sz="1600">
                        <a:effectLst/>
                        <a:latin typeface="+mj-lt"/>
                      </a:endParaRPr>
                    </a:p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 </a:t>
                      </a: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768 (max)</a:t>
                      </a: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119 (max)</a:t>
                      </a: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15.75</a:t>
                      </a: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205</a:t>
                      </a: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0.02</a:t>
                      </a: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624544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AMD EPYC 7601 (per socket)</a:t>
                      </a: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endParaRPr lang="en-US" sz="1600" dirty="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-</a:t>
                      </a: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-</a:t>
                      </a: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lang="en-US" sz="1600" kern="100" dirty="0">
                          <a:effectLst/>
                          <a:latin typeface="+mj-lt"/>
                        </a:rPr>
                        <a:t>1.4</a:t>
                      </a:r>
                      <a:endParaRPr lang="en-US" sz="1600" dirty="0">
                        <a:effectLst/>
                        <a:latin typeface="+mj-lt"/>
                      </a:endParaRPr>
                    </a:p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 dirty="0">
                          <a:effectLst/>
                          <a:latin typeface="+mj-lt"/>
                        </a:rPr>
                        <a:t> </a:t>
                      </a:r>
                      <a:endParaRPr lang="en-US" sz="1600" dirty="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0.69</a:t>
                      </a:r>
                      <a:endParaRPr lang="en-US" sz="1600">
                        <a:effectLst/>
                        <a:latin typeface="+mj-lt"/>
                      </a:endParaRPr>
                    </a:p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 </a:t>
                      </a: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2000 (max)</a:t>
                      </a: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159 (max)</a:t>
                      </a: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15.75</a:t>
                      </a: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180</a:t>
                      </a: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0.008</a:t>
                      </a: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2" name="Title 1">
            <a:extLst>
              <a:ext uri="{FF2B5EF4-FFF2-40B4-BE49-F238E27FC236}">
                <a16:creationId xmlns:a16="http://schemas.microsoft.com/office/drawing/2014/main" id="{489D1BB7-FB20-7441-B7DD-B342356ED5B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3912" y="142238"/>
            <a:ext cx="11149188" cy="600744"/>
          </a:xfrm>
        </p:spPr>
        <p:txBody>
          <a:bodyPr/>
          <a:lstStyle/>
          <a:p>
            <a:r>
              <a:rPr lang="nl-NL"/>
              <a:t>Hardware </a:t>
            </a:r>
            <a:r>
              <a:rPr lang="nl-NL" err="1"/>
              <a:t>overview</a:t>
            </a:r>
            <a:endParaRPr lang="nl-NL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101D17A-8471-C54C-BAB3-CE2F74484A8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516362" y="1145098"/>
            <a:ext cx="9882007" cy="4456846"/>
          </a:xfrm>
        </p:spPr>
        <p:txBody>
          <a:bodyPr/>
          <a:lstStyle/>
          <a:p>
            <a:pPr marL="0" lvl="1" indent="0">
              <a:buNone/>
            </a:pPr>
            <a:endParaRPr lang="nl-NL" sz="1400"/>
          </a:p>
          <a:p>
            <a:endParaRPr lang="nl-NL" sz="140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3574DB4-4BA2-7747-8C62-E3DFFBAEAE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D0FE45-509C-4BDF-9EDE-64426F8DF3D2}" type="slidenum">
              <a:rPr lang="nl-NL" smtClean="0"/>
              <a:t>15</a:t>
            </a:fld>
            <a:endParaRPr lang="nl-NL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CFD39A9-9E50-6DA9-2926-D6F2CB983487}"/>
              </a:ext>
            </a:extLst>
          </p:cNvPr>
          <p:cNvSpPr txBox="1"/>
          <p:nvPr/>
        </p:nvSpPr>
        <p:spPr>
          <a:xfrm>
            <a:off x="7236649" y="46071"/>
            <a:ext cx="4710970" cy="461665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lIns="182880" tIns="91440" rIns="182880" bIns="91440" rtlCol="0">
            <a:spAutoFit/>
          </a:bodyPr>
          <a:lstStyle/>
          <a:p>
            <a:pPr algn="l"/>
            <a:r>
              <a:rPr lang="nl-NL" err="1"/>
              <a:t>CPUs</a:t>
            </a:r>
            <a:r>
              <a:rPr lang="nl-NL"/>
              <a:t> have a lot of memory </a:t>
            </a:r>
            <a:r>
              <a:rPr lang="nl-NL" err="1"/>
              <a:t>compared</a:t>
            </a:r>
            <a:r>
              <a:rPr lang="nl-NL"/>
              <a:t> </a:t>
            </a:r>
            <a:r>
              <a:rPr lang="nl-NL" err="1"/>
              <a:t>to</a:t>
            </a:r>
            <a:r>
              <a:rPr lang="nl-NL"/>
              <a:t> </a:t>
            </a:r>
            <a:r>
              <a:rPr lang="nl-NL" err="1"/>
              <a:t>GPUs</a:t>
            </a:r>
            <a:endParaRPr lang="nl-NL"/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56153666-E48C-5B95-0E8E-2D2A727EA3CD}"/>
              </a:ext>
            </a:extLst>
          </p:cNvPr>
          <p:cNvCxnSpPr/>
          <p:nvPr/>
        </p:nvCxnSpPr>
        <p:spPr>
          <a:xfrm flipH="1">
            <a:off x="7396614" y="507736"/>
            <a:ext cx="282705" cy="36174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64645266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800">
        <p:fade/>
      </p:transition>
    </mc:Choice>
    <mc:Fallback xmlns="">
      <p:transition spd="slow">
        <p:fade/>
      </p:transition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A6132FC6-94F1-3435-3466-5AC0D800E9F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20819598"/>
              </p:ext>
            </p:extLst>
          </p:nvPr>
        </p:nvGraphicFramePr>
        <p:xfrm>
          <a:off x="0" y="625352"/>
          <a:ext cx="11585986" cy="630501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35951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22601">
                  <a:extLst>
                    <a:ext uri="{9D8B030D-6E8A-4147-A177-3AD203B41FA5}">
                      <a16:colId xmlns:a16="http://schemas.microsoft.com/office/drawing/2014/main" val="3561807771"/>
                    </a:ext>
                  </a:extLst>
                </a:gridCol>
                <a:gridCol w="897227">
                  <a:extLst>
                    <a:ext uri="{9D8B030D-6E8A-4147-A177-3AD203B41FA5}">
                      <a16:colId xmlns:a16="http://schemas.microsoft.com/office/drawing/2014/main" val="3255052570"/>
                    </a:ext>
                  </a:extLst>
                </a:gridCol>
                <a:gridCol w="76099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6196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90364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935916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925157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04349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645459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946673">
                  <a:extLst>
                    <a:ext uri="{9D8B030D-6E8A-4147-A177-3AD203B41FA5}">
                      <a16:colId xmlns:a16="http://schemas.microsoft.com/office/drawing/2014/main" val="2789311500"/>
                    </a:ext>
                  </a:extLst>
                </a:gridCol>
                <a:gridCol w="1183341">
                  <a:extLst>
                    <a:ext uri="{9D8B030D-6E8A-4147-A177-3AD203B41FA5}">
                      <a16:colId xmlns:a16="http://schemas.microsoft.com/office/drawing/2014/main" val="2973773599"/>
                    </a:ext>
                  </a:extLst>
                </a:gridCol>
              </a:tblGrid>
              <a:tr h="858928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 </a:t>
                      </a: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FP4</a:t>
                      </a:r>
                    </a:p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[TFLOPS]</a:t>
                      </a:r>
                    </a:p>
                  </a:txBody>
                  <a:tcPr marL="60311" marR="60311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FP8</a:t>
                      </a:r>
                    </a:p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[TFLOPS]</a:t>
                      </a:r>
                    </a:p>
                  </a:txBody>
                  <a:tcPr marL="60311" marR="60311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INT8</a:t>
                      </a:r>
                      <a:endParaRPr lang="en-US" sz="1600">
                        <a:effectLst/>
                        <a:latin typeface="+mj-lt"/>
                      </a:endParaRPr>
                    </a:p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[TOPS]</a:t>
                      </a: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 dirty="0">
                          <a:effectLst/>
                          <a:latin typeface="+mj-lt"/>
                        </a:rPr>
                        <a:t>FP16/BF16</a:t>
                      </a:r>
                      <a:endParaRPr lang="en-US" sz="1600" dirty="0">
                        <a:effectLst/>
                        <a:latin typeface="+mj-lt"/>
                      </a:endParaRPr>
                    </a:p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 dirty="0">
                          <a:effectLst/>
                          <a:latin typeface="+mj-lt"/>
                        </a:rPr>
                        <a:t>[TFLOPS]</a:t>
                      </a:r>
                      <a:endParaRPr lang="en-US" sz="1600" dirty="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 dirty="0">
                          <a:effectLst/>
                          <a:latin typeface="+mj-lt"/>
                        </a:rPr>
                        <a:t>FP32</a:t>
                      </a:r>
                      <a:endParaRPr lang="en-US" sz="1600" dirty="0">
                        <a:effectLst/>
                        <a:latin typeface="+mj-lt"/>
                      </a:endParaRPr>
                    </a:p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 dirty="0">
                          <a:effectLst/>
                          <a:latin typeface="+mj-lt"/>
                        </a:rPr>
                        <a:t>[TFLOPS]</a:t>
                      </a:r>
                      <a:endParaRPr lang="en-US" sz="1600" dirty="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FP64</a:t>
                      </a:r>
                      <a:endParaRPr lang="en-US" sz="1600">
                        <a:effectLst/>
                        <a:latin typeface="+mj-lt"/>
                      </a:endParaRPr>
                    </a:p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[TFLOPS]</a:t>
                      </a: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Memory</a:t>
                      </a:r>
                      <a:endParaRPr lang="en-US" sz="1600">
                        <a:effectLst/>
                        <a:latin typeface="+mj-lt"/>
                      </a:endParaRPr>
                    </a:p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[GB]</a:t>
                      </a: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 dirty="0">
                          <a:effectLst/>
                          <a:latin typeface="+mj-lt"/>
                        </a:rPr>
                        <a:t>Memory Bandwidth [GB/s]</a:t>
                      </a:r>
                      <a:endParaRPr lang="en-US" sz="1600" dirty="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/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</a:rPr>
                        <a:t>PCIe [GB/s]</a:t>
                      </a:r>
                      <a:endParaRPr lang="en-US" sz="1600" dirty="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/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Power draw </a:t>
                      </a:r>
                    </a:p>
                    <a:p>
                      <a:pPr>
                        <a:spcAft>
                          <a:spcPts val="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[W]</a:t>
                      </a:r>
                    </a:p>
                  </a:txBody>
                  <a:tcPr marL="60311" marR="60311" marT="0" marB="0"/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FP16 TFLOP per  Watt</a:t>
                      </a:r>
                    </a:p>
                  </a:txBody>
                  <a:tcPr marL="60311" marR="60311" marT="0" marB="0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97551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AMD MI250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endParaRPr lang="en-US" sz="1600" dirty="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362.1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362.1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90.5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90.5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128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3276.8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31.51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560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0.64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55905998"/>
                  </a:ext>
                </a:extLst>
              </a:tr>
              <a:tr h="397551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AMD MI325x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2615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2615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1307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654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163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256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6000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128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1000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1.3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7397367"/>
                  </a:ext>
                </a:extLst>
              </a:tr>
              <a:tr h="382524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NVIDIA A100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endParaRPr lang="en-US" sz="1600" dirty="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624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312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156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19.5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40/80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1555-2039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64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400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0.78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95647227"/>
                  </a:ext>
                </a:extLst>
              </a:tr>
              <a:tr h="382524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NVIDIA H100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endParaRPr lang="en-US" sz="1600" dirty="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1979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1979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990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495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67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80/96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2000-3900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128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700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1.32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84472305"/>
                  </a:ext>
                </a:extLst>
              </a:tr>
              <a:tr h="382524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NVIDIA GB200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20,000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10,000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10,000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5,000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2,500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90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384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16,000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256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2700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1.85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92658629"/>
                  </a:ext>
                </a:extLst>
              </a:tr>
              <a:tr h="382524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NVIDIA L40S (inference only)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endParaRPr lang="en-US" sz="1600" dirty="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733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733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362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183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1.4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48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864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64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350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1.03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13584980"/>
                  </a:ext>
                </a:extLst>
              </a:tr>
              <a:tr h="382524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NVIDIA RTX 5090 (consumer)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1676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838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838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420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105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1.6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24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1790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128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575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0.73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40981836"/>
                  </a:ext>
                </a:extLst>
              </a:tr>
              <a:tr h="1029004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Intel Xeon Scalable 8180 (per socket)</a:t>
                      </a: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-</a:t>
                      </a: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-</a:t>
                      </a: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4.2</a:t>
                      </a:r>
                      <a:endParaRPr lang="en-US" sz="1600">
                        <a:effectLst/>
                        <a:latin typeface="+mj-lt"/>
                      </a:endParaRPr>
                    </a:p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 </a:t>
                      </a: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2.1</a:t>
                      </a:r>
                      <a:endParaRPr lang="en-US" sz="1600">
                        <a:effectLst/>
                        <a:latin typeface="+mj-lt"/>
                      </a:endParaRPr>
                    </a:p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 </a:t>
                      </a: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768 (max)</a:t>
                      </a: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119 (max)</a:t>
                      </a: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15.75</a:t>
                      </a: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205</a:t>
                      </a: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0.02</a:t>
                      </a: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624544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AMD EPYC 7601 (per socket)</a:t>
                      </a: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endParaRPr lang="en-US" sz="1600" dirty="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-</a:t>
                      </a: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-</a:t>
                      </a: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lang="en-US" sz="1600" kern="100" dirty="0">
                          <a:effectLst/>
                          <a:latin typeface="+mj-lt"/>
                        </a:rPr>
                        <a:t>1.4</a:t>
                      </a:r>
                      <a:endParaRPr lang="en-US" sz="1600" dirty="0">
                        <a:effectLst/>
                        <a:latin typeface="+mj-lt"/>
                      </a:endParaRPr>
                    </a:p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 dirty="0">
                          <a:effectLst/>
                          <a:latin typeface="+mj-lt"/>
                        </a:rPr>
                        <a:t> </a:t>
                      </a:r>
                      <a:endParaRPr lang="en-US" sz="1600" dirty="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0.69</a:t>
                      </a:r>
                      <a:endParaRPr lang="en-US" sz="1600">
                        <a:effectLst/>
                        <a:latin typeface="+mj-lt"/>
                      </a:endParaRPr>
                    </a:p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 </a:t>
                      </a: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2000 (max)</a:t>
                      </a: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159 (max)</a:t>
                      </a: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15.75</a:t>
                      </a: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180</a:t>
                      </a: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0.008</a:t>
                      </a: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2" name="Title 1">
            <a:extLst>
              <a:ext uri="{FF2B5EF4-FFF2-40B4-BE49-F238E27FC236}">
                <a16:creationId xmlns:a16="http://schemas.microsoft.com/office/drawing/2014/main" id="{489D1BB7-FB20-7441-B7DD-B342356ED5B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3912" y="142238"/>
            <a:ext cx="11149188" cy="600744"/>
          </a:xfrm>
        </p:spPr>
        <p:txBody>
          <a:bodyPr/>
          <a:lstStyle/>
          <a:p>
            <a:r>
              <a:rPr lang="nl-NL"/>
              <a:t>Hardware </a:t>
            </a:r>
            <a:r>
              <a:rPr lang="nl-NL" err="1"/>
              <a:t>overview</a:t>
            </a:r>
            <a:endParaRPr lang="nl-NL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101D17A-8471-C54C-BAB3-CE2F74484A8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516362" y="1145098"/>
            <a:ext cx="9882007" cy="4456846"/>
          </a:xfrm>
        </p:spPr>
        <p:txBody>
          <a:bodyPr/>
          <a:lstStyle/>
          <a:p>
            <a:pPr marL="0" lvl="1" indent="0">
              <a:buNone/>
            </a:pPr>
            <a:endParaRPr lang="nl-NL" sz="1400"/>
          </a:p>
          <a:p>
            <a:endParaRPr lang="nl-NL" sz="140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3574DB4-4BA2-7747-8C62-E3DFFBAEAE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D0FE45-509C-4BDF-9EDE-64426F8DF3D2}" type="slidenum">
              <a:rPr lang="nl-NL" smtClean="0"/>
              <a:t>16</a:t>
            </a:fld>
            <a:endParaRPr lang="nl-NL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840260A-49D4-2DEC-7218-1E7EB3B7D756}"/>
              </a:ext>
            </a:extLst>
          </p:cNvPr>
          <p:cNvSpPr txBox="1"/>
          <p:nvPr/>
        </p:nvSpPr>
        <p:spPr>
          <a:xfrm>
            <a:off x="8630785" y="0"/>
            <a:ext cx="3535168" cy="738664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square" lIns="182880" tIns="91440" rIns="182880" bIns="91440" rtlCol="0">
            <a:spAutoFit/>
          </a:bodyPr>
          <a:lstStyle/>
          <a:p>
            <a:pPr algn="l"/>
            <a:r>
              <a:rPr lang="nl-NL"/>
              <a:t>Memory </a:t>
            </a:r>
            <a:r>
              <a:rPr lang="nl-NL" err="1"/>
              <a:t>bandwidth</a:t>
            </a:r>
            <a:r>
              <a:rPr lang="nl-NL"/>
              <a:t> </a:t>
            </a:r>
            <a:r>
              <a:rPr lang="nl-NL" err="1"/>
              <a:t>relative</a:t>
            </a:r>
            <a:r>
              <a:rPr lang="nl-NL"/>
              <a:t> </a:t>
            </a:r>
            <a:r>
              <a:rPr lang="nl-NL" err="1"/>
              <a:t>to</a:t>
            </a:r>
            <a:r>
              <a:rPr lang="nl-NL"/>
              <a:t> FLOPS is </a:t>
            </a:r>
            <a:r>
              <a:rPr lang="nl-NL" err="1"/>
              <a:t>approximately</a:t>
            </a:r>
            <a:r>
              <a:rPr lang="nl-NL"/>
              <a:t> </a:t>
            </a:r>
            <a:r>
              <a:rPr lang="nl-NL" err="1"/>
              <a:t>the</a:t>
            </a:r>
            <a:r>
              <a:rPr lang="nl-NL"/>
              <a:t> </a:t>
            </a:r>
            <a:r>
              <a:rPr lang="nl-NL" err="1"/>
              <a:t>same</a:t>
            </a:r>
            <a:endParaRPr lang="nl-NL"/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53B22F13-0734-C067-C4DE-5BA2C16B5F21}"/>
              </a:ext>
            </a:extLst>
          </p:cNvPr>
          <p:cNvCxnSpPr/>
          <p:nvPr/>
        </p:nvCxnSpPr>
        <p:spPr>
          <a:xfrm flipH="1">
            <a:off x="8348080" y="524063"/>
            <a:ext cx="282705" cy="36174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6961681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800">
        <p:fade/>
      </p:transition>
    </mc:Choice>
    <mc:Fallback xmlns="">
      <p:transition spd="slow">
        <p:fade/>
      </p:transition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81217A1B-AC7E-455E-CB4E-A8BC02067E8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6241726"/>
              </p:ext>
            </p:extLst>
          </p:nvPr>
        </p:nvGraphicFramePr>
        <p:xfrm>
          <a:off x="0" y="625352"/>
          <a:ext cx="11585986" cy="630501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35951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22601">
                  <a:extLst>
                    <a:ext uri="{9D8B030D-6E8A-4147-A177-3AD203B41FA5}">
                      <a16:colId xmlns:a16="http://schemas.microsoft.com/office/drawing/2014/main" val="3561807771"/>
                    </a:ext>
                  </a:extLst>
                </a:gridCol>
                <a:gridCol w="897227">
                  <a:extLst>
                    <a:ext uri="{9D8B030D-6E8A-4147-A177-3AD203B41FA5}">
                      <a16:colId xmlns:a16="http://schemas.microsoft.com/office/drawing/2014/main" val="3255052570"/>
                    </a:ext>
                  </a:extLst>
                </a:gridCol>
                <a:gridCol w="76099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6196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90364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935916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925157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04349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645459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946673">
                  <a:extLst>
                    <a:ext uri="{9D8B030D-6E8A-4147-A177-3AD203B41FA5}">
                      <a16:colId xmlns:a16="http://schemas.microsoft.com/office/drawing/2014/main" val="2789311500"/>
                    </a:ext>
                  </a:extLst>
                </a:gridCol>
                <a:gridCol w="1183341">
                  <a:extLst>
                    <a:ext uri="{9D8B030D-6E8A-4147-A177-3AD203B41FA5}">
                      <a16:colId xmlns:a16="http://schemas.microsoft.com/office/drawing/2014/main" val="2973773599"/>
                    </a:ext>
                  </a:extLst>
                </a:gridCol>
              </a:tblGrid>
              <a:tr h="858928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 </a:t>
                      </a: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FP4</a:t>
                      </a:r>
                    </a:p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[TFLOPS]</a:t>
                      </a:r>
                    </a:p>
                  </a:txBody>
                  <a:tcPr marL="60311" marR="60311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FP8</a:t>
                      </a:r>
                    </a:p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[TFLOPS]</a:t>
                      </a:r>
                    </a:p>
                  </a:txBody>
                  <a:tcPr marL="60311" marR="60311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INT8</a:t>
                      </a:r>
                      <a:endParaRPr lang="en-US" sz="1600">
                        <a:effectLst/>
                        <a:latin typeface="+mj-lt"/>
                      </a:endParaRPr>
                    </a:p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[TOPS]</a:t>
                      </a: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 dirty="0">
                          <a:effectLst/>
                          <a:latin typeface="+mj-lt"/>
                        </a:rPr>
                        <a:t>FP16/BF16</a:t>
                      </a:r>
                      <a:endParaRPr lang="en-US" sz="1600" dirty="0">
                        <a:effectLst/>
                        <a:latin typeface="+mj-lt"/>
                      </a:endParaRPr>
                    </a:p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 dirty="0">
                          <a:effectLst/>
                          <a:latin typeface="+mj-lt"/>
                        </a:rPr>
                        <a:t>[TFLOPS]</a:t>
                      </a:r>
                      <a:endParaRPr lang="en-US" sz="1600" dirty="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 dirty="0">
                          <a:effectLst/>
                          <a:latin typeface="+mj-lt"/>
                        </a:rPr>
                        <a:t>FP32</a:t>
                      </a:r>
                      <a:endParaRPr lang="en-US" sz="1600" dirty="0">
                        <a:effectLst/>
                        <a:latin typeface="+mj-lt"/>
                      </a:endParaRPr>
                    </a:p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 dirty="0">
                          <a:effectLst/>
                          <a:latin typeface="+mj-lt"/>
                        </a:rPr>
                        <a:t>[TFLOPS]</a:t>
                      </a:r>
                      <a:endParaRPr lang="en-US" sz="1600" dirty="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FP64</a:t>
                      </a:r>
                      <a:endParaRPr lang="en-US" sz="1600">
                        <a:effectLst/>
                        <a:latin typeface="+mj-lt"/>
                      </a:endParaRPr>
                    </a:p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[TFLOPS]</a:t>
                      </a: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Memory</a:t>
                      </a:r>
                      <a:endParaRPr lang="en-US" sz="1600">
                        <a:effectLst/>
                        <a:latin typeface="+mj-lt"/>
                      </a:endParaRPr>
                    </a:p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[GB]</a:t>
                      </a: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 dirty="0">
                          <a:effectLst/>
                          <a:latin typeface="+mj-lt"/>
                        </a:rPr>
                        <a:t>Memory Bandwidth [GB/s]</a:t>
                      </a:r>
                      <a:endParaRPr lang="en-US" sz="1600" dirty="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/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</a:rPr>
                        <a:t>PCIe [GB/s]</a:t>
                      </a:r>
                      <a:endParaRPr lang="en-US" sz="1600" dirty="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/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Power draw </a:t>
                      </a:r>
                    </a:p>
                    <a:p>
                      <a:pPr>
                        <a:spcAft>
                          <a:spcPts val="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[W]</a:t>
                      </a:r>
                    </a:p>
                  </a:txBody>
                  <a:tcPr marL="60311" marR="60311" marT="0" marB="0"/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FP16 TFLOP per  Watt</a:t>
                      </a:r>
                    </a:p>
                  </a:txBody>
                  <a:tcPr marL="60311" marR="60311" marT="0" marB="0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97551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AMD MI250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endParaRPr lang="en-US" sz="1600" dirty="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362.1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362.1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90.5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90.5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128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3276.8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31.51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560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0.64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55905998"/>
                  </a:ext>
                </a:extLst>
              </a:tr>
              <a:tr h="397551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AMD MI325x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2615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2615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1307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654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163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256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6000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128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1000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1.3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7397367"/>
                  </a:ext>
                </a:extLst>
              </a:tr>
              <a:tr h="382524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NVIDIA A100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624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312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156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19.5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40/80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1555-2039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64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400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0.78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95647227"/>
                  </a:ext>
                </a:extLst>
              </a:tr>
              <a:tr h="382524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NVIDIA H100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endParaRPr lang="en-US" sz="1600" dirty="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1979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1979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990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495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67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80/96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2000-3900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128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700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1.32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84472305"/>
                  </a:ext>
                </a:extLst>
              </a:tr>
              <a:tr h="382524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NVIDIA GB200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20,000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10,000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10,000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5,000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2,500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90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384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16,000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256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2700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1.85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92658629"/>
                  </a:ext>
                </a:extLst>
              </a:tr>
              <a:tr h="382524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NVIDIA L40S (inference only)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endParaRPr lang="en-US" sz="1600" dirty="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733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733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362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183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1.4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48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864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64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350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1.03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13584980"/>
                  </a:ext>
                </a:extLst>
              </a:tr>
              <a:tr h="382524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NVIDIA RTX 5090 (consumer)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1676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838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838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420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105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1.6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24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1790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128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575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0.73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40981836"/>
                  </a:ext>
                </a:extLst>
              </a:tr>
              <a:tr h="1029004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Intel Xeon Scalable 8180 (per socket)</a:t>
                      </a: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-</a:t>
                      </a: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-</a:t>
                      </a: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4.2</a:t>
                      </a:r>
                      <a:endParaRPr lang="en-US" sz="1600">
                        <a:effectLst/>
                        <a:latin typeface="+mj-lt"/>
                      </a:endParaRPr>
                    </a:p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 </a:t>
                      </a: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2.1</a:t>
                      </a:r>
                      <a:endParaRPr lang="en-US" sz="1600">
                        <a:effectLst/>
                        <a:latin typeface="+mj-lt"/>
                      </a:endParaRPr>
                    </a:p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 </a:t>
                      </a: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768 (max)</a:t>
                      </a: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119 (max)</a:t>
                      </a: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15.75</a:t>
                      </a: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205</a:t>
                      </a: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0.02</a:t>
                      </a: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624544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AMD EPYC 7601 (per socket)</a:t>
                      </a: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endParaRPr lang="en-US" sz="1600" dirty="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-</a:t>
                      </a: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-</a:t>
                      </a: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lang="en-US" sz="1600" kern="100" dirty="0">
                          <a:effectLst/>
                          <a:latin typeface="+mj-lt"/>
                        </a:rPr>
                        <a:t>1.4</a:t>
                      </a:r>
                      <a:endParaRPr lang="en-US" sz="1600" dirty="0">
                        <a:effectLst/>
                        <a:latin typeface="+mj-lt"/>
                      </a:endParaRPr>
                    </a:p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 dirty="0">
                          <a:effectLst/>
                          <a:latin typeface="+mj-lt"/>
                        </a:rPr>
                        <a:t> </a:t>
                      </a:r>
                      <a:endParaRPr lang="en-US" sz="1600" dirty="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0.69</a:t>
                      </a:r>
                      <a:endParaRPr lang="en-US" sz="1600">
                        <a:effectLst/>
                        <a:latin typeface="+mj-lt"/>
                      </a:endParaRPr>
                    </a:p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 </a:t>
                      </a: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2000 (max)</a:t>
                      </a: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159 (max)</a:t>
                      </a: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15.75</a:t>
                      </a: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180</a:t>
                      </a: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0.008</a:t>
                      </a: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2" name="Title 1">
            <a:extLst>
              <a:ext uri="{FF2B5EF4-FFF2-40B4-BE49-F238E27FC236}">
                <a16:creationId xmlns:a16="http://schemas.microsoft.com/office/drawing/2014/main" id="{489D1BB7-FB20-7441-B7DD-B342356ED5B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3912" y="142238"/>
            <a:ext cx="11149188" cy="600744"/>
          </a:xfrm>
        </p:spPr>
        <p:txBody>
          <a:bodyPr/>
          <a:lstStyle/>
          <a:p>
            <a:r>
              <a:rPr lang="nl-NL"/>
              <a:t>Hardware </a:t>
            </a:r>
            <a:r>
              <a:rPr lang="nl-NL" err="1"/>
              <a:t>overview</a:t>
            </a:r>
            <a:endParaRPr lang="nl-NL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101D17A-8471-C54C-BAB3-CE2F74484A8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516362" y="1145098"/>
            <a:ext cx="9882007" cy="4456846"/>
          </a:xfrm>
        </p:spPr>
        <p:txBody>
          <a:bodyPr/>
          <a:lstStyle/>
          <a:p>
            <a:pPr marL="0" lvl="1" indent="0">
              <a:buNone/>
            </a:pPr>
            <a:endParaRPr lang="nl-NL" sz="1400"/>
          </a:p>
          <a:p>
            <a:endParaRPr lang="nl-NL" sz="140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3574DB4-4BA2-7747-8C62-E3DFFBAEAE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D0FE45-509C-4BDF-9EDE-64426F8DF3D2}" type="slidenum">
              <a:rPr lang="nl-NL" smtClean="0"/>
              <a:t>17</a:t>
            </a:fld>
            <a:endParaRPr lang="nl-NL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840260A-49D4-2DEC-7218-1E7EB3B7D756}"/>
              </a:ext>
            </a:extLst>
          </p:cNvPr>
          <p:cNvSpPr txBox="1"/>
          <p:nvPr/>
        </p:nvSpPr>
        <p:spPr>
          <a:xfrm>
            <a:off x="6863201" y="0"/>
            <a:ext cx="3535168" cy="738664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square" lIns="182880" tIns="91440" rIns="182880" bIns="91440" rtlCol="0">
            <a:spAutoFit/>
          </a:bodyPr>
          <a:lstStyle/>
          <a:p>
            <a:pPr algn="l"/>
            <a:r>
              <a:rPr lang="nl-NL" dirty="0"/>
              <a:t>GPU </a:t>
            </a:r>
            <a:r>
              <a:rPr lang="nl-NL" dirty="0" err="1"/>
              <a:t>price</a:t>
            </a:r>
            <a:r>
              <a:rPr lang="nl-NL" dirty="0"/>
              <a:t> is </a:t>
            </a:r>
            <a:r>
              <a:rPr lang="nl-NL" dirty="0" err="1"/>
              <a:t>often</a:t>
            </a:r>
            <a:r>
              <a:rPr lang="nl-NL" dirty="0"/>
              <a:t> irrelevant, but </a:t>
            </a:r>
            <a:r>
              <a:rPr lang="nl-NL" dirty="0" err="1"/>
              <a:t>the</a:t>
            </a:r>
            <a:r>
              <a:rPr lang="nl-NL" dirty="0"/>
              <a:t> performance per Watt is. </a:t>
            </a:r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53B22F13-0734-C067-C4DE-5BA2C16B5F21}"/>
              </a:ext>
            </a:extLst>
          </p:cNvPr>
          <p:cNvCxnSpPr>
            <a:cxnSpLocks/>
            <a:stCxn id="6" idx="3"/>
          </p:cNvCxnSpPr>
          <p:nvPr/>
        </p:nvCxnSpPr>
        <p:spPr>
          <a:xfrm>
            <a:off x="10398369" y="369332"/>
            <a:ext cx="443802" cy="69746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08289048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800">
        <p:fade/>
      </p:transition>
    </mc:Choice>
    <mc:Fallback xmlns="">
      <p:transition spd="slow">
        <p:fade/>
      </p:transition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9D1BB7-FB20-7441-B7DD-B342356ED5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dirty="0"/>
              <a:t>Nvidia Volta (e.g. V100, </a:t>
            </a:r>
            <a:r>
              <a:rPr lang="nl-NL" dirty="0" err="1"/>
              <a:t>TitanRTX</a:t>
            </a:r>
            <a:r>
              <a:rPr lang="nl-NL" dirty="0"/>
              <a:t>)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101D17A-8471-C54C-BAB3-CE2F74484A8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516362" y="1145098"/>
            <a:ext cx="9882007" cy="4456846"/>
          </a:xfrm>
        </p:spPr>
        <p:txBody>
          <a:bodyPr vert="horz" lIns="0" tIns="0" rIns="0" bIns="0" rtlCol="0" anchor="t">
            <a:noAutofit/>
          </a:bodyPr>
          <a:lstStyle/>
          <a:p>
            <a:pPr marL="0" indent="0">
              <a:buNone/>
            </a:pPr>
            <a:r>
              <a:rPr lang="nl-NL" dirty="0"/>
              <a:t>Features 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nl-NL" dirty="0"/>
              <a:t>INT8 &amp; FP16 support</a:t>
            </a:r>
            <a:endParaRPr lang="nl-NL" dirty="0">
              <a:cs typeface="Calibri"/>
            </a:endParaRPr>
          </a:p>
          <a:p>
            <a:pPr>
              <a:buFont typeface="Arial" panose="020B0604020202020204" pitchFamily="34" charset="0"/>
              <a:buChar char="•"/>
            </a:pPr>
            <a:r>
              <a:rPr lang="nl-NL" dirty="0"/>
              <a:t>(Volta) Tensor </a:t>
            </a:r>
            <a:r>
              <a:rPr lang="nl-NL" dirty="0" err="1"/>
              <a:t>cores</a:t>
            </a:r>
            <a:r>
              <a:rPr lang="nl-NL" dirty="0"/>
              <a:t>: </a:t>
            </a:r>
            <a:r>
              <a:rPr lang="nl-NL" dirty="0" err="1"/>
              <a:t>fused</a:t>
            </a:r>
            <a:r>
              <a:rPr lang="nl-NL" dirty="0"/>
              <a:t> </a:t>
            </a:r>
            <a:r>
              <a:rPr lang="nl-NL" dirty="0" err="1"/>
              <a:t>multiply-add</a:t>
            </a:r>
            <a:r>
              <a:rPr lang="nl-NL" dirty="0"/>
              <a:t> units </a:t>
            </a:r>
            <a:r>
              <a:rPr lang="nl-NL" dirty="0" err="1"/>
              <a:t>that</a:t>
            </a:r>
            <a:r>
              <a:rPr lang="nl-NL" dirty="0"/>
              <a:t> support mixed </a:t>
            </a:r>
            <a:r>
              <a:rPr lang="nl-NL" dirty="0" err="1"/>
              <a:t>precision</a:t>
            </a:r>
            <a:r>
              <a:rPr lang="nl-NL" dirty="0"/>
              <a:t> (</a:t>
            </a:r>
            <a:r>
              <a:rPr lang="nl-NL" dirty="0" err="1"/>
              <a:t>multiply</a:t>
            </a:r>
            <a:r>
              <a:rPr lang="nl-NL" dirty="0"/>
              <a:t> in FP16, </a:t>
            </a:r>
            <a:r>
              <a:rPr lang="nl-NL" dirty="0" err="1"/>
              <a:t>add</a:t>
            </a:r>
            <a:r>
              <a:rPr lang="nl-NL" dirty="0"/>
              <a:t> in FP32). High performance: 120 TFLOPS (</a:t>
            </a:r>
            <a:r>
              <a:rPr lang="nl-NL" dirty="0" err="1"/>
              <a:t>for</a:t>
            </a:r>
            <a:r>
              <a:rPr lang="nl-NL" dirty="0"/>
              <a:t> </a:t>
            </a:r>
            <a:r>
              <a:rPr lang="nl-NL" dirty="0" err="1"/>
              <a:t>the</a:t>
            </a:r>
            <a:r>
              <a:rPr lang="nl-NL" dirty="0"/>
              <a:t> time).</a:t>
            </a:r>
          </a:p>
          <a:p>
            <a:pPr>
              <a:buFont typeface="Arial" panose="020B0604020202020204" pitchFamily="34" charset="0"/>
              <a:buChar char="•"/>
            </a:pPr>
            <a:endParaRPr lang="nl-NL" dirty="0">
              <a:cs typeface="Calibri"/>
            </a:endParaRPr>
          </a:p>
          <a:p>
            <a:pPr>
              <a:buFont typeface="Arial" panose="020B0604020202020204" pitchFamily="34" charset="0"/>
              <a:buChar char="•"/>
            </a:pPr>
            <a:endParaRPr lang="nl-NL" dirty="0">
              <a:cs typeface="Calibri"/>
            </a:endParaRPr>
          </a:p>
          <a:p>
            <a:pPr>
              <a:buFont typeface="Arial" panose="020B0604020202020204" pitchFamily="34" charset="0"/>
              <a:buChar char="•"/>
            </a:pPr>
            <a:endParaRPr lang="nl-NL" dirty="0">
              <a:cs typeface="Calibri"/>
            </a:endParaRPr>
          </a:p>
          <a:p>
            <a:pPr>
              <a:buFont typeface="Arial" panose="020B0604020202020204" pitchFamily="34" charset="0"/>
              <a:buChar char="•"/>
            </a:pPr>
            <a:endParaRPr lang="nl-NL" dirty="0">
              <a:cs typeface="Calibri"/>
            </a:endParaRPr>
          </a:p>
          <a:p>
            <a:pPr>
              <a:buFont typeface="Arial" panose="020B0604020202020204" pitchFamily="34" charset="0"/>
              <a:buChar char="•"/>
            </a:pPr>
            <a:endParaRPr lang="nl-NL" dirty="0">
              <a:cs typeface="Calibri"/>
            </a:endParaRPr>
          </a:p>
          <a:p>
            <a:pPr>
              <a:buFont typeface="Arial" panose="020B0604020202020204" pitchFamily="34" charset="0"/>
              <a:buChar char="•"/>
            </a:pPr>
            <a:r>
              <a:rPr lang="nl-NL" dirty="0"/>
              <a:t>High </a:t>
            </a:r>
            <a:r>
              <a:rPr lang="nl-NL" dirty="0" err="1"/>
              <a:t>bandwidth</a:t>
            </a:r>
            <a:r>
              <a:rPr lang="nl-NL" dirty="0"/>
              <a:t> memory, 2nd </a:t>
            </a:r>
            <a:r>
              <a:rPr lang="nl-NL" dirty="0" err="1"/>
              <a:t>generation</a:t>
            </a:r>
            <a:r>
              <a:rPr lang="nl-NL" dirty="0"/>
              <a:t> (HBM2) (vs. DDR)</a:t>
            </a:r>
            <a:endParaRPr lang="nl-NL" dirty="0">
              <a:cs typeface="Calibri"/>
            </a:endParaRPr>
          </a:p>
          <a:p>
            <a:pPr>
              <a:buFont typeface="Arial" panose="020B0604020202020204" pitchFamily="34" charset="0"/>
              <a:buChar char="•"/>
            </a:pPr>
            <a:endParaRPr lang="nl-NL" dirty="0">
              <a:cs typeface="Calibri"/>
            </a:endParaRPr>
          </a:p>
          <a:p>
            <a:pPr>
              <a:buFont typeface="Arial" panose="020B0604020202020204" pitchFamily="34" charset="0"/>
              <a:buChar char="•"/>
            </a:pPr>
            <a:endParaRPr lang="nl-NL" dirty="0"/>
          </a:p>
          <a:p>
            <a:pPr>
              <a:buFont typeface="Arial" panose="020B0604020202020204" pitchFamily="34" charset="0"/>
              <a:buChar char="•"/>
            </a:pPr>
            <a:endParaRPr lang="nl-NL" dirty="0"/>
          </a:p>
          <a:p>
            <a:pPr>
              <a:buFont typeface="Arial" panose="020B0604020202020204" pitchFamily="34" charset="0"/>
              <a:buChar char="•"/>
            </a:pPr>
            <a:endParaRPr lang="nl-NL" dirty="0"/>
          </a:p>
          <a:p>
            <a:pPr>
              <a:buFont typeface="Arial" panose="020B0604020202020204" pitchFamily="34" charset="0"/>
              <a:buChar char="•"/>
            </a:pPr>
            <a:endParaRPr lang="nl-NL" dirty="0"/>
          </a:p>
          <a:p>
            <a:pPr marL="0" indent="0">
              <a:buNone/>
            </a:pPr>
            <a:endParaRPr lang="nl-NL" dirty="0"/>
          </a:p>
          <a:p>
            <a:pPr marL="0" indent="0">
              <a:buNone/>
            </a:pPr>
            <a:endParaRPr lang="nl-NL" dirty="0">
              <a:cs typeface="Calibri"/>
            </a:endParaRPr>
          </a:p>
          <a:p>
            <a:pPr>
              <a:buFont typeface="Arial" panose="020B0604020202020204" pitchFamily="34" charset="0"/>
              <a:buChar char="•"/>
            </a:pPr>
            <a:endParaRPr lang="nl-NL" dirty="0"/>
          </a:p>
          <a:p>
            <a:pPr>
              <a:buFont typeface="Arial" panose="020B0604020202020204" pitchFamily="34" charset="0"/>
              <a:buChar char="•"/>
            </a:pPr>
            <a:endParaRPr lang="nl-NL" dirty="0"/>
          </a:p>
          <a:p>
            <a:pPr marL="0" lvl="1" indent="0">
              <a:buNone/>
            </a:pPr>
            <a:endParaRPr lang="nl-NL" sz="1400" dirty="0"/>
          </a:p>
          <a:p>
            <a:endParaRPr lang="nl-NL" sz="1400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721EB90-6063-084B-AEBB-B08C20B74B54}"/>
              </a:ext>
            </a:extLst>
          </p:cNvPr>
          <p:cNvSpPr>
            <a:spLocks noGrp="1"/>
          </p:cNvSpPr>
          <p:nvPr>
            <p:ph type="body" sz="quarter" idx="65"/>
          </p:nvPr>
        </p:nvSpPr>
        <p:spPr/>
        <p:txBody>
          <a:bodyPr/>
          <a:lstStyle/>
          <a:p>
            <a:endParaRPr lang="nl-NL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3574DB4-4BA2-7747-8C62-E3DFFBAEAE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D0FE45-509C-4BDF-9EDE-64426F8DF3D2}" type="slidenum">
              <a:rPr lang="nl-NL" smtClean="0"/>
              <a:t>18</a:t>
            </a:fld>
            <a:endParaRPr lang="nl-NL"/>
          </a:p>
        </p:txBody>
      </p:sp>
      <p:pic>
        <p:nvPicPr>
          <p:cNvPr id="8" name="Picture 7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71128" y="2883452"/>
            <a:ext cx="7172473" cy="191678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665529" y="935379"/>
            <a:ext cx="6108788" cy="1015663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square" lIns="182880" tIns="91440" rIns="182880" bIns="91440" rtlCol="0">
            <a:spAutoFit/>
          </a:bodyPr>
          <a:lstStyle/>
          <a:p>
            <a:pPr algn="l"/>
            <a:r>
              <a:rPr lang="nl-NL" dirty="0"/>
              <a:t>Generally, </a:t>
            </a:r>
            <a:r>
              <a:rPr lang="nl-NL" i="1" dirty="0" err="1"/>
              <a:t>you</a:t>
            </a:r>
            <a:r>
              <a:rPr lang="nl-NL" dirty="0"/>
              <a:t> are </a:t>
            </a:r>
            <a:r>
              <a:rPr lang="nl-NL" dirty="0" err="1"/>
              <a:t>responsible</a:t>
            </a:r>
            <a:r>
              <a:rPr lang="nl-NL" dirty="0"/>
              <a:t> </a:t>
            </a:r>
            <a:r>
              <a:rPr lang="nl-NL" dirty="0" err="1"/>
              <a:t>for</a:t>
            </a:r>
            <a:r>
              <a:rPr lang="nl-NL" dirty="0"/>
              <a:t> </a:t>
            </a:r>
            <a:r>
              <a:rPr lang="nl-NL" dirty="0" err="1"/>
              <a:t>specifying</a:t>
            </a:r>
            <a:r>
              <a:rPr lang="nl-NL" dirty="0"/>
              <a:t> a </a:t>
            </a:r>
            <a:r>
              <a:rPr lang="nl-NL" dirty="0" err="1"/>
              <a:t>reduced</a:t>
            </a:r>
            <a:r>
              <a:rPr lang="nl-NL" dirty="0"/>
              <a:t> </a:t>
            </a:r>
            <a:r>
              <a:rPr lang="nl-NL" dirty="0" err="1"/>
              <a:t>precision</a:t>
            </a:r>
            <a:r>
              <a:rPr lang="nl-NL" dirty="0"/>
              <a:t>: DL </a:t>
            </a:r>
            <a:r>
              <a:rPr lang="nl-NL" dirty="0" err="1"/>
              <a:t>frameworks</a:t>
            </a:r>
            <a:r>
              <a:rPr lang="nl-NL" dirty="0"/>
              <a:t> </a:t>
            </a:r>
            <a:r>
              <a:rPr lang="nl-NL" dirty="0" err="1"/>
              <a:t>don’t</a:t>
            </a:r>
            <a:r>
              <a:rPr lang="nl-NL" dirty="0"/>
              <a:t> do </a:t>
            </a:r>
            <a:r>
              <a:rPr lang="nl-NL" dirty="0" err="1"/>
              <a:t>this</a:t>
            </a:r>
            <a:r>
              <a:rPr lang="nl-NL" dirty="0"/>
              <a:t> </a:t>
            </a:r>
            <a:r>
              <a:rPr lang="nl-NL" dirty="0" err="1"/>
              <a:t>automatically</a:t>
            </a:r>
            <a:r>
              <a:rPr lang="nl-NL" dirty="0"/>
              <a:t> </a:t>
            </a:r>
            <a:r>
              <a:rPr lang="nl-NL" dirty="0" err="1"/>
              <a:t>since</a:t>
            </a:r>
            <a:r>
              <a:rPr lang="nl-NL" dirty="0"/>
              <a:t> </a:t>
            </a:r>
            <a:r>
              <a:rPr lang="nl-NL" dirty="0" err="1"/>
              <a:t>it</a:t>
            </a:r>
            <a:r>
              <a:rPr lang="nl-NL" dirty="0"/>
              <a:t> </a:t>
            </a:r>
            <a:r>
              <a:rPr lang="nl-NL" dirty="0" err="1"/>
              <a:t>may</a:t>
            </a:r>
            <a:r>
              <a:rPr lang="nl-NL" dirty="0"/>
              <a:t> impact </a:t>
            </a:r>
            <a:r>
              <a:rPr lang="nl-NL" dirty="0" err="1"/>
              <a:t>your</a:t>
            </a:r>
            <a:r>
              <a:rPr lang="nl-NL" dirty="0"/>
              <a:t> </a:t>
            </a:r>
            <a:r>
              <a:rPr lang="nl-NL" dirty="0" err="1"/>
              <a:t>networks</a:t>
            </a:r>
            <a:r>
              <a:rPr lang="nl-NL" dirty="0"/>
              <a:t> </a:t>
            </a:r>
            <a:r>
              <a:rPr lang="nl-NL" dirty="0" err="1"/>
              <a:t>accuracy</a:t>
            </a:r>
            <a:r>
              <a:rPr lang="nl-NL" dirty="0"/>
              <a:t>, </a:t>
            </a:r>
            <a:r>
              <a:rPr lang="nl-NL" dirty="0" err="1"/>
              <a:t>convergence</a:t>
            </a:r>
            <a:r>
              <a:rPr lang="nl-NL" dirty="0"/>
              <a:t>, </a:t>
            </a:r>
            <a:r>
              <a:rPr lang="nl-NL" dirty="0" err="1"/>
              <a:t>etc</a:t>
            </a:r>
            <a:endParaRPr lang="nl-NL" dirty="0"/>
          </a:p>
        </p:txBody>
      </p:sp>
      <p:cxnSp>
        <p:nvCxnSpPr>
          <p:cNvPr id="12" name="Straight Arrow Connector 11"/>
          <p:cNvCxnSpPr/>
          <p:nvPr/>
        </p:nvCxnSpPr>
        <p:spPr>
          <a:xfrm flipH="1">
            <a:off x="5041935" y="1443210"/>
            <a:ext cx="510513" cy="31750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39647793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800">
        <p:fade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9D1BB7-FB20-7441-B7DD-B342356ED5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/>
              <a:t>Nvidia Ampere GPUs (e.g. A100)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101D17A-8471-C54C-BAB3-CE2F74484A8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516362" y="1145098"/>
            <a:ext cx="9882007" cy="4456846"/>
          </a:xfrm>
        </p:spPr>
        <p:txBody>
          <a:bodyPr/>
          <a:lstStyle/>
          <a:p>
            <a:pPr marL="0" indent="0">
              <a:buNone/>
            </a:pPr>
            <a:r>
              <a:rPr lang="nl-NL" dirty="0"/>
              <a:t>Features (</a:t>
            </a:r>
            <a:r>
              <a:rPr lang="nl-NL" dirty="0" err="1"/>
              <a:t>see</a:t>
            </a:r>
            <a:r>
              <a:rPr lang="nl-NL" dirty="0"/>
              <a:t> </a:t>
            </a:r>
            <a:r>
              <a:rPr lang="nl-NL" dirty="0" err="1"/>
              <a:t>also</a:t>
            </a:r>
            <a:r>
              <a:rPr lang="nl-NL" dirty="0"/>
              <a:t> </a:t>
            </a:r>
            <a:r>
              <a:rPr lang="nl-NL" dirty="0">
                <a:hlinkClick r:id="rId2"/>
              </a:rPr>
              <a:t>https://servicedesk.surf.nl/wiki/display/WIKI/Deep+Learning+on+A100+GPUs</a:t>
            </a:r>
            <a:r>
              <a:rPr lang="nl-NL" dirty="0"/>
              <a:t> )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nl-NL" dirty="0"/>
              <a:t>Tensor </a:t>
            </a:r>
            <a:r>
              <a:rPr lang="nl-NL" dirty="0" err="1"/>
              <a:t>Cores</a:t>
            </a:r>
            <a:r>
              <a:rPr lang="nl-NL" dirty="0"/>
              <a:t> support more datatypes (FP64, TF32, FP16, BF16, Int8, Int4, </a:t>
            </a:r>
            <a:r>
              <a:rPr lang="nl-NL" dirty="0" err="1"/>
              <a:t>Binary</a:t>
            </a:r>
            <a:r>
              <a:rPr lang="nl-NL" dirty="0"/>
              <a:t>)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nl-NL" dirty="0"/>
              <a:t>TensorFloat32 datatype:</a:t>
            </a:r>
          </a:p>
          <a:p>
            <a:pPr>
              <a:buFont typeface="Arial" panose="020B0604020202020204" pitchFamily="34" charset="0"/>
              <a:buChar char="•"/>
            </a:pPr>
            <a:endParaRPr lang="nl-NL" dirty="0"/>
          </a:p>
          <a:p>
            <a:pPr>
              <a:buFont typeface="Arial" panose="020B0604020202020204" pitchFamily="34" charset="0"/>
              <a:buChar char="•"/>
            </a:pPr>
            <a:endParaRPr lang="nl-NL" dirty="0"/>
          </a:p>
          <a:p>
            <a:pPr>
              <a:buFont typeface="Arial" panose="020B0604020202020204" pitchFamily="34" charset="0"/>
              <a:buChar char="•"/>
            </a:pPr>
            <a:endParaRPr lang="nl-NL" dirty="0"/>
          </a:p>
          <a:p>
            <a:pPr>
              <a:buFont typeface="Arial" panose="020B0604020202020204" pitchFamily="34" charset="0"/>
              <a:buChar char="•"/>
            </a:pPr>
            <a:endParaRPr lang="nl-NL" dirty="0"/>
          </a:p>
          <a:p>
            <a:pPr marL="0" indent="0">
              <a:buNone/>
            </a:pPr>
            <a:endParaRPr lang="nl-NL" dirty="0"/>
          </a:p>
          <a:p>
            <a:pPr>
              <a:buFont typeface="Arial" panose="020B0604020202020204" pitchFamily="34" charset="0"/>
              <a:buChar char="•"/>
            </a:pPr>
            <a:endParaRPr lang="nl-NL" dirty="0"/>
          </a:p>
          <a:p>
            <a:pPr>
              <a:buFont typeface="Arial" panose="020B0604020202020204" pitchFamily="34" charset="0"/>
              <a:buChar char="•"/>
            </a:pPr>
            <a:endParaRPr lang="nl-NL" dirty="0"/>
          </a:p>
          <a:p>
            <a:pPr marL="0" lvl="1" indent="0">
              <a:buNone/>
            </a:pPr>
            <a:endParaRPr lang="nl-NL" sz="1400" dirty="0"/>
          </a:p>
          <a:p>
            <a:endParaRPr lang="nl-NL" sz="1400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721EB90-6063-084B-AEBB-B08C20B74B54}"/>
              </a:ext>
            </a:extLst>
          </p:cNvPr>
          <p:cNvSpPr>
            <a:spLocks noGrp="1"/>
          </p:cNvSpPr>
          <p:nvPr>
            <p:ph type="body" sz="quarter" idx="65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3574DB4-4BA2-7747-8C62-E3DFFBAEAE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D0FE45-509C-4BDF-9EDE-64426F8DF3D2}" type="slidenum">
              <a:rPr lang="nl-NL" smtClean="0"/>
              <a:t>19</a:t>
            </a:fld>
            <a:endParaRPr lang="nl-NL"/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F08C7618-2F3D-E756-4DA3-AD40CF3495D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715598" y="2880075"/>
            <a:ext cx="5003905" cy="318998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891AC012-A53C-BB4B-AA5C-14F5B2ABA912}"/>
              </a:ext>
            </a:extLst>
          </p:cNvPr>
          <p:cNvSpPr txBox="1"/>
          <p:nvPr/>
        </p:nvSpPr>
        <p:spPr>
          <a:xfrm>
            <a:off x="1104882" y="4511467"/>
            <a:ext cx="5003905" cy="1015663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square" lIns="182880" tIns="91440" rIns="182880" bIns="91440" rtlCol="0">
            <a:spAutoFit/>
          </a:bodyPr>
          <a:lstStyle/>
          <a:p>
            <a:pPr algn="l"/>
            <a:r>
              <a:rPr lang="nl-NL" dirty="0"/>
              <a:t>Mixed </a:t>
            </a:r>
            <a:r>
              <a:rPr lang="nl-NL" dirty="0" err="1"/>
              <a:t>precision</a:t>
            </a:r>
            <a:r>
              <a:rPr lang="nl-NL" dirty="0"/>
              <a:t> </a:t>
            </a:r>
            <a:r>
              <a:rPr lang="nl-NL" dirty="0" err="1"/>
              <a:t>uses</a:t>
            </a:r>
            <a:r>
              <a:rPr lang="nl-NL" dirty="0"/>
              <a:t> FP16. </a:t>
            </a:r>
            <a:r>
              <a:rPr lang="nl-NL" dirty="0" err="1"/>
              <a:t>Reduced</a:t>
            </a:r>
            <a:r>
              <a:rPr lang="nl-NL" dirty="0"/>
              <a:t> range </a:t>
            </a:r>
            <a:r>
              <a:rPr lang="nl-NL" dirty="0" err="1"/>
              <a:t>causes</a:t>
            </a:r>
            <a:r>
              <a:rPr lang="nl-NL" dirty="0"/>
              <a:t> (</a:t>
            </a:r>
            <a:r>
              <a:rPr lang="nl-NL" dirty="0" err="1"/>
              <a:t>potential</a:t>
            </a:r>
            <a:r>
              <a:rPr lang="nl-NL" dirty="0"/>
              <a:t>) </a:t>
            </a:r>
            <a:r>
              <a:rPr lang="nl-NL" dirty="0" err="1"/>
              <a:t>need</a:t>
            </a:r>
            <a:r>
              <a:rPr lang="nl-NL" dirty="0"/>
              <a:t> </a:t>
            </a:r>
            <a:r>
              <a:rPr lang="nl-NL" dirty="0" err="1"/>
              <a:t>for</a:t>
            </a:r>
            <a:r>
              <a:rPr lang="nl-NL" dirty="0"/>
              <a:t> </a:t>
            </a:r>
            <a:r>
              <a:rPr lang="nl-NL" dirty="0" err="1"/>
              <a:t>gradient</a:t>
            </a:r>
            <a:r>
              <a:rPr lang="nl-NL" dirty="0"/>
              <a:t> </a:t>
            </a:r>
            <a:r>
              <a:rPr lang="nl-NL" dirty="0" err="1"/>
              <a:t>scaling</a:t>
            </a:r>
            <a:r>
              <a:rPr lang="nl-NL" dirty="0"/>
              <a:t> </a:t>
            </a:r>
            <a:r>
              <a:rPr lang="nl-NL" dirty="0" err="1"/>
              <a:t>to</a:t>
            </a:r>
            <a:r>
              <a:rPr lang="nl-NL" dirty="0"/>
              <a:t> </a:t>
            </a:r>
            <a:r>
              <a:rPr lang="nl-NL" dirty="0" err="1"/>
              <a:t>prevent</a:t>
            </a:r>
            <a:r>
              <a:rPr lang="nl-NL" dirty="0"/>
              <a:t> </a:t>
            </a:r>
            <a:r>
              <a:rPr lang="nl-NL" dirty="0" err="1"/>
              <a:t>underflows</a:t>
            </a:r>
            <a:endParaRPr lang="nl-NL" dirty="0"/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7A03C999-67D5-69B6-9EF4-8B7725C0B547}"/>
              </a:ext>
            </a:extLst>
          </p:cNvPr>
          <p:cNvCxnSpPr>
            <a:cxnSpLocks/>
          </p:cNvCxnSpPr>
          <p:nvPr/>
        </p:nvCxnSpPr>
        <p:spPr>
          <a:xfrm>
            <a:off x="6223518" y="4823927"/>
            <a:ext cx="597160" cy="14928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72856532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800">
        <p:fade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9D1BB7-FB20-7441-B7DD-B342356ED5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/>
              <a:t>Nvidia Ampere GPUs (e.g. A100)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101D17A-8471-C54C-BAB3-CE2F74484A8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516362" y="1145098"/>
            <a:ext cx="9882007" cy="4456846"/>
          </a:xfrm>
        </p:spPr>
        <p:txBody>
          <a:bodyPr/>
          <a:lstStyle/>
          <a:p>
            <a:pPr marL="0" indent="0">
              <a:buNone/>
            </a:pPr>
            <a:r>
              <a:rPr lang="nl-NL"/>
              <a:t>Features (see also </a:t>
            </a:r>
            <a:r>
              <a:rPr lang="nl-NL">
                <a:hlinkClick r:id="rId2"/>
              </a:rPr>
              <a:t>https://servicedesk.surf.nl/wiki/display/WIKI/Deep+Learning+on+A100+GPUs</a:t>
            </a:r>
            <a:r>
              <a:rPr lang="nl-NL"/>
              <a:t> ) 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nl-NL"/>
              <a:t>Tensor Cores support more datatypes (FP64, TF32, FP16, BF16, Int8, Int4, Binary)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nl-NL"/>
              <a:t>TensorFloat32 datatype:</a:t>
            </a:r>
          </a:p>
          <a:p>
            <a:pPr>
              <a:buFont typeface="Arial" panose="020B0604020202020204" pitchFamily="34" charset="0"/>
              <a:buChar char="•"/>
            </a:pPr>
            <a:endParaRPr lang="nl-NL"/>
          </a:p>
          <a:p>
            <a:pPr>
              <a:buFont typeface="Arial" panose="020B0604020202020204" pitchFamily="34" charset="0"/>
              <a:buChar char="•"/>
            </a:pPr>
            <a:endParaRPr lang="nl-NL"/>
          </a:p>
          <a:p>
            <a:pPr>
              <a:buFont typeface="Arial" panose="020B0604020202020204" pitchFamily="34" charset="0"/>
              <a:buChar char="•"/>
            </a:pPr>
            <a:endParaRPr lang="nl-NL"/>
          </a:p>
          <a:p>
            <a:pPr>
              <a:buFont typeface="Arial" panose="020B0604020202020204" pitchFamily="34" charset="0"/>
              <a:buChar char="•"/>
            </a:pPr>
            <a:endParaRPr lang="nl-NL"/>
          </a:p>
          <a:p>
            <a:pPr marL="0" indent="0">
              <a:buNone/>
            </a:pPr>
            <a:endParaRPr lang="nl-NL"/>
          </a:p>
          <a:p>
            <a:pPr>
              <a:buFont typeface="Arial" panose="020B0604020202020204" pitchFamily="34" charset="0"/>
              <a:buChar char="•"/>
            </a:pPr>
            <a:endParaRPr lang="nl-NL"/>
          </a:p>
          <a:p>
            <a:pPr>
              <a:buFont typeface="Arial" panose="020B0604020202020204" pitchFamily="34" charset="0"/>
              <a:buChar char="•"/>
            </a:pPr>
            <a:endParaRPr lang="nl-NL"/>
          </a:p>
          <a:p>
            <a:pPr marL="0" lvl="1" indent="0">
              <a:buNone/>
            </a:pPr>
            <a:endParaRPr lang="nl-NL" sz="1400"/>
          </a:p>
          <a:p>
            <a:endParaRPr lang="nl-NL" sz="140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721EB90-6063-084B-AEBB-B08C20B74B54}"/>
              </a:ext>
            </a:extLst>
          </p:cNvPr>
          <p:cNvSpPr>
            <a:spLocks noGrp="1"/>
          </p:cNvSpPr>
          <p:nvPr>
            <p:ph type="body" sz="quarter" idx="65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3574DB4-4BA2-7747-8C62-E3DFFBAEAE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D0FE45-509C-4BDF-9EDE-64426F8DF3D2}" type="slidenum">
              <a:rPr lang="nl-NL" smtClean="0"/>
              <a:t>20</a:t>
            </a:fld>
            <a:endParaRPr lang="nl-NL"/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F08C7618-2F3D-E756-4DA3-AD40CF3495D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715598" y="2880075"/>
            <a:ext cx="5003905" cy="318998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891AC012-A53C-BB4B-AA5C-14F5B2ABA912}"/>
              </a:ext>
            </a:extLst>
          </p:cNvPr>
          <p:cNvSpPr txBox="1"/>
          <p:nvPr/>
        </p:nvSpPr>
        <p:spPr>
          <a:xfrm>
            <a:off x="232646" y="4581732"/>
            <a:ext cx="5003905" cy="1015663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square" lIns="182880" tIns="91440" rIns="182880" bIns="91440" rtlCol="0">
            <a:spAutoFit/>
          </a:bodyPr>
          <a:lstStyle/>
          <a:p>
            <a:pPr algn="l"/>
            <a:r>
              <a:rPr lang="nl-NL"/>
              <a:t>TF32 tries to combine best of both worlds: range of an FP32 (no gradient scaling needed), but with reduced precision (for speedup &amp; less memory)</a:t>
            </a:r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7A03C999-67D5-69B6-9EF4-8B7725C0B547}"/>
              </a:ext>
            </a:extLst>
          </p:cNvPr>
          <p:cNvCxnSpPr>
            <a:cxnSpLocks/>
          </p:cNvCxnSpPr>
          <p:nvPr/>
        </p:nvCxnSpPr>
        <p:spPr>
          <a:xfrm flipV="1">
            <a:off x="5236551" y="4577183"/>
            <a:ext cx="1397514" cy="51238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16240062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800">
        <p:fade/>
      </p:transition>
    </mc:Choice>
    <mc:Fallback xmlns="">
      <p:transition spd="slow">
        <p:fade/>
      </p:transition>
    </mc:Fallback>
  </mc:AlternateContent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9D1BB7-FB20-7441-B7DD-B342356ED5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/>
              <a:t>Nvidia Ampere GPUs (e.g. A100)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101D17A-8471-C54C-BAB3-CE2F74484A8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516362" y="1145098"/>
            <a:ext cx="9882007" cy="4456846"/>
          </a:xfrm>
        </p:spPr>
        <p:txBody>
          <a:bodyPr/>
          <a:lstStyle/>
          <a:p>
            <a:pPr marL="0" indent="0">
              <a:buNone/>
            </a:pPr>
            <a:r>
              <a:rPr lang="nl-NL"/>
              <a:t>Features (see also </a:t>
            </a:r>
            <a:r>
              <a:rPr lang="nl-NL">
                <a:hlinkClick r:id="rId2"/>
              </a:rPr>
              <a:t>https://servicedesk.surf.nl/wiki/display/WIKI/Deep+Learning+on+A100+GPUs</a:t>
            </a:r>
            <a:r>
              <a:rPr lang="nl-NL"/>
              <a:t> ) 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nl-NL"/>
              <a:t>Tensor Cores support more datatypes (FP64, TF32, FP16, BF16, Int8, Int4, Binary)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nl-NL"/>
              <a:t>TensorFloat32 datatype:</a:t>
            </a:r>
          </a:p>
          <a:p>
            <a:pPr>
              <a:buFont typeface="Arial" panose="020B0604020202020204" pitchFamily="34" charset="0"/>
              <a:buChar char="•"/>
            </a:pPr>
            <a:endParaRPr lang="nl-NL"/>
          </a:p>
          <a:p>
            <a:pPr>
              <a:buFont typeface="Arial" panose="020B0604020202020204" pitchFamily="34" charset="0"/>
              <a:buChar char="•"/>
            </a:pPr>
            <a:endParaRPr lang="nl-NL"/>
          </a:p>
          <a:p>
            <a:pPr>
              <a:buFont typeface="Arial" panose="020B0604020202020204" pitchFamily="34" charset="0"/>
              <a:buChar char="•"/>
            </a:pPr>
            <a:endParaRPr lang="nl-NL"/>
          </a:p>
          <a:p>
            <a:pPr>
              <a:buFont typeface="Arial" panose="020B0604020202020204" pitchFamily="34" charset="0"/>
              <a:buChar char="•"/>
            </a:pPr>
            <a:endParaRPr lang="nl-NL"/>
          </a:p>
          <a:p>
            <a:pPr marL="0" indent="0">
              <a:buNone/>
            </a:pPr>
            <a:endParaRPr lang="nl-NL"/>
          </a:p>
          <a:p>
            <a:pPr>
              <a:buFont typeface="Arial" panose="020B0604020202020204" pitchFamily="34" charset="0"/>
              <a:buChar char="•"/>
            </a:pPr>
            <a:endParaRPr lang="nl-NL"/>
          </a:p>
          <a:p>
            <a:pPr>
              <a:buFont typeface="Arial" panose="020B0604020202020204" pitchFamily="34" charset="0"/>
              <a:buChar char="•"/>
            </a:pPr>
            <a:endParaRPr lang="nl-NL"/>
          </a:p>
          <a:p>
            <a:pPr marL="0" lvl="1" indent="0">
              <a:buNone/>
            </a:pPr>
            <a:endParaRPr lang="nl-NL" sz="1400"/>
          </a:p>
          <a:p>
            <a:endParaRPr lang="nl-NL" sz="140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721EB90-6063-084B-AEBB-B08C20B74B54}"/>
              </a:ext>
            </a:extLst>
          </p:cNvPr>
          <p:cNvSpPr>
            <a:spLocks noGrp="1"/>
          </p:cNvSpPr>
          <p:nvPr>
            <p:ph type="body" sz="quarter" idx="65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3574DB4-4BA2-7747-8C62-E3DFFBAEAE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D0FE45-509C-4BDF-9EDE-64426F8DF3D2}" type="slidenum">
              <a:rPr lang="nl-NL" smtClean="0"/>
              <a:t>21</a:t>
            </a:fld>
            <a:endParaRPr lang="nl-NL"/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F08C7618-2F3D-E756-4DA3-AD40CF3495D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715598" y="2880075"/>
            <a:ext cx="5003905" cy="318998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891AC012-A53C-BB4B-AA5C-14F5B2ABA912}"/>
              </a:ext>
            </a:extLst>
          </p:cNvPr>
          <p:cNvSpPr txBox="1"/>
          <p:nvPr/>
        </p:nvSpPr>
        <p:spPr>
          <a:xfrm>
            <a:off x="232646" y="4487932"/>
            <a:ext cx="5003905" cy="184665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square" lIns="182880" tIns="91440" rIns="182880" bIns="91440" rtlCol="0">
            <a:spAutoFit/>
          </a:bodyPr>
          <a:lstStyle/>
          <a:p>
            <a:pPr algn="l"/>
            <a:r>
              <a:rPr lang="nl-NL" dirty="0" err="1"/>
              <a:t>Automatically</a:t>
            </a:r>
            <a:r>
              <a:rPr lang="nl-NL" dirty="0"/>
              <a:t> </a:t>
            </a:r>
            <a:r>
              <a:rPr lang="nl-NL" dirty="0" err="1"/>
              <a:t>used</a:t>
            </a:r>
            <a:r>
              <a:rPr lang="nl-NL" dirty="0"/>
              <a:t> </a:t>
            </a:r>
            <a:r>
              <a:rPr lang="nl-NL" i="1" dirty="0" err="1"/>
              <a:t>unless</a:t>
            </a:r>
            <a:r>
              <a:rPr lang="nl-NL" dirty="0"/>
              <a:t> </a:t>
            </a:r>
          </a:p>
          <a:p>
            <a:pPr marL="285750" indent="-285750">
              <a:buFontTx/>
              <a:buChar char="-"/>
            </a:pPr>
            <a:r>
              <a:rPr lang="nl-NL" dirty="0"/>
              <a:t>Environment </a:t>
            </a:r>
            <a:r>
              <a:rPr lang="nl-NL" dirty="0" err="1"/>
              <a:t>variable</a:t>
            </a:r>
            <a:r>
              <a:rPr lang="nl-NL" dirty="0"/>
              <a:t> </a:t>
            </a:r>
            <a:r>
              <a:rPr lang="en-US" i="1" dirty="0"/>
              <a:t>NVIDIA_TF32_OVERRIDE=0</a:t>
            </a:r>
            <a:r>
              <a:rPr lang="nl-NL" dirty="0"/>
              <a:t> is set</a:t>
            </a:r>
          </a:p>
          <a:p>
            <a:pPr marL="285750" indent="-285750">
              <a:buFontTx/>
              <a:buChar char="-"/>
            </a:pPr>
            <a:r>
              <a:rPr lang="en-US" i="1" dirty="0"/>
              <a:t>torch.backends.cuda.matmul.allow_tf32 = False </a:t>
            </a:r>
            <a:r>
              <a:rPr lang="en-US" dirty="0"/>
              <a:t>and torch.</a:t>
            </a:r>
            <a:r>
              <a:rPr lang="en-US" i="1" dirty="0"/>
              <a:t>backends.cudnn.allow_tf32 = False</a:t>
            </a:r>
            <a:r>
              <a:rPr lang="en-US" dirty="0"/>
              <a:t> are set</a:t>
            </a:r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7A03C999-67D5-69B6-9EF4-8B7725C0B547}"/>
              </a:ext>
            </a:extLst>
          </p:cNvPr>
          <p:cNvCxnSpPr>
            <a:cxnSpLocks/>
          </p:cNvCxnSpPr>
          <p:nvPr/>
        </p:nvCxnSpPr>
        <p:spPr>
          <a:xfrm flipV="1">
            <a:off x="5236551" y="4577183"/>
            <a:ext cx="1397514" cy="51238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43409914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800">
        <p:fade/>
      </p:transition>
    </mc:Choice>
    <mc:Fallback xmlns="">
      <p:transition spd="slow">
        <p:fade/>
      </p:transition>
    </mc:Fallback>
  </mc:AlternateContent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9D1BB7-FB20-7441-B7DD-B342356ED5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/>
              <a:t>Nvidia </a:t>
            </a:r>
            <a:r>
              <a:rPr lang="nl-NL" err="1"/>
              <a:t>Ampere</a:t>
            </a:r>
            <a:r>
              <a:rPr lang="nl-NL"/>
              <a:t> </a:t>
            </a:r>
            <a:r>
              <a:rPr lang="nl-NL" err="1"/>
              <a:t>GPUs</a:t>
            </a:r>
            <a:r>
              <a:rPr lang="nl-NL"/>
              <a:t> (e.g. A100)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721EB90-6063-084B-AEBB-B08C20B74B54}"/>
              </a:ext>
            </a:extLst>
          </p:cNvPr>
          <p:cNvSpPr>
            <a:spLocks noGrp="1"/>
          </p:cNvSpPr>
          <p:nvPr>
            <p:ph type="body" sz="quarter" idx="65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3574DB4-4BA2-7747-8C62-E3DFFBAEAE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22768" y="6368914"/>
            <a:ext cx="392576" cy="216909"/>
          </a:xfrm>
        </p:spPr>
        <p:txBody>
          <a:bodyPr/>
          <a:lstStyle/>
          <a:p>
            <a:fld id="{7AD0FE45-509C-4BDF-9EDE-64426F8DF3D2}" type="slidenum">
              <a:rPr lang="nl-NL" smtClean="0"/>
              <a:t>22</a:t>
            </a:fld>
            <a:endParaRPr lang="nl-NL"/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A0B6F0BB-8228-7398-F504-1F879F2EC3E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69091565"/>
              </p:ext>
            </p:extLst>
          </p:nvPr>
        </p:nvGraphicFramePr>
        <p:xfrm>
          <a:off x="829815" y="1219811"/>
          <a:ext cx="9775726" cy="4565520"/>
        </p:xfrm>
        <a:graphic>
          <a:graphicData uri="http://schemas.openxmlformats.org/drawingml/2006/table">
            <a:tbl>
              <a:tblPr/>
              <a:tblGrid>
                <a:gridCol w="1946467">
                  <a:extLst>
                    <a:ext uri="{9D8B030D-6E8A-4147-A177-3AD203B41FA5}">
                      <a16:colId xmlns:a16="http://schemas.microsoft.com/office/drawing/2014/main" val="373531038"/>
                    </a:ext>
                  </a:extLst>
                </a:gridCol>
                <a:gridCol w="1946467">
                  <a:extLst>
                    <a:ext uri="{9D8B030D-6E8A-4147-A177-3AD203B41FA5}">
                      <a16:colId xmlns:a16="http://schemas.microsoft.com/office/drawing/2014/main" val="2004116965"/>
                    </a:ext>
                  </a:extLst>
                </a:gridCol>
                <a:gridCol w="1946467">
                  <a:extLst>
                    <a:ext uri="{9D8B030D-6E8A-4147-A177-3AD203B41FA5}">
                      <a16:colId xmlns:a16="http://schemas.microsoft.com/office/drawing/2014/main" val="516198633"/>
                    </a:ext>
                  </a:extLst>
                </a:gridCol>
                <a:gridCol w="1946467">
                  <a:extLst>
                    <a:ext uri="{9D8B030D-6E8A-4147-A177-3AD203B41FA5}">
                      <a16:colId xmlns:a16="http://schemas.microsoft.com/office/drawing/2014/main" val="3553388252"/>
                    </a:ext>
                  </a:extLst>
                </a:gridCol>
                <a:gridCol w="1989858">
                  <a:extLst>
                    <a:ext uri="{9D8B030D-6E8A-4147-A177-3AD203B41FA5}">
                      <a16:colId xmlns:a16="http://schemas.microsoft.com/office/drawing/2014/main" val="12857226"/>
                    </a:ext>
                  </a:extLst>
                </a:gridCol>
              </a:tblGrid>
              <a:tr h="589041">
                <a:tc>
                  <a:txBody>
                    <a:bodyPr/>
                    <a:lstStyle/>
                    <a:p>
                      <a:pPr algn="l" fontAlgn="t"/>
                      <a:r>
                        <a:rPr lang="en-US" sz="1600" b="1">
                          <a:solidFill>
                            <a:srgbClr val="070809"/>
                          </a:solidFill>
                          <a:effectLst/>
                        </a:rPr>
                        <a:t>Model</a:t>
                      </a:r>
                    </a:p>
                  </a:txBody>
                  <a:tcPr marL="82268" marR="123402" marT="57588" marB="57588">
                    <a:lnL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en-US" sz="1600" b="1">
                          <a:solidFill>
                            <a:srgbClr val="070809"/>
                          </a:solidFill>
                          <a:effectLst/>
                        </a:rPr>
                        <a:t>Precision</a:t>
                      </a:r>
                    </a:p>
                  </a:txBody>
                  <a:tcPr marL="82268" marR="123402" marT="57588" marB="57588">
                    <a:lnL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en-US" sz="1600" b="1">
                          <a:solidFill>
                            <a:srgbClr val="070809"/>
                          </a:solidFill>
                          <a:effectLst/>
                        </a:rPr>
                        <a:t>Throughput (img/s)</a:t>
                      </a:r>
                    </a:p>
                  </a:txBody>
                  <a:tcPr marL="82268" marR="123402" marT="57588" marB="57588">
                    <a:lnL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en-US" sz="1600" b="1">
                          <a:solidFill>
                            <a:srgbClr val="070809"/>
                          </a:solidFill>
                          <a:effectLst/>
                        </a:rPr>
                        <a:t>Speedup (compared to FP32)</a:t>
                      </a:r>
                    </a:p>
                  </a:txBody>
                  <a:tcPr marL="82268" marR="123402" marT="57588" marB="57588">
                    <a:lnL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en-US" sz="1600" b="1">
                          <a:solidFill>
                            <a:srgbClr val="070809"/>
                          </a:solidFill>
                          <a:effectLst/>
                        </a:rPr>
                        <a:t>Loss (1st iteration)</a:t>
                      </a:r>
                    </a:p>
                  </a:txBody>
                  <a:tcPr marL="82268" marR="123402" marT="57588" marB="57588">
                    <a:lnL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2387763"/>
                  </a:ext>
                </a:extLst>
              </a:tr>
              <a:tr h="352108">
                <a:tc>
                  <a:txBody>
                    <a:bodyPr/>
                    <a:lstStyle/>
                    <a:p>
                      <a:pPr algn="l" fontAlgn="t"/>
                      <a:r>
                        <a:rPr lang="en-US" sz="1600">
                          <a:effectLst/>
                        </a:rPr>
                        <a:t>ResNet50</a:t>
                      </a:r>
                    </a:p>
                  </a:txBody>
                  <a:tcPr marL="82268" marR="82268" marT="57588" marB="57588">
                    <a:lnL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en-US" sz="1600">
                          <a:effectLst/>
                        </a:rPr>
                        <a:t>FP32</a:t>
                      </a:r>
                    </a:p>
                  </a:txBody>
                  <a:tcPr marL="82268" marR="82268" marT="57588" marB="57588">
                    <a:lnL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en-US" sz="1600">
                          <a:effectLst/>
                        </a:rPr>
                        <a:t>455.9</a:t>
                      </a:r>
                    </a:p>
                  </a:txBody>
                  <a:tcPr marL="82268" marR="82268" marT="57588" marB="57588">
                    <a:lnL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en-US" sz="1600">
                          <a:effectLst/>
                        </a:rPr>
                        <a:t>1</a:t>
                      </a:r>
                    </a:p>
                  </a:txBody>
                  <a:tcPr marL="82268" marR="82268" marT="57588" marB="57588">
                    <a:lnL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en-US" sz="1600">
                          <a:effectLst/>
                        </a:rPr>
                        <a:t>7.457645893096924</a:t>
                      </a:r>
                    </a:p>
                  </a:txBody>
                  <a:tcPr marL="82268" marR="82268" marT="57588" marB="57588">
                    <a:lnL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80962029"/>
                  </a:ext>
                </a:extLst>
              </a:tr>
              <a:tr h="352108">
                <a:tc>
                  <a:txBody>
                    <a:bodyPr/>
                    <a:lstStyle/>
                    <a:p>
                      <a:pPr algn="l" fontAlgn="t"/>
                      <a:r>
                        <a:rPr lang="en-US" sz="1600">
                          <a:effectLst/>
                        </a:rPr>
                        <a:t>ResNet50</a:t>
                      </a:r>
                    </a:p>
                  </a:txBody>
                  <a:tcPr marL="82268" marR="82268" marT="57588" marB="57588">
                    <a:lnL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en-US" sz="1600">
                          <a:effectLst/>
                        </a:rPr>
                        <a:t>TF32</a:t>
                      </a:r>
                    </a:p>
                  </a:txBody>
                  <a:tcPr marL="82268" marR="82268" marT="57588" marB="57588">
                    <a:lnL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en-US" sz="1600">
                          <a:effectLst/>
                        </a:rPr>
                        <a:t>750.6</a:t>
                      </a:r>
                    </a:p>
                  </a:txBody>
                  <a:tcPr marL="82268" marR="82268" marT="57588" marB="57588">
                    <a:lnL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en-US" sz="1600">
                          <a:effectLst/>
                        </a:rPr>
                        <a:t>1.65</a:t>
                      </a:r>
                    </a:p>
                  </a:txBody>
                  <a:tcPr marL="82268" marR="82268" marT="57588" marB="57588">
                    <a:lnL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en-US" sz="1600">
                          <a:effectLst/>
                        </a:rPr>
                        <a:t>7.456507205963135</a:t>
                      </a:r>
                    </a:p>
                  </a:txBody>
                  <a:tcPr marL="82268" marR="82268" marT="57588" marB="57588">
                    <a:lnL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23883461"/>
                  </a:ext>
                </a:extLst>
              </a:tr>
              <a:tr h="589041">
                <a:tc>
                  <a:txBody>
                    <a:bodyPr/>
                    <a:lstStyle/>
                    <a:p>
                      <a:pPr algn="l" fontAlgn="t"/>
                      <a:r>
                        <a:rPr lang="en-US" sz="1600">
                          <a:effectLst/>
                        </a:rPr>
                        <a:t>ResNet50</a:t>
                      </a:r>
                    </a:p>
                  </a:txBody>
                  <a:tcPr marL="82268" marR="82268" marT="57588" marB="57588">
                    <a:lnL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en-US" sz="1600">
                          <a:effectLst/>
                        </a:rPr>
                        <a:t>FP16 (input) + FP32 (accumulator)</a:t>
                      </a:r>
                    </a:p>
                  </a:txBody>
                  <a:tcPr marL="82268" marR="82268" marT="57588" marB="57588">
                    <a:lnL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en-US" sz="1600">
                          <a:effectLst/>
                        </a:rPr>
                        <a:t>1087.6</a:t>
                      </a:r>
                    </a:p>
                  </a:txBody>
                  <a:tcPr marL="82268" marR="82268" marT="57588" marB="57588">
                    <a:lnL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en-US" sz="1600">
                          <a:effectLst/>
                        </a:rPr>
                        <a:t>2.38</a:t>
                      </a:r>
                    </a:p>
                  </a:txBody>
                  <a:tcPr marL="82268" marR="82268" marT="57588" marB="57588">
                    <a:lnL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en-US" sz="1600">
                          <a:effectLst/>
                        </a:rPr>
                        <a:t>7.45703125</a:t>
                      </a:r>
                    </a:p>
                  </a:txBody>
                  <a:tcPr marL="82268" marR="82268" marT="57588" marB="57588">
                    <a:lnL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99794069"/>
                  </a:ext>
                </a:extLst>
              </a:tr>
              <a:tr h="352108">
                <a:tc>
                  <a:txBody>
                    <a:bodyPr/>
                    <a:lstStyle/>
                    <a:p>
                      <a:pPr algn="l" fontAlgn="t"/>
                      <a:r>
                        <a:rPr lang="en-US" sz="1600">
                          <a:effectLst/>
                        </a:rPr>
                        <a:t>VGG19</a:t>
                      </a:r>
                    </a:p>
                  </a:txBody>
                  <a:tcPr marL="82268" marR="82268" marT="57588" marB="57588">
                    <a:lnL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en-US" sz="1600">
                          <a:effectLst/>
                        </a:rPr>
                        <a:t>FP32</a:t>
                      </a:r>
                    </a:p>
                  </a:txBody>
                  <a:tcPr marL="82268" marR="82268" marT="57588" marB="57588">
                    <a:lnL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en-US" sz="1600">
                          <a:effectLst/>
                        </a:rPr>
                        <a:t>212.7</a:t>
                      </a:r>
                    </a:p>
                  </a:txBody>
                  <a:tcPr marL="82268" marR="82268" marT="57588" marB="57588">
                    <a:lnL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en-US" sz="1600">
                          <a:effectLst/>
                        </a:rPr>
                        <a:t>1</a:t>
                      </a:r>
                    </a:p>
                  </a:txBody>
                  <a:tcPr marL="82268" marR="82268" marT="57588" marB="57588">
                    <a:lnL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en-US" sz="1600">
                          <a:effectLst/>
                        </a:rPr>
                        <a:t>6.9077839851379395</a:t>
                      </a:r>
                    </a:p>
                  </a:txBody>
                  <a:tcPr marL="82268" marR="82268" marT="57588" marB="57588">
                    <a:lnL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67537733"/>
                  </a:ext>
                </a:extLst>
              </a:tr>
              <a:tr h="352108">
                <a:tc>
                  <a:txBody>
                    <a:bodyPr/>
                    <a:lstStyle/>
                    <a:p>
                      <a:pPr algn="l" fontAlgn="t"/>
                      <a:r>
                        <a:rPr lang="en-US" sz="1600">
                          <a:effectLst/>
                        </a:rPr>
                        <a:t>VGG19</a:t>
                      </a:r>
                    </a:p>
                  </a:txBody>
                  <a:tcPr marL="82268" marR="82268" marT="57588" marB="57588">
                    <a:lnL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en-US" sz="1600">
                          <a:effectLst/>
                        </a:rPr>
                        <a:t>TF32</a:t>
                      </a:r>
                    </a:p>
                  </a:txBody>
                  <a:tcPr marL="82268" marR="82268" marT="57588" marB="57588">
                    <a:lnL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en-US" sz="1600">
                          <a:effectLst/>
                        </a:rPr>
                        <a:t>550.3</a:t>
                      </a:r>
                    </a:p>
                  </a:txBody>
                  <a:tcPr marL="82268" marR="82268" marT="57588" marB="57588">
                    <a:lnL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en-US" sz="1600">
                          <a:effectLst/>
                        </a:rPr>
                        <a:t>2.59</a:t>
                      </a:r>
                    </a:p>
                  </a:txBody>
                  <a:tcPr marL="82268" marR="82268" marT="57588" marB="57588">
                    <a:lnL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en-US" sz="1600">
                          <a:effectLst/>
                        </a:rPr>
                        <a:t>6.907783508300781</a:t>
                      </a:r>
                    </a:p>
                  </a:txBody>
                  <a:tcPr marL="82268" marR="82268" marT="57588" marB="57588">
                    <a:lnL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51823501"/>
                  </a:ext>
                </a:extLst>
              </a:tr>
              <a:tr h="589041">
                <a:tc>
                  <a:txBody>
                    <a:bodyPr/>
                    <a:lstStyle/>
                    <a:p>
                      <a:pPr algn="l" fontAlgn="t"/>
                      <a:r>
                        <a:rPr lang="en-US" sz="1600">
                          <a:effectLst/>
                        </a:rPr>
                        <a:t>VGG19</a:t>
                      </a:r>
                    </a:p>
                  </a:txBody>
                  <a:tcPr marL="82268" marR="82268" marT="57588" marB="57588">
                    <a:lnL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en-US" sz="1600">
                          <a:effectLst/>
                        </a:rPr>
                        <a:t>FP16 (input) + FP32 (accumulator)</a:t>
                      </a:r>
                    </a:p>
                  </a:txBody>
                  <a:tcPr marL="82268" marR="82268" marT="57588" marB="57588">
                    <a:lnL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en-US" sz="1600">
                          <a:effectLst/>
                        </a:rPr>
                        <a:t>1099.8</a:t>
                      </a:r>
                    </a:p>
                  </a:txBody>
                  <a:tcPr marL="82268" marR="82268" marT="57588" marB="57588">
                    <a:lnL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en-US" sz="1600">
                          <a:effectLst/>
                        </a:rPr>
                        <a:t>5.17</a:t>
                      </a:r>
                    </a:p>
                  </a:txBody>
                  <a:tcPr marL="82268" marR="82268" marT="57588" marB="57588">
                    <a:lnL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en-US" sz="1600">
                          <a:effectLst/>
                        </a:rPr>
                        <a:t>6.90625</a:t>
                      </a:r>
                    </a:p>
                  </a:txBody>
                  <a:tcPr marL="82268" marR="82268" marT="57588" marB="57588">
                    <a:lnL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46320083"/>
                  </a:ext>
                </a:extLst>
              </a:tr>
              <a:tr h="352108">
                <a:tc>
                  <a:txBody>
                    <a:bodyPr/>
                    <a:lstStyle/>
                    <a:p>
                      <a:pPr algn="l" fontAlgn="t"/>
                      <a:r>
                        <a:rPr lang="en-US" sz="1600">
                          <a:effectLst/>
                        </a:rPr>
                        <a:t>DenseNet121</a:t>
                      </a:r>
                    </a:p>
                  </a:txBody>
                  <a:tcPr marL="82268" marR="82268" marT="57588" marB="57588">
                    <a:lnL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en-US" sz="1600">
                          <a:effectLst/>
                        </a:rPr>
                        <a:t>FP32</a:t>
                      </a:r>
                    </a:p>
                  </a:txBody>
                  <a:tcPr marL="82268" marR="82268" marT="57588" marB="57588">
                    <a:lnL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en-US" sz="1600">
                          <a:effectLst/>
                        </a:rPr>
                        <a:t>391.9</a:t>
                      </a:r>
                    </a:p>
                  </a:txBody>
                  <a:tcPr marL="82268" marR="82268" marT="57588" marB="57588">
                    <a:lnL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en-US" sz="1600">
                          <a:effectLst/>
                        </a:rPr>
                        <a:t>1</a:t>
                      </a:r>
                    </a:p>
                  </a:txBody>
                  <a:tcPr marL="82268" marR="82268" marT="57588" marB="57588">
                    <a:lnL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en-US" sz="1600">
                          <a:effectLst/>
                        </a:rPr>
                        <a:t>6.96142053604126</a:t>
                      </a:r>
                    </a:p>
                  </a:txBody>
                  <a:tcPr marL="82268" marR="82268" marT="57588" marB="57588">
                    <a:lnL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42559250"/>
                  </a:ext>
                </a:extLst>
              </a:tr>
              <a:tr h="352108">
                <a:tc>
                  <a:txBody>
                    <a:bodyPr/>
                    <a:lstStyle/>
                    <a:p>
                      <a:pPr algn="l" fontAlgn="t"/>
                      <a:r>
                        <a:rPr lang="en-US" sz="1600">
                          <a:effectLst/>
                        </a:rPr>
                        <a:t>DenseNet121</a:t>
                      </a:r>
                    </a:p>
                  </a:txBody>
                  <a:tcPr marL="82268" marR="82268" marT="57588" marB="57588">
                    <a:lnL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en-US" sz="1600">
                          <a:effectLst/>
                        </a:rPr>
                        <a:t>TF32</a:t>
                      </a:r>
                    </a:p>
                  </a:txBody>
                  <a:tcPr marL="82268" marR="82268" marT="57588" marB="57588">
                    <a:lnL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en-US" sz="1600">
                          <a:effectLst/>
                        </a:rPr>
                        <a:t>591.5</a:t>
                      </a:r>
                    </a:p>
                  </a:txBody>
                  <a:tcPr marL="82268" marR="82268" marT="57588" marB="57588">
                    <a:lnL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en-US" sz="1600">
                          <a:effectLst/>
                        </a:rPr>
                        <a:t>1.51</a:t>
                      </a:r>
                    </a:p>
                  </a:txBody>
                  <a:tcPr marL="82268" marR="82268" marT="57588" marB="57588">
                    <a:lnL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en-US" sz="1600">
                          <a:effectLst/>
                        </a:rPr>
                        <a:t>6.961450576782227</a:t>
                      </a:r>
                    </a:p>
                  </a:txBody>
                  <a:tcPr marL="82268" marR="82268" marT="57588" marB="57588">
                    <a:lnL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8548615"/>
                  </a:ext>
                </a:extLst>
              </a:tr>
              <a:tr h="589041">
                <a:tc>
                  <a:txBody>
                    <a:bodyPr/>
                    <a:lstStyle/>
                    <a:p>
                      <a:pPr algn="l" fontAlgn="t"/>
                      <a:r>
                        <a:rPr lang="en-US" sz="1600">
                          <a:effectLst/>
                        </a:rPr>
                        <a:t>DenseNet121</a:t>
                      </a:r>
                    </a:p>
                  </a:txBody>
                  <a:tcPr marL="82268" marR="82268" marT="57588" marB="57588">
                    <a:lnL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en-US" sz="1600">
                          <a:effectLst/>
                        </a:rPr>
                        <a:t>FP16 (input) + FP32 (accumulator)</a:t>
                      </a:r>
                    </a:p>
                  </a:txBody>
                  <a:tcPr marL="82268" marR="82268" marT="57588" marB="57588">
                    <a:lnL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en-US" sz="1600">
                          <a:effectLst/>
                        </a:rPr>
                        <a:t>876.2</a:t>
                      </a:r>
                    </a:p>
                  </a:txBody>
                  <a:tcPr marL="82268" marR="82268" marT="57588" marB="57588">
                    <a:lnL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en-US" sz="1600">
                          <a:effectLst/>
                        </a:rPr>
                        <a:t>2.24</a:t>
                      </a:r>
                    </a:p>
                  </a:txBody>
                  <a:tcPr marL="82268" marR="82268" marT="57588" marB="57588">
                    <a:lnL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en-US" sz="1600" dirty="0">
                          <a:effectLst/>
                        </a:rPr>
                        <a:t>6.9609375</a:t>
                      </a:r>
                    </a:p>
                  </a:txBody>
                  <a:tcPr marL="82268" marR="82268" marT="57588" marB="57588">
                    <a:lnL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3309106"/>
                  </a:ext>
                </a:extLst>
              </a:tr>
            </a:tbl>
          </a:graphicData>
        </a:graphic>
      </p:graphicFrame>
      <p:sp>
        <p:nvSpPr>
          <p:cNvPr id="9" name="TextBox 8">
            <a:extLst>
              <a:ext uri="{FF2B5EF4-FFF2-40B4-BE49-F238E27FC236}">
                <a16:creationId xmlns:a16="http://schemas.microsoft.com/office/drawing/2014/main" id="{0E4CE7A0-9C5B-A7C2-EFF8-4745C13BAB70}"/>
              </a:ext>
            </a:extLst>
          </p:cNvPr>
          <p:cNvSpPr txBox="1"/>
          <p:nvPr/>
        </p:nvSpPr>
        <p:spPr>
          <a:xfrm>
            <a:off x="1371600" y="6368914"/>
            <a:ext cx="8020016" cy="276999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l"/>
            <a:r>
              <a:rPr lang="en-US"/>
              <a:t>Source: </a:t>
            </a:r>
            <a:r>
              <a:rPr lang="en-US">
                <a:hlinkClick r:id="rId2"/>
              </a:rPr>
              <a:t>https://servicedesk.surf.nl/wiki/display/WIKI/Deep+Learning+on+A100+GPUs</a:t>
            </a:r>
            <a:r>
              <a:rPr lang="en-US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226797384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800">
        <p:fade/>
      </p:transition>
    </mc:Choice>
    <mc:Fallback xmlns="">
      <p:transition spd="slow">
        <p:fade/>
      </p:transition>
    </mc:Fallback>
  </mc:AlternateContent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9D1BB7-FB20-7441-B7DD-B342356ED5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dirty="0"/>
              <a:t>Nvidia Hopper </a:t>
            </a:r>
            <a:r>
              <a:rPr lang="nl-NL" dirty="0" err="1"/>
              <a:t>GPUs</a:t>
            </a:r>
            <a:r>
              <a:rPr lang="nl-NL" dirty="0"/>
              <a:t> (e.g. H100)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101D17A-8471-C54C-BAB3-CE2F74484A8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516362" y="1145098"/>
            <a:ext cx="9882007" cy="4456846"/>
          </a:xfrm>
        </p:spPr>
        <p:txBody>
          <a:bodyPr/>
          <a:lstStyle/>
          <a:p>
            <a:pPr marL="233363" indent="-233363"/>
            <a:r>
              <a:rPr lang="nl-NL" sz="1400" dirty="0"/>
              <a:t>FP8 support</a:t>
            </a:r>
          </a:p>
          <a:p>
            <a:pPr marL="233363" indent="-233363"/>
            <a:r>
              <a:rPr lang="nl-NL" sz="1400" dirty="0" err="1"/>
              <a:t>Transformer</a:t>
            </a:r>
            <a:r>
              <a:rPr lang="nl-NL" sz="1400" dirty="0"/>
              <a:t> Engine </a:t>
            </a:r>
            <a:r>
              <a:rPr lang="nl-NL" sz="1400" dirty="0" err="1"/>
              <a:t>for</a:t>
            </a:r>
            <a:r>
              <a:rPr lang="nl-NL" sz="1400" dirty="0"/>
              <a:t> </a:t>
            </a:r>
            <a:r>
              <a:rPr lang="nl-NL" sz="1400" dirty="0" err="1"/>
              <a:t>transformer</a:t>
            </a:r>
            <a:r>
              <a:rPr lang="nl-NL" sz="1400" dirty="0"/>
              <a:t> </a:t>
            </a:r>
            <a:r>
              <a:rPr lang="nl-NL" sz="1400" dirty="0" err="1"/>
              <a:t>specific</a:t>
            </a:r>
            <a:r>
              <a:rPr lang="nl-NL" sz="1400" dirty="0"/>
              <a:t> </a:t>
            </a:r>
            <a:r>
              <a:rPr lang="nl-NL" sz="1400" dirty="0" err="1"/>
              <a:t>improvements</a:t>
            </a:r>
            <a:endParaRPr lang="nl-NL" sz="1400" dirty="0"/>
          </a:p>
          <a:p>
            <a:pPr marL="233363" indent="-233363"/>
            <a:r>
              <a:rPr lang="nl-NL" sz="1400" dirty="0"/>
              <a:t>Grace Hopper Superchip (GH200)</a:t>
            </a:r>
          </a:p>
          <a:p>
            <a:pPr marL="522288" indent="-222250">
              <a:tabLst>
                <a:tab pos="511175" algn="l"/>
              </a:tabLst>
            </a:pPr>
            <a:r>
              <a:rPr lang="nl-NL" sz="1400" dirty="0"/>
              <a:t>H200 GPU + Grace Hopper CPU on 1 chip</a:t>
            </a:r>
          </a:p>
          <a:p>
            <a:pPr marL="522288" indent="-222250">
              <a:tabLst>
                <a:tab pos="511175" algn="l"/>
              </a:tabLst>
            </a:pPr>
            <a:r>
              <a:rPr lang="nl-NL" sz="1400" dirty="0" err="1"/>
              <a:t>Faster</a:t>
            </a:r>
            <a:r>
              <a:rPr lang="nl-NL" sz="1400" dirty="0"/>
              <a:t> </a:t>
            </a:r>
            <a:r>
              <a:rPr lang="nl-NL" sz="1400" dirty="0" err="1"/>
              <a:t>communication</a:t>
            </a:r>
            <a:r>
              <a:rPr lang="nl-NL" sz="1400" dirty="0"/>
              <a:t> </a:t>
            </a:r>
            <a:r>
              <a:rPr lang="nl-NL" sz="1400" dirty="0" err="1"/>
              <a:t>between</a:t>
            </a:r>
            <a:r>
              <a:rPr lang="nl-NL" sz="1400" dirty="0"/>
              <a:t> CPU </a:t>
            </a:r>
            <a:r>
              <a:rPr lang="nl-NL" sz="1400" dirty="0" err="1"/>
              <a:t>and</a:t>
            </a:r>
            <a:r>
              <a:rPr lang="nl-NL" sz="1400" dirty="0"/>
              <a:t> GPU</a:t>
            </a:r>
          </a:p>
          <a:p>
            <a:pPr marL="522288" indent="-222250">
              <a:tabLst>
                <a:tab pos="511175" algn="l"/>
              </a:tabLst>
            </a:pPr>
            <a:r>
              <a:rPr lang="nl-NL" sz="1400" dirty="0" err="1"/>
              <a:t>Unified</a:t>
            </a:r>
            <a:r>
              <a:rPr lang="nl-NL" sz="1400" dirty="0"/>
              <a:t> GPU + CPU memory </a:t>
            </a:r>
            <a:r>
              <a:rPr lang="nl-NL" sz="1400" dirty="0" err="1"/>
              <a:t>for</a:t>
            </a:r>
            <a:r>
              <a:rPr lang="nl-NL" sz="1400" dirty="0"/>
              <a:t> large </a:t>
            </a:r>
            <a:r>
              <a:rPr lang="nl-NL" sz="1400" dirty="0" err="1"/>
              <a:t>models</a:t>
            </a:r>
            <a:r>
              <a:rPr lang="nl-NL" sz="1400" dirty="0"/>
              <a:t>.</a:t>
            </a:r>
          </a:p>
          <a:p>
            <a:pPr marL="522288" indent="-222250">
              <a:tabLst>
                <a:tab pos="511175" algn="l"/>
              </a:tabLst>
            </a:pPr>
            <a:r>
              <a:rPr lang="nl-NL" sz="1400" dirty="0"/>
              <a:t>(Low Power) LPDDR5x </a:t>
            </a:r>
            <a:r>
              <a:rPr lang="nl-NL" sz="1400" dirty="0" err="1"/>
              <a:t>for</a:t>
            </a:r>
            <a:r>
              <a:rPr lang="nl-NL" sz="1400" dirty="0"/>
              <a:t> more </a:t>
            </a:r>
            <a:r>
              <a:rPr lang="nl-NL" sz="1400" dirty="0" err="1"/>
              <a:t>efficient</a:t>
            </a:r>
            <a:r>
              <a:rPr lang="nl-NL" sz="1400" dirty="0"/>
              <a:t> </a:t>
            </a:r>
            <a:r>
              <a:rPr lang="nl-NL" sz="1400" dirty="0" err="1"/>
              <a:t>inference</a:t>
            </a:r>
            <a:r>
              <a:rPr lang="nl-NL" sz="1400" dirty="0"/>
              <a:t>.</a:t>
            </a:r>
          </a:p>
          <a:p>
            <a:pPr marL="233363" indent="-233363"/>
            <a:endParaRPr lang="nl-NL" sz="1400" dirty="0"/>
          </a:p>
          <a:p>
            <a:pPr marL="233363" indent="-233363"/>
            <a:endParaRPr lang="nl-NL" sz="1400" dirty="0"/>
          </a:p>
          <a:p>
            <a:pPr marL="233363" indent="-233363"/>
            <a:endParaRPr lang="nl-NL" sz="1400" dirty="0"/>
          </a:p>
          <a:p>
            <a:pPr marL="522288" lvl="1" indent="-222250"/>
            <a:endParaRPr lang="nl-NL" sz="1400" dirty="0"/>
          </a:p>
          <a:p>
            <a:pPr lvl="2"/>
            <a:endParaRPr lang="nl-NL" sz="1400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721EB90-6063-084B-AEBB-B08C20B74B54}"/>
              </a:ext>
            </a:extLst>
          </p:cNvPr>
          <p:cNvSpPr>
            <a:spLocks noGrp="1"/>
          </p:cNvSpPr>
          <p:nvPr>
            <p:ph type="body" sz="quarter" idx="65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3574DB4-4BA2-7747-8C62-E3DFFBAEAE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D0FE45-509C-4BDF-9EDE-64426F8DF3D2}" type="slidenum">
              <a:rPr lang="nl-NL" smtClean="0"/>
              <a:t>23</a:t>
            </a:fld>
            <a:endParaRPr lang="nl-NL"/>
          </a:p>
        </p:txBody>
      </p:sp>
      <p:pic>
        <p:nvPicPr>
          <p:cNvPr id="1028" name="Picture 4" descr="7f899dffe16b4de2bfe03da0c1f57bc6">
            <a:extLst>
              <a:ext uri="{FF2B5EF4-FFF2-40B4-BE49-F238E27FC236}">
                <a16:creationId xmlns:a16="http://schemas.microsoft.com/office/drawing/2014/main" id="{68B73E62-F9AB-F1F0-1B1A-8B81E1BE8F9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457365" y="1086885"/>
            <a:ext cx="6555698" cy="368758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6E49D49C-1971-2FA2-33F3-379D5A056785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14857"/>
          <a:stretch/>
        </p:blipFill>
        <p:spPr>
          <a:xfrm>
            <a:off x="592141" y="4103649"/>
            <a:ext cx="5257800" cy="26276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5118319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800">
        <p:fade/>
      </p:transition>
    </mc:Choice>
    <mc:Fallback xmlns="">
      <p:transition spd="slow">
        <p:fade/>
      </p:transition>
    </mc:Fallback>
  </mc:AlternateContent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174FB7B-DCB7-DBCB-9C22-B10707F641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058506-4B39-A044-EDD0-17F56C9569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dirty="0"/>
              <a:t>Nvidia Blackwell </a:t>
            </a:r>
            <a:r>
              <a:rPr lang="nl-NL" dirty="0" err="1"/>
              <a:t>GPUs</a:t>
            </a:r>
            <a:r>
              <a:rPr lang="nl-NL" dirty="0"/>
              <a:t> (e.g. (G)B200)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1867F02-19B4-19EC-D5CC-2E5E8F4BBE6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516362" y="1145098"/>
            <a:ext cx="9882007" cy="4456846"/>
          </a:xfrm>
        </p:spPr>
        <p:txBody>
          <a:bodyPr/>
          <a:lstStyle/>
          <a:p>
            <a:r>
              <a:rPr lang="nl-NL" sz="1400" dirty="0"/>
              <a:t>FP4 support</a:t>
            </a:r>
          </a:p>
          <a:p>
            <a:r>
              <a:rPr lang="nl-NL" sz="1400" dirty="0"/>
              <a:t>Second-</a:t>
            </a:r>
            <a:r>
              <a:rPr lang="nl-NL" sz="1400" dirty="0" err="1"/>
              <a:t>generation</a:t>
            </a:r>
            <a:r>
              <a:rPr lang="nl-NL" sz="1400" dirty="0"/>
              <a:t> </a:t>
            </a:r>
            <a:r>
              <a:rPr lang="nl-NL" sz="1400" dirty="0" err="1"/>
              <a:t>Transformer</a:t>
            </a:r>
            <a:r>
              <a:rPr lang="nl-NL" sz="1400" dirty="0"/>
              <a:t> Engine</a:t>
            </a:r>
          </a:p>
          <a:p>
            <a:r>
              <a:rPr lang="nl-NL" sz="1400" dirty="0"/>
              <a:t>Grace Blackwell Superchips (e.g. GB200)</a:t>
            </a:r>
          </a:p>
          <a:p>
            <a:pPr marL="577850" indent="-266700"/>
            <a:r>
              <a:rPr lang="nl-NL" sz="1400" dirty="0"/>
              <a:t>2 Blackwell </a:t>
            </a:r>
            <a:r>
              <a:rPr lang="nl-NL" sz="1400" dirty="0" err="1"/>
              <a:t>GPUs</a:t>
            </a:r>
            <a:r>
              <a:rPr lang="nl-NL" sz="1400" dirty="0"/>
              <a:t> (B200) </a:t>
            </a:r>
            <a:r>
              <a:rPr lang="nl-NL" sz="1400" dirty="0" err="1"/>
              <a:t>with</a:t>
            </a:r>
            <a:r>
              <a:rPr lang="nl-NL" sz="1400" dirty="0"/>
              <a:t> 1 Grace CPU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D5ADBA8-4969-EE44-B074-3E34820D6E16}"/>
              </a:ext>
            </a:extLst>
          </p:cNvPr>
          <p:cNvSpPr>
            <a:spLocks noGrp="1"/>
          </p:cNvSpPr>
          <p:nvPr>
            <p:ph type="body" sz="quarter" idx="65"/>
          </p:nvPr>
        </p:nvSpPr>
        <p:spPr/>
        <p:txBody>
          <a:bodyPr/>
          <a:lstStyle/>
          <a:p>
            <a:endParaRPr lang="nl-NL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9E14BF9-0200-CAAB-C8D1-58069B34B0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D0FE45-509C-4BDF-9EDE-64426F8DF3D2}" type="slidenum">
              <a:rPr lang="nl-NL" smtClean="0"/>
              <a:t>24</a:t>
            </a:fld>
            <a:endParaRPr lang="nl-NL"/>
          </a:p>
        </p:txBody>
      </p:sp>
      <p:pic>
        <p:nvPicPr>
          <p:cNvPr id="11" name="Picture 4" descr="7f899dffe16b4de2bfe03da0c1f57bc6">
            <a:extLst>
              <a:ext uri="{FF2B5EF4-FFF2-40B4-BE49-F238E27FC236}">
                <a16:creationId xmlns:a16="http://schemas.microsoft.com/office/drawing/2014/main" id="{72D28F08-3BD3-6BD9-46E5-AF218716D16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398590" y="758039"/>
            <a:ext cx="6555698" cy="368758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58E416CA-DCEA-C8B4-AD29-31522D138433}"/>
              </a:ext>
            </a:extLst>
          </p:cNvPr>
          <p:cNvSpPr txBox="1"/>
          <p:nvPr/>
        </p:nvSpPr>
        <p:spPr>
          <a:xfrm>
            <a:off x="4477056" y="4370789"/>
            <a:ext cx="713677" cy="1384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r"/>
            <a:r>
              <a:rPr lang="en-US" sz="900" cap="all" dirty="0"/>
              <a:t>FP4 E2m1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9D0F9A7C-8DEF-87AA-762F-9240C9C06D52}"/>
              </a:ext>
            </a:extLst>
          </p:cNvPr>
          <p:cNvSpPr txBox="1"/>
          <p:nvPr/>
        </p:nvSpPr>
        <p:spPr>
          <a:xfrm>
            <a:off x="4477055" y="5192116"/>
            <a:ext cx="713677" cy="1384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r"/>
            <a:r>
              <a:rPr lang="en-US" sz="900" cap="all" dirty="0"/>
              <a:t>FP4 E3m0</a:t>
            </a:r>
          </a:p>
        </p:txBody>
      </p:sp>
      <p:grpSp>
        <p:nvGrpSpPr>
          <p:cNvPr id="18" name="Group 17">
            <a:extLst>
              <a:ext uri="{FF2B5EF4-FFF2-40B4-BE49-F238E27FC236}">
                <a16:creationId xmlns:a16="http://schemas.microsoft.com/office/drawing/2014/main" id="{A9BC8D72-41EF-A0C6-A884-55A1A7377253}"/>
              </a:ext>
            </a:extLst>
          </p:cNvPr>
          <p:cNvGrpSpPr/>
          <p:nvPr/>
        </p:nvGrpSpPr>
        <p:grpSpPr>
          <a:xfrm>
            <a:off x="5240342" y="4133263"/>
            <a:ext cx="1342872" cy="798218"/>
            <a:chOff x="6427457" y="4133263"/>
            <a:chExt cx="1342872" cy="798218"/>
          </a:xfrm>
        </p:grpSpPr>
        <p:pic>
          <p:nvPicPr>
            <p:cNvPr id="12" name="Picture 4" descr="7f899dffe16b4de2bfe03da0c1f57bc6">
              <a:extLst>
                <a:ext uri="{FF2B5EF4-FFF2-40B4-BE49-F238E27FC236}">
                  <a16:creationId xmlns:a16="http://schemas.microsoft.com/office/drawing/2014/main" id="{C103D5A8-4F1B-79BF-1962-2B3E62899905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3031" t="49676" r="70546" b="28678"/>
            <a:stretch/>
          </p:blipFill>
          <p:spPr bwMode="auto">
            <a:xfrm>
              <a:off x="6427457" y="4133263"/>
              <a:ext cx="1076636" cy="79821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6" name="Picture 4" descr="7f899dffe16b4de2bfe03da0c1f57bc6">
              <a:extLst>
                <a:ext uri="{FF2B5EF4-FFF2-40B4-BE49-F238E27FC236}">
                  <a16:creationId xmlns:a16="http://schemas.microsoft.com/office/drawing/2014/main" id="{A82C9CE9-CEEC-8377-80CF-7D9C61FA6831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5396" t="49676" r="70487" b="28678"/>
            <a:stretch/>
          </p:blipFill>
          <p:spPr bwMode="auto">
            <a:xfrm>
              <a:off x="6970363" y="4133263"/>
              <a:ext cx="269876" cy="79821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7" name="Picture 4" descr="7f899dffe16b4de2bfe03da0c1f57bc6">
              <a:extLst>
                <a:ext uri="{FF2B5EF4-FFF2-40B4-BE49-F238E27FC236}">
                  <a16:creationId xmlns:a16="http://schemas.microsoft.com/office/drawing/2014/main" id="{C29F2106-21D2-ED4B-18A2-0B77E118E0BE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3583" t="49676" r="62301" b="28678"/>
            <a:stretch/>
          </p:blipFill>
          <p:spPr bwMode="auto">
            <a:xfrm>
              <a:off x="7500453" y="4133263"/>
              <a:ext cx="269876" cy="79821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pic>
        <p:nvPicPr>
          <p:cNvPr id="20" name="Picture 4" descr="7f899dffe16b4de2bfe03da0c1f57bc6">
            <a:extLst>
              <a:ext uri="{FF2B5EF4-FFF2-40B4-BE49-F238E27FC236}">
                <a16:creationId xmlns:a16="http://schemas.microsoft.com/office/drawing/2014/main" id="{DA303676-142C-B964-2191-765FB5740E1A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3030" t="49676" r="66485" b="28678"/>
          <a:stretch/>
        </p:blipFill>
        <p:spPr bwMode="auto">
          <a:xfrm>
            <a:off x="5246750" y="4867604"/>
            <a:ext cx="1342872" cy="79821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1" name="Picture 4" descr="7f899dffe16b4de2bfe03da0c1f57bc6">
            <a:extLst>
              <a:ext uri="{FF2B5EF4-FFF2-40B4-BE49-F238E27FC236}">
                <a16:creationId xmlns:a16="http://schemas.microsoft.com/office/drawing/2014/main" id="{2CB7DC3A-E37E-71A8-6D70-3CEEEE1A3706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396" t="49676" r="70487" b="28678"/>
          <a:stretch/>
        </p:blipFill>
        <p:spPr bwMode="auto">
          <a:xfrm>
            <a:off x="5789353" y="4867604"/>
            <a:ext cx="269876" cy="79821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3" name="TextBox 22">
            <a:extLst>
              <a:ext uri="{FF2B5EF4-FFF2-40B4-BE49-F238E27FC236}">
                <a16:creationId xmlns:a16="http://schemas.microsoft.com/office/drawing/2014/main" id="{FC132661-DA15-9CD1-5BF2-9F4FE4C9C517}"/>
              </a:ext>
            </a:extLst>
          </p:cNvPr>
          <p:cNvSpPr txBox="1"/>
          <p:nvPr/>
        </p:nvSpPr>
        <p:spPr>
          <a:xfrm>
            <a:off x="9276656" y="4411551"/>
            <a:ext cx="929390" cy="1384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US" sz="900" cap="all" dirty="0"/>
              <a:t>= 0.5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265FC56E-0722-0D28-DFBA-1A0C017E31E9}"/>
              </a:ext>
            </a:extLst>
          </p:cNvPr>
          <p:cNvSpPr txBox="1"/>
          <p:nvPr/>
        </p:nvSpPr>
        <p:spPr>
          <a:xfrm>
            <a:off x="9277589" y="5111325"/>
            <a:ext cx="929390" cy="1384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US" sz="900" cap="all" dirty="0"/>
              <a:t>= 0.25</a:t>
            </a:r>
          </a:p>
        </p:txBody>
      </p:sp>
    </p:spTree>
    <p:extLst>
      <p:ext uri="{BB962C8B-B14F-4D97-AF65-F5344CB8AC3E}">
        <p14:creationId xmlns:p14="http://schemas.microsoft.com/office/powerpoint/2010/main" val="119273324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800">
        <p:fade/>
      </p:transition>
    </mc:Choice>
    <mc:Fallback xmlns="">
      <p:transition spd="slow">
        <p:fade/>
      </p:transition>
    </mc:Fallback>
  </mc:AlternateContent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8" name="PlaceHolder 1"/>
          <p:cNvSpPr>
            <a:spLocks noGrp="1"/>
          </p:cNvSpPr>
          <p:nvPr>
            <p:ph type="title"/>
          </p:nvPr>
        </p:nvSpPr>
        <p:spPr>
          <a:xfrm>
            <a:off x="548880" y="63329"/>
            <a:ext cx="11148840" cy="600480"/>
          </a:xfrm>
          <a:prstGeom prst="rect">
            <a:avLst/>
          </a:prstGeom>
          <a:noFill/>
          <a:ln w="0">
            <a:noFill/>
          </a:ln>
        </p:spPr>
        <p:txBody>
          <a:bodyPr lIns="0" tIns="72000" rIns="0" bIns="0" anchor="t">
            <a:noAutofit/>
          </a:bodyPr>
          <a:lstStyle/>
          <a:p>
            <a:pPr>
              <a:lnSpc>
                <a:spcPct val="80000"/>
              </a:lnSpc>
              <a:tabLst>
                <a:tab pos="0" algn="l"/>
              </a:tabLst>
            </a:pPr>
            <a:r>
              <a:rPr lang="en-GB" sz="3200" b="1" spc="-1" dirty="0">
                <a:solidFill>
                  <a:srgbClr val="000000"/>
                </a:solidFill>
                <a:latin typeface="Calibri"/>
              </a:rPr>
              <a:t>And on CPU:</a:t>
            </a:r>
            <a:br>
              <a:rPr lang="en-GB" sz="3200" b="1" spc="-1" dirty="0">
                <a:solidFill>
                  <a:srgbClr val="000000"/>
                </a:solidFill>
                <a:latin typeface="Calibri"/>
              </a:rPr>
            </a:br>
            <a:endParaRPr lang="en-US" sz="3200" b="0" strike="noStrike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940" name="PlaceHolder 3"/>
          <p:cNvSpPr>
            <a:spLocks noGrp="1"/>
          </p:cNvSpPr>
          <p:nvPr>
            <p:ph type="sldNum" idx="50"/>
          </p:nvPr>
        </p:nvSpPr>
        <p:spPr>
          <a:xfrm>
            <a:off x="516240" y="6375960"/>
            <a:ext cx="392040" cy="216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>
              <a:lnSpc>
                <a:spcPct val="100000"/>
              </a:lnSpc>
              <a:buNone/>
              <a:tabLst>
                <a:tab pos="0" algn="l"/>
              </a:tabLst>
              <a:defRPr lang="en-GB" sz="1200" b="1" strike="noStrike" spc="-1">
                <a:solidFill>
                  <a:srgbClr val="000000"/>
                </a:solidFill>
                <a:latin typeface="Calibri"/>
                <a:ea typeface="Calibri"/>
              </a:defRPr>
            </a:lvl1pPr>
          </a:lstStyle>
          <a:p>
            <a:pPr>
              <a:lnSpc>
                <a:spcPct val="100000"/>
              </a:lnSpc>
              <a:buNone/>
              <a:tabLst>
                <a:tab pos="0" algn="l"/>
              </a:tabLst>
            </a:pPr>
            <a:fld id="{0978DF5C-F8A7-4AE9-B88F-03F1DCB0AE7B}" type="slidenum">
              <a:rPr lang="en-GB" sz="1200" b="1" strike="noStrike" spc="-1">
                <a:solidFill>
                  <a:srgbClr val="000000"/>
                </a:solidFill>
                <a:latin typeface="Calibri"/>
                <a:ea typeface="Calibri"/>
              </a:rPr>
              <a:t>25</a:t>
            </a:fld>
            <a:endParaRPr lang="en-US" sz="1200" b="0" strike="noStrike" spc="-1">
              <a:latin typeface="Times New Roman"/>
            </a:endParaRPr>
          </a:p>
        </p:txBody>
      </p:sp>
      <p:sp>
        <p:nvSpPr>
          <p:cNvPr id="941" name="Google Shape;239;p24"/>
          <p:cNvSpPr/>
          <p:nvPr/>
        </p:nvSpPr>
        <p:spPr>
          <a:xfrm rot="5400000">
            <a:off x="10733040" y="2063880"/>
            <a:ext cx="909720" cy="909720"/>
          </a:xfrm>
          <a:prstGeom prst="arc">
            <a:avLst>
              <a:gd name="adj1" fmla="val 16200000"/>
              <a:gd name="adj2" fmla="val 0"/>
            </a:avLst>
          </a:prstGeom>
          <a:noFill/>
          <a:ln w="19050">
            <a:solidFill>
              <a:srgbClr val="EA76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942" name="Google Shape;240;p24"/>
          <p:cNvSpPr/>
          <p:nvPr/>
        </p:nvSpPr>
        <p:spPr>
          <a:xfrm rot="16200000">
            <a:off x="9775440" y="2974320"/>
            <a:ext cx="909720" cy="909720"/>
          </a:xfrm>
          <a:prstGeom prst="arc">
            <a:avLst>
              <a:gd name="adj1" fmla="val 16200000"/>
              <a:gd name="adj2" fmla="val 0"/>
            </a:avLst>
          </a:prstGeom>
          <a:noFill/>
          <a:ln w="19050">
            <a:solidFill>
              <a:srgbClr val="EA76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943" name="Google Shape;241;p24"/>
          <p:cNvSpPr/>
          <p:nvPr/>
        </p:nvSpPr>
        <p:spPr>
          <a:xfrm>
            <a:off x="10234800" y="2973960"/>
            <a:ext cx="956880" cy="360"/>
          </a:xfrm>
          <a:custGeom>
            <a:avLst/>
            <a:gdLst/>
            <a:ahLst/>
            <a:cxnLst/>
            <a:rect l="l" t="t" r="r" b="b"/>
            <a:pathLst>
              <a:path w="21600" h="2160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noFill/>
          <a:ln w="19050">
            <a:solidFill>
              <a:srgbClr val="EA76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944" name="Google Shape;242;p24"/>
          <p:cNvSpPr/>
          <p:nvPr/>
        </p:nvSpPr>
        <p:spPr>
          <a:xfrm>
            <a:off x="9775440" y="3429000"/>
            <a:ext cx="360" cy="3428640"/>
          </a:xfrm>
          <a:custGeom>
            <a:avLst/>
            <a:gdLst/>
            <a:ahLst/>
            <a:cxnLst/>
            <a:rect l="l" t="t" r="r" b="b"/>
            <a:pathLst>
              <a:path w="21600" h="2160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noFill/>
          <a:ln w="19050">
            <a:solidFill>
              <a:srgbClr val="EA76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945" name="Google Shape;243;p24"/>
          <p:cNvSpPr/>
          <p:nvPr/>
        </p:nvSpPr>
        <p:spPr>
          <a:xfrm>
            <a:off x="11642760" y="-38880"/>
            <a:ext cx="360" cy="2557080"/>
          </a:xfrm>
          <a:custGeom>
            <a:avLst/>
            <a:gdLst/>
            <a:ahLst/>
            <a:cxnLst/>
            <a:rect l="l" t="t" r="r" b="b"/>
            <a:pathLst>
              <a:path w="21600" h="2160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noFill/>
          <a:ln w="19050">
            <a:solidFill>
              <a:srgbClr val="EA76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92F9D51D-2BDD-5857-0D6C-A33B0182DA7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44604" y="1009172"/>
            <a:ext cx="6348612" cy="5848828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2AECA429-4150-E167-BFB9-BA2B620D6E6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78907" y="1008812"/>
            <a:ext cx="6067356" cy="5848828"/>
          </a:xfrm>
          <a:prstGeom prst="rect">
            <a:avLst/>
          </a:prstGeom>
        </p:spPr>
      </p:pic>
      <p:sp>
        <p:nvSpPr>
          <p:cNvPr id="6" name="PlaceHolder 1">
            <a:extLst>
              <a:ext uri="{FF2B5EF4-FFF2-40B4-BE49-F238E27FC236}">
                <a16:creationId xmlns:a16="http://schemas.microsoft.com/office/drawing/2014/main" id="{0C60B82A-4B70-52BE-FAF1-157A7A78EB23}"/>
              </a:ext>
            </a:extLst>
          </p:cNvPr>
          <p:cNvSpPr txBox="1">
            <a:spLocks/>
          </p:cNvSpPr>
          <p:nvPr/>
        </p:nvSpPr>
        <p:spPr>
          <a:xfrm>
            <a:off x="2831051" y="424527"/>
            <a:ext cx="1071403" cy="600480"/>
          </a:xfrm>
          <a:prstGeom prst="rect">
            <a:avLst/>
          </a:prstGeom>
          <a:noFill/>
          <a:ln w="0">
            <a:noFill/>
          </a:ln>
        </p:spPr>
        <p:txBody>
          <a:bodyPr lIns="0" tIns="72000" rIns="0" bIns="0" anchor="t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lnSpc>
                <a:spcPct val="80000"/>
              </a:lnSpc>
              <a:tabLst>
                <a:tab pos="0" algn="l"/>
              </a:tabLst>
            </a:pPr>
            <a:r>
              <a:rPr lang="en-GB" sz="3200" b="1" spc="-1" dirty="0">
                <a:solidFill>
                  <a:srgbClr val="000000"/>
                </a:solidFill>
                <a:latin typeface="Calibri"/>
              </a:rPr>
              <a:t>Rome</a:t>
            </a:r>
            <a:endParaRPr lang="en-US" sz="3200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1">
            <a:extLst>
              <a:ext uri="{FF2B5EF4-FFF2-40B4-BE49-F238E27FC236}">
                <a16:creationId xmlns:a16="http://schemas.microsoft.com/office/drawing/2014/main" id="{282B0A60-756F-99D0-F651-928EF12C14DC}"/>
              </a:ext>
            </a:extLst>
          </p:cNvPr>
          <p:cNvSpPr txBox="1">
            <a:spLocks/>
          </p:cNvSpPr>
          <p:nvPr/>
        </p:nvSpPr>
        <p:spPr>
          <a:xfrm>
            <a:off x="8458306" y="424527"/>
            <a:ext cx="1177633" cy="600480"/>
          </a:xfrm>
          <a:prstGeom prst="rect">
            <a:avLst/>
          </a:prstGeom>
          <a:noFill/>
          <a:ln w="0">
            <a:noFill/>
          </a:ln>
        </p:spPr>
        <p:txBody>
          <a:bodyPr lIns="0" tIns="72000" rIns="0" bIns="0" anchor="t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lnSpc>
                <a:spcPct val="80000"/>
              </a:lnSpc>
              <a:tabLst>
                <a:tab pos="0" algn="l"/>
              </a:tabLst>
            </a:pPr>
            <a:r>
              <a:rPr lang="en-GB" sz="3200" b="1" spc="-1" dirty="0">
                <a:solidFill>
                  <a:srgbClr val="000000"/>
                </a:solidFill>
                <a:latin typeface="Calibri"/>
              </a:rPr>
              <a:t>Genoa</a:t>
            </a:r>
            <a:endParaRPr lang="en-US" sz="3200" spc="-1" dirty="0">
              <a:solidFill>
                <a:srgbClr val="000000"/>
              </a:solidFill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072619739"/>
      </p:ext>
    </p:extLst>
  </p:cSld>
  <p:clrMapOvr>
    <a:masterClrMapping/>
  </p:clrMapOvr>
  <p:transition spd="slow">
    <p:fade/>
  </p:transition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8" name="PlaceHolder 1"/>
          <p:cNvSpPr>
            <a:spLocks noGrp="1"/>
          </p:cNvSpPr>
          <p:nvPr>
            <p:ph type="title"/>
          </p:nvPr>
        </p:nvSpPr>
        <p:spPr>
          <a:xfrm>
            <a:off x="518760" y="272160"/>
            <a:ext cx="11148840" cy="600480"/>
          </a:xfrm>
          <a:prstGeom prst="rect">
            <a:avLst/>
          </a:prstGeom>
          <a:noFill/>
          <a:ln w="0">
            <a:noFill/>
          </a:ln>
        </p:spPr>
        <p:txBody>
          <a:bodyPr lIns="0" tIns="72000" rIns="0" bIns="0" anchor="t">
            <a:noAutofit/>
          </a:bodyPr>
          <a:lstStyle/>
          <a:p>
            <a:pPr>
              <a:lnSpc>
                <a:spcPct val="80000"/>
              </a:lnSpc>
              <a:tabLst>
                <a:tab pos="0" algn="l"/>
              </a:tabLst>
            </a:pPr>
            <a:r>
              <a:rPr lang="en-GB" sz="3200" b="1" spc="-1">
                <a:solidFill>
                  <a:srgbClr val="000000"/>
                </a:solidFill>
                <a:latin typeface="Calibri"/>
              </a:rPr>
              <a:t>Second S: Software</a:t>
            </a:r>
            <a:endParaRPr lang="nl-NL"/>
          </a:p>
        </p:txBody>
      </p:sp>
      <p:sp>
        <p:nvSpPr>
          <p:cNvPr id="939" name="PlaceHolder 2"/>
          <p:cNvSpPr>
            <a:spLocks noGrp="1"/>
          </p:cNvSpPr>
          <p:nvPr>
            <p:ph/>
          </p:nvPr>
        </p:nvSpPr>
        <p:spPr>
          <a:xfrm>
            <a:off x="523800" y="1400400"/>
            <a:ext cx="8973720" cy="4456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269875" indent="-269875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r>
              <a:rPr lang="en-GB" sz="2000" spc="-1" dirty="0" err="1">
                <a:solidFill>
                  <a:srgbClr val="000000"/>
                </a:solidFill>
                <a:latin typeface="Calibri"/>
              </a:rPr>
              <a:t>PyTorch</a:t>
            </a:r>
            <a:r>
              <a:rPr lang="en-GB" sz="2000" spc="-1" dirty="0">
                <a:solidFill>
                  <a:srgbClr val="000000"/>
                </a:solidFill>
                <a:latin typeface="Calibri"/>
              </a:rPr>
              <a:t>/TensorFlow vs </a:t>
            </a:r>
            <a:r>
              <a:rPr lang="en-GB" sz="2000" spc="-1" dirty="0" err="1">
                <a:solidFill>
                  <a:srgbClr val="000000"/>
                </a:solidFill>
                <a:latin typeface="Calibri"/>
              </a:rPr>
              <a:t>Numpy</a:t>
            </a:r>
            <a:endParaRPr lang="en-GB" sz="2000" spc="-1" dirty="0">
              <a:solidFill>
                <a:srgbClr val="000000"/>
              </a:solidFill>
              <a:latin typeface="Calibri"/>
            </a:endParaRPr>
          </a:p>
          <a:p>
            <a:pPr marL="727075" lvl="1" indent="-269875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r>
              <a:rPr lang="en-GB" sz="1600" spc="-1" dirty="0" err="1">
                <a:solidFill>
                  <a:srgbClr val="000000"/>
                </a:solidFill>
                <a:latin typeface="Calibri"/>
              </a:rPr>
              <a:t>PyTorch</a:t>
            </a:r>
            <a:r>
              <a:rPr lang="en-GB" sz="1600" spc="-1" dirty="0">
                <a:solidFill>
                  <a:srgbClr val="000000"/>
                </a:solidFill>
                <a:latin typeface="Calibri"/>
              </a:rPr>
              <a:t> and TensorFlow have GPU support, </a:t>
            </a:r>
            <a:r>
              <a:rPr lang="en-GB" sz="1600" spc="-1" dirty="0" err="1">
                <a:solidFill>
                  <a:srgbClr val="000000"/>
                </a:solidFill>
                <a:latin typeface="Calibri"/>
              </a:rPr>
              <a:t>Numpy</a:t>
            </a:r>
            <a:r>
              <a:rPr lang="en-GB" sz="1600" spc="-1" dirty="0">
                <a:solidFill>
                  <a:srgbClr val="000000"/>
                </a:solidFill>
                <a:latin typeface="Calibri"/>
              </a:rPr>
              <a:t> does not</a:t>
            </a:r>
          </a:p>
          <a:p>
            <a:pPr marL="269875" indent="-342900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r>
              <a:rPr lang="en-GB" sz="2000" spc="-1" dirty="0">
                <a:solidFill>
                  <a:srgbClr val="000000"/>
                </a:solidFill>
                <a:latin typeface="Calibri"/>
              </a:rPr>
              <a:t>Support for CUDA (Nvidia), </a:t>
            </a:r>
            <a:r>
              <a:rPr lang="en-GB" sz="2000" spc="-1" dirty="0" err="1">
                <a:solidFill>
                  <a:srgbClr val="000000"/>
                </a:solidFill>
                <a:latin typeface="Calibri"/>
              </a:rPr>
              <a:t>ROCm</a:t>
            </a:r>
            <a:r>
              <a:rPr lang="en-GB" sz="2000" spc="-1" dirty="0">
                <a:solidFill>
                  <a:srgbClr val="000000"/>
                </a:solidFill>
                <a:latin typeface="Calibri"/>
              </a:rPr>
              <a:t> (AMD),  &lt;insert exotic hardware here&gt;?</a:t>
            </a:r>
          </a:p>
          <a:p>
            <a:pPr marL="727075" lvl="1" indent="-342900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r>
              <a:rPr lang="en-GB" sz="1600" spc="-1" dirty="0">
                <a:solidFill>
                  <a:srgbClr val="000000"/>
                </a:solidFill>
                <a:latin typeface="Calibri"/>
              </a:rPr>
              <a:t>E.g.: Intel </a:t>
            </a:r>
            <a:r>
              <a:rPr lang="en-GB" sz="1600" spc="-1" dirty="0" err="1">
                <a:solidFill>
                  <a:srgbClr val="000000"/>
                </a:solidFill>
                <a:latin typeface="Calibri"/>
              </a:rPr>
              <a:t>SapphireRapids</a:t>
            </a:r>
            <a:endParaRPr lang="en-GB" sz="1600" spc="-1" dirty="0">
              <a:solidFill>
                <a:srgbClr val="000000"/>
              </a:solidFill>
              <a:latin typeface="Calibri"/>
              <a:cs typeface="Arial"/>
            </a:endParaRPr>
          </a:p>
          <a:p>
            <a:pPr marL="727075" lvl="1" indent="-342900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r>
              <a:rPr lang="en-GB" sz="2000" spc="-1" dirty="0">
                <a:latin typeface="Calibri"/>
                <a:ea typeface="+mn-lt"/>
                <a:cs typeface="+mn-lt"/>
              </a:rPr>
              <a:t>IPEX</a:t>
            </a:r>
            <a:r>
              <a:rPr lang="en-GB" sz="2000" spc="-1" dirty="0">
                <a:solidFill>
                  <a:srgbClr val="000000"/>
                </a:solidFill>
                <a:latin typeface="Calibri"/>
              </a:rPr>
              <a:t>: </a:t>
            </a:r>
            <a:r>
              <a:rPr lang="en-GB" sz="2000" spc="-1" dirty="0">
                <a:ea typeface="+mn-lt"/>
                <a:cs typeface="+mn-lt"/>
                <a:hlinkClick r:id="rId3"/>
              </a:rPr>
              <a:t>https://github.com/intel/intel-extension-for-pytorch</a:t>
            </a:r>
            <a:endParaRPr lang="en-GB" sz="1600" spc="-1" dirty="0">
              <a:latin typeface="Calibri"/>
              <a:ea typeface="+mn-lt"/>
              <a:cs typeface="+mn-lt"/>
            </a:endParaRPr>
          </a:p>
          <a:p>
            <a:pPr marL="727075" lvl="1" indent="-342900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r>
              <a:rPr lang="en-GB" sz="2000" spc="-1" dirty="0">
                <a:ea typeface="+mn-lt"/>
                <a:cs typeface="+mn-lt"/>
              </a:rPr>
              <a:t>LUMI </a:t>
            </a:r>
            <a:r>
              <a:rPr lang="en-GB" sz="2000" spc="-1" dirty="0">
                <a:ea typeface="+mn-lt"/>
                <a:cs typeface="+mn-lt"/>
                <a:hlinkClick r:id="rId4"/>
              </a:rPr>
              <a:t>https://www.lumi-supercomputer.eu/</a:t>
            </a:r>
          </a:p>
          <a:p>
            <a:pPr marL="269875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r>
              <a:rPr lang="en-GB" sz="2000" spc="-1" dirty="0">
                <a:latin typeface="Calibri"/>
                <a:ea typeface="+mn-lt"/>
                <a:cs typeface="+mn-lt"/>
              </a:rPr>
              <a:t>Support for lower precision</a:t>
            </a:r>
          </a:p>
          <a:p>
            <a:pPr marL="727075" lvl="1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r>
              <a:rPr lang="en-GB" sz="1600" spc="-1" dirty="0">
                <a:latin typeface="Calibri"/>
                <a:ea typeface="+mn-lt"/>
                <a:cs typeface="+mn-lt"/>
              </a:rPr>
              <a:t>BFloat16, Float16?</a:t>
            </a:r>
            <a:endParaRPr lang="en-GB" sz="1600" dirty="0">
              <a:latin typeface="Calibri"/>
            </a:endParaRPr>
          </a:p>
        </p:txBody>
      </p:sp>
      <p:sp>
        <p:nvSpPr>
          <p:cNvPr id="940" name="PlaceHolder 3"/>
          <p:cNvSpPr>
            <a:spLocks noGrp="1"/>
          </p:cNvSpPr>
          <p:nvPr>
            <p:ph type="sldNum" idx="50"/>
          </p:nvPr>
        </p:nvSpPr>
        <p:spPr>
          <a:xfrm>
            <a:off x="516240" y="6375960"/>
            <a:ext cx="392040" cy="216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>
              <a:lnSpc>
                <a:spcPct val="100000"/>
              </a:lnSpc>
              <a:buNone/>
              <a:tabLst>
                <a:tab pos="0" algn="l"/>
              </a:tabLst>
              <a:defRPr lang="en-GB" sz="1200" b="1" strike="noStrike" spc="-1">
                <a:solidFill>
                  <a:srgbClr val="000000"/>
                </a:solidFill>
                <a:latin typeface="Calibri"/>
                <a:ea typeface="Calibri"/>
              </a:defRPr>
            </a:lvl1pPr>
          </a:lstStyle>
          <a:p>
            <a:pPr>
              <a:lnSpc>
                <a:spcPct val="100000"/>
              </a:lnSpc>
              <a:buNone/>
              <a:tabLst>
                <a:tab pos="0" algn="l"/>
              </a:tabLst>
            </a:pPr>
            <a:fld id="{0978DF5C-F8A7-4AE9-B88F-03F1DCB0AE7B}" type="slidenum">
              <a:rPr lang="en-GB" sz="1200" b="1" strike="noStrike" spc="-1">
                <a:solidFill>
                  <a:srgbClr val="000000"/>
                </a:solidFill>
                <a:latin typeface="Calibri"/>
                <a:ea typeface="Calibri"/>
              </a:rPr>
              <a:t>26</a:t>
            </a:fld>
            <a:endParaRPr lang="en-US" sz="1200" b="0" strike="noStrike" spc="-1">
              <a:latin typeface="Times New Roman"/>
            </a:endParaRPr>
          </a:p>
        </p:txBody>
      </p:sp>
      <p:sp>
        <p:nvSpPr>
          <p:cNvPr id="941" name="Google Shape;239;p24"/>
          <p:cNvSpPr/>
          <p:nvPr/>
        </p:nvSpPr>
        <p:spPr>
          <a:xfrm rot="5400000">
            <a:off x="10733040" y="2063880"/>
            <a:ext cx="909720" cy="909720"/>
          </a:xfrm>
          <a:prstGeom prst="arc">
            <a:avLst>
              <a:gd name="adj1" fmla="val 16200000"/>
              <a:gd name="adj2" fmla="val 0"/>
            </a:avLst>
          </a:prstGeom>
          <a:noFill/>
          <a:ln w="19050">
            <a:solidFill>
              <a:srgbClr val="EA76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942" name="Google Shape;240;p24"/>
          <p:cNvSpPr/>
          <p:nvPr/>
        </p:nvSpPr>
        <p:spPr>
          <a:xfrm rot="16200000">
            <a:off x="9775440" y="2974320"/>
            <a:ext cx="909720" cy="909720"/>
          </a:xfrm>
          <a:prstGeom prst="arc">
            <a:avLst>
              <a:gd name="adj1" fmla="val 16200000"/>
              <a:gd name="adj2" fmla="val 0"/>
            </a:avLst>
          </a:prstGeom>
          <a:noFill/>
          <a:ln w="19050">
            <a:solidFill>
              <a:srgbClr val="EA76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943" name="Google Shape;241;p24"/>
          <p:cNvSpPr/>
          <p:nvPr/>
        </p:nvSpPr>
        <p:spPr>
          <a:xfrm>
            <a:off x="10234800" y="2973960"/>
            <a:ext cx="956880" cy="360"/>
          </a:xfrm>
          <a:custGeom>
            <a:avLst/>
            <a:gdLst/>
            <a:ahLst/>
            <a:cxnLst/>
            <a:rect l="l" t="t" r="r" b="b"/>
            <a:pathLst>
              <a:path w="21600" h="2160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noFill/>
          <a:ln w="19050">
            <a:solidFill>
              <a:srgbClr val="EA76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944" name="Google Shape;242;p24"/>
          <p:cNvSpPr/>
          <p:nvPr/>
        </p:nvSpPr>
        <p:spPr>
          <a:xfrm>
            <a:off x="9775440" y="3429000"/>
            <a:ext cx="360" cy="3428640"/>
          </a:xfrm>
          <a:custGeom>
            <a:avLst/>
            <a:gdLst/>
            <a:ahLst/>
            <a:cxnLst/>
            <a:rect l="l" t="t" r="r" b="b"/>
            <a:pathLst>
              <a:path w="21600" h="2160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noFill/>
          <a:ln w="19050">
            <a:solidFill>
              <a:srgbClr val="EA76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945" name="Google Shape;243;p24"/>
          <p:cNvSpPr/>
          <p:nvPr/>
        </p:nvSpPr>
        <p:spPr>
          <a:xfrm>
            <a:off x="11642760" y="-38880"/>
            <a:ext cx="360" cy="2557080"/>
          </a:xfrm>
          <a:custGeom>
            <a:avLst/>
            <a:gdLst/>
            <a:ahLst/>
            <a:cxnLst/>
            <a:rect l="l" t="t" r="r" b="b"/>
            <a:pathLst>
              <a:path w="21600" h="2160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noFill/>
          <a:ln w="19050">
            <a:solidFill>
              <a:srgbClr val="EA76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54355075"/>
      </p:ext>
    </p:extLst>
  </p:cSld>
  <p:clrMapOvr>
    <a:masterClrMapping/>
  </p:clrMapOvr>
  <p:transition spd="slow">
    <p:fade/>
  </p:transition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8" name="PlaceHolder 1"/>
          <p:cNvSpPr>
            <a:spLocks noGrp="1"/>
          </p:cNvSpPr>
          <p:nvPr>
            <p:ph type="title"/>
          </p:nvPr>
        </p:nvSpPr>
        <p:spPr>
          <a:xfrm>
            <a:off x="518760" y="272160"/>
            <a:ext cx="11148840" cy="600480"/>
          </a:xfrm>
          <a:prstGeom prst="rect">
            <a:avLst/>
          </a:prstGeom>
          <a:noFill/>
          <a:ln w="0">
            <a:noFill/>
          </a:ln>
        </p:spPr>
        <p:txBody>
          <a:bodyPr lIns="0" tIns="72000" rIns="0" bIns="0" anchor="t">
            <a:noAutofit/>
          </a:bodyPr>
          <a:lstStyle/>
          <a:p>
            <a:pPr>
              <a:lnSpc>
                <a:spcPct val="80000"/>
              </a:lnSpc>
              <a:tabLst>
                <a:tab pos="0" algn="l"/>
              </a:tabLst>
            </a:pPr>
            <a:r>
              <a:rPr lang="en-GB" sz="3200" b="1" spc="-1">
                <a:solidFill>
                  <a:srgbClr val="000000"/>
                </a:solidFill>
                <a:latin typeface="Calibri"/>
              </a:rPr>
              <a:t>Third S: Stack</a:t>
            </a:r>
            <a:endParaRPr lang="nl-NL"/>
          </a:p>
        </p:txBody>
      </p:sp>
      <p:sp>
        <p:nvSpPr>
          <p:cNvPr id="939" name="PlaceHolder 2"/>
          <p:cNvSpPr>
            <a:spLocks noGrp="1"/>
          </p:cNvSpPr>
          <p:nvPr>
            <p:ph/>
          </p:nvPr>
        </p:nvSpPr>
        <p:spPr>
          <a:xfrm>
            <a:off x="523800" y="1400400"/>
            <a:ext cx="8973720" cy="4456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269875" indent="-269875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r>
              <a:rPr lang="en-GB" sz="2000" spc="-1" dirty="0">
                <a:solidFill>
                  <a:srgbClr val="000000"/>
                </a:solidFill>
                <a:latin typeface="Calibri"/>
              </a:rPr>
              <a:t>Is my software compiled for my hardware</a:t>
            </a:r>
          </a:p>
          <a:p>
            <a:pPr marL="727075" lvl="1" indent="-269875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r>
              <a:rPr lang="en-GB" sz="1600" spc="-1" dirty="0">
                <a:solidFill>
                  <a:srgbClr val="000000"/>
                </a:solidFill>
                <a:latin typeface="Calibri"/>
              </a:rPr>
              <a:t>Pip install … ?</a:t>
            </a:r>
          </a:p>
          <a:p>
            <a:pPr marL="727075" lvl="1" indent="-269875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r>
              <a:rPr lang="en-GB" sz="1600" spc="-1" dirty="0">
                <a:solidFill>
                  <a:srgbClr val="000000"/>
                </a:solidFill>
                <a:latin typeface="Calibri"/>
              </a:rPr>
              <a:t>Module load </a:t>
            </a:r>
            <a:r>
              <a:rPr lang="en-GB" sz="1600" spc="-1" dirty="0" err="1">
                <a:ea typeface="+mn-lt"/>
                <a:cs typeface="+mn-lt"/>
              </a:rPr>
              <a:t>PyTorch</a:t>
            </a:r>
            <a:r>
              <a:rPr lang="en-GB" sz="1600" spc="-1" dirty="0">
                <a:ea typeface="+mn-lt"/>
                <a:cs typeface="+mn-lt"/>
              </a:rPr>
              <a:t>/1.12.0-foss-2022a-CUDA-11.7.0</a:t>
            </a:r>
            <a:endParaRPr lang="en-GB" sz="1600" spc="-1" dirty="0">
              <a:latin typeface="Calibri"/>
              <a:ea typeface="+mn-lt"/>
              <a:cs typeface="+mn-lt"/>
            </a:endParaRPr>
          </a:p>
          <a:p>
            <a:pPr marL="269875" indent="-342900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r>
              <a:rPr lang="en-GB" sz="2000" spc="-1" dirty="0">
                <a:solidFill>
                  <a:srgbClr val="000000"/>
                </a:solidFill>
                <a:latin typeface="Calibri"/>
              </a:rPr>
              <a:t>Again: </a:t>
            </a:r>
            <a:r>
              <a:rPr lang="en-GB" sz="2000" spc="-1" dirty="0" err="1">
                <a:solidFill>
                  <a:srgbClr val="000000"/>
                </a:solidFill>
                <a:latin typeface="Calibri"/>
              </a:rPr>
              <a:t>SapphireRapids</a:t>
            </a:r>
            <a:r>
              <a:rPr lang="en-GB" sz="2000" spc="-1" dirty="0">
                <a:solidFill>
                  <a:srgbClr val="000000"/>
                </a:solidFill>
                <a:latin typeface="Calibri"/>
              </a:rPr>
              <a:t>? </a:t>
            </a:r>
            <a:r>
              <a:rPr lang="en-GB" sz="2000" spc="-1" dirty="0" err="1">
                <a:solidFill>
                  <a:srgbClr val="000000"/>
                </a:solidFill>
                <a:latin typeface="Calibri"/>
              </a:rPr>
              <a:t>ROCm</a:t>
            </a:r>
            <a:r>
              <a:rPr lang="en-GB" sz="2000" spc="-1" dirty="0">
                <a:solidFill>
                  <a:srgbClr val="000000"/>
                </a:solidFill>
                <a:latin typeface="Calibri"/>
              </a:rPr>
              <a:t>?</a:t>
            </a:r>
            <a:endParaRPr lang="en-GB" sz="1600" spc="-1" dirty="0">
              <a:solidFill>
                <a:srgbClr val="000000"/>
              </a:solidFill>
              <a:latin typeface="Arial"/>
              <a:cs typeface="Arial"/>
            </a:endParaRPr>
          </a:p>
          <a:p>
            <a:pPr marL="269875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endParaRPr lang="en-GB" sz="2000" spc="-1" dirty="0">
              <a:solidFill>
                <a:srgbClr val="000000"/>
              </a:solidFill>
              <a:latin typeface="Calibri"/>
              <a:cs typeface="Arial"/>
            </a:endParaRPr>
          </a:p>
          <a:p>
            <a:pPr marL="727075" lvl="1" indent="-269875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endParaRPr lang="en-GB" sz="1600" spc="-1" dirty="0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940" name="PlaceHolder 3"/>
          <p:cNvSpPr>
            <a:spLocks noGrp="1"/>
          </p:cNvSpPr>
          <p:nvPr>
            <p:ph type="sldNum" idx="50"/>
          </p:nvPr>
        </p:nvSpPr>
        <p:spPr>
          <a:xfrm>
            <a:off x="516240" y="6375960"/>
            <a:ext cx="392040" cy="216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>
              <a:lnSpc>
                <a:spcPct val="100000"/>
              </a:lnSpc>
              <a:buNone/>
              <a:tabLst>
                <a:tab pos="0" algn="l"/>
              </a:tabLst>
              <a:defRPr lang="en-GB" sz="1200" b="1" strike="noStrike" spc="-1">
                <a:solidFill>
                  <a:srgbClr val="000000"/>
                </a:solidFill>
                <a:latin typeface="Calibri"/>
                <a:ea typeface="Calibri"/>
              </a:defRPr>
            </a:lvl1pPr>
          </a:lstStyle>
          <a:p>
            <a:pPr>
              <a:lnSpc>
                <a:spcPct val="100000"/>
              </a:lnSpc>
              <a:buNone/>
              <a:tabLst>
                <a:tab pos="0" algn="l"/>
              </a:tabLst>
            </a:pPr>
            <a:fld id="{0978DF5C-F8A7-4AE9-B88F-03F1DCB0AE7B}" type="slidenum">
              <a:rPr lang="en-GB" sz="1200" b="1" strike="noStrike" spc="-1">
                <a:solidFill>
                  <a:srgbClr val="000000"/>
                </a:solidFill>
                <a:latin typeface="Calibri"/>
                <a:ea typeface="Calibri"/>
              </a:rPr>
              <a:t>27</a:t>
            </a:fld>
            <a:endParaRPr lang="en-US" sz="1200" b="0" strike="noStrike" spc="-1">
              <a:latin typeface="Times New Roman"/>
            </a:endParaRPr>
          </a:p>
        </p:txBody>
      </p:sp>
      <p:sp>
        <p:nvSpPr>
          <p:cNvPr id="941" name="Google Shape;239;p24"/>
          <p:cNvSpPr/>
          <p:nvPr/>
        </p:nvSpPr>
        <p:spPr>
          <a:xfrm rot="5400000">
            <a:off x="10733040" y="2063880"/>
            <a:ext cx="909720" cy="909720"/>
          </a:xfrm>
          <a:prstGeom prst="arc">
            <a:avLst>
              <a:gd name="adj1" fmla="val 16200000"/>
              <a:gd name="adj2" fmla="val 0"/>
            </a:avLst>
          </a:prstGeom>
          <a:noFill/>
          <a:ln w="19050">
            <a:solidFill>
              <a:srgbClr val="EA76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942" name="Google Shape;240;p24"/>
          <p:cNvSpPr/>
          <p:nvPr/>
        </p:nvSpPr>
        <p:spPr>
          <a:xfrm rot="16200000">
            <a:off x="9775440" y="2974320"/>
            <a:ext cx="909720" cy="909720"/>
          </a:xfrm>
          <a:prstGeom prst="arc">
            <a:avLst>
              <a:gd name="adj1" fmla="val 16200000"/>
              <a:gd name="adj2" fmla="val 0"/>
            </a:avLst>
          </a:prstGeom>
          <a:noFill/>
          <a:ln w="19050">
            <a:solidFill>
              <a:srgbClr val="EA76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943" name="Google Shape;241;p24"/>
          <p:cNvSpPr/>
          <p:nvPr/>
        </p:nvSpPr>
        <p:spPr>
          <a:xfrm>
            <a:off x="10234800" y="2973960"/>
            <a:ext cx="956880" cy="360"/>
          </a:xfrm>
          <a:custGeom>
            <a:avLst/>
            <a:gdLst/>
            <a:ahLst/>
            <a:cxnLst/>
            <a:rect l="l" t="t" r="r" b="b"/>
            <a:pathLst>
              <a:path w="21600" h="2160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noFill/>
          <a:ln w="19050">
            <a:solidFill>
              <a:srgbClr val="EA76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944" name="Google Shape;242;p24"/>
          <p:cNvSpPr/>
          <p:nvPr/>
        </p:nvSpPr>
        <p:spPr>
          <a:xfrm>
            <a:off x="9775440" y="3429000"/>
            <a:ext cx="360" cy="3428640"/>
          </a:xfrm>
          <a:custGeom>
            <a:avLst/>
            <a:gdLst/>
            <a:ahLst/>
            <a:cxnLst/>
            <a:rect l="l" t="t" r="r" b="b"/>
            <a:pathLst>
              <a:path w="21600" h="2160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noFill/>
          <a:ln w="19050">
            <a:solidFill>
              <a:srgbClr val="EA76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945" name="Google Shape;243;p24"/>
          <p:cNvSpPr/>
          <p:nvPr/>
        </p:nvSpPr>
        <p:spPr>
          <a:xfrm>
            <a:off x="11642760" y="-38880"/>
            <a:ext cx="360" cy="2557080"/>
          </a:xfrm>
          <a:custGeom>
            <a:avLst/>
            <a:gdLst/>
            <a:ahLst/>
            <a:cxnLst/>
            <a:rect l="l" t="t" r="r" b="b"/>
            <a:pathLst>
              <a:path w="21600" h="2160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noFill/>
          <a:ln w="19050">
            <a:solidFill>
              <a:srgbClr val="EA76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5912297"/>
      </p:ext>
    </p:extLst>
  </p:cSld>
  <p:clrMapOvr>
    <a:masterClrMapping/>
  </p:clrMapOvr>
  <p:transition spd="slow">
    <p:fade/>
  </p:transition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8" name="PlaceHolder 1"/>
          <p:cNvSpPr>
            <a:spLocks noGrp="1"/>
          </p:cNvSpPr>
          <p:nvPr>
            <p:ph type="title"/>
          </p:nvPr>
        </p:nvSpPr>
        <p:spPr>
          <a:xfrm>
            <a:off x="518760" y="272160"/>
            <a:ext cx="11148840" cy="600480"/>
          </a:xfrm>
          <a:prstGeom prst="rect">
            <a:avLst/>
          </a:prstGeom>
          <a:noFill/>
          <a:ln w="0">
            <a:noFill/>
          </a:ln>
        </p:spPr>
        <p:txBody>
          <a:bodyPr lIns="0" tIns="72000" rIns="0" bIns="0" anchor="t">
            <a:noAutofit/>
          </a:bodyPr>
          <a:lstStyle/>
          <a:p>
            <a:pPr>
              <a:lnSpc>
                <a:spcPct val="80000"/>
              </a:lnSpc>
              <a:tabLst>
                <a:tab pos="0" algn="l"/>
              </a:tabLst>
            </a:pPr>
            <a:r>
              <a:rPr lang="en-GB" sz="3200" b="1" spc="-1">
                <a:solidFill>
                  <a:srgbClr val="000000"/>
                </a:solidFill>
                <a:latin typeface="Calibri"/>
              </a:rPr>
              <a:t>Wait ... so what happens?</a:t>
            </a:r>
            <a:endParaRPr lang="en-GB" sz="3200" b="1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939" name="PlaceHolder 2"/>
          <p:cNvSpPr>
            <a:spLocks noGrp="1"/>
          </p:cNvSpPr>
          <p:nvPr>
            <p:ph/>
          </p:nvPr>
        </p:nvSpPr>
        <p:spPr>
          <a:xfrm>
            <a:off x="523800" y="1400400"/>
            <a:ext cx="8973720" cy="4456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269875" indent="-269875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r>
              <a:rPr lang="en-GB" sz="2000" spc="-1" dirty="0">
                <a:solidFill>
                  <a:srgbClr val="000000"/>
                </a:solidFill>
                <a:latin typeface="Calibri"/>
              </a:rPr>
              <a:t>You call torch</a:t>
            </a:r>
          </a:p>
          <a:p>
            <a:pPr marL="727075" lvl="1" indent="-269875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r>
              <a:rPr lang="en-GB" sz="1600" spc="-1" dirty="0">
                <a:solidFill>
                  <a:srgbClr val="000000"/>
                </a:solidFill>
                <a:latin typeface="Calibri"/>
              </a:rPr>
              <a:t>(Manual) Dispatching</a:t>
            </a:r>
          </a:p>
          <a:p>
            <a:pPr marL="727075" lvl="1" indent="-269875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r>
              <a:rPr lang="en-GB" sz="1600" spc="-1" dirty="0">
                <a:solidFill>
                  <a:srgbClr val="000000"/>
                </a:solidFill>
                <a:latin typeface="Calibri"/>
              </a:rPr>
              <a:t>E.g. </a:t>
            </a:r>
            <a:r>
              <a:rPr lang="en-GB" sz="1600" spc="-1" dirty="0" err="1">
                <a:solidFill>
                  <a:srgbClr val="000000"/>
                </a:solidFill>
                <a:latin typeface="Calibri"/>
              </a:rPr>
              <a:t>scatter_add</a:t>
            </a:r>
            <a:r>
              <a:rPr lang="en-GB" sz="1600" spc="-1" dirty="0">
                <a:solidFill>
                  <a:srgbClr val="000000"/>
                </a:solidFill>
                <a:latin typeface="Calibri"/>
              </a:rPr>
              <a:t>_ -&gt; Message passing in Graph-NNs</a:t>
            </a:r>
          </a:p>
          <a:p>
            <a:pPr marL="269875" indent="-269875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r>
              <a:rPr lang="en-GB" sz="2000" spc="-1" dirty="0">
                <a:solidFill>
                  <a:srgbClr val="000000"/>
                </a:solidFill>
                <a:latin typeface="Calibri"/>
              </a:rPr>
              <a:t>Torch (python) determines the most appropriate function to call</a:t>
            </a:r>
          </a:p>
          <a:p>
            <a:pPr marL="727075" lvl="1" indent="-269875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r>
              <a:rPr lang="en-GB" sz="1600" spc="-1" dirty="0">
                <a:solidFill>
                  <a:srgbClr val="000000"/>
                </a:solidFill>
                <a:latin typeface="Calibri"/>
                <a:cs typeface="Calibri"/>
              </a:rPr>
              <a:t>Dispatching</a:t>
            </a:r>
          </a:p>
          <a:p>
            <a:pPr marL="269875" indent="-269875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r>
              <a:rPr lang="en-GB" sz="2000" spc="-1" dirty="0">
                <a:solidFill>
                  <a:srgbClr val="000000"/>
                </a:solidFill>
                <a:latin typeface="Calibri"/>
              </a:rPr>
              <a:t>Torch (C++/CU) calls the CPU/GPU kernel</a:t>
            </a:r>
          </a:p>
          <a:p>
            <a:pPr marL="727075" lvl="1" indent="-269875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r>
              <a:rPr lang="en-GB" sz="1600" spc="-1" dirty="0">
                <a:solidFill>
                  <a:srgbClr val="000000"/>
                </a:solidFill>
                <a:latin typeface="Calibri"/>
                <a:cs typeface="Calibri"/>
              </a:rPr>
              <a:t>Dispatching</a:t>
            </a:r>
          </a:p>
          <a:p>
            <a:pPr marL="269875" indent="-269875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r>
              <a:rPr lang="en-GB" sz="2000" spc="-1" dirty="0">
                <a:solidFill>
                  <a:srgbClr val="000000"/>
                </a:solidFill>
                <a:latin typeface="Calibri"/>
              </a:rPr>
              <a:t>Low-level lib performs actual calculation</a:t>
            </a:r>
          </a:p>
          <a:p>
            <a:pPr marL="727075" lvl="1" indent="-269875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r>
              <a:rPr lang="en-GB" sz="1600" spc="-1" dirty="0">
                <a:solidFill>
                  <a:srgbClr val="000000"/>
                </a:solidFill>
                <a:latin typeface="Calibri"/>
                <a:cs typeface="Calibri"/>
              </a:rPr>
              <a:t>Dispatching</a:t>
            </a:r>
          </a:p>
          <a:p>
            <a:pPr marL="269875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r>
              <a:rPr lang="en-GB" sz="2000" spc="-1" dirty="0" err="1">
                <a:ea typeface="+mn-lt"/>
                <a:cs typeface="+mn-lt"/>
              </a:rPr>
              <a:t>PyTorch</a:t>
            </a:r>
            <a:r>
              <a:rPr lang="en-GB" sz="2000" spc="-1" dirty="0">
                <a:ea typeface="+mn-lt"/>
                <a:cs typeface="+mn-lt"/>
              </a:rPr>
              <a:t> Dispatcher: </a:t>
            </a:r>
          </a:p>
          <a:p>
            <a:pPr marL="41275" indent="0">
              <a:lnSpc>
                <a:spcPct val="100000"/>
              </a:lnSpc>
              <a:buClr>
                <a:srgbClr val="EA7600"/>
              </a:buClr>
              <a:buNone/>
            </a:pPr>
            <a:r>
              <a:rPr lang="en-GB" sz="2000" spc="-1" dirty="0">
                <a:ea typeface="+mn-lt"/>
                <a:cs typeface="+mn-lt"/>
                <a:hlinkClick r:id="rId3"/>
              </a:rPr>
              <a:t>http://blog.ezyang.com/2020/09/lets-talk-about-the-pytorch-dispatcher/</a:t>
            </a:r>
            <a:endParaRPr lang="en-GB" sz="2000" spc="-1" dirty="0">
              <a:ea typeface="+mn-lt"/>
              <a:cs typeface="+mn-lt"/>
            </a:endParaRPr>
          </a:p>
        </p:txBody>
      </p:sp>
      <p:sp>
        <p:nvSpPr>
          <p:cNvPr id="940" name="PlaceHolder 3"/>
          <p:cNvSpPr>
            <a:spLocks noGrp="1"/>
          </p:cNvSpPr>
          <p:nvPr>
            <p:ph type="sldNum" idx="50"/>
          </p:nvPr>
        </p:nvSpPr>
        <p:spPr>
          <a:xfrm>
            <a:off x="516240" y="6375960"/>
            <a:ext cx="392040" cy="216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>
              <a:lnSpc>
                <a:spcPct val="100000"/>
              </a:lnSpc>
              <a:buNone/>
              <a:tabLst>
                <a:tab pos="0" algn="l"/>
              </a:tabLst>
              <a:defRPr lang="en-GB" sz="1200" b="1" strike="noStrike" spc="-1">
                <a:solidFill>
                  <a:srgbClr val="000000"/>
                </a:solidFill>
                <a:latin typeface="Calibri"/>
                <a:ea typeface="Calibri"/>
              </a:defRPr>
            </a:lvl1pPr>
          </a:lstStyle>
          <a:p>
            <a:pPr>
              <a:lnSpc>
                <a:spcPct val="100000"/>
              </a:lnSpc>
              <a:buNone/>
              <a:tabLst>
                <a:tab pos="0" algn="l"/>
              </a:tabLst>
            </a:pPr>
            <a:fld id="{0978DF5C-F8A7-4AE9-B88F-03F1DCB0AE7B}" type="slidenum">
              <a:rPr lang="en-GB" sz="1200" b="1" strike="noStrike" spc="-1">
                <a:solidFill>
                  <a:srgbClr val="000000"/>
                </a:solidFill>
                <a:latin typeface="Calibri"/>
                <a:ea typeface="Calibri"/>
              </a:rPr>
              <a:t>28</a:t>
            </a:fld>
            <a:endParaRPr lang="en-US" sz="1200" b="0" strike="noStrike" spc="-1">
              <a:latin typeface="Times New Roman"/>
            </a:endParaRPr>
          </a:p>
        </p:txBody>
      </p:sp>
      <p:sp>
        <p:nvSpPr>
          <p:cNvPr id="941" name="Google Shape;239;p24"/>
          <p:cNvSpPr/>
          <p:nvPr/>
        </p:nvSpPr>
        <p:spPr>
          <a:xfrm rot="5400000">
            <a:off x="10733040" y="2063880"/>
            <a:ext cx="909720" cy="909720"/>
          </a:xfrm>
          <a:prstGeom prst="arc">
            <a:avLst>
              <a:gd name="adj1" fmla="val 16200000"/>
              <a:gd name="adj2" fmla="val 0"/>
            </a:avLst>
          </a:prstGeom>
          <a:noFill/>
          <a:ln w="19050">
            <a:solidFill>
              <a:srgbClr val="EA76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942" name="Google Shape;240;p24"/>
          <p:cNvSpPr/>
          <p:nvPr/>
        </p:nvSpPr>
        <p:spPr>
          <a:xfrm rot="16200000">
            <a:off x="9775440" y="2974320"/>
            <a:ext cx="909720" cy="909720"/>
          </a:xfrm>
          <a:prstGeom prst="arc">
            <a:avLst>
              <a:gd name="adj1" fmla="val 16200000"/>
              <a:gd name="adj2" fmla="val 0"/>
            </a:avLst>
          </a:prstGeom>
          <a:noFill/>
          <a:ln w="19050">
            <a:solidFill>
              <a:srgbClr val="EA76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943" name="Google Shape;241;p24"/>
          <p:cNvSpPr/>
          <p:nvPr/>
        </p:nvSpPr>
        <p:spPr>
          <a:xfrm>
            <a:off x="10234800" y="2973960"/>
            <a:ext cx="956880" cy="360"/>
          </a:xfrm>
          <a:custGeom>
            <a:avLst/>
            <a:gdLst/>
            <a:ahLst/>
            <a:cxnLst/>
            <a:rect l="l" t="t" r="r" b="b"/>
            <a:pathLst>
              <a:path w="21600" h="2160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noFill/>
          <a:ln w="19050">
            <a:solidFill>
              <a:srgbClr val="EA76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944" name="Google Shape;242;p24"/>
          <p:cNvSpPr/>
          <p:nvPr/>
        </p:nvSpPr>
        <p:spPr>
          <a:xfrm>
            <a:off x="9775440" y="3429000"/>
            <a:ext cx="360" cy="3428640"/>
          </a:xfrm>
          <a:custGeom>
            <a:avLst/>
            <a:gdLst/>
            <a:ahLst/>
            <a:cxnLst/>
            <a:rect l="l" t="t" r="r" b="b"/>
            <a:pathLst>
              <a:path w="21600" h="2160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noFill/>
          <a:ln w="19050">
            <a:solidFill>
              <a:srgbClr val="EA76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945" name="Google Shape;243;p24"/>
          <p:cNvSpPr/>
          <p:nvPr/>
        </p:nvSpPr>
        <p:spPr>
          <a:xfrm>
            <a:off x="11642760" y="-38880"/>
            <a:ext cx="360" cy="2557080"/>
          </a:xfrm>
          <a:custGeom>
            <a:avLst/>
            <a:gdLst/>
            <a:ahLst/>
            <a:cxnLst/>
            <a:rect l="l" t="t" r="r" b="b"/>
            <a:pathLst>
              <a:path w="21600" h="2160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noFill/>
          <a:ln w="19050">
            <a:solidFill>
              <a:srgbClr val="EA76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05582245"/>
      </p:ext>
    </p:extLst>
  </p:cSld>
  <p:clrMapOvr>
    <a:masterClrMapping/>
  </p:clrMapOvr>
  <p:transition spd="slow">
    <p:fade/>
  </p:transition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8" name="PlaceHolder 1"/>
          <p:cNvSpPr>
            <a:spLocks noGrp="1"/>
          </p:cNvSpPr>
          <p:nvPr>
            <p:ph type="title"/>
          </p:nvPr>
        </p:nvSpPr>
        <p:spPr>
          <a:xfrm>
            <a:off x="518760" y="272160"/>
            <a:ext cx="11148840" cy="600480"/>
          </a:xfrm>
          <a:prstGeom prst="rect">
            <a:avLst/>
          </a:prstGeom>
          <a:noFill/>
          <a:ln w="0">
            <a:noFill/>
          </a:ln>
        </p:spPr>
        <p:txBody>
          <a:bodyPr lIns="0" tIns="72000" rIns="0" bIns="0" anchor="t">
            <a:noAutofit/>
          </a:bodyPr>
          <a:lstStyle/>
          <a:p>
            <a:pPr>
              <a:lnSpc>
                <a:spcPct val="80000"/>
              </a:lnSpc>
              <a:tabLst>
                <a:tab pos="0" algn="l"/>
              </a:tabLst>
            </a:pPr>
            <a:r>
              <a:rPr lang="en-GB" sz="3200" b="1" spc="-1">
                <a:solidFill>
                  <a:srgbClr val="000000"/>
                </a:solidFill>
                <a:latin typeface="Calibri"/>
              </a:rPr>
              <a:t>In practice: </a:t>
            </a:r>
            <a:r>
              <a:rPr lang="en-GB" sz="3200" b="1" spc="-1" err="1">
                <a:solidFill>
                  <a:srgbClr val="000000"/>
                </a:solidFill>
                <a:latin typeface="Calibri"/>
              </a:rPr>
              <a:t>PyTorch</a:t>
            </a:r>
            <a:r>
              <a:rPr lang="en-GB" sz="3200" b="1" spc="-1">
                <a:solidFill>
                  <a:srgbClr val="000000"/>
                </a:solidFill>
                <a:latin typeface="Calibri"/>
              </a:rPr>
              <a:t> + </a:t>
            </a:r>
            <a:r>
              <a:rPr lang="en-GB" sz="3200" b="1" spc="-1" err="1">
                <a:solidFill>
                  <a:srgbClr val="000000"/>
                </a:solidFill>
                <a:latin typeface="Calibri"/>
              </a:rPr>
              <a:t>Snellius</a:t>
            </a:r>
            <a:endParaRPr lang="en-US" sz="3200" b="0" strike="noStrike" spc="-1" err="1">
              <a:solidFill>
                <a:srgbClr val="000000"/>
              </a:solidFill>
              <a:latin typeface="Arial"/>
            </a:endParaRPr>
          </a:p>
        </p:txBody>
      </p:sp>
      <p:sp>
        <p:nvSpPr>
          <p:cNvPr id="939" name="PlaceHolder 2"/>
          <p:cNvSpPr>
            <a:spLocks noGrp="1"/>
          </p:cNvSpPr>
          <p:nvPr>
            <p:ph/>
          </p:nvPr>
        </p:nvSpPr>
        <p:spPr>
          <a:xfrm>
            <a:off x="523800" y="1400400"/>
            <a:ext cx="8973720" cy="4456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269875" indent="-269875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r>
              <a:rPr lang="en-GB" sz="2000" spc="-1" dirty="0">
                <a:solidFill>
                  <a:srgbClr val="000000"/>
                </a:solidFill>
                <a:latin typeface="Calibri"/>
              </a:rPr>
              <a:t>We only have NVIDIA GPUs</a:t>
            </a:r>
          </a:p>
          <a:p>
            <a:pPr marL="727075" lvl="1" indent="-269875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r>
              <a:rPr lang="en-GB" sz="1600" spc="-1" dirty="0">
                <a:solidFill>
                  <a:srgbClr val="000000"/>
                </a:solidFill>
                <a:latin typeface="Calibri"/>
              </a:rPr>
              <a:t>72x4=288 NVIDIA A100</a:t>
            </a:r>
          </a:p>
          <a:p>
            <a:pPr marL="727075" lvl="1" indent="-269875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r>
              <a:rPr lang="en-GB" sz="1600" spc="-1" dirty="0">
                <a:solidFill>
                  <a:srgbClr val="000000"/>
                </a:solidFill>
                <a:latin typeface="Calibri"/>
              </a:rPr>
              <a:t>88x4=352 NVIDIA H100 (added recently)</a:t>
            </a:r>
          </a:p>
          <a:p>
            <a:pPr marL="269875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r>
              <a:rPr lang="en-GB" sz="2000" spc="-1" dirty="0">
                <a:solidFill>
                  <a:srgbClr val="000000"/>
                </a:solidFill>
                <a:latin typeface="Arial"/>
                <a:cs typeface="Arial"/>
              </a:rPr>
              <a:t>Makes optimization a bit easier for you</a:t>
            </a:r>
            <a:endParaRPr lang="en-GB" sz="2000" b="0" strike="noStrike" spc="-1" dirty="0">
              <a:solidFill>
                <a:srgbClr val="000000"/>
              </a:solidFill>
              <a:latin typeface="Arial"/>
              <a:cs typeface="Arial"/>
            </a:endParaRPr>
          </a:p>
          <a:p>
            <a:pPr marL="269875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r>
              <a:rPr lang="en-GB" sz="2000" spc="-1" dirty="0">
                <a:solidFill>
                  <a:srgbClr val="000000"/>
                </a:solidFill>
                <a:latin typeface="Arial"/>
                <a:cs typeface="Arial"/>
              </a:rPr>
              <a:t>You only need to spend a year sifting through documentation</a:t>
            </a:r>
          </a:p>
          <a:p>
            <a:pPr marL="727075" lvl="1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r>
              <a:rPr lang="en-GB" sz="1600" spc="-1" dirty="0">
                <a:ea typeface="+mn-lt"/>
                <a:cs typeface="+mn-lt"/>
                <a:hlinkClick r:id="rId3"/>
              </a:rPr>
              <a:t>https://servicedesk.surf.nl/wiki/display/WIKI/Deep+Learning+on+A100+GPUs</a:t>
            </a:r>
            <a:endParaRPr lang="en-GB" sz="2000" spc="-1" dirty="0">
              <a:solidFill>
                <a:srgbClr val="000000"/>
              </a:solidFill>
              <a:latin typeface="Arial"/>
              <a:cs typeface="Arial"/>
            </a:endParaRPr>
          </a:p>
          <a:p>
            <a:pPr marL="727075" lvl="1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r>
              <a:rPr lang="en-GB" sz="1600" spc="-1" dirty="0">
                <a:solidFill>
                  <a:srgbClr val="000000"/>
                </a:solidFill>
                <a:latin typeface="Arial"/>
                <a:cs typeface="Arial"/>
              </a:rPr>
              <a:t>Or ask us... :)</a:t>
            </a:r>
          </a:p>
          <a:p>
            <a:pPr marL="727075" lvl="1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r>
              <a:rPr lang="en-GB" sz="1600" spc="-1" dirty="0">
                <a:solidFill>
                  <a:srgbClr val="000000"/>
                </a:solidFill>
                <a:latin typeface="Arial"/>
                <a:cs typeface="Arial"/>
              </a:rPr>
              <a:t>Every EINF/NWO small grants has a default of 4 consultancy hours</a:t>
            </a:r>
          </a:p>
          <a:p>
            <a:pPr marL="269875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endParaRPr lang="en-GB" sz="2000" spc="-1" dirty="0">
              <a:solidFill>
                <a:srgbClr val="000000"/>
              </a:solidFill>
              <a:latin typeface="Arial"/>
              <a:cs typeface="Arial"/>
            </a:endParaRPr>
          </a:p>
          <a:p>
            <a:pPr marL="269875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endParaRPr lang="en-GB" sz="2000" spc="-1" dirty="0">
              <a:solidFill>
                <a:srgbClr val="000000"/>
              </a:solidFill>
              <a:latin typeface="Arial"/>
              <a:cs typeface="Arial"/>
            </a:endParaRPr>
          </a:p>
          <a:p>
            <a:pPr marL="269875" indent="-269875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endParaRPr lang="en-GB" sz="2000" spc="-1" dirty="0">
              <a:solidFill>
                <a:srgbClr val="000000"/>
              </a:solidFill>
              <a:latin typeface="Calibri"/>
              <a:cs typeface="Arial"/>
            </a:endParaRPr>
          </a:p>
        </p:txBody>
      </p:sp>
      <p:sp>
        <p:nvSpPr>
          <p:cNvPr id="940" name="PlaceHolder 3"/>
          <p:cNvSpPr>
            <a:spLocks noGrp="1"/>
          </p:cNvSpPr>
          <p:nvPr>
            <p:ph type="sldNum" idx="50"/>
          </p:nvPr>
        </p:nvSpPr>
        <p:spPr>
          <a:xfrm>
            <a:off x="516240" y="6375960"/>
            <a:ext cx="392040" cy="216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>
              <a:lnSpc>
                <a:spcPct val="100000"/>
              </a:lnSpc>
              <a:buNone/>
              <a:tabLst>
                <a:tab pos="0" algn="l"/>
              </a:tabLst>
              <a:defRPr lang="en-GB" sz="1200" b="1" strike="noStrike" spc="-1">
                <a:solidFill>
                  <a:srgbClr val="000000"/>
                </a:solidFill>
                <a:latin typeface="Calibri"/>
                <a:ea typeface="Calibri"/>
              </a:defRPr>
            </a:lvl1pPr>
          </a:lstStyle>
          <a:p>
            <a:pPr>
              <a:lnSpc>
                <a:spcPct val="100000"/>
              </a:lnSpc>
              <a:buNone/>
              <a:tabLst>
                <a:tab pos="0" algn="l"/>
              </a:tabLst>
            </a:pPr>
            <a:fld id="{0978DF5C-F8A7-4AE9-B88F-03F1DCB0AE7B}" type="slidenum">
              <a:rPr lang="en-GB" sz="1200" b="1" strike="noStrike" spc="-1">
                <a:solidFill>
                  <a:srgbClr val="000000"/>
                </a:solidFill>
                <a:latin typeface="Calibri"/>
                <a:ea typeface="Calibri"/>
              </a:rPr>
              <a:t>29</a:t>
            </a:fld>
            <a:endParaRPr lang="en-US" sz="1200" b="0" strike="noStrike" spc="-1">
              <a:latin typeface="Times New Roman"/>
            </a:endParaRPr>
          </a:p>
        </p:txBody>
      </p:sp>
      <p:sp>
        <p:nvSpPr>
          <p:cNvPr id="941" name="Google Shape;239;p24"/>
          <p:cNvSpPr/>
          <p:nvPr/>
        </p:nvSpPr>
        <p:spPr>
          <a:xfrm rot="5400000">
            <a:off x="10733040" y="2063880"/>
            <a:ext cx="909720" cy="909720"/>
          </a:xfrm>
          <a:prstGeom prst="arc">
            <a:avLst>
              <a:gd name="adj1" fmla="val 16200000"/>
              <a:gd name="adj2" fmla="val 0"/>
            </a:avLst>
          </a:prstGeom>
          <a:noFill/>
          <a:ln w="19050">
            <a:solidFill>
              <a:srgbClr val="EA76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942" name="Google Shape;240;p24"/>
          <p:cNvSpPr/>
          <p:nvPr/>
        </p:nvSpPr>
        <p:spPr>
          <a:xfrm rot="16200000">
            <a:off x="9775440" y="2974320"/>
            <a:ext cx="909720" cy="909720"/>
          </a:xfrm>
          <a:prstGeom prst="arc">
            <a:avLst>
              <a:gd name="adj1" fmla="val 16200000"/>
              <a:gd name="adj2" fmla="val 0"/>
            </a:avLst>
          </a:prstGeom>
          <a:noFill/>
          <a:ln w="19050">
            <a:solidFill>
              <a:srgbClr val="EA76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943" name="Google Shape;241;p24"/>
          <p:cNvSpPr/>
          <p:nvPr/>
        </p:nvSpPr>
        <p:spPr>
          <a:xfrm>
            <a:off x="10234800" y="2973960"/>
            <a:ext cx="956880" cy="360"/>
          </a:xfrm>
          <a:custGeom>
            <a:avLst/>
            <a:gdLst/>
            <a:ahLst/>
            <a:cxnLst/>
            <a:rect l="l" t="t" r="r" b="b"/>
            <a:pathLst>
              <a:path w="21600" h="2160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noFill/>
          <a:ln w="19050">
            <a:solidFill>
              <a:srgbClr val="EA76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944" name="Google Shape;242;p24"/>
          <p:cNvSpPr/>
          <p:nvPr/>
        </p:nvSpPr>
        <p:spPr>
          <a:xfrm>
            <a:off x="9775440" y="3429000"/>
            <a:ext cx="360" cy="3428640"/>
          </a:xfrm>
          <a:custGeom>
            <a:avLst/>
            <a:gdLst/>
            <a:ahLst/>
            <a:cxnLst/>
            <a:rect l="l" t="t" r="r" b="b"/>
            <a:pathLst>
              <a:path w="21600" h="2160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noFill/>
          <a:ln w="19050">
            <a:solidFill>
              <a:srgbClr val="EA76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945" name="Google Shape;243;p24"/>
          <p:cNvSpPr/>
          <p:nvPr/>
        </p:nvSpPr>
        <p:spPr>
          <a:xfrm>
            <a:off x="11642760" y="-38880"/>
            <a:ext cx="360" cy="2557080"/>
          </a:xfrm>
          <a:custGeom>
            <a:avLst/>
            <a:gdLst/>
            <a:ahLst/>
            <a:cxnLst/>
            <a:rect l="l" t="t" r="r" b="b"/>
            <a:pathLst>
              <a:path w="21600" h="2160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noFill/>
          <a:ln w="19050">
            <a:solidFill>
              <a:srgbClr val="EA76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56994034"/>
      </p:ext>
    </p:extLst>
  </p:cSld>
  <p:clrMapOvr>
    <a:masterClrMapping/>
  </p:clrMapOvr>
  <p:transition spd="slow">
    <p:fade/>
  </p:transition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8" name="PlaceHolder 1"/>
          <p:cNvSpPr>
            <a:spLocks noGrp="1"/>
          </p:cNvSpPr>
          <p:nvPr>
            <p:ph type="title"/>
          </p:nvPr>
        </p:nvSpPr>
        <p:spPr>
          <a:xfrm>
            <a:off x="518760" y="272160"/>
            <a:ext cx="11148840" cy="600480"/>
          </a:xfrm>
          <a:prstGeom prst="rect">
            <a:avLst/>
          </a:prstGeom>
          <a:noFill/>
          <a:ln w="0">
            <a:noFill/>
          </a:ln>
        </p:spPr>
        <p:txBody>
          <a:bodyPr lIns="0" tIns="72000" rIns="0" bIns="0" anchor="t">
            <a:noAutofit/>
          </a:bodyPr>
          <a:lstStyle/>
          <a:p>
            <a:pPr>
              <a:lnSpc>
                <a:spcPct val="80000"/>
              </a:lnSpc>
              <a:tabLst>
                <a:tab pos="0" algn="l"/>
              </a:tabLst>
            </a:pPr>
            <a:r>
              <a:rPr lang="en-GB" sz="3200" b="1" spc="-1" err="1">
                <a:solidFill>
                  <a:srgbClr val="000000"/>
                </a:solidFill>
                <a:latin typeface="Calibri"/>
              </a:rPr>
              <a:t>Rapidfire</a:t>
            </a:r>
            <a:r>
              <a:rPr lang="en-GB" sz="3200" b="1" spc="-1">
                <a:solidFill>
                  <a:srgbClr val="000000"/>
                </a:solidFill>
                <a:latin typeface="Calibri"/>
              </a:rPr>
              <a:t>: implementation details</a:t>
            </a:r>
            <a:endParaRPr lang="nl-NL"/>
          </a:p>
        </p:txBody>
      </p:sp>
      <p:sp>
        <p:nvSpPr>
          <p:cNvPr id="939" name="PlaceHolder 2"/>
          <p:cNvSpPr>
            <a:spLocks noGrp="1"/>
          </p:cNvSpPr>
          <p:nvPr>
            <p:ph/>
          </p:nvPr>
        </p:nvSpPr>
        <p:spPr>
          <a:xfrm>
            <a:off x="523800" y="1400400"/>
            <a:ext cx="8973720" cy="4456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269875" indent="-269875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r>
              <a:rPr lang="en-GB" sz="2000" spc="-1" dirty="0">
                <a:ea typeface="+mn-lt"/>
                <a:cs typeface="+mn-lt"/>
              </a:rPr>
              <a:t>How fast do you want to go?</a:t>
            </a:r>
          </a:p>
          <a:p>
            <a:pPr marL="269875" indent="-269875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r>
              <a:rPr lang="en-GB" sz="2000" spc="-1" dirty="0">
                <a:solidFill>
                  <a:srgbClr val="000000"/>
                </a:solidFill>
                <a:latin typeface="Arial"/>
                <a:cs typeface="Arial"/>
              </a:rPr>
              <a:t>What is your goal?</a:t>
            </a:r>
          </a:p>
          <a:p>
            <a:pPr marL="727075" lvl="1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r>
              <a:rPr lang="en-GB" sz="1600" spc="-1" dirty="0">
                <a:solidFill>
                  <a:srgbClr val="000000"/>
                </a:solidFill>
                <a:latin typeface="Arial"/>
                <a:cs typeface="Arial"/>
              </a:rPr>
              <a:t>Largest model possible?</a:t>
            </a:r>
          </a:p>
          <a:p>
            <a:pPr marL="727075" lvl="1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r>
              <a:rPr lang="en-GB" sz="1600" spc="-1" dirty="0">
                <a:solidFill>
                  <a:srgbClr val="000000"/>
                </a:solidFill>
                <a:latin typeface="Arial"/>
                <a:cs typeface="Arial"/>
              </a:rPr>
              <a:t>Best validation performance?</a:t>
            </a:r>
          </a:p>
          <a:p>
            <a:pPr marL="727075" lvl="1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r>
              <a:rPr lang="en-GB" sz="1600" spc="-1" dirty="0">
                <a:solidFill>
                  <a:srgbClr val="000000"/>
                </a:solidFill>
                <a:latin typeface="Arial"/>
                <a:cs typeface="Arial"/>
              </a:rPr>
              <a:t>Submit a paper to ISC ‘25?</a:t>
            </a:r>
          </a:p>
          <a:p>
            <a:pPr marL="269875" indent="-269875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endParaRPr lang="en-GB" sz="2000" spc="-1" dirty="0">
              <a:solidFill>
                <a:srgbClr val="000000"/>
              </a:solidFill>
              <a:latin typeface="Arial"/>
              <a:cs typeface="Arial"/>
            </a:endParaRPr>
          </a:p>
        </p:txBody>
      </p:sp>
      <p:sp>
        <p:nvSpPr>
          <p:cNvPr id="940" name="PlaceHolder 3"/>
          <p:cNvSpPr>
            <a:spLocks noGrp="1"/>
          </p:cNvSpPr>
          <p:nvPr>
            <p:ph type="sldNum" idx="50"/>
          </p:nvPr>
        </p:nvSpPr>
        <p:spPr>
          <a:xfrm>
            <a:off x="516240" y="6375960"/>
            <a:ext cx="392040" cy="216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>
              <a:lnSpc>
                <a:spcPct val="100000"/>
              </a:lnSpc>
              <a:buNone/>
              <a:tabLst>
                <a:tab pos="0" algn="l"/>
              </a:tabLst>
              <a:defRPr lang="en-GB" sz="1200" b="1" strike="noStrike" spc="-1">
                <a:solidFill>
                  <a:srgbClr val="000000"/>
                </a:solidFill>
                <a:latin typeface="Calibri"/>
                <a:ea typeface="Calibri"/>
              </a:defRPr>
            </a:lvl1pPr>
          </a:lstStyle>
          <a:p>
            <a:pPr>
              <a:lnSpc>
                <a:spcPct val="100000"/>
              </a:lnSpc>
              <a:buNone/>
              <a:tabLst>
                <a:tab pos="0" algn="l"/>
              </a:tabLst>
            </a:pPr>
            <a:fld id="{0978DF5C-F8A7-4AE9-B88F-03F1DCB0AE7B}" type="slidenum">
              <a:rPr lang="en-GB" sz="1200" b="1" strike="noStrike" spc="-1">
                <a:solidFill>
                  <a:srgbClr val="000000"/>
                </a:solidFill>
                <a:latin typeface="Calibri"/>
                <a:ea typeface="Calibri"/>
              </a:rPr>
              <a:t>30</a:t>
            </a:fld>
            <a:endParaRPr lang="en-US" sz="1200" b="0" strike="noStrike" spc="-1">
              <a:latin typeface="Times New Roman"/>
            </a:endParaRPr>
          </a:p>
        </p:txBody>
      </p:sp>
      <p:sp>
        <p:nvSpPr>
          <p:cNvPr id="941" name="Google Shape;239;p24"/>
          <p:cNvSpPr/>
          <p:nvPr/>
        </p:nvSpPr>
        <p:spPr>
          <a:xfrm rot="5400000">
            <a:off x="10733040" y="2063880"/>
            <a:ext cx="909720" cy="909720"/>
          </a:xfrm>
          <a:prstGeom prst="arc">
            <a:avLst>
              <a:gd name="adj1" fmla="val 16200000"/>
              <a:gd name="adj2" fmla="val 0"/>
            </a:avLst>
          </a:prstGeom>
          <a:noFill/>
          <a:ln w="19050">
            <a:solidFill>
              <a:srgbClr val="EA76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942" name="Google Shape;240;p24"/>
          <p:cNvSpPr/>
          <p:nvPr/>
        </p:nvSpPr>
        <p:spPr>
          <a:xfrm rot="16200000">
            <a:off x="9775440" y="2974320"/>
            <a:ext cx="909720" cy="909720"/>
          </a:xfrm>
          <a:prstGeom prst="arc">
            <a:avLst>
              <a:gd name="adj1" fmla="val 16200000"/>
              <a:gd name="adj2" fmla="val 0"/>
            </a:avLst>
          </a:prstGeom>
          <a:noFill/>
          <a:ln w="19050">
            <a:solidFill>
              <a:srgbClr val="EA76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943" name="Google Shape;241;p24"/>
          <p:cNvSpPr/>
          <p:nvPr/>
        </p:nvSpPr>
        <p:spPr>
          <a:xfrm>
            <a:off x="10234800" y="2973960"/>
            <a:ext cx="956880" cy="360"/>
          </a:xfrm>
          <a:custGeom>
            <a:avLst/>
            <a:gdLst/>
            <a:ahLst/>
            <a:cxnLst/>
            <a:rect l="l" t="t" r="r" b="b"/>
            <a:pathLst>
              <a:path w="21600" h="2160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noFill/>
          <a:ln w="19050">
            <a:solidFill>
              <a:srgbClr val="EA76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944" name="Google Shape;242;p24"/>
          <p:cNvSpPr/>
          <p:nvPr/>
        </p:nvSpPr>
        <p:spPr>
          <a:xfrm>
            <a:off x="9775440" y="3429000"/>
            <a:ext cx="360" cy="3428640"/>
          </a:xfrm>
          <a:custGeom>
            <a:avLst/>
            <a:gdLst/>
            <a:ahLst/>
            <a:cxnLst/>
            <a:rect l="l" t="t" r="r" b="b"/>
            <a:pathLst>
              <a:path w="21600" h="2160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noFill/>
          <a:ln w="19050">
            <a:solidFill>
              <a:srgbClr val="EA76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945" name="Google Shape;243;p24"/>
          <p:cNvSpPr/>
          <p:nvPr/>
        </p:nvSpPr>
        <p:spPr>
          <a:xfrm>
            <a:off x="11642760" y="-38880"/>
            <a:ext cx="360" cy="2557080"/>
          </a:xfrm>
          <a:custGeom>
            <a:avLst/>
            <a:gdLst/>
            <a:ahLst/>
            <a:cxnLst/>
            <a:rect l="l" t="t" r="r" b="b"/>
            <a:pathLst>
              <a:path w="21600" h="2160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noFill/>
          <a:ln w="19050">
            <a:solidFill>
              <a:srgbClr val="EA76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pic>
        <p:nvPicPr>
          <p:cNvPr id="2" name="Afbeelding 2" descr="Afbeelding met tekst, vectorafbeeldingen, sushi&#10;&#10;Automatisch gegenereerde beschrijving">
            <a:extLst>
              <a:ext uri="{FF2B5EF4-FFF2-40B4-BE49-F238E27FC236}">
                <a16:creationId xmlns:a16="http://schemas.microsoft.com/office/drawing/2014/main" id="{0B92D053-0B0B-96EC-E1CC-2CB2E09B5E0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11997" y="345146"/>
            <a:ext cx="2743200" cy="2743200"/>
          </a:xfrm>
          <a:prstGeom prst="rect">
            <a:avLst/>
          </a:prstGeom>
        </p:spPr>
      </p:pic>
      <p:pic>
        <p:nvPicPr>
          <p:cNvPr id="3" name="Afbeelding 3">
            <a:extLst>
              <a:ext uri="{FF2B5EF4-FFF2-40B4-BE49-F238E27FC236}">
                <a16:creationId xmlns:a16="http://schemas.microsoft.com/office/drawing/2014/main" id="{CF36BB38-B2F5-E81C-4088-8D17B08244F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17525" y="3186347"/>
            <a:ext cx="7997825" cy="25816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27053909"/>
      </p:ext>
    </p:extLst>
  </p:cSld>
  <p:clrMapOvr>
    <a:masterClrMapping/>
  </p:clrMapOvr>
  <p:transition spd="slow">
    <p:fade/>
  </p:transition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8" name="PlaceHolder 1"/>
          <p:cNvSpPr>
            <a:spLocks noGrp="1"/>
          </p:cNvSpPr>
          <p:nvPr>
            <p:ph type="title"/>
          </p:nvPr>
        </p:nvSpPr>
        <p:spPr>
          <a:xfrm>
            <a:off x="518760" y="272160"/>
            <a:ext cx="11148840" cy="600480"/>
          </a:xfrm>
          <a:prstGeom prst="rect">
            <a:avLst/>
          </a:prstGeom>
          <a:noFill/>
          <a:ln w="0">
            <a:noFill/>
          </a:ln>
        </p:spPr>
        <p:txBody>
          <a:bodyPr lIns="0" tIns="72000" rIns="0" bIns="0" anchor="t">
            <a:noAutofit/>
          </a:bodyPr>
          <a:lstStyle/>
          <a:p>
            <a:pPr>
              <a:lnSpc>
                <a:spcPct val="80000"/>
              </a:lnSpc>
              <a:tabLst>
                <a:tab pos="0" algn="l"/>
              </a:tabLst>
            </a:pPr>
            <a:r>
              <a:rPr lang="en-GB" sz="3200" b="1" spc="-1" dirty="0" err="1">
                <a:solidFill>
                  <a:srgbClr val="000000"/>
                </a:solidFill>
                <a:latin typeface="Calibri"/>
              </a:rPr>
              <a:t>Rapidfire</a:t>
            </a:r>
            <a:r>
              <a:rPr lang="en-GB" sz="3200" b="1" spc="-1" dirty="0">
                <a:solidFill>
                  <a:srgbClr val="000000"/>
                </a:solidFill>
                <a:latin typeface="Calibri"/>
              </a:rPr>
              <a:t>: implementation details</a:t>
            </a:r>
            <a:endParaRPr lang="nl-NL" dirty="0"/>
          </a:p>
        </p:txBody>
      </p:sp>
      <p:sp>
        <p:nvSpPr>
          <p:cNvPr id="939" name="PlaceHolder 2"/>
          <p:cNvSpPr>
            <a:spLocks noGrp="1"/>
          </p:cNvSpPr>
          <p:nvPr>
            <p:ph/>
          </p:nvPr>
        </p:nvSpPr>
        <p:spPr>
          <a:xfrm>
            <a:off x="523800" y="1400400"/>
            <a:ext cx="8973720" cy="4456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269875" indent="-269875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r>
              <a:rPr lang="en-GB" sz="2000" spc="-1" dirty="0">
                <a:ea typeface="+mn-lt"/>
                <a:cs typeface="+mn-lt"/>
              </a:rPr>
              <a:t>How fast do you want to go?</a:t>
            </a:r>
          </a:p>
          <a:p>
            <a:pPr marL="269875" indent="-269875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r>
              <a:rPr lang="en-GB" sz="2000" spc="-1" dirty="0">
                <a:ea typeface="+mn-lt"/>
                <a:cs typeface="+mn-lt"/>
                <a:hlinkClick r:id="rId3"/>
              </a:rPr>
              <a:t>https://pytorch.org/docs/stable/notes/cuda.html</a:t>
            </a:r>
            <a:endParaRPr lang="en-GB" sz="2000" spc="-1" dirty="0">
              <a:latin typeface="Calibri"/>
              <a:ea typeface="+mn-lt"/>
              <a:cs typeface="+mn-lt"/>
            </a:endParaRPr>
          </a:p>
          <a:p>
            <a:pPr marL="269875" indent="-269875">
              <a:lnSpc>
                <a:spcPct val="100000"/>
              </a:lnSpc>
              <a:buClr>
                <a:srgbClr val="EA7600"/>
              </a:buClr>
              <a:buFont typeface="Calibri,Sans-Serif"/>
              <a:buChar char="•"/>
            </a:pPr>
            <a:r>
              <a:rPr lang="en-GB" sz="2000" spc="-1" dirty="0">
                <a:cs typeface="Arial"/>
                <a:hlinkClick r:id="rId4"/>
              </a:rPr>
              <a:t>https</a:t>
            </a:r>
            <a:r>
              <a:rPr lang="en-GB" sz="2000" spc="-1" dirty="0">
                <a:solidFill>
                  <a:srgbClr val="0077C8"/>
                </a:solidFill>
                <a:cs typeface="Arial"/>
                <a:hlinkClick r:id="rId4"/>
              </a:rPr>
              <a:t>://docs.nvidia.com/deeplearning/performance/dl-performance-memory-limited/index.html</a:t>
            </a:r>
            <a:endParaRPr lang="en-US" sz="2000" spc="-1" dirty="0">
              <a:cs typeface="Arial"/>
            </a:endParaRPr>
          </a:p>
          <a:p>
            <a:pPr marL="269875" indent="-269875">
              <a:lnSpc>
                <a:spcPct val="100000"/>
              </a:lnSpc>
              <a:buFont typeface="Calibri,Sans-Serif"/>
              <a:buChar char="•"/>
            </a:pPr>
            <a:r>
              <a:rPr lang="en-GB" sz="2000" spc="-1" dirty="0">
                <a:solidFill>
                  <a:srgbClr val="0077C8"/>
                </a:solidFill>
                <a:cs typeface="Arial"/>
                <a:hlinkClick r:id="rId5"/>
              </a:rPr>
              <a:t>https://docs.nvidia.com/deeplearning/performance/index.html</a:t>
            </a:r>
            <a:endParaRPr lang="en-GB" dirty="0"/>
          </a:p>
          <a:p>
            <a:pPr marL="727075" lvl="1" indent="-269875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endParaRPr lang="en-GB" sz="1600" spc="-1" dirty="0">
              <a:solidFill>
                <a:srgbClr val="000000"/>
              </a:solidFill>
              <a:latin typeface="Arial"/>
              <a:cs typeface="Arial"/>
            </a:endParaRPr>
          </a:p>
          <a:p>
            <a:pPr marL="269875" indent="-269875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r>
              <a:rPr lang="en-GB" sz="2000" spc="-1" dirty="0">
                <a:solidFill>
                  <a:srgbClr val="000000"/>
                </a:solidFill>
                <a:latin typeface="Arial"/>
                <a:cs typeface="Arial"/>
              </a:rPr>
              <a:t>Duncan: </a:t>
            </a:r>
            <a:r>
              <a:rPr lang="en-GB" sz="2000" i="1" spc="-1" dirty="0">
                <a:solidFill>
                  <a:srgbClr val="000000"/>
                </a:solidFill>
                <a:latin typeface="Arial"/>
                <a:cs typeface="Arial"/>
              </a:rPr>
              <a:t>"You can take any piece of code, spend 6 months optimizing it, and then write a paper about it"</a:t>
            </a:r>
          </a:p>
        </p:txBody>
      </p:sp>
      <p:sp>
        <p:nvSpPr>
          <p:cNvPr id="940" name="PlaceHolder 3"/>
          <p:cNvSpPr>
            <a:spLocks noGrp="1"/>
          </p:cNvSpPr>
          <p:nvPr>
            <p:ph type="sldNum" idx="50"/>
          </p:nvPr>
        </p:nvSpPr>
        <p:spPr>
          <a:xfrm>
            <a:off x="516240" y="6375960"/>
            <a:ext cx="392040" cy="216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>
              <a:lnSpc>
                <a:spcPct val="100000"/>
              </a:lnSpc>
              <a:buNone/>
              <a:tabLst>
                <a:tab pos="0" algn="l"/>
              </a:tabLst>
              <a:defRPr lang="en-GB" sz="1200" b="1" strike="noStrike" spc="-1">
                <a:solidFill>
                  <a:srgbClr val="000000"/>
                </a:solidFill>
                <a:latin typeface="Calibri"/>
                <a:ea typeface="Calibri"/>
              </a:defRPr>
            </a:lvl1pPr>
          </a:lstStyle>
          <a:p>
            <a:pPr>
              <a:lnSpc>
                <a:spcPct val="100000"/>
              </a:lnSpc>
              <a:buNone/>
              <a:tabLst>
                <a:tab pos="0" algn="l"/>
              </a:tabLst>
            </a:pPr>
            <a:fld id="{0978DF5C-F8A7-4AE9-B88F-03F1DCB0AE7B}" type="slidenum">
              <a:rPr lang="en-GB" sz="1200" b="1" strike="noStrike" spc="-1">
                <a:solidFill>
                  <a:srgbClr val="000000"/>
                </a:solidFill>
                <a:latin typeface="Calibri"/>
                <a:ea typeface="Calibri"/>
              </a:rPr>
              <a:t>31</a:t>
            </a:fld>
            <a:endParaRPr lang="en-US" sz="1200" b="0" strike="noStrike" spc="-1">
              <a:latin typeface="Times New Roman"/>
            </a:endParaRPr>
          </a:p>
        </p:txBody>
      </p:sp>
      <p:sp>
        <p:nvSpPr>
          <p:cNvPr id="941" name="Google Shape;239;p24"/>
          <p:cNvSpPr/>
          <p:nvPr/>
        </p:nvSpPr>
        <p:spPr>
          <a:xfrm rot="5400000">
            <a:off x="10733040" y="2063880"/>
            <a:ext cx="909720" cy="909720"/>
          </a:xfrm>
          <a:prstGeom prst="arc">
            <a:avLst>
              <a:gd name="adj1" fmla="val 16200000"/>
              <a:gd name="adj2" fmla="val 0"/>
            </a:avLst>
          </a:prstGeom>
          <a:noFill/>
          <a:ln w="19050">
            <a:solidFill>
              <a:srgbClr val="EA76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942" name="Google Shape;240;p24"/>
          <p:cNvSpPr/>
          <p:nvPr/>
        </p:nvSpPr>
        <p:spPr>
          <a:xfrm rot="16200000">
            <a:off x="9775440" y="2974320"/>
            <a:ext cx="909720" cy="909720"/>
          </a:xfrm>
          <a:prstGeom prst="arc">
            <a:avLst>
              <a:gd name="adj1" fmla="val 16200000"/>
              <a:gd name="adj2" fmla="val 0"/>
            </a:avLst>
          </a:prstGeom>
          <a:noFill/>
          <a:ln w="19050">
            <a:solidFill>
              <a:srgbClr val="EA76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943" name="Google Shape;241;p24"/>
          <p:cNvSpPr/>
          <p:nvPr/>
        </p:nvSpPr>
        <p:spPr>
          <a:xfrm>
            <a:off x="10234800" y="2973960"/>
            <a:ext cx="956880" cy="360"/>
          </a:xfrm>
          <a:custGeom>
            <a:avLst/>
            <a:gdLst/>
            <a:ahLst/>
            <a:cxnLst/>
            <a:rect l="l" t="t" r="r" b="b"/>
            <a:pathLst>
              <a:path w="21600" h="2160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noFill/>
          <a:ln w="19050">
            <a:solidFill>
              <a:srgbClr val="EA76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944" name="Google Shape;242;p24"/>
          <p:cNvSpPr/>
          <p:nvPr/>
        </p:nvSpPr>
        <p:spPr>
          <a:xfrm>
            <a:off x="9775440" y="3429000"/>
            <a:ext cx="360" cy="3428640"/>
          </a:xfrm>
          <a:custGeom>
            <a:avLst/>
            <a:gdLst/>
            <a:ahLst/>
            <a:cxnLst/>
            <a:rect l="l" t="t" r="r" b="b"/>
            <a:pathLst>
              <a:path w="21600" h="2160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noFill/>
          <a:ln w="19050">
            <a:solidFill>
              <a:srgbClr val="EA76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945" name="Google Shape;243;p24"/>
          <p:cNvSpPr/>
          <p:nvPr/>
        </p:nvSpPr>
        <p:spPr>
          <a:xfrm>
            <a:off x="11642760" y="-38880"/>
            <a:ext cx="360" cy="2557080"/>
          </a:xfrm>
          <a:custGeom>
            <a:avLst/>
            <a:gdLst/>
            <a:ahLst/>
            <a:cxnLst/>
            <a:rect l="l" t="t" r="r" b="b"/>
            <a:pathLst>
              <a:path w="21600" h="2160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noFill/>
          <a:ln w="19050">
            <a:solidFill>
              <a:srgbClr val="EA76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pic>
        <p:nvPicPr>
          <p:cNvPr id="2" name="Afbeelding 2" descr="Afbeelding met tekst, vectorafbeeldingen, sushi&#10;&#10;Automatisch gegenereerde beschrijving">
            <a:extLst>
              <a:ext uri="{FF2B5EF4-FFF2-40B4-BE49-F238E27FC236}">
                <a16:creationId xmlns:a16="http://schemas.microsoft.com/office/drawing/2014/main" id="{0B92D053-0B0B-96EC-E1CC-2CB2E09B5E06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011997" y="345146"/>
            <a:ext cx="2743200" cy="2743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74688460"/>
      </p:ext>
    </p:extLst>
  </p:cSld>
  <p:clrMapOvr>
    <a:masterClrMapping/>
  </p:clrMapOvr>
  <p:transition spd="slow">
    <p:fade/>
  </p:transition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8" name="PlaceHolder 1"/>
          <p:cNvSpPr>
            <a:spLocks noGrp="1"/>
          </p:cNvSpPr>
          <p:nvPr>
            <p:ph type="title"/>
          </p:nvPr>
        </p:nvSpPr>
        <p:spPr>
          <a:xfrm>
            <a:off x="518760" y="272160"/>
            <a:ext cx="11148840" cy="600480"/>
          </a:xfrm>
          <a:prstGeom prst="rect">
            <a:avLst/>
          </a:prstGeom>
          <a:noFill/>
          <a:ln w="0">
            <a:noFill/>
          </a:ln>
        </p:spPr>
        <p:txBody>
          <a:bodyPr lIns="0" tIns="72000" rIns="0" bIns="0" anchor="t">
            <a:noAutofit/>
          </a:bodyPr>
          <a:lstStyle/>
          <a:p>
            <a:pPr>
              <a:lnSpc>
                <a:spcPct val="80000"/>
              </a:lnSpc>
              <a:tabLst>
                <a:tab pos="0" algn="l"/>
              </a:tabLst>
            </a:pPr>
            <a:r>
              <a:rPr lang="en-GB" sz="3200" b="1" spc="-1" dirty="0">
                <a:solidFill>
                  <a:srgbClr val="000000"/>
                </a:solidFill>
                <a:latin typeface="Calibri"/>
              </a:rPr>
              <a:t>Types of DNN operations</a:t>
            </a:r>
            <a:endParaRPr lang="nl-NL" dirty="0"/>
          </a:p>
        </p:txBody>
      </p:sp>
      <p:pic>
        <p:nvPicPr>
          <p:cNvPr id="4" name="Afbeelding 4" descr="Afbeelding met tekst&#10;&#10;Automatisch gegenereerde beschrijving">
            <a:extLst>
              <a:ext uri="{FF2B5EF4-FFF2-40B4-BE49-F238E27FC236}">
                <a16:creationId xmlns:a16="http://schemas.microsoft.com/office/drawing/2014/main" id="{B982AA48-9519-0D71-8A33-75E4AEC3E031}"/>
              </a:ext>
            </a:extLst>
          </p:cNvPr>
          <p:cNvPicPr>
            <a:picLocks noGrp="1" noChangeAspect="1"/>
          </p:cNvPicPr>
          <p:nvPr>
            <p:ph/>
          </p:nvPr>
        </p:nvPicPr>
        <p:blipFill>
          <a:blip r:embed="rId3"/>
          <a:stretch>
            <a:fillRect/>
          </a:stretch>
        </p:blipFill>
        <p:spPr>
          <a:xfrm>
            <a:off x="520465" y="866010"/>
            <a:ext cx="7604832" cy="5812206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940" name="PlaceHolder 3"/>
          <p:cNvSpPr>
            <a:spLocks noGrp="1"/>
          </p:cNvSpPr>
          <p:nvPr>
            <p:ph type="sldNum" idx="50"/>
          </p:nvPr>
        </p:nvSpPr>
        <p:spPr>
          <a:xfrm>
            <a:off x="516240" y="6375960"/>
            <a:ext cx="392040" cy="216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>
              <a:lnSpc>
                <a:spcPct val="100000"/>
              </a:lnSpc>
              <a:buNone/>
              <a:tabLst>
                <a:tab pos="0" algn="l"/>
              </a:tabLst>
              <a:defRPr lang="en-GB" sz="1200" b="1" strike="noStrike" spc="-1">
                <a:solidFill>
                  <a:srgbClr val="000000"/>
                </a:solidFill>
                <a:latin typeface="Calibri"/>
                <a:ea typeface="Calibri"/>
              </a:defRPr>
            </a:lvl1pPr>
          </a:lstStyle>
          <a:p>
            <a:pPr>
              <a:lnSpc>
                <a:spcPct val="100000"/>
              </a:lnSpc>
              <a:buNone/>
              <a:tabLst>
                <a:tab pos="0" algn="l"/>
              </a:tabLst>
            </a:pPr>
            <a:fld id="{0978DF5C-F8A7-4AE9-B88F-03F1DCB0AE7B}" type="slidenum">
              <a:rPr lang="en-GB" sz="1200" b="1" strike="noStrike" spc="-1">
                <a:solidFill>
                  <a:srgbClr val="000000"/>
                </a:solidFill>
                <a:latin typeface="Calibri"/>
                <a:ea typeface="Calibri"/>
              </a:rPr>
              <a:t>32</a:t>
            </a:fld>
            <a:endParaRPr lang="en-US" sz="1200" b="0" strike="noStrike" spc="-1">
              <a:latin typeface="Times New Roman"/>
            </a:endParaRPr>
          </a:p>
        </p:txBody>
      </p:sp>
      <p:sp>
        <p:nvSpPr>
          <p:cNvPr id="941" name="Google Shape;239;p24"/>
          <p:cNvSpPr/>
          <p:nvPr/>
        </p:nvSpPr>
        <p:spPr>
          <a:xfrm rot="5400000">
            <a:off x="10733040" y="2063880"/>
            <a:ext cx="909720" cy="909720"/>
          </a:xfrm>
          <a:prstGeom prst="arc">
            <a:avLst>
              <a:gd name="adj1" fmla="val 16200000"/>
              <a:gd name="adj2" fmla="val 0"/>
            </a:avLst>
          </a:prstGeom>
          <a:noFill/>
          <a:ln w="19050">
            <a:solidFill>
              <a:srgbClr val="EA76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942" name="Google Shape;240;p24"/>
          <p:cNvSpPr/>
          <p:nvPr/>
        </p:nvSpPr>
        <p:spPr>
          <a:xfrm rot="16200000">
            <a:off x="9775440" y="2974320"/>
            <a:ext cx="909720" cy="909720"/>
          </a:xfrm>
          <a:prstGeom prst="arc">
            <a:avLst>
              <a:gd name="adj1" fmla="val 16200000"/>
              <a:gd name="adj2" fmla="val 0"/>
            </a:avLst>
          </a:prstGeom>
          <a:noFill/>
          <a:ln w="19050">
            <a:solidFill>
              <a:srgbClr val="EA76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943" name="Google Shape;241;p24"/>
          <p:cNvSpPr/>
          <p:nvPr/>
        </p:nvSpPr>
        <p:spPr>
          <a:xfrm>
            <a:off x="10234800" y="2973960"/>
            <a:ext cx="956880" cy="360"/>
          </a:xfrm>
          <a:custGeom>
            <a:avLst/>
            <a:gdLst/>
            <a:ahLst/>
            <a:cxnLst/>
            <a:rect l="l" t="t" r="r" b="b"/>
            <a:pathLst>
              <a:path w="21600" h="2160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noFill/>
          <a:ln w="19050">
            <a:solidFill>
              <a:srgbClr val="EA76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944" name="Google Shape;242;p24"/>
          <p:cNvSpPr/>
          <p:nvPr/>
        </p:nvSpPr>
        <p:spPr>
          <a:xfrm>
            <a:off x="9775440" y="3429000"/>
            <a:ext cx="360" cy="3428640"/>
          </a:xfrm>
          <a:custGeom>
            <a:avLst/>
            <a:gdLst/>
            <a:ahLst/>
            <a:cxnLst/>
            <a:rect l="l" t="t" r="r" b="b"/>
            <a:pathLst>
              <a:path w="21600" h="2160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noFill/>
          <a:ln w="19050">
            <a:solidFill>
              <a:srgbClr val="EA76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945" name="Google Shape;243;p24"/>
          <p:cNvSpPr/>
          <p:nvPr/>
        </p:nvSpPr>
        <p:spPr>
          <a:xfrm>
            <a:off x="11642760" y="-38880"/>
            <a:ext cx="360" cy="2557080"/>
          </a:xfrm>
          <a:custGeom>
            <a:avLst/>
            <a:gdLst/>
            <a:ahLst/>
            <a:cxnLst/>
            <a:rect l="l" t="t" r="r" b="b"/>
            <a:pathLst>
              <a:path w="21600" h="2160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noFill/>
          <a:ln w="19050">
            <a:solidFill>
              <a:srgbClr val="EA76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pic>
        <p:nvPicPr>
          <p:cNvPr id="2" name="Afbeelding 2" descr="Afbeelding met tekst, vectorafbeeldingen, sushi&#10;&#10;Automatisch gegenereerde beschrijving">
            <a:extLst>
              <a:ext uri="{FF2B5EF4-FFF2-40B4-BE49-F238E27FC236}">
                <a16:creationId xmlns:a16="http://schemas.microsoft.com/office/drawing/2014/main" id="{0B92D053-0B0B-96EC-E1CC-2CB2E09B5E0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011997" y="345146"/>
            <a:ext cx="2743200" cy="2743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14879766"/>
      </p:ext>
    </p:extLst>
  </p:cSld>
  <p:clrMapOvr>
    <a:masterClrMapping/>
  </p:clrMapOvr>
  <p:transition spd="slow">
    <p:fade/>
  </p:transition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8" name="PlaceHolder 1"/>
          <p:cNvSpPr>
            <a:spLocks noGrp="1"/>
          </p:cNvSpPr>
          <p:nvPr>
            <p:ph type="title"/>
          </p:nvPr>
        </p:nvSpPr>
        <p:spPr>
          <a:xfrm>
            <a:off x="518760" y="272160"/>
            <a:ext cx="11148840" cy="600480"/>
          </a:xfrm>
          <a:prstGeom prst="rect">
            <a:avLst/>
          </a:prstGeom>
          <a:noFill/>
          <a:ln w="0">
            <a:noFill/>
          </a:ln>
        </p:spPr>
        <p:txBody>
          <a:bodyPr lIns="0" tIns="72000" rIns="0" bIns="0" anchor="t">
            <a:noAutofit/>
          </a:bodyPr>
          <a:lstStyle/>
          <a:p>
            <a:pPr>
              <a:lnSpc>
                <a:spcPct val="80000"/>
              </a:lnSpc>
              <a:tabLst>
                <a:tab pos="0" algn="l"/>
              </a:tabLst>
            </a:pPr>
            <a:r>
              <a:rPr lang="en-GB" sz="3200" b="1" spc="-1" dirty="0">
                <a:solidFill>
                  <a:srgbClr val="000000"/>
                </a:solidFill>
                <a:latin typeface="Calibri"/>
                <a:cs typeface="Arial"/>
              </a:rPr>
              <a:t>Level 1: Shouldn't impact model convergence:</a:t>
            </a:r>
            <a:endParaRPr lang="nl-NL" sz="2000" dirty="0">
              <a:latin typeface="Arial"/>
              <a:cs typeface="Arial"/>
            </a:endParaRPr>
          </a:p>
        </p:txBody>
      </p:sp>
      <p:sp>
        <p:nvSpPr>
          <p:cNvPr id="939" name="PlaceHolder 2"/>
          <p:cNvSpPr>
            <a:spLocks noGrp="1"/>
          </p:cNvSpPr>
          <p:nvPr>
            <p:ph/>
          </p:nvPr>
        </p:nvSpPr>
        <p:spPr>
          <a:xfrm>
            <a:off x="523800" y="1400400"/>
            <a:ext cx="8973720" cy="4456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269875" indent="-269875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endParaRPr lang="en-GB" sz="2000" spc="-1">
              <a:solidFill>
                <a:srgbClr val="000000"/>
              </a:solidFill>
              <a:latin typeface="Arial"/>
              <a:cs typeface="Arial"/>
            </a:endParaRPr>
          </a:p>
          <a:p>
            <a:pPr marL="727075" lvl="1" indent="-269875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endParaRPr lang="en-GB" sz="1600" spc="-1">
              <a:solidFill>
                <a:srgbClr val="000000"/>
              </a:solidFill>
              <a:latin typeface="Arial"/>
              <a:cs typeface="Arial"/>
            </a:endParaRPr>
          </a:p>
          <a:p>
            <a:pPr marL="269875" indent="-269875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endParaRPr lang="en-GB" sz="2000" spc="-1">
              <a:solidFill>
                <a:srgbClr val="000000"/>
              </a:solidFill>
              <a:latin typeface="Arial"/>
              <a:cs typeface="Arial"/>
            </a:endParaRPr>
          </a:p>
        </p:txBody>
      </p:sp>
      <p:sp>
        <p:nvSpPr>
          <p:cNvPr id="940" name="PlaceHolder 3"/>
          <p:cNvSpPr>
            <a:spLocks noGrp="1"/>
          </p:cNvSpPr>
          <p:nvPr>
            <p:ph type="sldNum" idx="50"/>
          </p:nvPr>
        </p:nvSpPr>
        <p:spPr>
          <a:xfrm>
            <a:off x="516240" y="6375960"/>
            <a:ext cx="392040" cy="216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>
              <a:lnSpc>
                <a:spcPct val="100000"/>
              </a:lnSpc>
              <a:buNone/>
              <a:tabLst>
                <a:tab pos="0" algn="l"/>
              </a:tabLst>
              <a:defRPr lang="en-GB" sz="1200" b="1" strike="noStrike" spc="-1">
                <a:solidFill>
                  <a:srgbClr val="000000"/>
                </a:solidFill>
                <a:latin typeface="Calibri"/>
                <a:ea typeface="Calibri"/>
              </a:defRPr>
            </a:lvl1pPr>
          </a:lstStyle>
          <a:p>
            <a:pPr>
              <a:lnSpc>
                <a:spcPct val="100000"/>
              </a:lnSpc>
              <a:buNone/>
              <a:tabLst>
                <a:tab pos="0" algn="l"/>
              </a:tabLst>
            </a:pPr>
            <a:fld id="{0978DF5C-F8A7-4AE9-B88F-03F1DCB0AE7B}" type="slidenum">
              <a:rPr lang="en-GB" sz="1200" b="1" strike="noStrike" spc="-1">
                <a:solidFill>
                  <a:srgbClr val="000000"/>
                </a:solidFill>
                <a:latin typeface="Calibri"/>
                <a:ea typeface="Calibri"/>
              </a:rPr>
              <a:t>33</a:t>
            </a:fld>
            <a:endParaRPr lang="en-US" sz="1200" b="0" strike="noStrike" spc="-1">
              <a:latin typeface="Times New Roman"/>
            </a:endParaRPr>
          </a:p>
        </p:txBody>
      </p:sp>
      <p:sp>
        <p:nvSpPr>
          <p:cNvPr id="941" name="Google Shape;239;p24"/>
          <p:cNvSpPr/>
          <p:nvPr/>
        </p:nvSpPr>
        <p:spPr>
          <a:xfrm rot="5400000">
            <a:off x="10733040" y="2063880"/>
            <a:ext cx="909720" cy="909720"/>
          </a:xfrm>
          <a:prstGeom prst="arc">
            <a:avLst>
              <a:gd name="adj1" fmla="val 16200000"/>
              <a:gd name="adj2" fmla="val 0"/>
            </a:avLst>
          </a:prstGeom>
          <a:noFill/>
          <a:ln w="19050">
            <a:solidFill>
              <a:srgbClr val="EA76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942" name="Google Shape;240;p24"/>
          <p:cNvSpPr/>
          <p:nvPr/>
        </p:nvSpPr>
        <p:spPr>
          <a:xfrm rot="16200000">
            <a:off x="9775440" y="2974320"/>
            <a:ext cx="909720" cy="909720"/>
          </a:xfrm>
          <a:prstGeom prst="arc">
            <a:avLst>
              <a:gd name="adj1" fmla="val 16200000"/>
              <a:gd name="adj2" fmla="val 0"/>
            </a:avLst>
          </a:prstGeom>
          <a:noFill/>
          <a:ln w="19050">
            <a:solidFill>
              <a:srgbClr val="EA76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943" name="Google Shape;241;p24"/>
          <p:cNvSpPr/>
          <p:nvPr/>
        </p:nvSpPr>
        <p:spPr>
          <a:xfrm>
            <a:off x="10234800" y="2973960"/>
            <a:ext cx="956880" cy="360"/>
          </a:xfrm>
          <a:custGeom>
            <a:avLst/>
            <a:gdLst/>
            <a:ahLst/>
            <a:cxnLst/>
            <a:rect l="l" t="t" r="r" b="b"/>
            <a:pathLst>
              <a:path w="21600" h="2160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noFill/>
          <a:ln w="19050">
            <a:solidFill>
              <a:srgbClr val="EA76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944" name="Google Shape;242;p24"/>
          <p:cNvSpPr/>
          <p:nvPr/>
        </p:nvSpPr>
        <p:spPr>
          <a:xfrm>
            <a:off x="9775440" y="3429000"/>
            <a:ext cx="360" cy="3428640"/>
          </a:xfrm>
          <a:custGeom>
            <a:avLst/>
            <a:gdLst/>
            <a:ahLst/>
            <a:cxnLst/>
            <a:rect l="l" t="t" r="r" b="b"/>
            <a:pathLst>
              <a:path w="21600" h="2160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noFill/>
          <a:ln w="19050">
            <a:solidFill>
              <a:srgbClr val="EA76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945" name="Google Shape;243;p24"/>
          <p:cNvSpPr/>
          <p:nvPr/>
        </p:nvSpPr>
        <p:spPr>
          <a:xfrm>
            <a:off x="11642760" y="-38880"/>
            <a:ext cx="360" cy="2557080"/>
          </a:xfrm>
          <a:custGeom>
            <a:avLst/>
            <a:gdLst/>
            <a:ahLst/>
            <a:cxnLst/>
            <a:rect l="l" t="t" r="r" b="b"/>
            <a:pathLst>
              <a:path w="21600" h="2160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noFill/>
          <a:ln w="19050">
            <a:solidFill>
              <a:srgbClr val="EA76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pic>
        <p:nvPicPr>
          <p:cNvPr id="2" name="Afbeelding 5" descr="Afbeelding met tafel&#10;&#10;Automatisch gegenereerde beschrijving">
            <a:extLst>
              <a:ext uri="{FF2B5EF4-FFF2-40B4-BE49-F238E27FC236}">
                <a16:creationId xmlns:a16="http://schemas.microsoft.com/office/drawing/2014/main" id="{6ED36146-42C7-C63F-037E-DE94E5DCC11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838" y="1173512"/>
            <a:ext cx="12093574" cy="45506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34884858"/>
      </p:ext>
    </p:extLst>
  </p:cSld>
  <p:clrMapOvr>
    <a:masterClrMapping/>
  </p:clrMapOvr>
  <p:transition spd="slow">
    <p:fade/>
  </p:transition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213E404-6D2C-1D60-1408-92A39E01C6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8" name="PlaceHolder 1">
            <a:extLst>
              <a:ext uri="{FF2B5EF4-FFF2-40B4-BE49-F238E27FC236}">
                <a16:creationId xmlns:a16="http://schemas.microsoft.com/office/drawing/2014/main" id="{E0031383-D852-7545-9692-C1C508F2C14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8760" y="272160"/>
            <a:ext cx="11148840" cy="600480"/>
          </a:xfrm>
          <a:prstGeom prst="rect">
            <a:avLst/>
          </a:prstGeom>
          <a:noFill/>
          <a:ln w="0">
            <a:noFill/>
          </a:ln>
        </p:spPr>
        <p:txBody>
          <a:bodyPr lIns="0" tIns="72000" rIns="0" bIns="0" anchor="t">
            <a:noAutofit/>
          </a:bodyPr>
          <a:lstStyle/>
          <a:p>
            <a:pPr>
              <a:lnSpc>
                <a:spcPct val="80000"/>
              </a:lnSpc>
              <a:tabLst>
                <a:tab pos="0" algn="l"/>
              </a:tabLst>
            </a:pPr>
            <a:r>
              <a:rPr lang="en-GB" sz="3200" b="1" spc="-1" dirty="0">
                <a:solidFill>
                  <a:srgbClr val="000000"/>
                </a:solidFill>
                <a:latin typeface="Calibri"/>
                <a:cs typeface="Arial"/>
              </a:rPr>
              <a:t>Level 1: Shouldn't impact model convergence:</a:t>
            </a:r>
            <a:endParaRPr lang="nl-NL" sz="2000" dirty="0">
              <a:latin typeface="Arial"/>
              <a:cs typeface="Arial"/>
            </a:endParaRPr>
          </a:p>
        </p:txBody>
      </p:sp>
      <p:sp>
        <p:nvSpPr>
          <p:cNvPr id="939" name="PlaceHolder 2">
            <a:extLst>
              <a:ext uri="{FF2B5EF4-FFF2-40B4-BE49-F238E27FC236}">
                <a16:creationId xmlns:a16="http://schemas.microsoft.com/office/drawing/2014/main" id="{8A739DF4-58B9-57C9-E708-FEBEEF8574D3}"/>
              </a:ext>
            </a:extLst>
          </p:cNvPr>
          <p:cNvSpPr>
            <a:spLocks noGrp="1"/>
          </p:cNvSpPr>
          <p:nvPr>
            <p:ph/>
          </p:nvPr>
        </p:nvSpPr>
        <p:spPr>
          <a:xfrm>
            <a:off x="523800" y="1400400"/>
            <a:ext cx="8973720" cy="4456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269875" indent="-269875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endParaRPr lang="en-GB" sz="2000" spc="-1" dirty="0">
              <a:solidFill>
                <a:srgbClr val="000000"/>
              </a:solidFill>
              <a:latin typeface="Arial"/>
              <a:cs typeface="Arial"/>
            </a:endParaRPr>
          </a:p>
          <a:p>
            <a:pPr marL="269875" indent="-269875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r>
              <a:rPr lang="en-GB" sz="2000" spc="-1" dirty="0">
                <a:solidFill>
                  <a:srgbClr val="000000"/>
                </a:solidFill>
                <a:latin typeface="Arial"/>
                <a:cs typeface="Arial"/>
              </a:rPr>
              <a:t>Avoid CPU-GPU sync</a:t>
            </a:r>
          </a:p>
          <a:p>
            <a:pPr marL="0" indent="0">
              <a:lnSpc>
                <a:spcPct val="100000"/>
              </a:lnSpc>
              <a:buClr>
                <a:srgbClr val="EA7600"/>
              </a:buClr>
              <a:buNone/>
            </a:pPr>
            <a:r>
              <a:rPr lang="en-GB" sz="1600" spc="-1" dirty="0">
                <a:solidFill>
                  <a:srgbClr val="000000"/>
                </a:solidFill>
                <a:latin typeface="Arial"/>
                <a:cs typeface="Arial"/>
              </a:rPr>
              <a:t>Create tensors directly on the device</a:t>
            </a:r>
          </a:p>
          <a:p>
            <a:pPr marL="0" indent="0">
              <a:lnSpc>
                <a:spcPct val="100000"/>
              </a:lnSpc>
              <a:buClr>
                <a:srgbClr val="EA7600"/>
              </a:buClr>
              <a:buNone/>
            </a:pPr>
            <a:br>
              <a:rPr lang="en-GB" sz="1200" spc="-1" dirty="0">
                <a:solidFill>
                  <a:srgbClr val="000000"/>
                </a:solidFill>
                <a:latin typeface="Arial"/>
                <a:cs typeface="Arial"/>
              </a:rPr>
            </a:br>
            <a:endParaRPr lang="en-GB" sz="1200" spc="-1" dirty="0">
              <a:solidFill>
                <a:srgbClr val="000000"/>
              </a:solidFill>
              <a:latin typeface="Arial"/>
              <a:cs typeface="Arial"/>
            </a:endParaRPr>
          </a:p>
          <a:p>
            <a:pPr marL="727075" lvl="1" indent="-269875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endParaRPr lang="en-GB" sz="1600" spc="-1" dirty="0">
              <a:solidFill>
                <a:srgbClr val="000000"/>
              </a:solidFill>
              <a:latin typeface="Arial"/>
              <a:cs typeface="Arial"/>
            </a:endParaRPr>
          </a:p>
          <a:p>
            <a:pPr marL="269875" indent="-269875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endParaRPr lang="en-GB" sz="2000" spc="-1" dirty="0">
              <a:solidFill>
                <a:srgbClr val="000000"/>
              </a:solidFill>
              <a:latin typeface="Arial"/>
              <a:cs typeface="Arial"/>
            </a:endParaRPr>
          </a:p>
        </p:txBody>
      </p:sp>
      <p:sp>
        <p:nvSpPr>
          <p:cNvPr id="940" name="PlaceHolder 3">
            <a:extLst>
              <a:ext uri="{FF2B5EF4-FFF2-40B4-BE49-F238E27FC236}">
                <a16:creationId xmlns:a16="http://schemas.microsoft.com/office/drawing/2014/main" id="{C1092067-89A1-0876-000E-FB1FE369E9F9}"/>
              </a:ext>
            </a:extLst>
          </p:cNvPr>
          <p:cNvSpPr>
            <a:spLocks noGrp="1"/>
          </p:cNvSpPr>
          <p:nvPr>
            <p:ph type="sldNum" idx="50"/>
          </p:nvPr>
        </p:nvSpPr>
        <p:spPr>
          <a:xfrm>
            <a:off x="516240" y="6375960"/>
            <a:ext cx="392040" cy="216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>
              <a:lnSpc>
                <a:spcPct val="100000"/>
              </a:lnSpc>
              <a:buNone/>
              <a:tabLst>
                <a:tab pos="0" algn="l"/>
              </a:tabLst>
              <a:defRPr lang="en-GB" sz="1200" b="1" strike="noStrike" spc="-1">
                <a:solidFill>
                  <a:srgbClr val="000000"/>
                </a:solidFill>
                <a:latin typeface="Calibri"/>
                <a:ea typeface="Calibri"/>
              </a:defRPr>
            </a:lvl1pPr>
          </a:lstStyle>
          <a:p>
            <a:pPr>
              <a:lnSpc>
                <a:spcPct val="100000"/>
              </a:lnSpc>
              <a:buNone/>
              <a:tabLst>
                <a:tab pos="0" algn="l"/>
              </a:tabLst>
            </a:pPr>
            <a:fld id="{0978DF5C-F8A7-4AE9-B88F-03F1DCB0AE7B}" type="slidenum">
              <a:rPr lang="en-GB" sz="1200" b="1" strike="noStrike" spc="-1">
                <a:solidFill>
                  <a:srgbClr val="000000"/>
                </a:solidFill>
                <a:latin typeface="Calibri"/>
                <a:ea typeface="Calibri"/>
              </a:rPr>
              <a:t>34</a:t>
            </a:fld>
            <a:endParaRPr lang="en-US" sz="1200" b="0" strike="noStrike" spc="-1">
              <a:latin typeface="Times New Roman"/>
            </a:endParaRPr>
          </a:p>
        </p:txBody>
      </p:sp>
      <p:sp>
        <p:nvSpPr>
          <p:cNvPr id="941" name="Google Shape;239;p24">
            <a:extLst>
              <a:ext uri="{FF2B5EF4-FFF2-40B4-BE49-F238E27FC236}">
                <a16:creationId xmlns:a16="http://schemas.microsoft.com/office/drawing/2014/main" id="{BF1FD4F1-E1A5-4243-62DB-A1FC6F3516D5}"/>
              </a:ext>
            </a:extLst>
          </p:cNvPr>
          <p:cNvSpPr/>
          <p:nvPr/>
        </p:nvSpPr>
        <p:spPr>
          <a:xfrm rot="5400000">
            <a:off x="10733040" y="2063880"/>
            <a:ext cx="909720" cy="909720"/>
          </a:xfrm>
          <a:prstGeom prst="arc">
            <a:avLst>
              <a:gd name="adj1" fmla="val 16200000"/>
              <a:gd name="adj2" fmla="val 0"/>
            </a:avLst>
          </a:prstGeom>
          <a:noFill/>
          <a:ln w="19050">
            <a:solidFill>
              <a:srgbClr val="EA76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942" name="Google Shape;240;p24">
            <a:extLst>
              <a:ext uri="{FF2B5EF4-FFF2-40B4-BE49-F238E27FC236}">
                <a16:creationId xmlns:a16="http://schemas.microsoft.com/office/drawing/2014/main" id="{EEE1D38C-0D75-83A5-6958-2BBB9D345094}"/>
              </a:ext>
            </a:extLst>
          </p:cNvPr>
          <p:cNvSpPr/>
          <p:nvPr/>
        </p:nvSpPr>
        <p:spPr>
          <a:xfrm rot="16200000">
            <a:off x="9775440" y="2974320"/>
            <a:ext cx="909720" cy="909720"/>
          </a:xfrm>
          <a:prstGeom prst="arc">
            <a:avLst>
              <a:gd name="adj1" fmla="val 16200000"/>
              <a:gd name="adj2" fmla="val 0"/>
            </a:avLst>
          </a:prstGeom>
          <a:noFill/>
          <a:ln w="19050">
            <a:solidFill>
              <a:srgbClr val="EA76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943" name="Google Shape;241;p24">
            <a:extLst>
              <a:ext uri="{FF2B5EF4-FFF2-40B4-BE49-F238E27FC236}">
                <a16:creationId xmlns:a16="http://schemas.microsoft.com/office/drawing/2014/main" id="{FE813371-2B12-85FC-F76C-5653839D61E5}"/>
              </a:ext>
            </a:extLst>
          </p:cNvPr>
          <p:cNvSpPr/>
          <p:nvPr/>
        </p:nvSpPr>
        <p:spPr>
          <a:xfrm>
            <a:off x="10234800" y="2973960"/>
            <a:ext cx="956880" cy="360"/>
          </a:xfrm>
          <a:custGeom>
            <a:avLst/>
            <a:gdLst/>
            <a:ahLst/>
            <a:cxnLst/>
            <a:rect l="l" t="t" r="r" b="b"/>
            <a:pathLst>
              <a:path w="21600" h="2160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noFill/>
          <a:ln w="19050">
            <a:solidFill>
              <a:srgbClr val="EA76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944" name="Google Shape;242;p24">
            <a:extLst>
              <a:ext uri="{FF2B5EF4-FFF2-40B4-BE49-F238E27FC236}">
                <a16:creationId xmlns:a16="http://schemas.microsoft.com/office/drawing/2014/main" id="{C8C90004-E7EE-46FA-88D6-1C9D47EA9434}"/>
              </a:ext>
            </a:extLst>
          </p:cNvPr>
          <p:cNvSpPr/>
          <p:nvPr/>
        </p:nvSpPr>
        <p:spPr>
          <a:xfrm>
            <a:off x="9775440" y="3429000"/>
            <a:ext cx="360" cy="3428640"/>
          </a:xfrm>
          <a:custGeom>
            <a:avLst/>
            <a:gdLst/>
            <a:ahLst/>
            <a:cxnLst/>
            <a:rect l="l" t="t" r="r" b="b"/>
            <a:pathLst>
              <a:path w="21600" h="2160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noFill/>
          <a:ln w="19050">
            <a:solidFill>
              <a:srgbClr val="EA76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945" name="Google Shape;243;p24">
            <a:extLst>
              <a:ext uri="{FF2B5EF4-FFF2-40B4-BE49-F238E27FC236}">
                <a16:creationId xmlns:a16="http://schemas.microsoft.com/office/drawing/2014/main" id="{44487F0D-80CA-B4B7-69F1-0CC43A416D55}"/>
              </a:ext>
            </a:extLst>
          </p:cNvPr>
          <p:cNvSpPr/>
          <p:nvPr/>
        </p:nvSpPr>
        <p:spPr>
          <a:xfrm>
            <a:off x="11642760" y="-38880"/>
            <a:ext cx="360" cy="2557080"/>
          </a:xfrm>
          <a:custGeom>
            <a:avLst/>
            <a:gdLst/>
            <a:ahLst/>
            <a:cxnLst/>
            <a:rect l="l" t="t" r="r" b="b"/>
            <a:pathLst>
              <a:path w="21600" h="2160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noFill/>
          <a:ln w="19050">
            <a:solidFill>
              <a:srgbClr val="EA76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pic>
        <p:nvPicPr>
          <p:cNvPr id="2" name="Afbeelding 5">
            <a:extLst>
              <a:ext uri="{FF2B5EF4-FFF2-40B4-BE49-F238E27FC236}">
                <a16:creationId xmlns:a16="http://schemas.microsoft.com/office/drawing/2014/main" id="{2C016500-D03F-0FAD-317F-933A968A580D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50066"/>
          <a:stretch/>
        </p:blipFill>
        <p:spPr>
          <a:xfrm>
            <a:off x="330426" y="5278945"/>
            <a:ext cx="8236941" cy="1456231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2438F1A5-AF4A-D438-5FBA-24858DAAA101}"/>
              </a:ext>
            </a:extLst>
          </p:cNvPr>
          <p:cNvSpPr txBox="1"/>
          <p:nvPr/>
        </p:nvSpPr>
        <p:spPr>
          <a:xfrm>
            <a:off x="6534670" y="2782474"/>
            <a:ext cx="82408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NL" dirty="0"/>
              <a:t>✅ </a:t>
            </a:r>
          </a:p>
        </p:txBody>
      </p:sp>
      <p:pic>
        <p:nvPicPr>
          <p:cNvPr id="3" name="Picture 2" descr="Bad idea / Good idea Meme Generator - Imgflip">
            <a:extLst>
              <a:ext uri="{FF2B5EF4-FFF2-40B4-BE49-F238E27FC236}">
                <a16:creationId xmlns:a16="http://schemas.microsoft.com/office/drawing/2014/main" id="{AD1D36D8-1DC4-D760-DD69-505BBE258F1F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519" b="2017"/>
          <a:stretch/>
        </p:blipFill>
        <p:spPr bwMode="auto">
          <a:xfrm>
            <a:off x="4721995" y="952034"/>
            <a:ext cx="6396726" cy="492728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" name="Picture 5" descr="A close up of a word&#10;&#10;AI-generated content may be incorrect.">
            <a:extLst>
              <a:ext uri="{FF2B5EF4-FFF2-40B4-BE49-F238E27FC236}">
                <a16:creationId xmlns:a16="http://schemas.microsoft.com/office/drawing/2014/main" id="{7E1DC08D-C0CC-BBAD-6E81-6092D839C2F7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45288" y="1977701"/>
            <a:ext cx="2838632" cy="785902"/>
          </a:xfrm>
          <a:prstGeom prst="rect">
            <a:avLst/>
          </a:prstGeom>
        </p:spPr>
      </p:pic>
      <p:pic>
        <p:nvPicPr>
          <p:cNvPr id="9" name="Picture 8" descr="A computer code with text&#10;&#10;AI-generated content may be incorrect.">
            <a:extLst>
              <a:ext uri="{FF2B5EF4-FFF2-40B4-BE49-F238E27FC236}">
                <a16:creationId xmlns:a16="http://schemas.microsoft.com/office/drawing/2014/main" id="{EAABF550-4A33-BDFC-4D38-6DC677962D92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257399" y="4189176"/>
            <a:ext cx="3667947" cy="13269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36647468"/>
      </p:ext>
    </p:extLst>
  </p:cSld>
  <p:clrMapOvr>
    <a:masterClrMapping/>
  </p:clrMapOvr>
  <p:transition spd="slow">
    <p:fade/>
  </p:transition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E927BF4-AC7E-D76A-B2C3-A3497E5B5B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8" name="PlaceHolder 1">
            <a:extLst>
              <a:ext uri="{FF2B5EF4-FFF2-40B4-BE49-F238E27FC236}">
                <a16:creationId xmlns:a16="http://schemas.microsoft.com/office/drawing/2014/main" id="{B8440FBE-9F59-47A0-96AA-FFCBE708B1B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8760" y="272160"/>
            <a:ext cx="11148840" cy="600480"/>
          </a:xfrm>
          <a:prstGeom prst="rect">
            <a:avLst/>
          </a:prstGeom>
          <a:noFill/>
          <a:ln w="0">
            <a:noFill/>
          </a:ln>
        </p:spPr>
        <p:txBody>
          <a:bodyPr lIns="0" tIns="72000" rIns="0" bIns="0" anchor="t">
            <a:noAutofit/>
          </a:bodyPr>
          <a:lstStyle/>
          <a:p>
            <a:pPr>
              <a:lnSpc>
                <a:spcPct val="80000"/>
              </a:lnSpc>
              <a:tabLst>
                <a:tab pos="0" algn="l"/>
              </a:tabLst>
            </a:pPr>
            <a:r>
              <a:rPr lang="en-GB" sz="3200" b="1" spc="-1" dirty="0">
                <a:solidFill>
                  <a:srgbClr val="000000"/>
                </a:solidFill>
                <a:latin typeface="Calibri"/>
                <a:cs typeface="Arial"/>
              </a:rPr>
              <a:t>Level 1: Shouldn't impact model convergence:</a:t>
            </a:r>
            <a:endParaRPr lang="nl-NL" sz="2000" dirty="0">
              <a:latin typeface="Arial"/>
              <a:cs typeface="Arial"/>
            </a:endParaRPr>
          </a:p>
        </p:txBody>
      </p:sp>
      <p:sp>
        <p:nvSpPr>
          <p:cNvPr id="939" name="PlaceHolder 2">
            <a:extLst>
              <a:ext uri="{FF2B5EF4-FFF2-40B4-BE49-F238E27FC236}">
                <a16:creationId xmlns:a16="http://schemas.microsoft.com/office/drawing/2014/main" id="{001AD3E8-A9ED-AE26-A525-E901E9397EF9}"/>
              </a:ext>
            </a:extLst>
          </p:cNvPr>
          <p:cNvSpPr>
            <a:spLocks noGrp="1"/>
          </p:cNvSpPr>
          <p:nvPr>
            <p:ph/>
          </p:nvPr>
        </p:nvSpPr>
        <p:spPr>
          <a:xfrm>
            <a:off x="492556" y="1143604"/>
            <a:ext cx="8973720" cy="4456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269875" indent="-269875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endParaRPr lang="en-GB" sz="2000" spc="-1" dirty="0">
              <a:solidFill>
                <a:srgbClr val="00000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269875" indent="-269875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r>
              <a:rPr lang="en-GB" sz="2000" dirty="0">
                <a:latin typeface="Arial" panose="020B0604020202020204" pitchFamily="34" charset="0"/>
                <a:cs typeface="Arial" panose="020B0604020202020204" pitchFamily="34" charset="0"/>
              </a:rPr>
              <a:t>Avoid doing these inside a training loop if possible:</a:t>
            </a:r>
            <a:br>
              <a:rPr lang="en-GB" sz="2000" spc="-1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</a:br>
            <a:endParaRPr lang="en-GB" sz="2000" spc="-1" dirty="0">
              <a:solidFill>
                <a:srgbClr val="00000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727075" lvl="1" indent="-269875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endParaRPr lang="en-GB" sz="2000" spc="-1" dirty="0">
              <a:solidFill>
                <a:srgbClr val="00000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269875" indent="-269875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endParaRPr lang="en-GB" sz="2000" spc="-1" dirty="0">
              <a:solidFill>
                <a:srgbClr val="00000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940" name="PlaceHolder 3">
            <a:extLst>
              <a:ext uri="{FF2B5EF4-FFF2-40B4-BE49-F238E27FC236}">
                <a16:creationId xmlns:a16="http://schemas.microsoft.com/office/drawing/2014/main" id="{F0F06E18-B143-B140-2DE2-21C69E7D7FD6}"/>
              </a:ext>
            </a:extLst>
          </p:cNvPr>
          <p:cNvSpPr>
            <a:spLocks noGrp="1"/>
          </p:cNvSpPr>
          <p:nvPr>
            <p:ph type="sldNum" idx="50"/>
          </p:nvPr>
        </p:nvSpPr>
        <p:spPr>
          <a:xfrm>
            <a:off x="516240" y="6375960"/>
            <a:ext cx="392040" cy="216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>
              <a:lnSpc>
                <a:spcPct val="100000"/>
              </a:lnSpc>
              <a:buNone/>
              <a:tabLst>
                <a:tab pos="0" algn="l"/>
              </a:tabLst>
              <a:defRPr lang="en-GB" sz="1200" b="1" strike="noStrike" spc="-1">
                <a:solidFill>
                  <a:srgbClr val="000000"/>
                </a:solidFill>
                <a:latin typeface="Calibri"/>
                <a:ea typeface="Calibri"/>
              </a:defRPr>
            </a:lvl1pPr>
          </a:lstStyle>
          <a:p>
            <a:pPr>
              <a:lnSpc>
                <a:spcPct val="100000"/>
              </a:lnSpc>
              <a:buNone/>
              <a:tabLst>
                <a:tab pos="0" algn="l"/>
              </a:tabLst>
            </a:pPr>
            <a:fld id="{0978DF5C-F8A7-4AE9-B88F-03F1DCB0AE7B}" type="slidenum">
              <a:rPr lang="en-GB" sz="1200" b="1" strike="noStrike" spc="-1">
                <a:solidFill>
                  <a:srgbClr val="000000"/>
                </a:solidFill>
                <a:latin typeface="Calibri"/>
                <a:ea typeface="Calibri"/>
              </a:rPr>
              <a:t>35</a:t>
            </a:fld>
            <a:endParaRPr lang="en-US" sz="1200" b="0" strike="noStrike" spc="-1">
              <a:latin typeface="Times New Roman"/>
            </a:endParaRPr>
          </a:p>
        </p:txBody>
      </p:sp>
      <p:sp>
        <p:nvSpPr>
          <p:cNvPr id="941" name="Google Shape;239;p24">
            <a:extLst>
              <a:ext uri="{FF2B5EF4-FFF2-40B4-BE49-F238E27FC236}">
                <a16:creationId xmlns:a16="http://schemas.microsoft.com/office/drawing/2014/main" id="{FF2A9145-947B-A5A1-6587-31A8A43C1090}"/>
              </a:ext>
            </a:extLst>
          </p:cNvPr>
          <p:cNvSpPr/>
          <p:nvPr/>
        </p:nvSpPr>
        <p:spPr>
          <a:xfrm rot="5400000">
            <a:off x="10733040" y="2063880"/>
            <a:ext cx="909720" cy="909720"/>
          </a:xfrm>
          <a:prstGeom prst="arc">
            <a:avLst>
              <a:gd name="adj1" fmla="val 16200000"/>
              <a:gd name="adj2" fmla="val 0"/>
            </a:avLst>
          </a:prstGeom>
          <a:noFill/>
          <a:ln w="19050">
            <a:solidFill>
              <a:srgbClr val="EA76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942" name="Google Shape;240;p24">
            <a:extLst>
              <a:ext uri="{FF2B5EF4-FFF2-40B4-BE49-F238E27FC236}">
                <a16:creationId xmlns:a16="http://schemas.microsoft.com/office/drawing/2014/main" id="{C4F3A042-9B02-4E5C-CFB1-A62828A289B1}"/>
              </a:ext>
            </a:extLst>
          </p:cNvPr>
          <p:cNvSpPr/>
          <p:nvPr/>
        </p:nvSpPr>
        <p:spPr>
          <a:xfrm rot="16200000">
            <a:off x="9775440" y="2974320"/>
            <a:ext cx="909720" cy="909720"/>
          </a:xfrm>
          <a:prstGeom prst="arc">
            <a:avLst>
              <a:gd name="adj1" fmla="val 16200000"/>
              <a:gd name="adj2" fmla="val 0"/>
            </a:avLst>
          </a:prstGeom>
          <a:noFill/>
          <a:ln w="19050">
            <a:solidFill>
              <a:srgbClr val="EA76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943" name="Google Shape;241;p24">
            <a:extLst>
              <a:ext uri="{FF2B5EF4-FFF2-40B4-BE49-F238E27FC236}">
                <a16:creationId xmlns:a16="http://schemas.microsoft.com/office/drawing/2014/main" id="{9BB8F131-225A-3CE8-5C6D-BF9CCB92F543}"/>
              </a:ext>
            </a:extLst>
          </p:cNvPr>
          <p:cNvSpPr/>
          <p:nvPr/>
        </p:nvSpPr>
        <p:spPr>
          <a:xfrm>
            <a:off x="10234800" y="2973960"/>
            <a:ext cx="956880" cy="360"/>
          </a:xfrm>
          <a:custGeom>
            <a:avLst/>
            <a:gdLst/>
            <a:ahLst/>
            <a:cxnLst/>
            <a:rect l="l" t="t" r="r" b="b"/>
            <a:pathLst>
              <a:path w="21600" h="2160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noFill/>
          <a:ln w="19050">
            <a:solidFill>
              <a:srgbClr val="EA76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944" name="Google Shape;242;p24">
            <a:extLst>
              <a:ext uri="{FF2B5EF4-FFF2-40B4-BE49-F238E27FC236}">
                <a16:creationId xmlns:a16="http://schemas.microsoft.com/office/drawing/2014/main" id="{31FABE60-D209-2885-1B01-1FF312482564}"/>
              </a:ext>
            </a:extLst>
          </p:cNvPr>
          <p:cNvSpPr/>
          <p:nvPr/>
        </p:nvSpPr>
        <p:spPr>
          <a:xfrm>
            <a:off x="9775440" y="3429000"/>
            <a:ext cx="360" cy="3428640"/>
          </a:xfrm>
          <a:custGeom>
            <a:avLst/>
            <a:gdLst/>
            <a:ahLst/>
            <a:cxnLst/>
            <a:rect l="l" t="t" r="r" b="b"/>
            <a:pathLst>
              <a:path w="21600" h="2160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noFill/>
          <a:ln w="19050">
            <a:solidFill>
              <a:srgbClr val="EA76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945" name="Google Shape;243;p24">
            <a:extLst>
              <a:ext uri="{FF2B5EF4-FFF2-40B4-BE49-F238E27FC236}">
                <a16:creationId xmlns:a16="http://schemas.microsoft.com/office/drawing/2014/main" id="{2F536526-60EF-2247-F21F-8954EA4EA66E}"/>
              </a:ext>
            </a:extLst>
          </p:cNvPr>
          <p:cNvSpPr/>
          <p:nvPr/>
        </p:nvSpPr>
        <p:spPr>
          <a:xfrm>
            <a:off x="11642760" y="-38880"/>
            <a:ext cx="360" cy="2557080"/>
          </a:xfrm>
          <a:custGeom>
            <a:avLst/>
            <a:gdLst/>
            <a:ahLst/>
            <a:cxnLst/>
            <a:rect l="l" t="t" r="r" b="b"/>
            <a:pathLst>
              <a:path w="21600" h="2160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noFill/>
          <a:ln w="19050">
            <a:solidFill>
              <a:srgbClr val="EA76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pic>
        <p:nvPicPr>
          <p:cNvPr id="6" name="Afbeelding 7" descr="Afbeelding met tekst&#10;&#10;Automatisch gegenereerde beschrijving">
            <a:extLst>
              <a:ext uri="{FF2B5EF4-FFF2-40B4-BE49-F238E27FC236}">
                <a16:creationId xmlns:a16="http://schemas.microsoft.com/office/drawing/2014/main" id="{3665F321-F656-9ACA-A354-CC4F1982B89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06840" y="2349875"/>
            <a:ext cx="9957647" cy="3629930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67E42DC7-D802-CBF9-F94F-55A7E22DDA79}"/>
              </a:ext>
            </a:extLst>
          </p:cNvPr>
          <p:cNvSpPr txBox="1"/>
          <p:nvPr/>
        </p:nvSpPr>
        <p:spPr>
          <a:xfrm>
            <a:off x="5959040" y="5958023"/>
            <a:ext cx="6108788" cy="615553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square" lIns="182880" tIns="91440" rIns="182880" bIns="91440" rtlCol="0">
            <a:spAutoFit/>
          </a:bodyPr>
          <a:lstStyle/>
          <a:p>
            <a:r>
              <a:rPr lang="en-GB" sz="1400" dirty="0"/>
              <a:t>This forces </a:t>
            </a:r>
            <a:r>
              <a:rPr lang="en-GB" sz="1400" dirty="0" err="1"/>
              <a:t>PyTorch</a:t>
            </a:r>
            <a:r>
              <a:rPr lang="en-GB" sz="1400" dirty="0"/>
              <a:t> to copy data from GPU to CPU, slowing performance.</a:t>
            </a:r>
            <a:endParaRPr lang="en-NL" sz="1400" dirty="0"/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3E2C645D-FE97-9FB5-EE2D-BF1CED8780DD}"/>
              </a:ext>
            </a:extLst>
          </p:cNvPr>
          <p:cNvCxnSpPr>
            <a:cxnSpLocks/>
          </p:cNvCxnSpPr>
          <p:nvPr/>
        </p:nvCxnSpPr>
        <p:spPr>
          <a:xfrm flipH="1" flipV="1">
            <a:off x="5582667" y="5681618"/>
            <a:ext cx="376373" cy="38656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636178678"/>
      </p:ext>
    </p:extLst>
  </p:cSld>
  <p:clrMapOvr>
    <a:masterClrMapping/>
  </p:clrMapOvr>
  <p:transition spd="slow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8F4EB0F-4762-D3D4-E6FA-B45118A6AD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8" name="PlaceHolder 1">
            <a:extLst>
              <a:ext uri="{FF2B5EF4-FFF2-40B4-BE49-F238E27FC236}">
                <a16:creationId xmlns:a16="http://schemas.microsoft.com/office/drawing/2014/main" id="{CEB8A7D4-4C82-9CAD-FACC-631318CA299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8760" y="272160"/>
            <a:ext cx="11148840" cy="600480"/>
          </a:xfrm>
          <a:prstGeom prst="rect">
            <a:avLst/>
          </a:prstGeom>
          <a:noFill/>
          <a:ln w="0">
            <a:noFill/>
          </a:ln>
        </p:spPr>
        <p:txBody>
          <a:bodyPr lIns="0" tIns="72000" rIns="0" bIns="0" anchor="t">
            <a:noAutofit/>
          </a:bodyPr>
          <a:lstStyle/>
          <a:p>
            <a:pPr>
              <a:lnSpc>
                <a:spcPct val="80000"/>
              </a:lnSpc>
              <a:tabLst>
                <a:tab pos="0" algn="l"/>
              </a:tabLst>
            </a:pPr>
            <a:r>
              <a:rPr lang="en-GB" sz="3200" b="1" spc="-1" dirty="0">
                <a:solidFill>
                  <a:srgbClr val="000000"/>
                </a:solidFill>
                <a:latin typeface="Calibri"/>
                <a:cs typeface="Arial"/>
              </a:rPr>
              <a:t>Level 1: Shouldn't impact model convergence:</a:t>
            </a:r>
            <a:endParaRPr lang="nl-NL" sz="2000" dirty="0">
              <a:latin typeface="Arial"/>
              <a:cs typeface="Arial"/>
            </a:endParaRPr>
          </a:p>
        </p:txBody>
      </p:sp>
      <p:sp>
        <p:nvSpPr>
          <p:cNvPr id="939" name="PlaceHolder 2">
            <a:extLst>
              <a:ext uri="{FF2B5EF4-FFF2-40B4-BE49-F238E27FC236}">
                <a16:creationId xmlns:a16="http://schemas.microsoft.com/office/drawing/2014/main" id="{F22EC75F-C9B9-CBD9-BC69-92B031D6790F}"/>
              </a:ext>
            </a:extLst>
          </p:cNvPr>
          <p:cNvSpPr>
            <a:spLocks noGrp="1"/>
          </p:cNvSpPr>
          <p:nvPr>
            <p:ph/>
          </p:nvPr>
        </p:nvSpPr>
        <p:spPr>
          <a:xfrm>
            <a:off x="516240" y="1077715"/>
            <a:ext cx="8973720" cy="4456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0" indent="0">
              <a:lnSpc>
                <a:spcPct val="100000"/>
              </a:lnSpc>
              <a:buClr>
                <a:srgbClr val="EA7600"/>
              </a:buClr>
              <a:buNone/>
            </a:pPr>
            <a:endParaRPr lang="en-GB" sz="2000" spc="-1" dirty="0">
              <a:solidFill>
                <a:srgbClr val="000000"/>
              </a:solidFill>
              <a:latin typeface="Arial"/>
              <a:cs typeface="Arial"/>
            </a:endParaRPr>
          </a:p>
          <a:p>
            <a:pPr marL="269875" indent="-269875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r>
              <a:rPr lang="en-GB" sz="2000" spc="-1" dirty="0">
                <a:solidFill>
                  <a:srgbClr val="000000"/>
                </a:solidFill>
                <a:latin typeface="Arial"/>
                <a:cs typeface="Arial"/>
              </a:rPr>
              <a:t>Don't aggregate tensors which still require grad, e.g.:</a:t>
            </a:r>
            <a:br>
              <a:rPr lang="en-GB" sz="2000" spc="-1" dirty="0">
                <a:solidFill>
                  <a:srgbClr val="000000"/>
                </a:solidFill>
                <a:latin typeface="Arial"/>
                <a:cs typeface="Arial"/>
              </a:rPr>
            </a:br>
            <a:r>
              <a:rPr lang="en-GB" sz="2000" spc="-1" dirty="0" err="1">
                <a:solidFill>
                  <a:srgbClr val="000000"/>
                </a:solidFill>
                <a:latin typeface="Arial"/>
                <a:cs typeface="Arial"/>
              </a:rPr>
              <a:t>losses.append</a:t>
            </a:r>
            <a:r>
              <a:rPr lang="en-GB" sz="2000" spc="-1" dirty="0">
                <a:solidFill>
                  <a:srgbClr val="000000"/>
                </a:solidFill>
                <a:latin typeface="Arial"/>
                <a:cs typeface="Arial"/>
              </a:rPr>
              <a:t>(loss) (:o)</a:t>
            </a:r>
          </a:p>
          <a:p>
            <a:pPr marL="727075" lvl="1" indent="-269875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r>
              <a:rPr lang="en-GB" sz="1600" spc="-1" dirty="0">
                <a:solidFill>
                  <a:srgbClr val="000000"/>
                </a:solidFill>
                <a:latin typeface="Arial"/>
                <a:cs typeface="Arial"/>
              </a:rPr>
              <a:t>instead, detach (</a:t>
            </a:r>
            <a:r>
              <a:rPr lang="en-GB" sz="1600" spc="-1" dirty="0" err="1">
                <a:solidFill>
                  <a:srgbClr val="000000"/>
                </a:solidFill>
                <a:latin typeface="Arial"/>
                <a:cs typeface="Arial"/>
              </a:rPr>
              <a:t>loss.detach</a:t>
            </a:r>
            <a:r>
              <a:rPr lang="en-GB" sz="1600" spc="-1" dirty="0">
                <a:solidFill>
                  <a:srgbClr val="000000"/>
                </a:solidFill>
                <a:latin typeface="Arial"/>
                <a:cs typeface="Arial"/>
              </a:rPr>
              <a:t>())</a:t>
            </a:r>
            <a:br>
              <a:rPr lang="en-GB" sz="1200" spc="-1" dirty="0">
                <a:solidFill>
                  <a:srgbClr val="000000"/>
                </a:solidFill>
                <a:latin typeface="Arial"/>
                <a:cs typeface="Arial"/>
              </a:rPr>
            </a:br>
            <a:endParaRPr lang="en-GB" sz="1200" spc="-1" dirty="0">
              <a:solidFill>
                <a:srgbClr val="000000"/>
              </a:solidFill>
              <a:latin typeface="Arial"/>
              <a:cs typeface="Arial"/>
            </a:endParaRPr>
          </a:p>
          <a:p>
            <a:pPr marL="727075" lvl="1" indent="-269875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endParaRPr lang="en-GB" sz="1600" spc="-1" dirty="0">
              <a:solidFill>
                <a:srgbClr val="000000"/>
              </a:solidFill>
              <a:latin typeface="Arial"/>
              <a:cs typeface="Arial"/>
            </a:endParaRPr>
          </a:p>
          <a:p>
            <a:pPr marL="269875" indent="-269875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endParaRPr lang="en-GB" sz="2000" spc="-1" dirty="0">
              <a:solidFill>
                <a:srgbClr val="000000"/>
              </a:solidFill>
              <a:latin typeface="Arial"/>
              <a:cs typeface="Arial"/>
            </a:endParaRPr>
          </a:p>
        </p:txBody>
      </p:sp>
      <p:sp>
        <p:nvSpPr>
          <p:cNvPr id="940" name="PlaceHolder 3">
            <a:extLst>
              <a:ext uri="{FF2B5EF4-FFF2-40B4-BE49-F238E27FC236}">
                <a16:creationId xmlns:a16="http://schemas.microsoft.com/office/drawing/2014/main" id="{9E64FFD8-7A8F-4AAC-8AE5-0206F164F11B}"/>
              </a:ext>
            </a:extLst>
          </p:cNvPr>
          <p:cNvSpPr>
            <a:spLocks noGrp="1"/>
          </p:cNvSpPr>
          <p:nvPr>
            <p:ph type="sldNum" idx="50"/>
          </p:nvPr>
        </p:nvSpPr>
        <p:spPr>
          <a:xfrm>
            <a:off x="516240" y="6375960"/>
            <a:ext cx="392040" cy="216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>
              <a:lnSpc>
                <a:spcPct val="100000"/>
              </a:lnSpc>
              <a:buNone/>
              <a:tabLst>
                <a:tab pos="0" algn="l"/>
              </a:tabLst>
              <a:defRPr lang="en-GB" sz="1200" b="1" strike="noStrike" spc="-1">
                <a:solidFill>
                  <a:srgbClr val="000000"/>
                </a:solidFill>
                <a:latin typeface="Calibri"/>
                <a:ea typeface="Calibri"/>
              </a:defRPr>
            </a:lvl1pPr>
          </a:lstStyle>
          <a:p>
            <a:pPr>
              <a:lnSpc>
                <a:spcPct val="100000"/>
              </a:lnSpc>
              <a:buNone/>
              <a:tabLst>
                <a:tab pos="0" algn="l"/>
              </a:tabLst>
            </a:pPr>
            <a:fld id="{0978DF5C-F8A7-4AE9-B88F-03F1DCB0AE7B}" type="slidenum">
              <a:rPr lang="en-GB" sz="1200" b="1" strike="noStrike" spc="-1">
                <a:solidFill>
                  <a:srgbClr val="000000"/>
                </a:solidFill>
                <a:latin typeface="Calibri"/>
                <a:ea typeface="Calibri"/>
              </a:rPr>
              <a:t>36</a:t>
            </a:fld>
            <a:endParaRPr lang="en-US" sz="1200" b="0" strike="noStrike" spc="-1">
              <a:latin typeface="Times New Roman"/>
            </a:endParaRPr>
          </a:p>
        </p:txBody>
      </p:sp>
      <p:sp>
        <p:nvSpPr>
          <p:cNvPr id="941" name="Google Shape;239;p24">
            <a:extLst>
              <a:ext uri="{FF2B5EF4-FFF2-40B4-BE49-F238E27FC236}">
                <a16:creationId xmlns:a16="http://schemas.microsoft.com/office/drawing/2014/main" id="{10B41BAD-F64C-92FF-309A-39821E7538A3}"/>
              </a:ext>
            </a:extLst>
          </p:cNvPr>
          <p:cNvSpPr/>
          <p:nvPr/>
        </p:nvSpPr>
        <p:spPr>
          <a:xfrm rot="5400000">
            <a:off x="10733040" y="2063880"/>
            <a:ext cx="909720" cy="909720"/>
          </a:xfrm>
          <a:prstGeom prst="arc">
            <a:avLst>
              <a:gd name="adj1" fmla="val 16200000"/>
              <a:gd name="adj2" fmla="val 0"/>
            </a:avLst>
          </a:prstGeom>
          <a:noFill/>
          <a:ln w="19050">
            <a:solidFill>
              <a:srgbClr val="EA76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942" name="Google Shape;240;p24">
            <a:extLst>
              <a:ext uri="{FF2B5EF4-FFF2-40B4-BE49-F238E27FC236}">
                <a16:creationId xmlns:a16="http://schemas.microsoft.com/office/drawing/2014/main" id="{1E57614D-54A8-6512-7DF2-75151651F4EA}"/>
              </a:ext>
            </a:extLst>
          </p:cNvPr>
          <p:cNvSpPr/>
          <p:nvPr/>
        </p:nvSpPr>
        <p:spPr>
          <a:xfrm rot="16200000">
            <a:off x="9775440" y="2974320"/>
            <a:ext cx="909720" cy="909720"/>
          </a:xfrm>
          <a:prstGeom prst="arc">
            <a:avLst>
              <a:gd name="adj1" fmla="val 16200000"/>
              <a:gd name="adj2" fmla="val 0"/>
            </a:avLst>
          </a:prstGeom>
          <a:noFill/>
          <a:ln w="19050">
            <a:solidFill>
              <a:srgbClr val="EA76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943" name="Google Shape;241;p24">
            <a:extLst>
              <a:ext uri="{FF2B5EF4-FFF2-40B4-BE49-F238E27FC236}">
                <a16:creationId xmlns:a16="http://schemas.microsoft.com/office/drawing/2014/main" id="{3C844159-507E-42F0-ED94-E93DFBC15A72}"/>
              </a:ext>
            </a:extLst>
          </p:cNvPr>
          <p:cNvSpPr/>
          <p:nvPr/>
        </p:nvSpPr>
        <p:spPr>
          <a:xfrm>
            <a:off x="10234800" y="2973960"/>
            <a:ext cx="956880" cy="360"/>
          </a:xfrm>
          <a:custGeom>
            <a:avLst/>
            <a:gdLst/>
            <a:ahLst/>
            <a:cxnLst/>
            <a:rect l="l" t="t" r="r" b="b"/>
            <a:pathLst>
              <a:path w="21600" h="2160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noFill/>
          <a:ln w="19050">
            <a:solidFill>
              <a:srgbClr val="EA76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944" name="Google Shape;242;p24">
            <a:extLst>
              <a:ext uri="{FF2B5EF4-FFF2-40B4-BE49-F238E27FC236}">
                <a16:creationId xmlns:a16="http://schemas.microsoft.com/office/drawing/2014/main" id="{DB0DF2F7-D8C3-EE37-D0FA-460AC922C50F}"/>
              </a:ext>
            </a:extLst>
          </p:cNvPr>
          <p:cNvSpPr/>
          <p:nvPr/>
        </p:nvSpPr>
        <p:spPr>
          <a:xfrm>
            <a:off x="9775440" y="3429000"/>
            <a:ext cx="360" cy="3428640"/>
          </a:xfrm>
          <a:custGeom>
            <a:avLst/>
            <a:gdLst/>
            <a:ahLst/>
            <a:cxnLst/>
            <a:rect l="l" t="t" r="r" b="b"/>
            <a:pathLst>
              <a:path w="21600" h="2160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noFill/>
          <a:ln w="19050">
            <a:solidFill>
              <a:srgbClr val="EA76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945" name="Google Shape;243;p24">
            <a:extLst>
              <a:ext uri="{FF2B5EF4-FFF2-40B4-BE49-F238E27FC236}">
                <a16:creationId xmlns:a16="http://schemas.microsoft.com/office/drawing/2014/main" id="{D879B570-FCC3-7A5D-7EDD-E482F9F651A9}"/>
              </a:ext>
            </a:extLst>
          </p:cNvPr>
          <p:cNvSpPr/>
          <p:nvPr/>
        </p:nvSpPr>
        <p:spPr>
          <a:xfrm>
            <a:off x="11642760" y="-38880"/>
            <a:ext cx="360" cy="2557080"/>
          </a:xfrm>
          <a:custGeom>
            <a:avLst/>
            <a:gdLst/>
            <a:ahLst/>
            <a:cxnLst/>
            <a:rect l="l" t="t" r="r" b="b"/>
            <a:pathLst>
              <a:path w="21600" h="2160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noFill/>
          <a:ln w="19050">
            <a:solidFill>
              <a:srgbClr val="EA76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pic>
        <p:nvPicPr>
          <p:cNvPr id="11" name="Picture 10" descr="A screenshot of a computer&#10;&#10;AI-generated content may be incorrect.">
            <a:extLst>
              <a:ext uri="{FF2B5EF4-FFF2-40B4-BE49-F238E27FC236}">
                <a16:creationId xmlns:a16="http://schemas.microsoft.com/office/drawing/2014/main" id="{884F66AB-924C-886D-F532-91B3737CF26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30302" y="2961885"/>
            <a:ext cx="10396448" cy="2818400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C35FECB6-E925-759A-CD2E-2ACF173BA65B}"/>
              </a:ext>
            </a:extLst>
          </p:cNvPr>
          <p:cNvSpPr txBox="1"/>
          <p:nvPr/>
        </p:nvSpPr>
        <p:spPr>
          <a:xfrm>
            <a:off x="5841040" y="2357201"/>
            <a:ext cx="5905582" cy="615553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square" lIns="182880" tIns="91440" rIns="182880" bIns="91440" rtlCol="0">
            <a:spAutoFit/>
          </a:bodyPr>
          <a:lstStyle/>
          <a:p>
            <a:r>
              <a:rPr lang="en-GB" sz="1400" dirty="0"/>
              <a:t>Each loss in </a:t>
            </a:r>
            <a:r>
              <a:rPr lang="en-GB" sz="1400" dirty="0" err="1"/>
              <a:t>losses.append</a:t>
            </a:r>
            <a:r>
              <a:rPr lang="en-GB" sz="1400" dirty="0"/>
              <a:t>(loss) stores the entire computation graph. </a:t>
            </a:r>
            <a:r>
              <a:rPr lang="en-GB" sz="1400" dirty="0" err="1"/>
              <a:t>PyTorch</a:t>
            </a:r>
            <a:r>
              <a:rPr lang="en-GB" sz="1400" dirty="0"/>
              <a:t> stores extra gradients unnecessarily!</a:t>
            </a:r>
            <a:endParaRPr lang="en-NL" sz="1400" dirty="0"/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6C40444A-307D-D510-BC5D-E4480127966D}"/>
              </a:ext>
            </a:extLst>
          </p:cNvPr>
          <p:cNvCxnSpPr>
            <a:cxnSpLocks/>
          </p:cNvCxnSpPr>
          <p:nvPr/>
        </p:nvCxnSpPr>
        <p:spPr>
          <a:xfrm flipH="1">
            <a:off x="3736623" y="2779732"/>
            <a:ext cx="2104417" cy="187128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TextBox 1">
            <a:extLst>
              <a:ext uri="{FF2B5EF4-FFF2-40B4-BE49-F238E27FC236}">
                <a16:creationId xmlns:a16="http://schemas.microsoft.com/office/drawing/2014/main" id="{C570640C-1920-2812-A703-B4573D3103AE}"/>
              </a:ext>
            </a:extLst>
          </p:cNvPr>
          <p:cNvSpPr txBox="1"/>
          <p:nvPr/>
        </p:nvSpPr>
        <p:spPr>
          <a:xfrm>
            <a:off x="5226504" y="5962438"/>
            <a:ext cx="5003796" cy="615553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square" lIns="182880" tIns="91440" rIns="182880" bIns="91440" rtlCol="0">
            <a:spAutoFit/>
          </a:bodyPr>
          <a:lstStyle/>
          <a:p>
            <a:r>
              <a:rPr lang="en-GB" sz="1400" dirty="0"/>
              <a:t>detach() creates a new tensor with the same values but removes the gradient tracking.</a:t>
            </a:r>
            <a:endParaRPr lang="en-NL" sz="1400" dirty="0"/>
          </a:p>
        </p:txBody>
      </p:sp>
      <p:cxnSp>
        <p:nvCxnSpPr>
          <p:cNvPr id="3" name="Straight Arrow Connector 2">
            <a:extLst>
              <a:ext uri="{FF2B5EF4-FFF2-40B4-BE49-F238E27FC236}">
                <a16:creationId xmlns:a16="http://schemas.microsoft.com/office/drawing/2014/main" id="{6E105AB7-1210-5AB6-9B19-31E24F9DBB49}"/>
              </a:ext>
            </a:extLst>
          </p:cNvPr>
          <p:cNvCxnSpPr>
            <a:cxnSpLocks/>
          </p:cNvCxnSpPr>
          <p:nvPr/>
        </p:nvCxnSpPr>
        <p:spPr>
          <a:xfrm flipH="1" flipV="1">
            <a:off x="4357512" y="5557064"/>
            <a:ext cx="868992" cy="56151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774373410"/>
      </p:ext>
    </p:extLst>
  </p:cSld>
  <p:clrMapOvr>
    <a:masterClrMapping/>
  </p:clrMapOvr>
  <p:transition spd="slow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2" grpId="0" animBg="1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8" name="PlaceHolder 1"/>
          <p:cNvSpPr>
            <a:spLocks noGrp="1"/>
          </p:cNvSpPr>
          <p:nvPr>
            <p:ph type="title"/>
          </p:nvPr>
        </p:nvSpPr>
        <p:spPr>
          <a:xfrm>
            <a:off x="518760" y="272160"/>
            <a:ext cx="11148840" cy="600480"/>
          </a:xfrm>
          <a:prstGeom prst="rect">
            <a:avLst/>
          </a:prstGeom>
          <a:noFill/>
          <a:ln w="0">
            <a:noFill/>
          </a:ln>
        </p:spPr>
        <p:txBody>
          <a:bodyPr lIns="0" tIns="72000" rIns="0" bIns="0" anchor="t">
            <a:noAutofit/>
          </a:bodyPr>
          <a:lstStyle/>
          <a:p>
            <a:pPr>
              <a:lnSpc>
                <a:spcPct val="80000"/>
              </a:lnSpc>
              <a:tabLst>
                <a:tab pos="0" algn="l"/>
              </a:tabLst>
            </a:pPr>
            <a:r>
              <a:rPr lang="en-GB" sz="3200" b="1" spc="-1" dirty="0">
                <a:solidFill>
                  <a:srgbClr val="000000"/>
                </a:solidFill>
                <a:latin typeface="Calibri"/>
                <a:cs typeface="Arial"/>
              </a:rPr>
              <a:t>Level 1: Shouldn't impact model convergence:</a:t>
            </a:r>
            <a:endParaRPr lang="nl-NL" sz="2000" dirty="0">
              <a:latin typeface="Arial"/>
              <a:cs typeface="Arial"/>
            </a:endParaRPr>
          </a:p>
        </p:txBody>
      </p:sp>
      <p:sp>
        <p:nvSpPr>
          <p:cNvPr id="939" name="PlaceHolder 2"/>
          <p:cNvSpPr>
            <a:spLocks noGrp="1"/>
          </p:cNvSpPr>
          <p:nvPr>
            <p:ph/>
          </p:nvPr>
        </p:nvSpPr>
        <p:spPr>
          <a:xfrm>
            <a:off x="516240" y="968581"/>
            <a:ext cx="8973720" cy="4456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269875" indent="-269875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r>
              <a:rPr lang="en-GB" sz="2000" spc="-1" dirty="0">
                <a:solidFill>
                  <a:srgbClr val="000000"/>
                </a:solidFill>
                <a:latin typeface="Arial"/>
                <a:cs typeface="Arial"/>
              </a:rPr>
              <a:t>torch.backends.cuda.matmul.allow_tf32 = True</a:t>
            </a:r>
            <a:endParaRPr lang="nl-NL" dirty="0"/>
          </a:p>
          <a:p>
            <a:pPr marL="727075" lvl="1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r>
              <a:rPr lang="en-GB" sz="1600" spc="-1" dirty="0">
                <a:solidFill>
                  <a:srgbClr val="000000"/>
                </a:solidFill>
                <a:latin typeface="Arial"/>
                <a:cs typeface="Arial"/>
              </a:rPr>
              <a:t>The default in </a:t>
            </a:r>
            <a:r>
              <a:rPr lang="en-GB" sz="1600" spc="-1" dirty="0" err="1">
                <a:solidFill>
                  <a:srgbClr val="000000"/>
                </a:solidFill>
                <a:latin typeface="Arial"/>
                <a:cs typeface="Arial"/>
              </a:rPr>
              <a:t>PyTorch</a:t>
            </a:r>
            <a:r>
              <a:rPr lang="en-GB" sz="1600" spc="-1" dirty="0">
                <a:solidFill>
                  <a:srgbClr val="000000"/>
                </a:solidFill>
                <a:latin typeface="Arial"/>
                <a:cs typeface="Arial"/>
              </a:rPr>
              <a:t> (silently)</a:t>
            </a:r>
          </a:p>
          <a:p>
            <a:pPr marL="269875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r>
              <a:rPr lang="en-GB" sz="2000" spc="-1" dirty="0">
                <a:solidFill>
                  <a:srgbClr val="000000"/>
                </a:solidFill>
                <a:latin typeface="Arial"/>
                <a:cs typeface="Arial"/>
              </a:rPr>
              <a:t>torch.set_float32_matmul_precision('high')</a:t>
            </a:r>
          </a:p>
          <a:p>
            <a:pPr marL="269875" indent="-269875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r>
              <a:rPr lang="en-GB" sz="2000" spc="-1" dirty="0" err="1">
                <a:solidFill>
                  <a:srgbClr val="000000"/>
                </a:solidFill>
                <a:latin typeface="Arial"/>
                <a:cs typeface="Arial"/>
              </a:rPr>
              <a:t>torch.backends.cudnn.benchmark</a:t>
            </a:r>
            <a:r>
              <a:rPr lang="en-GB" sz="2000" spc="-1" dirty="0">
                <a:solidFill>
                  <a:srgbClr val="000000"/>
                </a:solidFill>
                <a:latin typeface="Arial"/>
                <a:cs typeface="Arial"/>
              </a:rPr>
              <a:t> = True</a:t>
            </a:r>
          </a:p>
          <a:p>
            <a:pPr marL="727075" lvl="1" indent="-269875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r>
              <a:rPr lang="en-GB" sz="1600" spc="-1" dirty="0">
                <a:solidFill>
                  <a:srgbClr val="000000"/>
                </a:solidFill>
                <a:latin typeface="Arial"/>
                <a:cs typeface="Arial"/>
              </a:rPr>
              <a:t>Empirically benchmarks to find fastest method</a:t>
            </a:r>
          </a:p>
          <a:p>
            <a:pPr marL="269875" indent="-269875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r>
              <a:rPr lang="en-GB" sz="2000" spc="-1" dirty="0">
                <a:solidFill>
                  <a:srgbClr val="000000"/>
                </a:solidFill>
                <a:latin typeface="Arial"/>
                <a:cs typeface="Arial"/>
              </a:rPr>
              <a:t>Align bytes: multiples of 2, 8, 1024</a:t>
            </a:r>
          </a:p>
          <a:p>
            <a:pPr marL="727075" lvl="1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r>
              <a:rPr lang="en-GB" sz="1600" spc="-1" dirty="0">
                <a:solidFill>
                  <a:srgbClr val="000000"/>
                </a:solidFill>
                <a:latin typeface="Arial"/>
                <a:cs typeface="Arial"/>
              </a:rPr>
              <a:t>DNN libraries want nicely aligned memory</a:t>
            </a:r>
          </a:p>
          <a:p>
            <a:pPr marL="269875" indent="-269875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r>
              <a:rPr lang="en-GB" sz="2000" spc="-1" dirty="0" err="1">
                <a:solidFill>
                  <a:srgbClr val="000000"/>
                </a:solidFill>
                <a:latin typeface="Arial"/>
                <a:cs typeface="Arial"/>
              </a:rPr>
              <a:t>torch.channels_last</a:t>
            </a:r>
            <a:r>
              <a:rPr lang="en-GB" sz="2000" spc="-1" dirty="0">
                <a:solidFill>
                  <a:srgbClr val="000000"/>
                </a:solidFill>
                <a:latin typeface="Arial"/>
                <a:cs typeface="Arial"/>
              </a:rPr>
              <a:t> </a:t>
            </a:r>
          </a:p>
          <a:p>
            <a:pPr marL="727075" lvl="1" indent="-269875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r>
              <a:rPr lang="en-GB" sz="1600" spc="-1" dirty="0">
                <a:solidFill>
                  <a:srgbClr val="000000"/>
                </a:solidFill>
                <a:latin typeface="Arial"/>
                <a:cs typeface="Arial"/>
              </a:rPr>
              <a:t>Helps with memory alignment and reduces cache misses</a:t>
            </a:r>
          </a:p>
          <a:p>
            <a:pPr marL="269875" indent="-269875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r>
              <a:rPr lang="en-GB" sz="2000" spc="-1" dirty="0">
                <a:solidFill>
                  <a:srgbClr val="000000"/>
                </a:solidFill>
                <a:latin typeface="Arial"/>
                <a:cs typeface="Arial"/>
              </a:rPr>
              <a:t>Compile: </a:t>
            </a:r>
            <a:r>
              <a:rPr lang="en-GB" sz="2000" spc="-1" dirty="0" err="1">
                <a:solidFill>
                  <a:srgbClr val="000000"/>
                </a:solidFill>
                <a:latin typeface="Arial"/>
                <a:cs typeface="Arial"/>
              </a:rPr>
              <a:t>PyTorch</a:t>
            </a:r>
            <a:r>
              <a:rPr lang="en-GB" sz="2000" spc="-1" dirty="0">
                <a:solidFill>
                  <a:srgbClr val="000000"/>
                </a:solidFill>
                <a:latin typeface="Arial"/>
                <a:cs typeface="Arial"/>
              </a:rPr>
              <a:t> 2.0</a:t>
            </a:r>
          </a:p>
          <a:p>
            <a:pPr marL="727075" lvl="1" indent="-269875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r>
              <a:rPr lang="en-GB" sz="1600" spc="-1" dirty="0">
                <a:solidFill>
                  <a:srgbClr val="000000"/>
                </a:solidFill>
                <a:latin typeface="Arial"/>
                <a:cs typeface="Arial"/>
              </a:rPr>
              <a:t>Big speedup, but sensitive to implementation</a:t>
            </a:r>
          </a:p>
          <a:p>
            <a:pPr marL="269875" indent="-269875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endParaRPr lang="en-GB" sz="2000" spc="-1" dirty="0">
              <a:solidFill>
                <a:srgbClr val="000000"/>
              </a:solidFill>
              <a:latin typeface="Arial"/>
              <a:cs typeface="Arial"/>
            </a:endParaRPr>
          </a:p>
          <a:p>
            <a:pPr marL="727075" lvl="1" indent="-269875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endParaRPr lang="en-GB" sz="1600" spc="-1" dirty="0">
              <a:solidFill>
                <a:srgbClr val="000000"/>
              </a:solidFill>
              <a:latin typeface="Arial"/>
              <a:cs typeface="Arial"/>
            </a:endParaRPr>
          </a:p>
          <a:p>
            <a:pPr marL="269875" indent="-269875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endParaRPr lang="en-GB" sz="2000" spc="-1" dirty="0">
              <a:solidFill>
                <a:srgbClr val="000000"/>
              </a:solidFill>
              <a:latin typeface="Arial"/>
              <a:cs typeface="Arial"/>
            </a:endParaRPr>
          </a:p>
        </p:txBody>
      </p:sp>
      <p:sp>
        <p:nvSpPr>
          <p:cNvPr id="940" name="PlaceHolder 3"/>
          <p:cNvSpPr>
            <a:spLocks noGrp="1"/>
          </p:cNvSpPr>
          <p:nvPr>
            <p:ph type="sldNum" idx="50"/>
          </p:nvPr>
        </p:nvSpPr>
        <p:spPr>
          <a:xfrm>
            <a:off x="516240" y="6375960"/>
            <a:ext cx="392040" cy="216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>
              <a:lnSpc>
                <a:spcPct val="100000"/>
              </a:lnSpc>
              <a:buNone/>
              <a:tabLst>
                <a:tab pos="0" algn="l"/>
              </a:tabLst>
              <a:defRPr lang="en-GB" sz="1200" b="1" strike="noStrike" spc="-1">
                <a:solidFill>
                  <a:srgbClr val="000000"/>
                </a:solidFill>
                <a:latin typeface="Calibri"/>
                <a:ea typeface="Calibri"/>
              </a:defRPr>
            </a:lvl1pPr>
          </a:lstStyle>
          <a:p>
            <a:pPr>
              <a:lnSpc>
                <a:spcPct val="100000"/>
              </a:lnSpc>
              <a:buNone/>
              <a:tabLst>
                <a:tab pos="0" algn="l"/>
              </a:tabLst>
            </a:pPr>
            <a:fld id="{0978DF5C-F8A7-4AE9-B88F-03F1DCB0AE7B}" type="slidenum">
              <a:rPr lang="en-GB" sz="1200" b="1" strike="noStrike" spc="-1">
                <a:solidFill>
                  <a:srgbClr val="000000"/>
                </a:solidFill>
                <a:latin typeface="Calibri"/>
                <a:ea typeface="Calibri"/>
              </a:rPr>
              <a:t>37</a:t>
            </a:fld>
            <a:endParaRPr lang="en-US" sz="1200" b="0" strike="noStrike" spc="-1">
              <a:latin typeface="Times New Roman"/>
            </a:endParaRPr>
          </a:p>
        </p:txBody>
      </p:sp>
      <p:sp>
        <p:nvSpPr>
          <p:cNvPr id="941" name="Google Shape;239;p24"/>
          <p:cNvSpPr/>
          <p:nvPr/>
        </p:nvSpPr>
        <p:spPr>
          <a:xfrm rot="5400000">
            <a:off x="10733040" y="2063880"/>
            <a:ext cx="909720" cy="909720"/>
          </a:xfrm>
          <a:prstGeom prst="arc">
            <a:avLst>
              <a:gd name="adj1" fmla="val 16200000"/>
              <a:gd name="adj2" fmla="val 0"/>
            </a:avLst>
          </a:prstGeom>
          <a:noFill/>
          <a:ln w="19050">
            <a:solidFill>
              <a:srgbClr val="EA76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942" name="Google Shape;240;p24"/>
          <p:cNvSpPr/>
          <p:nvPr/>
        </p:nvSpPr>
        <p:spPr>
          <a:xfrm rot="16200000">
            <a:off x="9775440" y="2974320"/>
            <a:ext cx="909720" cy="909720"/>
          </a:xfrm>
          <a:prstGeom prst="arc">
            <a:avLst>
              <a:gd name="adj1" fmla="val 16200000"/>
              <a:gd name="adj2" fmla="val 0"/>
            </a:avLst>
          </a:prstGeom>
          <a:noFill/>
          <a:ln w="19050">
            <a:solidFill>
              <a:srgbClr val="EA76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943" name="Google Shape;241;p24"/>
          <p:cNvSpPr/>
          <p:nvPr/>
        </p:nvSpPr>
        <p:spPr>
          <a:xfrm>
            <a:off x="10234800" y="2973960"/>
            <a:ext cx="956880" cy="360"/>
          </a:xfrm>
          <a:custGeom>
            <a:avLst/>
            <a:gdLst/>
            <a:ahLst/>
            <a:cxnLst/>
            <a:rect l="l" t="t" r="r" b="b"/>
            <a:pathLst>
              <a:path w="21600" h="2160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noFill/>
          <a:ln w="19050">
            <a:solidFill>
              <a:srgbClr val="EA76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944" name="Google Shape;242;p24"/>
          <p:cNvSpPr/>
          <p:nvPr/>
        </p:nvSpPr>
        <p:spPr>
          <a:xfrm>
            <a:off x="9775440" y="3429000"/>
            <a:ext cx="360" cy="3428640"/>
          </a:xfrm>
          <a:custGeom>
            <a:avLst/>
            <a:gdLst/>
            <a:ahLst/>
            <a:cxnLst/>
            <a:rect l="l" t="t" r="r" b="b"/>
            <a:pathLst>
              <a:path w="21600" h="2160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noFill/>
          <a:ln w="19050">
            <a:solidFill>
              <a:srgbClr val="EA76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945" name="Google Shape;243;p24"/>
          <p:cNvSpPr/>
          <p:nvPr/>
        </p:nvSpPr>
        <p:spPr>
          <a:xfrm>
            <a:off x="11642760" y="-38880"/>
            <a:ext cx="360" cy="2557080"/>
          </a:xfrm>
          <a:custGeom>
            <a:avLst/>
            <a:gdLst/>
            <a:ahLst/>
            <a:cxnLst/>
            <a:rect l="l" t="t" r="r" b="b"/>
            <a:pathLst>
              <a:path w="21600" h="2160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noFill/>
          <a:ln w="19050">
            <a:solidFill>
              <a:srgbClr val="EA76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651BF109-1D74-7BC9-A96F-E3A56F33C44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8370" y="5174106"/>
            <a:ext cx="4597400" cy="1066800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72497DAF-6847-9965-9E0A-FB7D7E05C68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00240" y="5174106"/>
            <a:ext cx="4775200" cy="1079500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264EAEBA-6F9A-2C80-E4BE-5F8FA06FDA6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93760" y="6270886"/>
            <a:ext cx="7772400" cy="512090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E207CE38-F6FC-BACE-E58B-D86C540F3B67}"/>
              </a:ext>
            </a:extLst>
          </p:cNvPr>
          <p:cNvSpPr txBox="1"/>
          <p:nvPr/>
        </p:nvSpPr>
        <p:spPr>
          <a:xfrm>
            <a:off x="7138700" y="872640"/>
            <a:ext cx="4471419" cy="40011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square" lIns="182880" tIns="91440" rIns="182880" bIns="91440" rtlCol="0">
            <a:spAutoFit/>
          </a:bodyPr>
          <a:lstStyle/>
          <a:p>
            <a:r>
              <a:rPr lang="en-GB" sz="1400" dirty="0">
                <a:solidFill>
                  <a:srgbClr val="172B4D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There is little reason </a:t>
            </a:r>
            <a:r>
              <a:rPr lang="en-GB" sz="1400" i="1" dirty="0">
                <a:solidFill>
                  <a:srgbClr val="172B4D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not</a:t>
            </a:r>
            <a:r>
              <a:rPr lang="en-GB" sz="1400" dirty="0">
                <a:solidFill>
                  <a:srgbClr val="172B4D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 to use TensorFloat32 </a:t>
            </a:r>
            <a:r>
              <a:rPr lang="en-GB" sz="1400" dirty="0">
                <a:solidFill>
                  <a:srgbClr val="172B4D"/>
                </a:solidFill>
                <a:latin typeface="Arial" panose="020B0604020202020204" pitchFamily="34" charset="0"/>
                <a:cs typeface="Arial" panose="020B0604020202020204" pitchFamily="34" charset="0"/>
                <a:sym typeface="Wingdings" pitchFamily="2" charset="2"/>
              </a:rPr>
              <a:t></a:t>
            </a:r>
            <a:endParaRPr lang="en-NL" sz="1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681D5802-F904-12C9-3B5B-E7FD8958958B}"/>
              </a:ext>
            </a:extLst>
          </p:cNvPr>
          <p:cNvCxnSpPr>
            <a:cxnSpLocks/>
            <a:stCxn id="4" idx="1"/>
          </p:cNvCxnSpPr>
          <p:nvPr/>
        </p:nvCxnSpPr>
        <p:spPr>
          <a:xfrm flipH="1">
            <a:off x="6096000" y="1072695"/>
            <a:ext cx="1042700" cy="5491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BEC3AC53-F74A-B814-27FE-C87489A7D069}"/>
              </a:ext>
            </a:extLst>
          </p:cNvPr>
          <p:cNvSpPr txBox="1"/>
          <p:nvPr/>
        </p:nvSpPr>
        <p:spPr>
          <a:xfrm>
            <a:off x="6722650" y="1576942"/>
            <a:ext cx="4953110" cy="615553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square" lIns="182880" tIns="91440" rIns="182880" bIns="91440" rtlCol="0">
            <a:spAutoFit/>
          </a:bodyPr>
          <a:lstStyle/>
          <a:p>
            <a:r>
              <a:rPr lang="en-GB" sz="1400" dirty="0"/>
              <a:t>Helps maintain accuracy in cases where TF32 might introduce minor errors</a:t>
            </a:r>
            <a:endParaRPr lang="en-NL" sz="1400" dirty="0"/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03AC30D4-29D1-FC65-B112-423CAD7272E7}"/>
              </a:ext>
            </a:extLst>
          </p:cNvPr>
          <p:cNvCxnSpPr>
            <a:cxnSpLocks/>
            <a:stCxn id="11" idx="1"/>
          </p:cNvCxnSpPr>
          <p:nvPr/>
        </p:nvCxnSpPr>
        <p:spPr>
          <a:xfrm flipH="1" flipV="1">
            <a:off x="5679949" y="1831910"/>
            <a:ext cx="1042701" cy="5280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TextBox 16">
            <a:extLst>
              <a:ext uri="{FF2B5EF4-FFF2-40B4-BE49-F238E27FC236}">
                <a16:creationId xmlns:a16="http://schemas.microsoft.com/office/drawing/2014/main" id="{D56C147F-3C92-1672-0D5C-8A774CD567A1}"/>
              </a:ext>
            </a:extLst>
          </p:cNvPr>
          <p:cNvSpPr txBox="1"/>
          <p:nvPr/>
        </p:nvSpPr>
        <p:spPr>
          <a:xfrm>
            <a:off x="7488595" y="3460538"/>
            <a:ext cx="4573690" cy="615553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square" lIns="182880" tIns="91440" rIns="182880" bIns="91440" rtlCol="0">
            <a:spAutoFit/>
          </a:bodyPr>
          <a:lstStyle/>
          <a:p>
            <a:r>
              <a:rPr lang="en-GB" sz="1400" dirty="0"/>
              <a:t>Stores images in NHWC format instead of NCHW (optimizes GPU cache usage)</a:t>
            </a:r>
            <a:endParaRPr lang="en-NL" sz="1400" dirty="0"/>
          </a:p>
        </p:txBody>
      </p: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4228055A-EAFC-E574-AA7B-E6305B9128C3}"/>
              </a:ext>
            </a:extLst>
          </p:cNvPr>
          <p:cNvCxnSpPr>
            <a:cxnSpLocks/>
          </p:cNvCxnSpPr>
          <p:nvPr/>
        </p:nvCxnSpPr>
        <p:spPr>
          <a:xfrm flipH="1">
            <a:off x="3285067" y="3772407"/>
            <a:ext cx="4218358" cy="3837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827233461"/>
      </p:ext>
    </p:extLst>
  </p:cSld>
  <p:clrMapOvr>
    <a:masterClrMapping/>
  </p:clrMapOvr>
  <p:transition spd="slow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11" grpId="0" animBg="1"/>
      <p:bldP spid="17" grpId="0" animBg="1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8" name="PlaceHolder 1"/>
          <p:cNvSpPr>
            <a:spLocks noGrp="1"/>
          </p:cNvSpPr>
          <p:nvPr>
            <p:ph type="title"/>
          </p:nvPr>
        </p:nvSpPr>
        <p:spPr>
          <a:xfrm>
            <a:off x="518760" y="272160"/>
            <a:ext cx="11148840" cy="600480"/>
          </a:xfrm>
          <a:prstGeom prst="rect">
            <a:avLst/>
          </a:prstGeom>
          <a:noFill/>
          <a:ln w="0">
            <a:noFill/>
          </a:ln>
        </p:spPr>
        <p:txBody>
          <a:bodyPr lIns="0" tIns="72000" rIns="0" bIns="0" anchor="t">
            <a:noAutofit/>
          </a:bodyPr>
          <a:lstStyle/>
          <a:p>
            <a:pPr>
              <a:lnSpc>
                <a:spcPct val="80000"/>
              </a:lnSpc>
              <a:tabLst>
                <a:tab pos="0" algn="l"/>
              </a:tabLst>
            </a:pPr>
            <a:r>
              <a:rPr lang="en-GB" sz="3200" b="1" spc="-1" dirty="0">
                <a:solidFill>
                  <a:srgbClr val="000000"/>
                </a:solidFill>
                <a:latin typeface="Calibri"/>
              </a:rPr>
              <a:t>Level 2: Danger zone</a:t>
            </a:r>
            <a:endParaRPr lang="nl-NL" dirty="0"/>
          </a:p>
        </p:txBody>
      </p:sp>
      <p:sp>
        <p:nvSpPr>
          <p:cNvPr id="939" name="PlaceHolder 2"/>
          <p:cNvSpPr>
            <a:spLocks noGrp="1"/>
          </p:cNvSpPr>
          <p:nvPr>
            <p:ph/>
          </p:nvPr>
        </p:nvSpPr>
        <p:spPr>
          <a:xfrm>
            <a:off x="523800" y="1400400"/>
            <a:ext cx="11130323" cy="4456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269875" indent="-269875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r>
              <a:rPr lang="en-GB" sz="2000" spc="-1" dirty="0">
                <a:ea typeface="+mn-lt"/>
                <a:cs typeface="+mn-lt"/>
              </a:rPr>
              <a:t>torch.backends.cuda.matmul.allow_fp16_reduced_precision_reduction = True</a:t>
            </a:r>
            <a:endParaRPr lang="en-GB" sz="2000" spc="-1" dirty="0">
              <a:solidFill>
                <a:srgbClr val="000000"/>
              </a:solidFill>
              <a:latin typeface="Arial"/>
              <a:cs typeface="Arial"/>
            </a:endParaRPr>
          </a:p>
          <a:p>
            <a:pPr marL="269875">
              <a:lnSpc>
                <a:spcPct val="100000"/>
              </a:lnSpc>
              <a:buClr>
                <a:srgbClr val="EA7600"/>
              </a:buClr>
              <a:buFont typeface="Calibri,Sans-Serif"/>
              <a:buChar char="•"/>
            </a:pPr>
            <a:r>
              <a:rPr lang="en-GB" sz="2000" spc="-1" dirty="0">
                <a:solidFill>
                  <a:srgbClr val="000000"/>
                </a:solidFill>
                <a:latin typeface="Arial"/>
                <a:cs typeface="Arial"/>
              </a:rPr>
              <a:t>Lol:</a:t>
            </a:r>
          </a:p>
          <a:p>
            <a:pPr marL="269875">
              <a:lnSpc>
                <a:spcPct val="100000"/>
              </a:lnSpc>
              <a:buClr>
                <a:srgbClr val="EA7600"/>
              </a:buClr>
              <a:buFont typeface="Calibri,Sans-Serif"/>
              <a:buChar char="•"/>
            </a:pPr>
            <a:r>
              <a:rPr lang="en-GB" sz="2000" spc="-1" dirty="0">
                <a:ea typeface="+mn-lt"/>
                <a:cs typeface="+mn-lt"/>
              </a:rPr>
              <a:t>torch.backends.cuda.matmul.allow_bf16_reduced_precision_reduction = True</a:t>
            </a:r>
            <a:endParaRPr lang="en-GB" sz="2000" spc="-1" dirty="0">
              <a:solidFill>
                <a:srgbClr val="000000"/>
              </a:solidFill>
              <a:latin typeface="Arial"/>
              <a:cs typeface="Arial"/>
            </a:endParaRPr>
          </a:p>
          <a:p>
            <a:pPr marL="269875">
              <a:lnSpc>
                <a:spcPct val="100000"/>
              </a:lnSpc>
              <a:buClr>
                <a:srgbClr val="EA7600"/>
              </a:buClr>
              <a:buFont typeface="Calibri,Sans-Serif"/>
              <a:buChar char="•"/>
            </a:pPr>
            <a:endParaRPr lang="en-GB" sz="2000" spc="-1" dirty="0">
              <a:solidFill>
                <a:srgbClr val="000000"/>
              </a:solidFill>
              <a:latin typeface="Arial"/>
              <a:cs typeface="Arial"/>
            </a:endParaRPr>
          </a:p>
          <a:p>
            <a:pPr marL="269875">
              <a:lnSpc>
                <a:spcPct val="100000"/>
              </a:lnSpc>
              <a:buClr>
                <a:srgbClr val="EA7600"/>
              </a:buClr>
              <a:buFont typeface="Calibri,Sans-Serif"/>
              <a:buChar char="•"/>
            </a:pPr>
            <a:r>
              <a:rPr lang="en-GB" sz="2000" spc="-1" dirty="0">
                <a:solidFill>
                  <a:srgbClr val="000000"/>
                </a:solidFill>
                <a:latin typeface="Arial"/>
                <a:cs typeface="Arial"/>
              </a:rPr>
              <a:t>Torch.set_float32_matmul_precision('medium')</a:t>
            </a:r>
            <a:endParaRPr lang="en-US" sz="2000" spc="-1" dirty="0">
              <a:solidFill>
                <a:srgbClr val="000000"/>
              </a:solidFill>
              <a:latin typeface="Arial"/>
              <a:cs typeface="Arial"/>
            </a:endParaRPr>
          </a:p>
          <a:p>
            <a:pPr marL="269875" indent="-269875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r>
              <a:rPr lang="en-GB" sz="2000" spc="-1" dirty="0">
                <a:solidFill>
                  <a:srgbClr val="000000"/>
                </a:solidFill>
                <a:latin typeface="Arial"/>
                <a:cs typeface="Arial"/>
              </a:rPr>
              <a:t>Cast model and data to (B)Float16 before the forward pass</a:t>
            </a:r>
          </a:p>
          <a:p>
            <a:pPr marL="727075" lvl="1" indent="-269875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r>
              <a:rPr lang="en-GB" sz="1600" spc="-1" dirty="0">
                <a:solidFill>
                  <a:srgbClr val="000000"/>
                </a:solidFill>
                <a:latin typeface="Arial"/>
                <a:cs typeface="Arial"/>
              </a:rPr>
              <a:t>We're not supposed to...but:</a:t>
            </a:r>
          </a:p>
          <a:p>
            <a:pPr marL="727075" lvl="1" indent="-269875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endParaRPr lang="en-GB" sz="1600" spc="-1" dirty="0">
              <a:solidFill>
                <a:srgbClr val="000000"/>
              </a:solidFill>
              <a:latin typeface="Arial"/>
              <a:cs typeface="Arial"/>
            </a:endParaRPr>
          </a:p>
          <a:p>
            <a:pPr marL="269875" indent="-269875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endParaRPr lang="en-GB" sz="2000" spc="-1" dirty="0">
              <a:solidFill>
                <a:srgbClr val="000000"/>
              </a:solidFill>
              <a:latin typeface="Arial"/>
              <a:cs typeface="Arial"/>
            </a:endParaRPr>
          </a:p>
          <a:p>
            <a:pPr marL="269875" indent="-269875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endParaRPr lang="en-GB" sz="2000" spc="-1" dirty="0">
              <a:solidFill>
                <a:srgbClr val="000000"/>
              </a:solidFill>
              <a:latin typeface="Arial"/>
              <a:cs typeface="Arial"/>
            </a:endParaRPr>
          </a:p>
        </p:txBody>
      </p:sp>
      <p:sp>
        <p:nvSpPr>
          <p:cNvPr id="940" name="PlaceHolder 3"/>
          <p:cNvSpPr>
            <a:spLocks noGrp="1"/>
          </p:cNvSpPr>
          <p:nvPr>
            <p:ph type="sldNum" idx="50"/>
          </p:nvPr>
        </p:nvSpPr>
        <p:spPr>
          <a:xfrm>
            <a:off x="516240" y="6375960"/>
            <a:ext cx="392040" cy="216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>
              <a:lnSpc>
                <a:spcPct val="100000"/>
              </a:lnSpc>
              <a:buNone/>
              <a:tabLst>
                <a:tab pos="0" algn="l"/>
              </a:tabLst>
              <a:defRPr lang="en-GB" sz="1200" b="1" strike="noStrike" spc="-1">
                <a:solidFill>
                  <a:srgbClr val="000000"/>
                </a:solidFill>
                <a:latin typeface="Calibri"/>
                <a:ea typeface="Calibri"/>
              </a:defRPr>
            </a:lvl1pPr>
          </a:lstStyle>
          <a:p>
            <a:pPr>
              <a:lnSpc>
                <a:spcPct val="100000"/>
              </a:lnSpc>
              <a:buNone/>
              <a:tabLst>
                <a:tab pos="0" algn="l"/>
              </a:tabLst>
            </a:pPr>
            <a:fld id="{0978DF5C-F8A7-4AE9-B88F-03F1DCB0AE7B}" type="slidenum">
              <a:rPr lang="en-GB" sz="1200" b="1" strike="noStrike" spc="-1">
                <a:solidFill>
                  <a:srgbClr val="000000"/>
                </a:solidFill>
                <a:latin typeface="Calibri"/>
                <a:ea typeface="Calibri"/>
              </a:rPr>
              <a:t>38</a:t>
            </a:fld>
            <a:endParaRPr lang="en-US" sz="1200" b="0" strike="noStrike" spc="-1">
              <a:latin typeface="Times New Roman"/>
            </a:endParaRPr>
          </a:p>
        </p:txBody>
      </p:sp>
      <p:sp>
        <p:nvSpPr>
          <p:cNvPr id="941" name="Google Shape;239;p24"/>
          <p:cNvSpPr/>
          <p:nvPr/>
        </p:nvSpPr>
        <p:spPr>
          <a:xfrm rot="5400000">
            <a:off x="10733040" y="2063880"/>
            <a:ext cx="909720" cy="909720"/>
          </a:xfrm>
          <a:prstGeom prst="arc">
            <a:avLst>
              <a:gd name="adj1" fmla="val 16200000"/>
              <a:gd name="adj2" fmla="val 0"/>
            </a:avLst>
          </a:prstGeom>
          <a:noFill/>
          <a:ln w="19050">
            <a:solidFill>
              <a:srgbClr val="EA76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942" name="Google Shape;240;p24"/>
          <p:cNvSpPr/>
          <p:nvPr/>
        </p:nvSpPr>
        <p:spPr>
          <a:xfrm rot="16200000">
            <a:off x="9775440" y="2974320"/>
            <a:ext cx="909720" cy="909720"/>
          </a:xfrm>
          <a:prstGeom prst="arc">
            <a:avLst>
              <a:gd name="adj1" fmla="val 16200000"/>
              <a:gd name="adj2" fmla="val 0"/>
            </a:avLst>
          </a:prstGeom>
          <a:noFill/>
          <a:ln w="19050">
            <a:solidFill>
              <a:srgbClr val="EA76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943" name="Google Shape;241;p24"/>
          <p:cNvSpPr/>
          <p:nvPr/>
        </p:nvSpPr>
        <p:spPr>
          <a:xfrm>
            <a:off x="10234800" y="2973960"/>
            <a:ext cx="956880" cy="360"/>
          </a:xfrm>
          <a:custGeom>
            <a:avLst/>
            <a:gdLst/>
            <a:ahLst/>
            <a:cxnLst/>
            <a:rect l="l" t="t" r="r" b="b"/>
            <a:pathLst>
              <a:path w="21600" h="2160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noFill/>
          <a:ln w="19050">
            <a:solidFill>
              <a:srgbClr val="EA76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944" name="Google Shape;242;p24"/>
          <p:cNvSpPr/>
          <p:nvPr/>
        </p:nvSpPr>
        <p:spPr>
          <a:xfrm>
            <a:off x="9775440" y="3429000"/>
            <a:ext cx="360" cy="3428640"/>
          </a:xfrm>
          <a:custGeom>
            <a:avLst/>
            <a:gdLst/>
            <a:ahLst/>
            <a:cxnLst/>
            <a:rect l="l" t="t" r="r" b="b"/>
            <a:pathLst>
              <a:path w="21600" h="2160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noFill/>
          <a:ln w="19050">
            <a:solidFill>
              <a:srgbClr val="EA76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945" name="Google Shape;243;p24"/>
          <p:cNvSpPr/>
          <p:nvPr/>
        </p:nvSpPr>
        <p:spPr>
          <a:xfrm>
            <a:off x="11642760" y="-38880"/>
            <a:ext cx="360" cy="2557080"/>
          </a:xfrm>
          <a:custGeom>
            <a:avLst/>
            <a:gdLst/>
            <a:ahLst/>
            <a:cxnLst/>
            <a:rect l="l" t="t" r="r" b="b"/>
            <a:pathLst>
              <a:path w="21600" h="2160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noFill/>
          <a:ln w="19050">
            <a:solidFill>
              <a:srgbClr val="EA76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pic>
        <p:nvPicPr>
          <p:cNvPr id="2" name="Afbeelding 2" descr="Afbeelding met tekst&#10;&#10;Automatisch gegenereerde beschrijving">
            <a:extLst>
              <a:ext uri="{FF2B5EF4-FFF2-40B4-BE49-F238E27FC236}">
                <a16:creationId xmlns:a16="http://schemas.microsoft.com/office/drawing/2014/main" id="{763B3421-2C79-FBA0-BDB3-57F0833F091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42353" y="1753948"/>
            <a:ext cx="7996159" cy="572938"/>
          </a:xfrm>
          <a:prstGeom prst="rect">
            <a:avLst/>
          </a:prstGeom>
        </p:spPr>
      </p:pic>
      <p:pic>
        <p:nvPicPr>
          <p:cNvPr id="7" name="Afbeelding 7" descr="Afbeelding met tekst&#10;&#10;Automatisch gegenereerde beschrijving">
            <a:extLst>
              <a:ext uri="{FF2B5EF4-FFF2-40B4-BE49-F238E27FC236}">
                <a16:creationId xmlns:a16="http://schemas.microsoft.com/office/drawing/2014/main" id="{E158E068-2DF5-27FF-640F-13B0CDA1FE3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40455" y="4419158"/>
            <a:ext cx="1478492" cy="1965442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68DCE398-D0F1-470F-102E-9ECF169A517A}"/>
              </a:ext>
            </a:extLst>
          </p:cNvPr>
          <p:cNvSpPr txBox="1"/>
          <p:nvPr/>
        </p:nvSpPr>
        <p:spPr>
          <a:xfrm>
            <a:off x="5959039" y="219409"/>
            <a:ext cx="6108788" cy="615553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square" lIns="182880" tIns="91440" rIns="182880" bIns="91440" rtlCol="0">
            <a:spAutoFit/>
          </a:bodyPr>
          <a:lstStyle/>
          <a:p>
            <a:r>
              <a:rPr lang="en-GB" sz="1400" dirty="0"/>
              <a:t>Lower precision (FP16 or BF16) for matrix reductions instead of higher precision (FP32, advised). Can cause numerical instability!</a:t>
            </a:r>
            <a:endParaRPr lang="en-NL" sz="1400" dirty="0"/>
          </a:p>
        </p:txBody>
      </p: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FDE6B202-43CB-8B21-B8D5-2F886CF5CDE2}"/>
              </a:ext>
            </a:extLst>
          </p:cNvPr>
          <p:cNvCxnSpPr>
            <a:cxnSpLocks/>
          </p:cNvCxnSpPr>
          <p:nvPr/>
        </p:nvCxnSpPr>
        <p:spPr>
          <a:xfrm flipH="1">
            <a:off x="9561689" y="827153"/>
            <a:ext cx="876708" cy="58636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CB3E4A6E-5B33-B6FA-0FA9-F0F4C826281A}"/>
              </a:ext>
            </a:extLst>
          </p:cNvPr>
          <p:cNvCxnSpPr>
            <a:cxnSpLocks/>
          </p:cNvCxnSpPr>
          <p:nvPr/>
        </p:nvCxnSpPr>
        <p:spPr>
          <a:xfrm flipH="1">
            <a:off x="9537209" y="852519"/>
            <a:ext cx="901188" cy="132920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ACD84707-DAE4-7FED-FC14-80907AAC9923}"/>
              </a:ext>
            </a:extLst>
          </p:cNvPr>
          <p:cNvSpPr txBox="1"/>
          <p:nvPr/>
        </p:nvSpPr>
        <p:spPr>
          <a:xfrm>
            <a:off x="6046652" y="2741726"/>
            <a:ext cx="6108788" cy="40011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square" lIns="182880" tIns="91440" rIns="182880" bIns="91440" rtlCol="0">
            <a:spAutoFit/>
          </a:bodyPr>
          <a:lstStyle/>
          <a:p>
            <a:r>
              <a:rPr lang="en-GB" sz="1400" dirty="0"/>
              <a:t>trades some accuracy for faster compute. Can affect model convergence</a:t>
            </a:r>
            <a:endParaRPr lang="en-NL" sz="1400" dirty="0"/>
          </a:p>
        </p:txBody>
      </p: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E739EF1B-0CB4-8359-003F-754C9DB9BC53}"/>
              </a:ext>
            </a:extLst>
          </p:cNvPr>
          <p:cNvCxnSpPr>
            <a:cxnSpLocks/>
            <a:stCxn id="15" idx="1"/>
          </p:cNvCxnSpPr>
          <p:nvPr/>
        </p:nvCxnSpPr>
        <p:spPr>
          <a:xfrm flipH="1">
            <a:off x="5678311" y="2941781"/>
            <a:ext cx="368341" cy="20005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TextBox 21">
            <a:extLst>
              <a:ext uri="{FF2B5EF4-FFF2-40B4-BE49-F238E27FC236}">
                <a16:creationId xmlns:a16="http://schemas.microsoft.com/office/drawing/2014/main" id="{0648EA7E-5615-BF4A-2835-B66B24EC57FE}"/>
              </a:ext>
            </a:extLst>
          </p:cNvPr>
          <p:cNvSpPr txBox="1"/>
          <p:nvPr/>
        </p:nvSpPr>
        <p:spPr>
          <a:xfrm>
            <a:off x="6522374" y="4999996"/>
            <a:ext cx="5510849" cy="615553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square" lIns="182880" tIns="91440" rIns="182880" bIns="91440" rtlCol="0">
            <a:spAutoFit/>
          </a:bodyPr>
          <a:lstStyle/>
          <a:p>
            <a:r>
              <a:rPr lang="en-GB" sz="1400" dirty="0"/>
              <a:t>Forces all computations to use lower precision, instead of letting </a:t>
            </a:r>
            <a:r>
              <a:rPr lang="en-GB" sz="1400" dirty="0" err="1"/>
              <a:t>autocast</a:t>
            </a:r>
            <a:r>
              <a:rPr lang="en-GB" sz="1400" dirty="0"/>
              <a:t>() to choose </a:t>
            </a:r>
            <a:endParaRPr lang="en-NL" sz="1400" dirty="0"/>
          </a:p>
        </p:txBody>
      </p: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2E41E917-D780-01AB-E3ED-30437B114D6C}"/>
              </a:ext>
            </a:extLst>
          </p:cNvPr>
          <p:cNvCxnSpPr>
            <a:cxnSpLocks/>
          </p:cNvCxnSpPr>
          <p:nvPr/>
        </p:nvCxnSpPr>
        <p:spPr>
          <a:xfrm flipH="1" flipV="1">
            <a:off x="5678311" y="3910829"/>
            <a:ext cx="1207911" cy="108916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607420476"/>
      </p:ext>
    </p:extLst>
  </p:cSld>
  <p:clrMapOvr>
    <a:masterClrMapping/>
  </p:clrMapOvr>
  <p:transition spd="slow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15" grpId="0" animBg="1"/>
      <p:bldP spid="22" grpId="0" animBg="1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8" name="PlaceHolder 1"/>
          <p:cNvSpPr>
            <a:spLocks noGrp="1"/>
          </p:cNvSpPr>
          <p:nvPr>
            <p:ph type="title"/>
          </p:nvPr>
        </p:nvSpPr>
        <p:spPr>
          <a:xfrm>
            <a:off x="518760" y="272160"/>
            <a:ext cx="11148840" cy="600480"/>
          </a:xfrm>
          <a:prstGeom prst="rect">
            <a:avLst/>
          </a:prstGeom>
          <a:noFill/>
          <a:ln w="0">
            <a:noFill/>
          </a:ln>
        </p:spPr>
        <p:txBody>
          <a:bodyPr lIns="0" tIns="72000" rIns="0" bIns="0" anchor="t">
            <a:noAutofit/>
          </a:bodyPr>
          <a:lstStyle/>
          <a:p>
            <a:pPr>
              <a:lnSpc>
                <a:spcPct val="80000"/>
              </a:lnSpc>
              <a:tabLst>
                <a:tab pos="0" algn="l"/>
              </a:tabLst>
            </a:pPr>
            <a:r>
              <a:rPr lang="en-GB" sz="3200" b="1" spc="-1">
                <a:latin typeface="Calibri"/>
              </a:rPr>
              <a:t>Change your model</a:t>
            </a:r>
          </a:p>
        </p:txBody>
      </p:sp>
      <p:sp>
        <p:nvSpPr>
          <p:cNvPr id="939" name="PlaceHolder 2"/>
          <p:cNvSpPr>
            <a:spLocks noGrp="1"/>
          </p:cNvSpPr>
          <p:nvPr>
            <p:ph/>
          </p:nvPr>
        </p:nvSpPr>
        <p:spPr>
          <a:xfrm>
            <a:off x="523800" y="1400400"/>
            <a:ext cx="11130323" cy="4456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727075" lvl="1" indent="-269875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r>
              <a:rPr lang="en-GB" sz="1600" spc="-1">
                <a:solidFill>
                  <a:srgbClr val="000000"/>
                </a:solidFill>
                <a:latin typeface="Arial"/>
                <a:cs typeface="Arial"/>
              </a:rPr>
              <a:t>Worst case scenario:</a:t>
            </a:r>
          </a:p>
          <a:p>
            <a:pPr marL="269875" indent="-269875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endParaRPr lang="en-GB" sz="2000" spc="-1">
              <a:solidFill>
                <a:srgbClr val="000000"/>
              </a:solidFill>
              <a:latin typeface="Arial"/>
              <a:cs typeface="Arial"/>
            </a:endParaRPr>
          </a:p>
          <a:p>
            <a:pPr marL="269875" indent="-269875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endParaRPr lang="en-GB" sz="2000" spc="-1">
              <a:solidFill>
                <a:srgbClr val="000000"/>
              </a:solidFill>
              <a:latin typeface="Arial"/>
              <a:cs typeface="Arial"/>
            </a:endParaRPr>
          </a:p>
        </p:txBody>
      </p:sp>
      <p:sp>
        <p:nvSpPr>
          <p:cNvPr id="940" name="PlaceHolder 3"/>
          <p:cNvSpPr>
            <a:spLocks noGrp="1"/>
          </p:cNvSpPr>
          <p:nvPr>
            <p:ph type="sldNum" idx="50"/>
          </p:nvPr>
        </p:nvSpPr>
        <p:spPr>
          <a:xfrm>
            <a:off x="516240" y="6375960"/>
            <a:ext cx="392040" cy="216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>
              <a:lnSpc>
                <a:spcPct val="100000"/>
              </a:lnSpc>
              <a:buNone/>
              <a:tabLst>
                <a:tab pos="0" algn="l"/>
              </a:tabLst>
              <a:defRPr lang="en-GB" sz="1200" b="1" strike="noStrike" spc="-1">
                <a:solidFill>
                  <a:srgbClr val="000000"/>
                </a:solidFill>
                <a:latin typeface="Calibri"/>
                <a:ea typeface="Calibri"/>
              </a:defRPr>
            </a:lvl1pPr>
          </a:lstStyle>
          <a:p>
            <a:pPr>
              <a:lnSpc>
                <a:spcPct val="100000"/>
              </a:lnSpc>
              <a:buNone/>
              <a:tabLst>
                <a:tab pos="0" algn="l"/>
              </a:tabLst>
            </a:pPr>
            <a:fld id="{0978DF5C-F8A7-4AE9-B88F-03F1DCB0AE7B}" type="slidenum">
              <a:rPr lang="en-GB" sz="1200" b="1" strike="noStrike" spc="-1">
                <a:solidFill>
                  <a:srgbClr val="000000"/>
                </a:solidFill>
                <a:latin typeface="Calibri"/>
                <a:ea typeface="Calibri"/>
              </a:rPr>
              <a:t>39</a:t>
            </a:fld>
            <a:endParaRPr lang="en-US" sz="1200" b="0" strike="noStrike" spc="-1">
              <a:latin typeface="Times New Roman"/>
            </a:endParaRPr>
          </a:p>
        </p:txBody>
      </p:sp>
      <p:sp>
        <p:nvSpPr>
          <p:cNvPr id="941" name="Google Shape;239;p24"/>
          <p:cNvSpPr/>
          <p:nvPr/>
        </p:nvSpPr>
        <p:spPr>
          <a:xfrm rot="5400000">
            <a:off x="10733040" y="2063880"/>
            <a:ext cx="909720" cy="909720"/>
          </a:xfrm>
          <a:prstGeom prst="arc">
            <a:avLst>
              <a:gd name="adj1" fmla="val 16200000"/>
              <a:gd name="adj2" fmla="val 0"/>
            </a:avLst>
          </a:prstGeom>
          <a:noFill/>
          <a:ln w="19050">
            <a:solidFill>
              <a:srgbClr val="EA76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942" name="Google Shape;240;p24"/>
          <p:cNvSpPr/>
          <p:nvPr/>
        </p:nvSpPr>
        <p:spPr>
          <a:xfrm rot="16200000">
            <a:off x="9775440" y="2974320"/>
            <a:ext cx="909720" cy="909720"/>
          </a:xfrm>
          <a:prstGeom prst="arc">
            <a:avLst>
              <a:gd name="adj1" fmla="val 16200000"/>
              <a:gd name="adj2" fmla="val 0"/>
            </a:avLst>
          </a:prstGeom>
          <a:noFill/>
          <a:ln w="19050">
            <a:solidFill>
              <a:srgbClr val="EA76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943" name="Google Shape;241;p24"/>
          <p:cNvSpPr/>
          <p:nvPr/>
        </p:nvSpPr>
        <p:spPr>
          <a:xfrm>
            <a:off x="10234800" y="2973960"/>
            <a:ext cx="956880" cy="360"/>
          </a:xfrm>
          <a:custGeom>
            <a:avLst/>
            <a:gdLst/>
            <a:ahLst/>
            <a:cxnLst/>
            <a:rect l="l" t="t" r="r" b="b"/>
            <a:pathLst>
              <a:path w="21600" h="2160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noFill/>
          <a:ln w="19050">
            <a:solidFill>
              <a:srgbClr val="EA76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944" name="Google Shape;242;p24"/>
          <p:cNvSpPr/>
          <p:nvPr/>
        </p:nvSpPr>
        <p:spPr>
          <a:xfrm>
            <a:off x="9775440" y="3429000"/>
            <a:ext cx="360" cy="3428640"/>
          </a:xfrm>
          <a:custGeom>
            <a:avLst/>
            <a:gdLst/>
            <a:ahLst/>
            <a:cxnLst/>
            <a:rect l="l" t="t" r="r" b="b"/>
            <a:pathLst>
              <a:path w="21600" h="2160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noFill/>
          <a:ln w="19050">
            <a:solidFill>
              <a:srgbClr val="EA76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945" name="Google Shape;243;p24"/>
          <p:cNvSpPr/>
          <p:nvPr/>
        </p:nvSpPr>
        <p:spPr>
          <a:xfrm>
            <a:off x="11642760" y="-38880"/>
            <a:ext cx="360" cy="2557080"/>
          </a:xfrm>
          <a:custGeom>
            <a:avLst/>
            <a:gdLst/>
            <a:ahLst/>
            <a:cxnLst/>
            <a:rect l="l" t="t" r="r" b="b"/>
            <a:pathLst>
              <a:path w="21600" h="2160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noFill/>
          <a:ln w="19050">
            <a:solidFill>
              <a:srgbClr val="EA76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pic>
        <p:nvPicPr>
          <p:cNvPr id="7" name="Afbeelding 7" descr="Afbeelding met tekst&#10;&#10;Automatisch gegenereerde beschrijving">
            <a:extLst>
              <a:ext uri="{FF2B5EF4-FFF2-40B4-BE49-F238E27FC236}">
                <a16:creationId xmlns:a16="http://schemas.microsoft.com/office/drawing/2014/main" id="{E158E068-2DF5-27FF-640F-13B0CDA1FE3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63150" y="234950"/>
            <a:ext cx="1330325" cy="1768475"/>
          </a:xfrm>
          <a:prstGeom prst="rect">
            <a:avLst/>
          </a:prstGeom>
        </p:spPr>
      </p:pic>
      <p:pic>
        <p:nvPicPr>
          <p:cNvPr id="3" name="Afbeelding 3">
            <a:extLst>
              <a:ext uri="{FF2B5EF4-FFF2-40B4-BE49-F238E27FC236}">
                <a16:creationId xmlns:a16="http://schemas.microsoft.com/office/drawing/2014/main" id="{60664DDD-B0AA-0BAC-77E4-652D5830DF3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87" y="2022455"/>
            <a:ext cx="12165013" cy="1701838"/>
          </a:xfrm>
          <a:prstGeom prst="rect">
            <a:avLst/>
          </a:prstGeom>
        </p:spPr>
      </p:pic>
      <p:pic>
        <p:nvPicPr>
          <p:cNvPr id="4" name="Afbeelding 4">
            <a:extLst>
              <a:ext uri="{FF2B5EF4-FFF2-40B4-BE49-F238E27FC236}">
                <a16:creationId xmlns:a16="http://schemas.microsoft.com/office/drawing/2014/main" id="{21FFE97D-BE6E-9AAC-991D-03EC0468880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986088" y="3161692"/>
            <a:ext cx="8902699" cy="34873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45568654"/>
      </p:ext>
    </p:extLst>
  </p:cSld>
  <p:clrMapOvr>
    <a:masterClrMapping/>
  </p:clrMapOvr>
  <p:transition spd="slow">
    <p:fade/>
  </p:transition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8" name="PlaceHolder 1"/>
          <p:cNvSpPr>
            <a:spLocks noGrp="1"/>
          </p:cNvSpPr>
          <p:nvPr>
            <p:ph type="title"/>
          </p:nvPr>
        </p:nvSpPr>
        <p:spPr>
          <a:xfrm>
            <a:off x="518760" y="272160"/>
            <a:ext cx="11148840" cy="600480"/>
          </a:xfrm>
          <a:prstGeom prst="rect">
            <a:avLst/>
          </a:prstGeom>
          <a:noFill/>
          <a:ln w="0">
            <a:noFill/>
          </a:ln>
        </p:spPr>
        <p:txBody>
          <a:bodyPr lIns="0" tIns="72000" rIns="0" bIns="0" anchor="t">
            <a:noAutofit/>
          </a:bodyPr>
          <a:lstStyle/>
          <a:p>
            <a:pPr>
              <a:lnSpc>
                <a:spcPct val="80000"/>
              </a:lnSpc>
              <a:tabLst>
                <a:tab pos="0" algn="l"/>
              </a:tabLst>
            </a:pPr>
            <a:r>
              <a:rPr lang="en-GB" sz="3200" b="1" spc="-1">
                <a:latin typeface="Calibri"/>
              </a:rPr>
              <a:t>Always</a:t>
            </a:r>
            <a:endParaRPr lang="nl-NL"/>
          </a:p>
        </p:txBody>
      </p:sp>
      <p:sp>
        <p:nvSpPr>
          <p:cNvPr id="939" name="PlaceHolder 2"/>
          <p:cNvSpPr>
            <a:spLocks noGrp="1"/>
          </p:cNvSpPr>
          <p:nvPr>
            <p:ph/>
          </p:nvPr>
        </p:nvSpPr>
        <p:spPr>
          <a:xfrm>
            <a:off x="523800" y="1400400"/>
            <a:ext cx="11130323" cy="4456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727075" lvl="1" indent="-269875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r>
              <a:rPr lang="en-GB" sz="1600" spc="-1">
                <a:solidFill>
                  <a:srgbClr val="000000"/>
                </a:solidFill>
                <a:latin typeface="Arial"/>
                <a:cs typeface="Arial"/>
              </a:rPr>
              <a:t>Have a baseline</a:t>
            </a:r>
            <a:endParaRPr lang="nl-NL"/>
          </a:p>
          <a:p>
            <a:pPr marL="727075" lvl="1" indent="-269875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r>
              <a:rPr lang="en-GB" sz="1600" spc="-1">
                <a:solidFill>
                  <a:srgbClr val="000000"/>
                </a:solidFill>
                <a:latin typeface="Arial"/>
                <a:cs typeface="Arial"/>
              </a:rPr>
              <a:t>Check convergence statistics</a:t>
            </a:r>
          </a:p>
          <a:p>
            <a:pPr marL="269875" indent="-269875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endParaRPr lang="en-GB" sz="2000" spc="-1">
              <a:solidFill>
                <a:srgbClr val="000000"/>
              </a:solidFill>
              <a:latin typeface="Arial"/>
              <a:cs typeface="Arial"/>
            </a:endParaRPr>
          </a:p>
          <a:p>
            <a:pPr marL="269875" indent="-269875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endParaRPr lang="en-GB" sz="2000" spc="-1">
              <a:solidFill>
                <a:srgbClr val="000000"/>
              </a:solidFill>
              <a:latin typeface="Arial"/>
              <a:cs typeface="Arial"/>
            </a:endParaRPr>
          </a:p>
        </p:txBody>
      </p:sp>
      <p:sp>
        <p:nvSpPr>
          <p:cNvPr id="940" name="PlaceHolder 3"/>
          <p:cNvSpPr>
            <a:spLocks noGrp="1"/>
          </p:cNvSpPr>
          <p:nvPr>
            <p:ph type="sldNum" idx="50"/>
          </p:nvPr>
        </p:nvSpPr>
        <p:spPr>
          <a:xfrm>
            <a:off x="516240" y="6375960"/>
            <a:ext cx="392040" cy="216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>
              <a:lnSpc>
                <a:spcPct val="100000"/>
              </a:lnSpc>
              <a:buNone/>
              <a:tabLst>
                <a:tab pos="0" algn="l"/>
              </a:tabLst>
              <a:defRPr lang="en-GB" sz="1200" b="1" strike="noStrike" spc="-1">
                <a:solidFill>
                  <a:srgbClr val="000000"/>
                </a:solidFill>
                <a:latin typeface="Calibri"/>
                <a:ea typeface="Calibri"/>
              </a:defRPr>
            </a:lvl1pPr>
          </a:lstStyle>
          <a:p>
            <a:pPr>
              <a:lnSpc>
                <a:spcPct val="100000"/>
              </a:lnSpc>
              <a:buNone/>
              <a:tabLst>
                <a:tab pos="0" algn="l"/>
              </a:tabLst>
            </a:pPr>
            <a:fld id="{0978DF5C-F8A7-4AE9-B88F-03F1DCB0AE7B}" type="slidenum">
              <a:rPr lang="en-GB" sz="1200" b="1" strike="noStrike" spc="-1">
                <a:solidFill>
                  <a:srgbClr val="000000"/>
                </a:solidFill>
                <a:latin typeface="Calibri"/>
                <a:ea typeface="Calibri"/>
              </a:rPr>
              <a:t>40</a:t>
            </a:fld>
            <a:endParaRPr lang="en-US" sz="1200" b="0" strike="noStrike" spc="-1">
              <a:latin typeface="Times New Roman"/>
            </a:endParaRPr>
          </a:p>
        </p:txBody>
      </p:sp>
      <p:sp>
        <p:nvSpPr>
          <p:cNvPr id="941" name="Google Shape;239;p24"/>
          <p:cNvSpPr/>
          <p:nvPr/>
        </p:nvSpPr>
        <p:spPr>
          <a:xfrm rot="5400000">
            <a:off x="10733040" y="2063880"/>
            <a:ext cx="909720" cy="909720"/>
          </a:xfrm>
          <a:prstGeom prst="arc">
            <a:avLst>
              <a:gd name="adj1" fmla="val 16200000"/>
              <a:gd name="adj2" fmla="val 0"/>
            </a:avLst>
          </a:prstGeom>
          <a:noFill/>
          <a:ln w="19050">
            <a:solidFill>
              <a:srgbClr val="EA76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942" name="Google Shape;240;p24"/>
          <p:cNvSpPr/>
          <p:nvPr/>
        </p:nvSpPr>
        <p:spPr>
          <a:xfrm rot="16200000">
            <a:off x="9775440" y="2974320"/>
            <a:ext cx="909720" cy="909720"/>
          </a:xfrm>
          <a:prstGeom prst="arc">
            <a:avLst>
              <a:gd name="adj1" fmla="val 16200000"/>
              <a:gd name="adj2" fmla="val 0"/>
            </a:avLst>
          </a:prstGeom>
          <a:noFill/>
          <a:ln w="19050">
            <a:solidFill>
              <a:srgbClr val="EA76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943" name="Google Shape;241;p24"/>
          <p:cNvSpPr/>
          <p:nvPr/>
        </p:nvSpPr>
        <p:spPr>
          <a:xfrm>
            <a:off x="10234800" y="2973960"/>
            <a:ext cx="956880" cy="360"/>
          </a:xfrm>
          <a:custGeom>
            <a:avLst/>
            <a:gdLst/>
            <a:ahLst/>
            <a:cxnLst/>
            <a:rect l="l" t="t" r="r" b="b"/>
            <a:pathLst>
              <a:path w="21600" h="2160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noFill/>
          <a:ln w="19050">
            <a:solidFill>
              <a:srgbClr val="EA76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944" name="Google Shape;242;p24"/>
          <p:cNvSpPr/>
          <p:nvPr/>
        </p:nvSpPr>
        <p:spPr>
          <a:xfrm>
            <a:off x="9775440" y="3429000"/>
            <a:ext cx="360" cy="3428640"/>
          </a:xfrm>
          <a:custGeom>
            <a:avLst/>
            <a:gdLst/>
            <a:ahLst/>
            <a:cxnLst/>
            <a:rect l="l" t="t" r="r" b="b"/>
            <a:pathLst>
              <a:path w="21600" h="2160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noFill/>
          <a:ln w="19050">
            <a:solidFill>
              <a:srgbClr val="EA76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945" name="Google Shape;243;p24"/>
          <p:cNvSpPr/>
          <p:nvPr/>
        </p:nvSpPr>
        <p:spPr>
          <a:xfrm>
            <a:off x="11642760" y="-38880"/>
            <a:ext cx="360" cy="2557080"/>
          </a:xfrm>
          <a:custGeom>
            <a:avLst/>
            <a:gdLst/>
            <a:ahLst/>
            <a:cxnLst/>
            <a:rect l="l" t="t" r="r" b="b"/>
            <a:pathLst>
              <a:path w="21600" h="2160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noFill/>
          <a:ln w="19050">
            <a:solidFill>
              <a:srgbClr val="EA76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pic>
        <p:nvPicPr>
          <p:cNvPr id="7" name="Afbeelding 7" descr="Afbeelding met tekst&#10;&#10;Automatisch gegenereerde beschrijving">
            <a:extLst>
              <a:ext uri="{FF2B5EF4-FFF2-40B4-BE49-F238E27FC236}">
                <a16:creationId xmlns:a16="http://schemas.microsoft.com/office/drawing/2014/main" id="{E158E068-2DF5-27FF-640F-13B0CDA1FE3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63150" y="234950"/>
            <a:ext cx="1330325" cy="1768475"/>
          </a:xfrm>
          <a:prstGeom prst="rect">
            <a:avLst/>
          </a:prstGeom>
        </p:spPr>
      </p:pic>
      <p:pic>
        <p:nvPicPr>
          <p:cNvPr id="2" name="Afbeelding 2" descr="Afbeelding met grafiek&#10;&#10;Automatisch gegenereerde beschrijving">
            <a:extLst>
              <a:ext uri="{FF2B5EF4-FFF2-40B4-BE49-F238E27FC236}">
                <a16:creationId xmlns:a16="http://schemas.microsoft.com/office/drawing/2014/main" id="{9313A08F-5E86-B1D2-6626-505D0D8B45D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8025" y="2495662"/>
            <a:ext cx="5783263" cy="35414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30074145"/>
      </p:ext>
    </p:extLst>
  </p:cSld>
  <p:clrMapOvr>
    <a:masterClrMapping/>
  </p:clrMapOvr>
  <p:transition spd="slow">
    <p:fade/>
  </p:transition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8" name="PlaceHolder 1"/>
          <p:cNvSpPr>
            <a:spLocks noGrp="1"/>
          </p:cNvSpPr>
          <p:nvPr>
            <p:ph type="title"/>
          </p:nvPr>
        </p:nvSpPr>
        <p:spPr>
          <a:xfrm>
            <a:off x="518760" y="272160"/>
            <a:ext cx="11148840" cy="600480"/>
          </a:xfrm>
          <a:prstGeom prst="rect">
            <a:avLst/>
          </a:prstGeom>
          <a:noFill/>
          <a:ln w="0">
            <a:noFill/>
          </a:ln>
        </p:spPr>
        <p:txBody>
          <a:bodyPr lIns="0" tIns="72000" rIns="0" bIns="0" anchor="t">
            <a:noAutofit/>
          </a:bodyPr>
          <a:lstStyle/>
          <a:p>
            <a:pPr>
              <a:lnSpc>
                <a:spcPct val="80000"/>
              </a:lnSpc>
              <a:tabLst>
                <a:tab pos="0" algn="l"/>
              </a:tabLst>
            </a:pPr>
            <a:r>
              <a:rPr lang="en-GB" sz="3200" b="1" spc="-1">
                <a:latin typeface="Calibri"/>
              </a:rPr>
              <a:t>Profile</a:t>
            </a:r>
            <a:endParaRPr lang="nl-NL"/>
          </a:p>
        </p:txBody>
      </p:sp>
      <p:sp>
        <p:nvSpPr>
          <p:cNvPr id="939" name="PlaceHolder 2"/>
          <p:cNvSpPr>
            <a:spLocks noGrp="1"/>
          </p:cNvSpPr>
          <p:nvPr>
            <p:ph/>
          </p:nvPr>
        </p:nvSpPr>
        <p:spPr>
          <a:xfrm>
            <a:off x="523800" y="1400400"/>
            <a:ext cx="11130323" cy="4456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457200" lvl="1" indent="0">
              <a:lnSpc>
                <a:spcPct val="100000"/>
              </a:lnSpc>
              <a:buClr>
                <a:srgbClr val="EA7600"/>
              </a:buClr>
              <a:buNone/>
            </a:pPr>
            <a:r>
              <a:rPr lang="en-GB" sz="1600" spc="-1" dirty="0">
                <a:solidFill>
                  <a:srgbClr val="000000"/>
                </a:solidFill>
                <a:latin typeface="Arial"/>
                <a:cs typeface="Arial"/>
              </a:rPr>
              <a:t>Get a grip on your model’s performance</a:t>
            </a:r>
          </a:p>
          <a:p>
            <a:pPr marL="727075" lvl="1" indent="-269875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r>
              <a:rPr lang="en-GB" sz="1600" spc="-1" dirty="0">
                <a:solidFill>
                  <a:srgbClr val="000000"/>
                </a:solidFill>
                <a:latin typeface="Arial"/>
                <a:cs typeface="Arial"/>
              </a:rPr>
              <a:t>Profile</a:t>
            </a:r>
            <a:endParaRPr lang="nl-NL" dirty="0"/>
          </a:p>
          <a:p>
            <a:pPr marL="727075" lvl="1" indent="-269875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r>
              <a:rPr lang="en-GB" sz="1600" spc="-1" dirty="0">
                <a:solidFill>
                  <a:srgbClr val="000000"/>
                </a:solidFill>
                <a:latin typeface="Arial"/>
                <a:cs typeface="Arial"/>
              </a:rPr>
              <a:t>Profile</a:t>
            </a:r>
          </a:p>
          <a:p>
            <a:pPr marL="727075" lvl="1" indent="-269875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r>
              <a:rPr lang="en-GB" sz="1600" spc="-1">
                <a:solidFill>
                  <a:srgbClr val="000000"/>
                </a:solidFill>
                <a:latin typeface="Arial"/>
                <a:cs typeface="Arial"/>
              </a:rPr>
              <a:t>Profile</a:t>
            </a:r>
            <a:endParaRPr lang="en-GB" sz="2000" spc="-1" dirty="0">
              <a:solidFill>
                <a:srgbClr val="000000"/>
              </a:solidFill>
              <a:latin typeface="Arial"/>
              <a:cs typeface="Arial"/>
            </a:endParaRPr>
          </a:p>
          <a:p>
            <a:pPr marL="269875" indent="-269875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endParaRPr lang="en-GB" sz="2000" spc="-1" dirty="0">
              <a:solidFill>
                <a:srgbClr val="000000"/>
              </a:solidFill>
              <a:latin typeface="Arial"/>
              <a:cs typeface="Arial"/>
            </a:endParaRPr>
          </a:p>
        </p:txBody>
      </p:sp>
      <p:sp>
        <p:nvSpPr>
          <p:cNvPr id="940" name="PlaceHolder 3"/>
          <p:cNvSpPr>
            <a:spLocks noGrp="1"/>
          </p:cNvSpPr>
          <p:nvPr>
            <p:ph type="sldNum" idx="50"/>
          </p:nvPr>
        </p:nvSpPr>
        <p:spPr>
          <a:xfrm>
            <a:off x="516240" y="6375960"/>
            <a:ext cx="392040" cy="216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>
              <a:lnSpc>
                <a:spcPct val="100000"/>
              </a:lnSpc>
              <a:buNone/>
              <a:tabLst>
                <a:tab pos="0" algn="l"/>
              </a:tabLst>
              <a:defRPr lang="en-GB" sz="1200" b="1" strike="noStrike" spc="-1">
                <a:solidFill>
                  <a:srgbClr val="000000"/>
                </a:solidFill>
                <a:latin typeface="Calibri"/>
                <a:ea typeface="Calibri"/>
              </a:defRPr>
            </a:lvl1pPr>
          </a:lstStyle>
          <a:p>
            <a:pPr>
              <a:lnSpc>
                <a:spcPct val="100000"/>
              </a:lnSpc>
              <a:buNone/>
              <a:tabLst>
                <a:tab pos="0" algn="l"/>
              </a:tabLst>
            </a:pPr>
            <a:fld id="{0978DF5C-F8A7-4AE9-B88F-03F1DCB0AE7B}" type="slidenum">
              <a:rPr lang="en-GB" sz="1200" b="1" strike="noStrike" spc="-1">
                <a:solidFill>
                  <a:srgbClr val="000000"/>
                </a:solidFill>
                <a:latin typeface="Calibri"/>
                <a:ea typeface="Calibri"/>
              </a:rPr>
              <a:t>41</a:t>
            </a:fld>
            <a:endParaRPr lang="en-US" sz="1200" b="0" strike="noStrike" spc="-1">
              <a:latin typeface="Times New Roman"/>
            </a:endParaRPr>
          </a:p>
        </p:txBody>
      </p:sp>
      <p:sp>
        <p:nvSpPr>
          <p:cNvPr id="941" name="Google Shape;239;p24"/>
          <p:cNvSpPr/>
          <p:nvPr/>
        </p:nvSpPr>
        <p:spPr>
          <a:xfrm rot="5400000">
            <a:off x="10733040" y="2063880"/>
            <a:ext cx="909720" cy="909720"/>
          </a:xfrm>
          <a:prstGeom prst="arc">
            <a:avLst>
              <a:gd name="adj1" fmla="val 16200000"/>
              <a:gd name="adj2" fmla="val 0"/>
            </a:avLst>
          </a:prstGeom>
          <a:noFill/>
          <a:ln w="19050">
            <a:solidFill>
              <a:srgbClr val="EA76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942" name="Google Shape;240;p24"/>
          <p:cNvSpPr/>
          <p:nvPr/>
        </p:nvSpPr>
        <p:spPr>
          <a:xfrm rot="16200000">
            <a:off x="9775440" y="2974320"/>
            <a:ext cx="909720" cy="909720"/>
          </a:xfrm>
          <a:prstGeom prst="arc">
            <a:avLst>
              <a:gd name="adj1" fmla="val 16200000"/>
              <a:gd name="adj2" fmla="val 0"/>
            </a:avLst>
          </a:prstGeom>
          <a:noFill/>
          <a:ln w="19050">
            <a:solidFill>
              <a:srgbClr val="EA76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943" name="Google Shape;241;p24"/>
          <p:cNvSpPr/>
          <p:nvPr/>
        </p:nvSpPr>
        <p:spPr>
          <a:xfrm>
            <a:off x="10234800" y="2973960"/>
            <a:ext cx="956880" cy="360"/>
          </a:xfrm>
          <a:custGeom>
            <a:avLst/>
            <a:gdLst/>
            <a:ahLst/>
            <a:cxnLst/>
            <a:rect l="l" t="t" r="r" b="b"/>
            <a:pathLst>
              <a:path w="21600" h="2160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noFill/>
          <a:ln w="19050">
            <a:solidFill>
              <a:srgbClr val="EA76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944" name="Google Shape;242;p24"/>
          <p:cNvSpPr/>
          <p:nvPr/>
        </p:nvSpPr>
        <p:spPr>
          <a:xfrm>
            <a:off x="9775440" y="3429000"/>
            <a:ext cx="360" cy="3428640"/>
          </a:xfrm>
          <a:custGeom>
            <a:avLst/>
            <a:gdLst/>
            <a:ahLst/>
            <a:cxnLst/>
            <a:rect l="l" t="t" r="r" b="b"/>
            <a:pathLst>
              <a:path w="21600" h="2160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noFill/>
          <a:ln w="19050">
            <a:solidFill>
              <a:srgbClr val="EA76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945" name="Google Shape;243;p24"/>
          <p:cNvSpPr/>
          <p:nvPr/>
        </p:nvSpPr>
        <p:spPr>
          <a:xfrm>
            <a:off x="11642760" y="-38880"/>
            <a:ext cx="360" cy="2557080"/>
          </a:xfrm>
          <a:custGeom>
            <a:avLst/>
            <a:gdLst/>
            <a:ahLst/>
            <a:cxnLst/>
            <a:rect l="l" t="t" r="r" b="b"/>
            <a:pathLst>
              <a:path w="21600" h="2160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noFill/>
          <a:ln w="19050">
            <a:solidFill>
              <a:srgbClr val="EA76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pic>
        <p:nvPicPr>
          <p:cNvPr id="2" name="Afbeelding 2" descr="Afbeelding met wiel&#10;&#10;Automatisch gegenereerde beschrijving">
            <a:extLst>
              <a:ext uri="{FF2B5EF4-FFF2-40B4-BE49-F238E27FC236}">
                <a16:creationId xmlns:a16="http://schemas.microsoft.com/office/drawing/2014/main" id="{990048BE-1D46-0CDB-88C9-F4FB31A5258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78650" y="5357721"/>
            <a:ext cx="2743200" cy="14289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03912013"/>
      </p:ext>
    </p:extLst>
  </p:cSld>
  <p:clrMapOvr>
    <a:masterClrMapping/>
  </p:clrMapOvr>
  <p:transition spd="slow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00000"/>
      </a:dk2>
      <a:lt2>
        <a:srgbClr val="FFFFFF"/>
      </a:lt2>
      <a:accent1>
        <a:srgbClr val="EA7600"/>
      </a:accent1>
      <a:accent2>
        <a:srgbClr val="E03C31"/>
      </a:accent2>
      <a:accent3>
        <a:srgbClr val="0077C8"/>
      </a:accent3>
      <a:accent4>
        <a:srgbClr val="009F4D"/>
      </a:accent4>
      <a:accent5>
        <a:srgbClr val="FEDB00"/>
      </a:accent5>
      <a:accent6>
        <a:srgbClr val="772583"/>
      </a:accent6>
      <a:hlink>
        <a:srgbClr val="0077C8"/>
      </a:hlink>
      <a:folHlink>
        <a:srgbClr val="009F4D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00000"/>
      </a:dk2>
      <a:lt2>
        <a:srgbClr val="FFFFFF"/>
      </a:lt2>
      <a:accent1>
        <a:srgbClr val="EA7600"/>
      </a:accent1>
      <a:accent2>
        <a:srgbClr val="E03C31"/>
      </a:accent2>
      <a:accent3>
        <a:srgbClr val="0077C8"/>
      </a:accent3>
      <a:accent4>
        <a:srgbClr val="009F4D"/>
      </a:accent4>
      <a:accent5>
        <a:srgbClr val="FEDB00"/>
      </a:accent5>
      <a:accent6>
        <a:srgbClr val="772583"/>
      </a:accent6>
      <a:hlink>
        <a:srgbClr val="0077C8"/>
      </a:hlink>
      <a:folHlink>
        <a:srgbClr val="009F4D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00000"/>
      </a:dk2>
      <a:lt2>
        <a:srgbClr val="FFFFFF"/>
      </a:lt2>
      <a:accent1>
        <a:srgbClr val="EA7600"/>
      </a:accent1>
      <a:accent2>
        <a:srgbClr val="E03C31"/>
      </a:accent2>
      <a:accent3>
        <a:srgbClr val="0077C8"/>
      </a:accent3>
      <a:accent4>
        <a:srgbClr val="009F4D"/>
      </a:accent4>
      <a:accent5>
        <a:srgbClr val="FEDB00"/>
      </a:accent5>
      <a:accent6>
        <a:srgbClr val="772583"/>
      </a:accent6>
      <a:hlink>
        <a:srgbClr val="0077C8"/>
      </a:hlink>
      <a:folHlink>
        <a:srgbClr val="009F4D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4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00000"/>
      </a:dk2>
      <a:lt2>
        <a:srgbClr val="FFFFFF"/>
      </a:lt2>
      <a:accent1>
        <a:srgbClr val="EA7600"/>
      </a:accent1>
      <a:accent2>
        <a:srgbClr val="E03C31"/>
      </a:accent2>
      <a:accent3>
        <a:srgbClr val="0077C8"/>
      </a:accent3>
      <a:accent4>
        <a:srgbClr val="009F4D"/>
      </a:accent4>
      <a:accent5>
        <a:srgbClr val="FEDB00"/>
      </a:accent5>
      <a:accent6>
        <a:srgbClr val="772583"/>
      </a:accent6>
      <a:hlink>
        <a:srgbClr val="0077C8"/>
      </a:hlink>
      <a:folHlink>
        <a:srgbClr val="009F4D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5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00000"/>
      </a:dk2>
      <a:lt2>
        <a:srgbClr val="FFFFFF"/>
      </a:lt2>
      <a:accent1>
        <a:srgbClr val="EA7600"/>
      </a:accent1>
      <a:accent2>
        <a:srgbClr val="E03C31"/>
      </a:accent2>
      <a:accent3>
        <a:srgbClr val="0077C8"/>
      </a:accent3>
      <a:accent4>
        <a:srgbClr val="009F4D"/>
      </a:accent4>
      <a:accent5>
        <a:srgbClr val="FEDB00"/>
      </a:accent5>
      <a:accent6>
        <a:srgbClr val="772583"/>
      </a:accent6>
      <a:hlink>
        <a:srgbClr val="0077C8"/>
      </a:hlink>
      <a:folHlink>
        <a:srgbClr val="009F4D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6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00000"/>
      </a:dk2>
      <a:lt2>
        <a:srgbClr val="FFFFFF"/>
      </a:lt2>
      <a:accent1>
        <a:srgbClr val="EA7600"/>
      </a:accent1>
      <a:accent2>
        <a:srgbClr val="E03C31"/>
      </a:accent2>
      <a:accent3>
        <a:srgbClr val="0077C8"/>
      </a:accent3>
      <a:accent4>
        <a:srgbClr val="009F4D"/>
      </a:accent4>
      <a:accent5>
        <a:srgbClr val="FEDB00"/>
      </a:accent5>
      <a:accent6>
        <a:srgbClr val="772583"/>
      </a:accent6>
      <a:hlink>
        <a:srgbClr val="0077C8"/>
      </a:hlink>
      <a:folHlink>
        <a:srgbClr val="009F4D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7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00000"/>
      </a:dk2>
      <a:lt2>
        <a:srgbClr val="FFFFFF"/>
      </a:lt2>
      <a:accent1>
        <a:srgbClr val="EA7600"/>
      </a:accent1>
      <a:accent2>
        <a:srgbClr val="E03C31"/>
      </a:accent2>
      <a:accent3>
        <a:srgbClr val="0077C8"/>
      </a:accent3>
      <a:accent4>
        <a:srgbClr val="009F4D"/>
      </a:accent4>
      <a:accent5>
        <a:srgbClr val="FEDB00"/>
      </a:accent5>
      <a:accent6>
        <a:srgbClr val="772583"/>
      </a:accent6>
      <a:hlink>
        <a:srgbClr val="0077C8"/>
      </a:hlink>
      <a:folHlink>
        <a:srgbClr val="009F4D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8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00000"/>
      </a:dk2>
      <a:lt2>
        <a:srgbClr val="FFFFFF"/>
      </a:lt2>
      <a:accent1>
        <a:srgbClr val="EA7600"/>
      </a:accent1>
      <a:accent2>
        <a:srgbClr val="E03C31"/>
      </a:accent2>
      <a:accent3>
        <a:srgbClr val="0077C8"/>
      </a:accent3>
      <a:accent4>
        <a:srgbClr val="009F4D"/>
      </a:accent4>
      <a:accent5>
        <a:srgbClr val="FEDB00"/>
      </a:accent5>
      <a:accent6>
        <a:srgbClr val="772583"/>
      </a:accent6>
      <a:hlink>
        <a:srgbClr val="0077C8"/>
      </a:hlink>
      <a:folHlink>
        <a:srgbClr val="009F4D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9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00000"/>
      </a:dk2>
      <a:lt2>
        <a:srgbClr val="FFFFFF"/>
      </a:lt2>
      <a:accent1>
        <a:srgbClr val="EA7600"/>
      </a:accent1>
      <a:accent2>
        <a:srgbClr val="E03C31"/>
      </a:accent2>
      <a:accent3>
        <a:srgbClr val="0077C8"/>
      </a:accent3>
      <a:accent4>
        <a:srgbClr val="009F4D"/>
      </a:accent4>
      <a:accent5>
        <a:srgbClr val="FEDB00"/>
      </a:accent5>
      <a:accent6>
        <a:srgbClr val="772583"/>
      </a:accent6>
      <a:hlink>
        <a:srgbClr val="0077C8"/>
      </a:hlink>
      <a:folHlink>
        <a:srgbClr val="009F4D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10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00000"/>
      </a:dk2>
      <a:lt2>
        <a:srgbClr val="FFFFFF"/>
      </a:lt2>
      <a:accent1>
        <a:srgbClr val="EA7600"/>
      </a:accent1>
      <a:accent2>
        <a:srgbClr val="E03C31"/>
      </a:accent2>
      <a:accent3>
        <a:srgbClr val="0077C8"/>
      </a:accent3>
      <a:accent4>
        <a:srgbClr val="009F4D"/>
      </a:accent4>
      <a:accent5>
        <a:srgbClr val="FEDB00"/>
      </a:accent5>
      <a:accent6>
        <a:srgbClr val="772583"/>
      </a:accent6>
      <a:hlink>
        <a:srgbClr val="0077C8"/>
      </a:hlink>
      <a:folHlink>
        <a:srgbClr val="009F4D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1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00000"/>
      </a:dk2>
      <a:lt2>
        <a:srgbClr val="FFFFFF"/>
      </a:lt2>
      <a:accent1>
        <a:srgbClr val="EA7600"/>
      </a:accent1>
      <a:accent2>
        <a:srgbClr val="E03C31"/>
      </a:accent2>
      <a:accent3>
        <a:srgbClr val="0077C8"/>
      </a:accent3>
      <a:accent4>
        <a:srgbClr val="009F4D"/>
      </a:accent4>
      <a:accent5>
        <a:srgbClr val="FEDB00"/>
      </a:accent5>
      <a:accent6>
        <a:srgbClr val="772583"/>
      </a:accent6>
      <a:hlink>
        <a:srgbClr val="0077C8"/>
      </a:hlink>
      <a:folHlink>
        <a:srgbClr val="009F4D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1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00000"/>
      </a:dk2>
      <a:lt2>
        <a:srgbClr val="FFFFFF"/>
      </a:lt2>
      <a:accent1>
        <a:srgbClr val="EA7600"/>
      </a:accent1>
      <a:accent2>
        <a:srgbClr val="E03C31"/>
      </a:accent2>
      <a:accent3>
        <a:srgbClr val="0077C8"/>
      </a:accent3>
      <a:accent4>
        <a:srgbClr val="009F4D"/>
      </a:accent4>
      <a:accent5>
        <a:srgbClr val="FEDB00"/>
      </a:accent5>
      <a:accent6>
        <a:srgbClr val="772583"/>
      </a:accent6>
      <a:hlink>
        <a:srgbClr val="0077C8"/>
      </a:hlink>
      <a:folHlink>
        <a:srgbClr val="009F4D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1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00000"/>
      </a:dk2>
      <a:lt2>
        <a:srgbClr val="FFFFFF"/>
      </a:lt2>
      <a:accent1>
        <a:srgbClr val="EA7600"/>
      </a:accent1>
      <a:accent2>
        <a:srgbClr val="E03C31"/>
      </a:accent2>
      <a:accent3>
        <a:srgbClr val="0077C8"/>
      </a:accent3>
      <a:accent4>
        <a:srgbClr val="009F4D"/>
      </a:accent4>
      <a:accent5>
        <a:srgbClr val="FEDB00"/>
      </a:accent5>
      <a:accent6>
        <a:srgbClr val="772583"/>
      </a:accent6>
      <a:hlink>
        <a:srgbClr val="0077C8"/>
      </a:hlink>
      <a:folHlink>
        <a:srgbClr val="009F4D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14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00000"/>
      </a:dk2>
      <a:lt2>
        <a:srgbClr val="FFFFFF"/>
      </a:lt2>
      <a:accent1>
        <a:srgbClr val="EA7600"/>
      </a:accent1>
      <a:accent2>
        <a:srgbClr val="E03C31"/>
      </a:accent2>
      <a:accent3>
        <a:srgbClr val="0077C8"/>
      </a:accent3>
      <a:accent4>
        <a:srgbClr val="009F4D"/>
      </a:accent4>
      <a:accent5>
        <a:srgbClr val="FEDB00"/>
      </a:accent5>
      <a:accent6>
        <a:srgbClr val="772583"/>
      </a:accent6>
      <a:hlink>
        <a:srgbClr val="0077C8"/>
      </a:hlink>
      <a:folHlink>
        <a:srgbClr val="009F4D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15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00000"/>
      </a:dk2>
      <a:lt2>
        <a:srgbClr val="FFFFFF"/>
      </a:lt2>
      <a:accent1>
        <a:srgbClr val="EA7600"/>
      </a:accent1>
      <a:accent2>
        <a:srgbClr val="E03C31"/>
      </a:accent2>
      <a:accent3>
        <a:srgbClr val="0077C8"/>
      </a:accent3>
      <a:accent4>
        <a:srgbClr val="009F4D"/>
      </a:accent4>
      <a:accent5>
        <a:srgbClr val="FEDB00"/>
      </a:accent5>
      <a:accent6>
        <a:srgbClr val="772583"/>
      </a:accent6>
      <a:hlink>
        <a:srgbClr val="0077C8"/>
      </a:hlink>
      <a:folHlink>
        <a:srgbClr val="009F4D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16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00000"/>
      </a:dk2>
      <a:lt2>
        <a:srgbClr val="FFFFFF"/>
      </a:lt2>
      <a:accent1>
        <a:srgbClr val="EA7600"/>
      </a:accent1>
      <a:accent2>
        <a:srgbClr val="E03C31"/>
      </a:accent2>
      <a:accent3>
        <a:srgbClr val="0077C8"/>
      </a:accent3>
      <a:accent4>
        <a:srgbClr val="009F4D"/>
      </a:accent4>
      <a:accent5>
        <a:srgbClr val="FEDB00"/>
      </a:accent5>
      <a:accent6>
        <a:srgbClr val="772583"/>
      </a:accent6>
      <a:hlink>
        <a:srgbClr val="0077C8"/>
      </a:hlink>
      <a:folHlink>
        <a:srgbClr val="009F4D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17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00000"/>
      </a:dk2>
      <a:lt2>
        <a:srgbClr val="FFFFFF"/>
      </a:lt2>
      <a:accent1>
        <a:srgbClr val="EA7600"/>
      </a:accent1>
      <a:accent2>
        <a:srgbClr val="E03C31"/>
      </a:accent2>
      <a:accent3>
        <a:srgbClr val="0077C8"/>
      </a:accent3>
      <a:accent4>
        <a:srgbClr val="009F4D"/>
      </a:accent4>
      <a:accent5>
        <a:srgbClr val="FEDB00"/>
      </a:accent5>
      <a:accent6>
        <a:srgbClr val="772583"/>
      </a:accent6>
      <a:hlink>
        <a:srgbClr val="0077C8"/>
      </a:hlink>
      <a:folHlink>
        <a:srgbClr val="009F4D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18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00000"/>
      </a:dk2>
      <a:lt2>
        <a:srgbClr val="FFFFFF"/>
      </a:lt2>
      <a:accent1>
        <a:srgbClr val="EA7600"/>
      </a:accent1>
      <a:accent2>
        <a:srgbClr val="E03C31"/>
      </a:accent2>
      <a:accent3>
        <a:srgbClr val="0077C8"/>
      </a:accent3>
      <a:accent4>
        <a:srgbClr val="009F4D"/>
      </a:accent4>
      <a:accent5>
        <a:srgbClr val="FEDB00"/>
      </a:accent5>
      <a:accent6>
        <a:srgbClr val="772583"/>
      </a:accent6>
      <a:hlink>
        <a:srgbClr val="0077C8"/>
      </a:hlink>
      <a:folHlink>
        <a:srgbClr val="009F4D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19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00000"/>
      </a:dk2>
      <a:lt2>
        <a:srgbClr val="FFFFFF"/>
      </a:lt2>
      <a:accent1>
        <a:srgbClr val="EA7600"/>
      </a:accent1>
      <a:accent2>
        <a:srgbClr val="E03C31"/>
      </a:accent2>
      <a:accent3>
        <a:srgbClr val="0077C8"/>
      </a:accent3>
      <a:accent4>
        <a:srgbClr val="009F4D"/>
      </a:accent4>
      <a:accent5>
        <a:srgbClr val="FEDB00"/>
      </a:accent5>
      <a:accent6>
        <a:srgbClr val="772583"/>
      </a:accent6>
      <a:hlink>
        <a:srgbClr val="0077C8"/>
      </a:hlink>
      <a:folHlink>
        <a:srgbClr val="009F4D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0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00000"/>
      </a:dk2>
      <a:lt2>
        <a:srgbClr val="FFFFFF"/>
      </a:lt2>
      <a:accent1>
        <a:srgbClr val="EA7600"/>
      </a:accent1>
      <a:accent2>
        <a:srgbClr val="E03C31"/>
      </a:accent2>
      <a:accent3>
        <a:srgbClr val="0077C8"/>
      </a:accent3>
      <a:accent4>
        <a:srgbClr val="009F4D"/>
      </a:accent4>
      <a:accent5>
        <a:srgbClr val="FEDB00"/>
      </a:accent5>
      <a:accent6>
        <a:srgbClr val="772583"/>
      </a:accent6>
      <a:hlink>
        <a:srgbClr val="0077C8"/>
      </a:hlink>
      <a:folHlink>
        <a:srgbClr val="009F4D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1.xml><?xml version="1.0" encoding="utf-8"?>
<a:theme xmlns:a="http://schemas.openxmlformats.org/drawingml/2006/main" name="SURF">
  <a:themeElements>
    <a:clrScheme name="Aangepast 5">
      <a:dk1>
        <a:sysClr val="windowText" lastClr="000000"/>
      </a:dk1>
      <a:lt1>
        <a:sysClr val="window" lastClr="FFFFFF"/>
      </a:lt1>
      <a:dk2>
        <a:srgbClr val="000000"/>
      </a:dk2>
      <a:lt2>
        <a:srgbClr val="FFFFFF"/>
      </a:lt2>
      <a:accent1>
        <a:srgbClr val="EA7600"/>
      </a:accent1>
      <a:accent2>
        <a:srgbClr val="E03C31"/>
      </a:accent2>
      <a:accent3>
        <a:srgbClr val="0077C8"/>
      </a:accent3>
      <a:accent4>
        <a:srgbClr val="009F4D"/>
      </a:accent4>
      <a:accent5>
        <a:srgbClr val="FEDB00"/>
      </a:accent5>
      <a:accent6>
        <a:srgbClr val="772583"/>
      </a:accent6>
      <a:hlink>
        <a:srgbClr val="0077C8"/>
      </a:hlink>
      <a:folHlink>
        <a:srgbClr val="009F4D"/>
      </a:folHlink>
    </a:clrScheme>
    <a:fontScheme name="SURF">
      <a:majorFont>
        <a:latin typeface="Calibri"/>
        <a:ea typeface=""/>
        <a:cs typeface=""/>
      </a:majorFont>
      <a:minorFont>
        <a:latin typeface="Calibri"/>
        <a:ea typeface=""/>
        <a:cs typeface=""/>
      </a:minorFont>
    </a:fontScheme>
    <a:fmtScheme name="Kantoor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ln>
          <a:noFill/>
        </a:ln>
      </a:spPr>
      <a:bodyPr rtlCol="0" anchor="ctr"/>
      <a:lstStyle>
        <a:defPPr algn="ctr">
          <a:defRPr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txDef>
      <a:spPr>
        <a:noFill/>
      </a:spPr>
      <a:bodyPr wrap="none" lIns="0" tIns="0" rIns="0" bIns="0" rtlCol="0">
        <a:spAutoFit/>
      </a:bodyPr>
      <a:lstStyle>
        <a:defPPr algn="l">
          <a:defRPr cap="all" dirty="0" err="1" smtClean="0"/>
        </a:defPPr>
      </a:lstStyle>
    </a:txDef>
  </a:objectDefaults>
  <a:extraClrSchemeLst/>
  <a:extLst>
    <a:ext uri="{05A4C25C-085E-4340-85A3-A5531E510DB2}">
      <thm15:themeFamily xmlns:thm15="http://schemas.microsoft.com/office/thememl/2012/main" name="Presentatie SURF.potx" id="{7FCCFDF8-7726-472E-A700-5D7F9EECB06C}" vid="{17BE6A99-8B59-4987-ABEF-B9883AFE7ACC}"/>
    </a:ext>
  </a:extLst>
</a:theme>
</file>

<file path=ppt/theme/theme2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00000"/>
      </a:dk2>
      <a:lt2>
        <a:srgbClr val="FFFFFF"/>
      </a:lt2>
      <a:accent1>
        <a:srgbClr val="EA7600"/>
      </a:accent1>
      <a:accent2>
        <a:srgbClr val="E03C31"/>
      </a:accent2>
      <a:accent3>
        <a:srgbClr val="0077C8"/>
      </a:accent3>
      <a:accent4>
        <a:srgbClr val="009F4D"/>
      </a:accent4>
      <a:accent5>
        <a:srgbClr val="FEDB00"/>
      </a:accent5>
      <a:accent6>
        <a:srgbClr val="772583"/>
      </a:accent6>
      <a:hlink>
        <a:srgbClr val="0077C8"/>
      </a:hlink>
      <a:folHlink>
        <a:srgbClr val="009F4D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8604</TotalTime>
  <Words>3476</Words>
  <Application>Microsoft Macintosh PowerPoint</Application>
  <PresentationFormat>Widescreen</PresentationFormat>
  <Paragraphs>1180</Paragraphs>
  <Slides>41</Slides>
  <Notes>26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21</vt:i4>
      </vt:variant>
      <vt:variant>
        <vt:lpstr>Slide Titles</vt:lpstr>
      </vt:variant>
      <vt:variant>
        <vt:i4>41</vt:i4>
      </vt:variant>
    </vt:vector>
  </HeadingPairs>
  <TitlesOfParts>
    <vt:vector size="68" baseType="lpstr">
      <vt:lpstr>Arial</vt:lpstr>
      <vt:lpstr>Calibri</vt:lpstr>
      <vt:lpstr>Calibri,Sans-Serif</vt:lpstr>
      <vt:lpstr>Symbol</vt:lpstr>
      <vt:lpstr>Times New Roman</vt:lpstr>
      <vt:lpstr>Wingdings</vt:lpstr>
      <vt:lpstr>Office Theme</vt:lpstr>
      <vt:lpstr>Office Theme</vt:lpstr>
      <vt:lpstr>Office Theme</vt:lpstr>
      <vt:lpstr>Office Theme</vt:lpstr>
      <vt:lpstr>Office Theme</vt:lpstr>
      <vt:lpstr>Office Theme</vt:lpstr>
      <vt:lpstr>Office Theme</vt:lpstr>
      <vt:lpstr>Office Theme</vt:lpstr>
      <vt:lpstr>Office Theme</vt:lpstr>
      <vt:lpstr>Office Theme</vt:lpstr>
      <vt:lpstr>Office Theme</vt:lpstr>
      <vt:lpstr>Office Theme</vt:lpstr>
      <vt:lpstr>Office Theme</vt:lpstr>
      <vt:lpstr>Office Theme</vt:lpstr>
      <vt:lpstr>Office Theme</vt:lpstr>
      <vt:lpstr>Office Theme</vt:lpstr>
      <vt:lpstr>Office Theme</vt:lpstr>
      <vt:lpstr>Office Theme</vt:lpstr>
      <vt:lpstr>Office Theme</vt:lpstr>
      <vt:lpstr>Office Theme</vt:lpstr>
      <vt:lpstr>SURF</vt:lpstr>
      <vt:lpstr>PowerPoint Presentation</vt:lpstr>
      <vt:lpstr>The three S'</vt:lpstr>
      <vt:lpstr>System</vt:lpstr>
      <vt:lpstr>System</vt:lpstr>
      <vt:lpstr>Important System Details</vt:lpstr>
      <vt:lpstr>Important System Details</vt:lpstr>
      <vt:lpstr>Important System Details</vt:lpstr>
      <vt:lpstr>Important System Details</vt:lpstr>
      <vt:lpstr>Important System Details</vt:lpstr>
      <vt:lpstr>Some context</vt:lpstr>
      <vt:lpstr>System Hardware Distribution</vt:lpstr>
      <vt:lpstr>Hardware overview</vt:lpstr>
      <vt:lpstr>Hardware overview</vt:lpstr>
      <vt:lpstr>Hardware overview</vt:lpstr>
      <vt:lpstr>Hardware overview</vt:lpstr>
      <vt:lpstr>Hardware overview</vt:lpstr>
      <vt:lpstr>Hardware overview</vt:lpstr>
      <vt:lpstr>Nvidia Volta (e.g. V100, TitanRTX)</vt:lpstr>
      <vt:lpstr>Nvidia Ampere GPUs (e.g. A100)</vt:lpstr>
      <vt:lpstr>Nvidia Ampere GPUs (e.g. A100)</vt:lpstr>
      <vt:lpstr>Nvidia Ampere GPUs (e.g. A100)</vt:lpstr>
      <vt:lpstr>Nvidia Ampere GPUs (e.g. A100)</vt:lpstr>
      <vt:lpstr>Nvidia Hopper GPUs (e.g. H100)</vt:lpstr>
      <vt:lpstr>Nvidia Blackwell GPUs (e.g. (G)B200)</vt:lpstr>
      <vt:lpstr>And on CPU: </vt:lpstr>
      <vt:lpstr>Second S: Software</vt:lpstr>
      <vt:lpstr>Third S: Stack</vt:lpstr>
      <vt:lpstr>Wait ... so what happens?</vt:lpstr>
      <vt:lpstr>In practice: PyTorch + Snellius</vt:lpstr>
      <vt:lpstr>Rapidfire: implementation details</vt:lpstr>
      <vt:lpstr>Rapidfire: implementation details</vt:lpstr>
      <vt:lpstr>Types of DNN operations</vt:lpstr>
      <vt:lpstr>Level 1: Shouldn't impact model convergence:</vt:lpstr>
      <vt:lpstr>Level 1: Shouldn't impact model convergence:</vt:lpstr>
      <vt:lpstr>Level 1: Shouldn't impact model convergence:</vt:lpstr>
      <vt:lpstr>Level 1: Shouldn't impact model convergence:</vt:lpstr>
      <vt:lpstr>Level 1: Shouldn't impact model convergence:</vt:lpstr>
      <vt:lpstr>Level 2: Danger zone</vt:lpstr>
      <vt:lpstr>Change your model</vt:lpstr>
      <vt:lpstr>Always</vt:lpstr>
      <vt:lpstr>Profile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PowerPoint-presentatie</dc:title>
  <dc:subject/>
  <dc:creator/>
  <dc:description/>
  <cp:lastModifiedBy>Lars Veefkind</cp:lastModifiedBy>
  <cp:revision>181</cp:revision>
  <dcterms:modified xsi:type="dcterms:W3CDTF">2025-04-02T14:19:45Z</dcterms:modified>
  <dc:language>en-US</dc:language>
</cp:coreProperties>
</file>