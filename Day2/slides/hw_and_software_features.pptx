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5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279" r:id="rId47"/>
    <p:sldId id="288" r:id="rId48"/>
    <p:sldId id="287" r:id="rId49"/>
    <p:sldId id="286" r:id="rId50"/>
    <p:sldId id="285" r:id="rId51"/>
    <p:sldId id="317" r:id="rId52"/>
    <p:sldId id="284" r:id="rId53"/>
    <p:sldId id="319" r:id="rId54"/>
    <p:sldId id="295" r:id="rId55"/>
    <p:sldId id="529" r:id="rId56"/>
    <p:sldId id="526" r:id="rId57"/>
    <p:sldId id="530" r:id="rId58"/>
    <p:sldId id="291" r:id="rId59"/>
    <p:sldId id="282" r:id="rId60"/>
    <p:sldId id="292" r:id="rId61"/>
    <p:sldId id="533" r:id="rId62"/>
    <p:sldId id="293" r:id="rId63"/>
    <p:sldId id="294" r:id="rId6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2"/>
    <p:restoredTop sz="94475"/>
  </p:normalViewPr>
  <p:slideViewPr>
    <p:cSldViewPr snapToGrid="0">
      <p:cViewPr varScale="1">
        <p:scale>
          <a:sx n="119" d="100"/>
          <a:sy n="119" d="100"/>
        </p:scale>
        <p:origin x="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commentAuthors" Target="commentAuthor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theme" Target="theme/theme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presProps" Target="presProps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D71-BB6E-AED5-0BC6-7F6586B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3DFD432-E8AE-2800-05A5-EB29F2E08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A8188AAD-26E8-25E6-5863-EBA103DD6F6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489ED2F-A0C2-5C57-0B40-4EDD3BF51D4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91902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28-10-2025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28-10-2025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28-10-2025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28-10-2025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28-10-2025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spaces/WIKI/pages/30660245/Environment+Modu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Volta/Turing (e.g. V100, </a:t>
            </a:r>
            <a:r>
              <a:rPr lang="nl-NL" dirty="0" err="1"/>
              <a:t>TitanRTX</a:t>
            </a:r>
            <a:r>
              <a:rPr lang="nl-NL" dirty="0"/>
              <a:t>, RTX 2080Ti)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</a:t>
            </a:r>
            <a:r>
              <a:rPr lang="nl-NL"/>
              <a:t>H100)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(G)B200, RTX 5090)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342872" cy="798218"/>
            <a:chOff x="6427457" y="4133263"/>
            <a:chExt cx="134287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0546" b="28678"/>
            <a:stretch/>
          </p:blipFill>
          <p:spPr bwMode="auto">
            <a:xfrm>
              <a:off x="6427457" y="4133263"/>
              <a:ext cx="107663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50045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66485" b="28678"/>
          <a:stretch/>
        </p:blipFill>
        <p:spPr bwMode="auto">
          <a:xfrm>
            <a:off x="5246750" y="4867604"/>
            <a:ext cx="1342872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7f899dffe16b4de2bfe03da0c1f57bc6">
            <a:extLst>
              <a:ext uri="{FF2B5EF4-FFF2-40B4-BE49-F238E27FC236}">
                <a16:creationId xmlns:a16="http://schemas.microsoft.com/office/drawing/2014/main" id="{2CB7DC3A-E37E-71A8-6D70-3CEEEE1A3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96" t="49676" r="70487" b="28678"/>
          <a:stretch/>
        </p:blipFill>
        <p:spPr bwMode="auto">
          <a:xfrm>
            <a:off x="5789353" y="4867604"/>
            <a:ext cx="269876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Second S: Software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  <a:hlinkClick r:id="rId3"/>
              </a:rPr>
              <a:t>https://servicedesk.surf.nl/wiki/spaces/WIKI/pages/30660245/Environment+Modules</a:t>
            </a:r>
            <a:r>
              <a:rPr lang="en-GB" sz="1600" spc="-1" dirty="0">
                <a:latin typeface="Calibri"/>
                <a:ea typeface="+mn-lt"/>
                <a:cs typeface="+mn-lt"/>
              </a:rPr>
              <a:t> 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it”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algorithm for some methods,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5716F-DE4D-7677-D20C-465CA7AB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81F951FC-A7FF-FB15-2895-9180D45DD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4C2000A-EF03-1431-79EF-07ECDD3575A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Change model architecture to improve performance characteristics, e.g.: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LoRA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for fine-tuning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pre-trained model aka zero shot (@train VAE for latent space creation or use pre-trained model)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E.g. DINOv2 (not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DINo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from yesterday)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Incorporate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dataloading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operations into the model instead of CPU pipeline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ViT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vs CNN vs GNN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Change non-linearities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Multiples of 2,8,1024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Channels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Hidden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Vocab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Batch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Input resolution/sequence length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Everything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For transformers: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Patching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Masked attention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E859C55-D5DC-31E1-DF64-276D364B3E9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B5DA00F-6A37-690A-60FA-98FC580117EE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FCA34F8-8417-FCC7-0F15-DA2B967A25B3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E0D72F69-ABA9-3D35-A13A-379C4FB8ACD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439A953F-FDBC-C3EC-92B3-EEA96823A1B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48D71EA-AE8D-C84A-860C-746B4584BC5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45BD415B-0503-1652-91B9-0C2285BEB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5194710C-8C79-4873-01DD-EDDF106D6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371" y="3137040"/>
            <a:ext cx="7056389" cy="36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1454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14411</TotalTime>
  <Words>3663</Words>
  <Application>Microsoft Macintosh PowerPoint</Application>
  <PresentationFormat>Widescreen</PresentationFormat>
  <Paragraphs>1218</Paragraphs>
  <Slides>43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43</vt:i4>
      </vt:variant>
    </vt:vector>
  </HeadingPairs>
  <TitlesOfParts>
    <vt:vector size="70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Nvidia Volta/Turing (e.g. V100, TitanRTX, RTX 2080Ti)</vt:lpstr>
      <vt:lpstr>Nvidia Ampere GPUs (e.g. A100, RTX 3090)</vt:lpstr>
      <vt:lpstr>Nvidia Ampere GPUs (e.g. A100, RTX 3090)</vt:lpstr>
      <vt:lpstr>Nvidia Ampere GPUs (e.g. A100, RTX 3090)</vt:lpstr>
      <vt:lpstr>Nvidia Ampere GPUs (e.g. A100, RTX 3090)</vt:lpstr>
      <vt:lpstr>Nvidia Hopper (e.g. H100)</vt:lpstr>
      <vt:lpstr>Nvidia Blackwell GPUs (e.g. (G)B200, RTX 5090)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206</cp:revision>
  <dcterms:modified xsi:type="dcterms:W3CDTF">2025-10-28T10:33:24Z</dcterms:modified>
  <dc:language>en-US</dc:language>
</cp:coreProperties>
</file>