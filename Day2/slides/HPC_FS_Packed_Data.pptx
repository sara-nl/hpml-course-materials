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3"/>
    <p:sldMasterId id="2147483743" r:id="rId4"/>
    <p:sldMasterId id="2147483744" r:id="rId5"/>
    <p:sldMasterId id="214748374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6858000" cx="12192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Nunito-regular.fntdata"/><Relationship Id="rId23" Type="http://schemas.openxmlformats.org/officeDocument/2006/relationships/slide" Target="slides/slide16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QuattrocentoSans-regular.fntdata"/><Relationship Id="rId27" Type="http://schemas.openxmlformats.org/officeDocument/2006/relationships/font" Target="fonts/Nunito-boldItalic.fntdata"/><Relationship Id="rId29" Type="http://schemas.openxmlformats.org/officeDocument/2006/relationships/font" Target="fonts/QuattrocentoSans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9" name="Shape 7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0" name="Google Shape;7040;g3499dd801ae_0_29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1" name="Google Shape;7041;g3499dd801ae_0_29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2" name="Google Shape;7042;g3499dd801ae_0_29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1" name="Shape 7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2" name="Google Shape;7052;g3499dd801ae_0_1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3" name="Google Shape;7053;g3499dd801ae_0_1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0" name="Shape 7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1" name="Google Shape;7061;g3499dd801ae_0_16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2" name="Google Shape;7062;g3499dd801ae_0_16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8" name="Shape 7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9" name="Google Shape;7069;g3499dd801ae_0_16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0" name="Google Shape;7070;g3499dd801ae_0_16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6" name="Shape 7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7" name="Google Shape;7077;g3499dd801ae_0_16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8" name="Google Shape;7078;g3499dd801ae_0_16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4" name="Shape 7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" name="Google Shape;7085;g3499dd801ae_0_16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6" name="Google Shape;7086;g3499dd801ae_0_16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2" name="Shape 7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3" name="Google Shape;7093;g3499dd801ae_0_16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4" name="Google Shape;7094;g3499dd801ae_0_16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1" name="Shape 7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2" name="Google Shape;7102;g3499dd801ae_0_16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3" name="Google Shape;7103;g3499dd801ae_0_16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0" name="Shape 7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1" name="Google Shape;7111;g3499dd801ae_0_16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2" name="Google Shape;7112;g3499dd801ae_0_16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9" name="Shape 7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0" name="Google Shape;7120;g3499dd801ae_0_16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1" name="Google Shape;7121;g3499dd801ae_0_16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8" name="Shape 7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9" name="Google Shape;7129;g3499dd801ae_0_16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0" name="Google Shape;7130;g3499dd801ae_0_16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8" name="Shape 7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9" name="Google Shape;7139;g3499dd801ae_0_16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0" name="Google Shape;7140;g3499dd801ae_0_16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6" name="Shape 7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" name="Google Shape;7147;g3499dd801ae_0_16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8" name="Google Shape;7148;g3499dd801ae_0_16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4" name="Shape 7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5" name="Google Shape;7155;g3499dd801ae_0_16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6" name="Google Shape;7156;g3499dd801ae_0_16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3" name="Shape 7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4" name="Google Shape;7164;g3499dd801ae_0_166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5" name="Google Shape;7165;g3499dd801ae_0_166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6" name="Google Shape;7166;g3499dd801ae_0_166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2" name="Shape 7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Google Shape;7173;g3499dd801ae_0_195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4" name="Google Shape;7174;g3499dd801ae_0_195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5" name="Google Shape;7175;g3499dd801ae_0_195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blad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sz="1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"/>
          <p:cNvSpPr txBox="1"/>
          <p:nvPr>
            <p:ph idx="10" type="dt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3x + Text">
  <p:cSld name="Images 3x + 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>
            <p:ph idx="2" type="pic"/>
          </p:nvPr>
        </p:nvSpPr>
        <p:spPr>
          <a:xfrm>
            <a:off x="4495345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4" name="Google Shape;124;p5"/>
          <p:cNvSpPr/>
          <p:nvPr>
            <p:ph idx="3" type="pic"/>
          </p:nvPr>
        </p:nvSpPr>
        <p:spPr>
          <a:xfrm>
            <a:off x="8257326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5"/>
          <p:cNvSpPr/>
          <p:nvPr>
            <p:ph idx="4" type="pic"/>
          </p:nvPr>
        </p:nvSpPr>
        <p:spPr>
          <a:xfrm>
            <a:off x="720000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6" name="Google Shape;126;p5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127" name="Google Shape;127;p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28" name="Google Shape;128;p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5" name="Google Shape;135;p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39" name="Google Shape;139;p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2" name="Google Shape;142;p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3" name="Google Shape;143;p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6" name="Google Shape;146;p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7" name="Google Shape;147;p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0" name="Google Shape;150;p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53" name="Google Shape;153;p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54" name="Google Shape;154;p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55" name="Google Shape;155;p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56" name="Google Shape;156;p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57" name="Google Shape;157;p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" name="Google Shape;158;p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9" name="Google Shape;159;p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60" name="Google Shape;160;p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61" name="Google Shape;161;p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62" name="Google Shape;162;p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3" name="Google Shape;163;p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4" name="Google Shape;164;p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5" name="Google Shape;165;p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6" name="Google Shape;166;p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" name="Google Shape;167;p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8" name="Google Shape;168;p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71" name="Google Shape;171;p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72" name="Google Shape;172;p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73" name="Google Shape;173;p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75" name="Google Shape;175;p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76" name="Google Shape;176;p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7" name="Google Shape;177;p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8" name="Google Shape;178;p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9" name="Google Shape;179;p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80" name="Google Shape;180;p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81" name="Google Shape;181;p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82" name="Google Shape;182;p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83" name="Google Shape;183;p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84" name="Google Shape;184;p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85" name="Google Shape;185;p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86" name="Google Shape;186;p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87" name="Google Shape;187;p5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88" name="Google Shape;188;p5"/>
          <p:cNvSpPr txBox="1"/>
          <p:nvPr>
            <p:ph idx="5" type="body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89" name="Google Shape;189;p5"/>
          <p:cNvSpPr txBox="1"/>
          <p:nvPr>
            <p:ph idx="6" type="body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90" name="Google Shape;190;p5"/>
          <p:cNvSpPr txBox="1"/>
          <p:nvPr>
            <p:ph idx="7" type="body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91" name="Google Shape;191;p5"/>
          <p:cNvSpPr txBox="1"/>
          <p:nvPr>
            <p:ph idx="8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92" name="Google Shape;192;p5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m) #2">
  <p:cSld name="Text + Image (m) #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95" name="Google Shape;195;p6"/>
          <p:cNvSpPr/>
          <p:nvPr>
            <p:ph idx="2" type="pic"/>
          </p:nvPr>
        </p:nvSpPr>
        <p:spPr>
          <a:xfrm>
            <a:off x="6383338" y="722312"/>
            <a:ext cx="5079900" cy="5083200"/>
          </a:xfrm>
          <a:prstGeom prst="roundRect">
            <a:avLst>
              <a:gd fmla="val 331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197" name="Google Shape;197;p6"/>
          <p:cNvSpPr txBox="1"/>
          <p:nvPr>
            <p:ph idx="1" type="body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198" name="Google Shape;198;p6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p6"/>
          <p:cNvSpPr txBox="1"/>
          <p:nvPr>
            <p:ph idx="4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00" name="Google Shape;200;p6"/>
          <p:cNvSpPr txBox="1"/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201" name="Google Shape;201;p6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02" name="Google Shape;202;p6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23" name="Google Shape;223;p6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24" name="Google Shape;224;p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25" name="Google Shape;225;p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6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9" name="Google Shape;229;p6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30" name="Google Shape;230;p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31" name="Google Shape;231;p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2" name="Google Shape;232;p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3" name="Google Shape;233;p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4" name="Google Shape;234;p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" name="Google Shape;235;p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36" name="Google Shape;236;p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7" name="Google Shape;237;p6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38" name="Google Shape;238;p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39" name="Google Shape;239;p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0" name="Google Shape;240;p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" name="Google Shape;241;p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2" name="Google Shape;242;p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3" name="Google Shape;243;p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44" name="Google Shape;244;p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45" name="Google Shape;245;p6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246" name="Google Shape;246;p6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247" name="Google Shape;247;p6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49" name="Google Shape;249;p6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50" name="Google Shape;250;p6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1" name="Google Shape;251;p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2" name="Google Shape;252;p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" name="Google Shape;253;p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" name="Google Shape;254;p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5" name="Google Shape;255;p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6" name="Google Shape;256;p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57" name="Google Shape;257;p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8" name="Google Shape;258;p6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59" name="Google Shape;259;p6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0" name="Google Shape;260;p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61" name="Google Shape;261;p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2" name="Google Shape;262;p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3" name="Google Shape;263;p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4" name="Google Shape;264;p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5" name="Google Shape;265;p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66" name="Google Shape;266;p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7" name="Google Shape;267;p6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68" name="Google Shape;268;p6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69" name="Google Shape;269;p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70" name="Google Shape;270;p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71" name="Google Shape;271;p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72" name="Google Shape;272;p6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73" name="Google Shape;273;p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74" name="Google Shape;274;p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83" name="Google Shape;283;p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84" name="Google Shape;284;p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85" name="Google Shape;285;p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86" name="Google Shape;286;p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87" name="Google Shape;287;p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" name="Google Shape;288;p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" name="Google Shape;289;p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90" name="Google Shape;290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1" name="Google Shape;291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92" name="Google Shape;292;p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" name="Google Shape;294;p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5" name="Google Shape;295;p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" name="Google Shape;296;p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7" name="Google Shape;297;p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8" name="Google Shape;298;p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01" name="Google Shape;301;p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02" name="Google Shape;302;p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04" name="Google Shape;304;p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5" name="Google Shape;305;p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307;p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8" name="Google Shape;308;p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10" name="Google Shape;310;p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11" name="Google Shape;311;p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2" name="Google Shape;312;p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13" name="Google Shape;313;p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" name="Google Shape;314;p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15" name="Google Shape;315;p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s)">
  <p:cSld name="Text + Image (s)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318" name="Google Shape;318;p7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19" name="Google Shape;319;p7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0" name="Google Shape;320;p7"/>
          <p:cNvSpPr txBox="1"/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1" name="Google Shape;321;p7"/>
          <p:cNvSpPr/>
          <p:nvPr>
            <p:ph idx="3" type="pic"/>
          </p:nvPr>
        </p:nvSpPr>
        <p:spPr>
          <a:xfrm>
            <a:off x="8562290" y="722313"/>
            <a:ext cx="2901300" cy="5083200"/>
          </a:xfrm>
          <a:prstGeom prst="roundRect">
            <a:avLst>
              <a:gd fmla="val 543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22" name="Google Shape;322;p7"/>
          <p:cNvSpPr txBox="1"/>
          <p:nvPr>
            <p:ph idx="4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323" name="Google Shape;323;p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324" name="Google Shape;324;p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45" name="Google Shape;345;p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346" name="Google Shape;346;p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47" name="Google Shape;347;p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" name="Google Shape;351;p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352" name="Google Shape;352;p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353" name="Google Shape;353;p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54" name="Google Shape;354;p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55" name="Google Shape;355;p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56" name="Google Shape;356;p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57" name="Google Shape;357;p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358" name="Google Shape;358;p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9" name="Google Shape;359;p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360" name="Google Shape;360;p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361" name="Google Shape;361;p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2" name="Google Shape;362;p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3" name="Google Shape;363;p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4" name="Google Shape;364;p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5" name="Google Shape;365;p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366" name="Google Shape;366;p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367" name="Google Shape;367;p7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368" name="Google Shape;368;p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369" name="Google Shape;369;p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371" name="Google Shape;371;p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372" name="Google Shape;372;p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3" name="Google Shape;373;p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374" name="Google Shape;374;p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5" name="Google Shape;375;p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6" name="Google Shape;376;p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7" name="Google Shape;377;p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8" name="Google Shape;378;p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379" name="Google Shape;379;p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0" name="Google Shape;380;p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381" name="Google Shape;381;p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" name="Google Shape;382;p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383" name="Google Shape;383;p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4" name="Google Shape;384;p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5" name="Google Shape;385;p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6" name="Google Shape;386;p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7" name="Google Shape;387;p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388" name="Google Shape;388;p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9" name="Google Shape;389;p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390" name="Google Shape;390;p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391" name="Google Shape;391;p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2" name="Google Shape;392;p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3" name="Google Shape;393;p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94" name="Google Shape;394;p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395" name="Google Shape;395;p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96" name="Google Shape;396;p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05" name="Google Shape;405;p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07" name="Google Shape;407;p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08" name="Google Shape;408;p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09" name="Google Shape;409;p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0" name="Google Shape;410;p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1" name="Google Shape;411;p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12" name="Google Shape;412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13" name="Google Shape;413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14" name="Google Shape;414;p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15" name="Google Shape;415;p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7" name="Google Shape;417;p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18" name="Google Shape;418;p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0" name="Google Shape;420;p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23" name="Google Shape;423;p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24" name="Google Shape;424;p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" name="Google Shape;425;p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26" name="Google Shape;426;p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31" name="Google Shape;431;p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32" name="Google Shape;432;p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33" name="Google Shape;433;p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4" name="Google Shape;434;p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35" name="Google Shape;435;p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6" name="Google Shape;436;p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m)">
  <p:cSld name="Text + Image (m)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440" name="Google Shape;440;p8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41" name="Google Shape;441;p8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42" name="Google Shape;442;p8"/>
          <p:cNvSpPr txBox="1"/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43" name="Google Shape;443;p8"/>
          <p:cNvSpPr/>
          <p:nvPr>
            <p:ph idx="3" type="pic"/>
          </p:nvPr>
        </p:nvSpPr>
        <p:spPr>
          <a:xfrm>
            <a:off x="6384888" y="722312"/>
            <a:ext cx="5078400" cy="5083200"/>
          </a:xfrm>
          <a:prstGeom prst="roundRect">
            <a:avLst>
              <a:gd fmla="val 331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4" name="Google Shape;444;p8"/>
          <p:cNvSpPr txBox="1"/>
          <p:nvPr>
            <p:ph idx="4" type="body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445" name="Google Shape;445;p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46" name="Google Shape;446;p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67" name="Google Shape;467;p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69" name="Google Shape;469;p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71" name="Google Shape;471;p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72" name="Google Shape;472;p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3" name="Google Shape;473;p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74" name="Google Shape;474;p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5" name="Google Shape;475;p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6" name="Google Shape;476;p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7" name="Google Shape;477;p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8" name="Google Shape;478;p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9" name="Google Shape;479;p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80" name="Google Shape;480;p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1" name="Google Shape;481;p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82" name="Google Shape;482;p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3" name="Google Shape;483;p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4" name="Google Shape;484;p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5" name="Google Shape;485;p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6" name="Google Shape;486;p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7" name="Google Shape;487;p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88" name="Google Shape;488;p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9" name="Google Shape;489;p8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90" name="Google Shape;490;p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91" name="Google Shape;491;p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93" name="Google Shape;493;p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94" name="Google Shape;494;p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5" name="Google Shape;495;p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96" name="Google Shape;496;p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7" name="Google Shape;497;p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8" name="Google Shape;498;p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9" name="Google Shape;499;p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0" name="Google Shape;500;p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01" name="Google Shape;501;p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" name="Google Shape;502;p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03" name="Google Shape;503;p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" name="Google Shape;504;p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5" name="Google Shape;505;p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6" name="Google Shape;506;p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7" name="Google Shape;507;p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8" name="Google Shape;508;p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9" name="Google Shape;509;p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10" name="Google Shape;510;p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12" name="Google Shape;512;p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13" name="Google Shape;513;p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14" name="Google Shape;514;p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15" name="Google Shape;515;p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16" name="Google Shape;516;p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17" name="Google Shape;517;p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18" name="Google Shape;518;p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27" name="Google Shape;527;p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28" name="Google Shape;528;p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29" name="Google Shape;529;p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30" name="Google Shape;530;p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31" name="Google Shape;531;p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2" name="Google Shape;532;p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" name="Google Shape;533;p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34" name="Google Shape;534;p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35" name="Google Shape;535;p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36" name="Google Shape;536;p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37" name="Google Shape;537;p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9" name="Google Shape;539;p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40" name="Google Shape;540;p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42" name="Google Shape;542;p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45" name="Google Shape;545;p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46" name="Google Shape;546;p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" name="Google Shape;547;p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48" name="Google Shape;548;p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49" name="Google Shape;549;p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2" name="Google Shape;552;p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53" name="Google Shape;553;p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54" name="Google Shape;554;p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6" name="Google Shape;556;p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57" name="Google Shape;557;p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59" name="Google Shape;559;p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1">
  <p:cSld name="Text #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562" name="Google Shape;562;p9"/>
          <p:cNvSpPr txBox="1"/>
          <p:nvPr>
            <p:ph idx="1" type="body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563" name="Google Shape;563;p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564" name="Google Shape;564;p9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565" name="Google Shape;565;p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66" name="Google Shape;566;p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87" name="Google Shape;587;p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88" name="Google Shape;588;p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89" name="Google Shape;589;p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91" name="Google Shape;591;p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3" name="Google Shape;593;p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94" name="Google Shape;594;p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5" name="Google Shape;595;p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6" name="Google Shape;596;p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" name="Google Shape;597;p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8" name="Google Shape;598;p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9" name="Google Shape;599;p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00" name="Google Shape;600;p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1" name="Google Shape;601;p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02" name="Google Shape;602;p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3" name="Google Shape;603;p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4" name="Google Shape;604;p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5" name="Google Shape;605;p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6" name="Google Shape;606;p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" name="Google Shape;607;p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08" name="Google Shape;608;p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09" name="Google Shape;609;p9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610" name="Google Shape;610;p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611" name="Google Shape;611;p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12" name="Google Shape;612;p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13" name="Google Shape;613;p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14" name="Google Shape;614;p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5" name="Google Shape;615;p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6" name="Google Shape;616;p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7" name="Google Shape;617;p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8" name="Google Shape;618;p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9" name="Google Shape;619;p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0" name="Google Shape;620;p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21" name="Google Shape;621;p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2" name="Google Shape;622;p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23" name="Google Shape;623;p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4" name="Google Shape;624;p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25" name="Google Shape;625;p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6" name="Google Shape;626;p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7" name="Google Shape;627;p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8" name="Google Shape;628;p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9" name="Google Shape;629;p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30" name="Google Shape;630;p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1" name="Google Shape;631;p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32" name="Google Shape;632;p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33" name="Google Shape;633;p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4" name="Google Shape;634;p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5" name="Google Shape;635;p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36" name="Google Shape;636;p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37" name="Google Shape;637;p9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38" name="Google Shape;638;p9"/>
          <p:cNvSpPr txBox="1"/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#1">
  <p:cSld name="Title only #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641" name="Google Shape;641;p10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2" name="Google Shape;642;p10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3" name="Google Shape;643;p10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Image 2x">
  <p:cSld name="Column 1x + Image 2x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"/>
          <p:cNvSpPr/>
          <p:nvPr>
            <p:ph idx="2" type="pic"/>
          </p:nvPr>
        </p:nvSpPr>
        <p:spPr>
          <a:xfrm>
            <a:off x="728694" y="1991183"/>
            <a:ext cx="3401700" cy="38145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46" name="Google Shape;646;p11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7" name="Google Shape;647;p11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8" name="Google Shape;648;p11"/>
          <p:cNvSpPr txBox="1"/>
          <p:nvPr>
            <p:ph idx="4" type="body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649" name="Google Shape;649;p11"/>
          <p:cNvSpPr txBox="1"/>
          <p:nvPr>
            <p:ph idx="5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50" name="Google Shape;650;p11"/>
          <p:cNvSpPr/>
          <p:nvPr>
            <p:ph idx="6" type="pic"/>
          </p:nvPr>
        </p:nvSpPr>
        <p:spPr>
          <a:xfrm>
            <a:off x="8061762" y="722313"/>
            <a:ext cx="3401700" cy="50832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51" name="Google Shape;651;p1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52" name="Google Shape;652;p1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73" name="Google Shape;673;p1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74" name="Google Shape;674;p1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75" name="Google Shape;675;p1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1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77" name="Google Shape;677;p1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78" name="Google Shape;678;p1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" name="Google Shape;679;p1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80" name="Google Shape;680;p1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81" name="Google Shape;681;p1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2" name="Google Shape;682;p1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3" name="Google Shape;683;p1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4" name="Google Shape;684;p1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5" name="Google Shape;685;p1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86" name="Google Shape;686;p1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7" name="Google Shape;687;p1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88" name="Google Shape;688;p1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89" name="Google Shape;689;p1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0" name="Google Shape;690;p1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1" name="Google Shape;691;p1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2" name="Google Shape;692;p1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3" name="Google Shape;693;p1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94" name="Google Shape;694;p1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95" name="Google Shape;695;p11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696" name="Google Shape;696;p1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697" name="Google Shape;697;p1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98" name="Google Shape;698;p1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99" name="Google Shape;699;p1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700" name="Google Shape;700;p1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1" name="Google Shape;701;p1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702" name="Google Shape;702;p1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03" name="Google Shape;703;p1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04" name="Google Shape;704;p1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05" name="Google Shape;705;p1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06" name="Google Shape;706;p1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707" name="Google Shape;707;p1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8" name="Google Shape;708;p1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709" name="Google Shape;709;p1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0" name="Google Shape;710;p1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711" name="Google Shape;711;p1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2" name="Google Shape;712;p1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3" name="Google Shape;713;p1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4" name="Google Shape;714;p1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" name="Google Shape;715;p1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716" name="Google Shape;716;p1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17" name="Google Shape;717;p1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718" name="Google Shape;718;p1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719" name="Google Shape;719;p1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20" name="Google Shape;720;p1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21" name="Google Shape;721;p1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722" name="Google Shape;722;p1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723" name="Google Shape;723;p11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24" name="Google Shape;724;p11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25" name="Google Shape;725;p11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26" name="Google Shape;726;p1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727" name="Google Shape;727;p1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728" name="Google Shape;728;p1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729" name="Google Shape;729;p1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730" name="Google Shape;730;p1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33" name="Google Shape;733;p1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734" name="Google Shape;734;p1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735" name="Google Shape;735;p1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736" name="Google Shape;736;p1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737" name="Google Shape;737;p1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38" name="Google Shape;738;p1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39" name="Google Shape;739;p1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40" name="Google Shape;740;p1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1" name="Google Shape;741;p1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2" name="Google Shape;742;p1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43" name="Google Shape;743;p1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44" name="Google Shape;744;p1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45" name="Google Shape;745;p1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46" name="Google Shape;746;p1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747;p1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8" name="Google Shape;748;p1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49" name="Google Shape;749;p1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1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51" name="Google Shape;751;p1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754" name="Google Shape;754;p1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755" name="Google Shape;755;p1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6" name="Google Shape;756;p1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757" name="Google Shape;757;p1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758" name="Google Shape;758;p1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1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1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1" name="Google Shape;761;p1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762" name="Google Shape;762;p1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763" name="Google Shape;763;p1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764" name="Google Shape;764;p1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65" name="Google Shape;765;p1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766" name="Google Shape;766;p1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7" name="Google Shape;767;p1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68" name="Google Shape;768;p1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769" name="Google Shape;769;p11"/>
          <p:cNvSpPr txBox="1"/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2x)">
  <p:cSld name="Text + Image (2x)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"/>
          <p:cNvSpPr/>
          <p:nvPr>
            <p:ph idx="2" type="pic"/>
          </p:nvPr>
        </p:nvSpPr>
        <p:spPr>
          <a:xfrm>
            <a:off x="720001" y="1592264"/>
            <a:ext cx="5076000" cy="2442000"/>
          </a:xfrm>
          <a:prstGeom prst="roundRect">
            <a:avLst>
              <a:gd fmla="val 959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72" name="Google Shape;772;p12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773" name="Google Shape;773;p12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774" name="Google Shape;774;p12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775" name="Google Shape;775;p12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76" name="Google Shape;776;p12"/>
          <p:cNvSpPr/>
          <p:nvPr>
            <p:ph idx="4" type="pic"/>
          </p:nvPr>
        </p:nvSpPr>
        <p:spPr>
          <a:xfrm>
            <a:off x="6396001" y="1592264"/>
            <a:ext cx="5076000" cy="2442000"/>
          </a:xfrm>
          <a:prstGeom prst="roundRect">
            <a:avLst>
              <a:gd fmla="val 9597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777" name="Google Shape;777;p1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778" name="Google Shape;778;p1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779" name="Google Shape;779;p1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780" name="Google Shape;780;p1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781" name="Google Shape;781;p1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785" name="Google Shape;785;p1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786" name="Google Shape;786;p1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787" name="Google Shape;787;p1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788" name="Google Shape;788;p1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89" name="Google Shape;789;p1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90" name="Google Shape;790;p1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91" name="Google Shape;791;p1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2" name="Google Shape;792;p1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3" name="Google Shape;793;p1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94" name="Google Shape;794;p1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95" name="Google Shape;795;p1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96" name="Google Shape;796;p1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97" name="Google Shape;797;p1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" name="Google Shape;798;p1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9" name="Google Shape;799;p1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800" name="Google Shape;800;p1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1" name="Google Shape;801;p1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02" name="Google Shape;802;p1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803" name="Google Shape;803;p1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4" name="Google Shape;804;p1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805" name="Google Shape;805;p1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806" name="Google Shape;806;p1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1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808" name="Google Shape;808;p1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809" name="Google Shape;809;p1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1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1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2" name="Google Shape;812;p1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813" name="Google Shape;813;p1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814" name="Google Shape;814;p1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815" name="Google Shape;815;p1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6" name="Google Shape;816;p1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817" name="Google Shape;817;p1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1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19" name="Google Shape;819;p1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l)">
  <p:cSld name="Text + Image (l)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3"/>
          <p:cNvSpPr/>
          <p:nvPr>
            <p:ph idx="2" type="pic"/>
          </p:nvPr>
        </p:nvSpPr>
        <p:spPr>
          <a:xfrm>
            <a:off x="4329987" y="722312"/>
            <a:ext cx="7133100" cy="5083200"/>
          </a:xfrm>
          <a:prstGeom prst="roundRect">
            <a:avLst>
              <a:gd fmla="val 3394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822" name="Google Shape;822;p13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823" name="Google Shape;823;p13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824" name="Google Shape;824;p13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825" name="Google Shape;825;p13"/>
          <p:cNvSpPr txBox="1"/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26" name="Google Shape;826;p13"/>
          <p:cNvSpPr txBox="1"/>
          <p:nvPr>
            <p:ph idx="4" type="body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827" name="Google Shape;827;p1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828" name="Google Shape;828;p1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829" name="Google Shape;829;p1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833" name="Google Shape;833;p1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834" name="Google Shape;834;p1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835" name="Google Shape;835;p1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837" name="Google Shape;837;p1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838" name="Google Shape;838;p1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839" name="Google Shape;839;p1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843" name="Google Shape;843;p1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846" name="Google Shape;846;p1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847" name="Google Shape;847;p1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849" name="Google Shape;849;p1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850" name="Google Shape;850;p1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851" name="Google Shape;851;p1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2" name="Google Shape;852;p1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853" name="Google Shape;853;p1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854" name="Google Shape;854;p1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5" name="Google Shape;855;p1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856" name="Google Shape;856;p1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857" name="Google Shape;857;p1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8" name="Google Shape;858;p1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9" name="Google Shape;859;p1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0" name="Google Shape;860;p1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1" name="Google Shape;861;p1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62" name="Google Shape;862;p1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63" name="Google Shape;863;p1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864" name="Google Shape;864;p1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865" name="Google Shape;865;p1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6" name="Google Shape;866;p1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7" name="Google Shape;867;p1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8" name="Google Shape;868;p1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9" name="Google Shape;869;p1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0" name="Google Shape;870;p1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71" name="Google Shape;871;p13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872" name="Google Shape;872;p1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873" name="Google Shape;873;p1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874" name="Google Shape;874;p1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875" name="Google Shape;875;p1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876" name="Google Shape;876;p1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7" name="Google Shape;877;p1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878" name="Google Shape;878;p1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9" name="Google Shape;879;p1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0" name="Google Shape;880;p1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1" name="Google Shape;881;p1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2" name="Google Shape;882;p1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83" name="Google Shape;883;p1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84" name="Google Shape;884;p1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885" name="Google Shape;885;p1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6" name="Google Shape;886;p1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887" name="Google Shape;887;p1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8" name="Google Shape;888;p1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9" name="Google Shape;889;p1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90" name="Google Shape;890;p1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91" name="Google Shape;891;p1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92" name="Google Shape;892;p1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3" name="Google Shape;893;p1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894" name="Google Shape;894;p1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895" name="Google Shape;895;p1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96" name="Google Shape;896;p1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97" name="Google Shape;897;p1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898" name="Google Shape;898;p1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899" name="Google Shape;899;p1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900" name="Google Shape;900;p1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906" name="Google Shape;906;p1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907" name="Google Shape;907;p1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908" name="Google Shape;908;p1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909" name="Google Shape;909;p1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910" name="Google Shape;910;p1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911" name="Google Shape;911;p1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912" name="Google Shape;912;p1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913" name="Google Shape;913;p1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4" name="Google Shape;914;p1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5" name="Google Shape;915;p1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916" name="Google Shape;916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917" name="Google Shape;917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918" name="Google Shape;918;p1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919" name="Google Shape;919;p1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1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21" name="Google Shape;921;p1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922" name="Google Shape;922;p1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1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24" name="Google Shape;924;p1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925" name="Google Shape;925;p1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6" name="Google Shape;926;p1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927" name="Google Shape;927;p1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928" name="Google Shape;928;p1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9" name="Google Shape;929;p1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930" name="Google Shape;930;p1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931" name="Google Shape;931;p1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1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1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34" name="Google Shape;934;p1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935" name="Google Shape;935;p1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936" name="Google Shape;936;p1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937" name="Google Shape;937;p1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8" name="Google Shape;938;p1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939" name="Google Shape;939;p1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0" name="Google Shape;940;p1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41" name="Google Shape;941;p1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con instruction">
  <p:cSld name="Title + Icon instruction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4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944" name="Google Shape;944;p1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945" name="Google Shape;945;p14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946" name="Google Shape;946;p1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47" name="Google Shape;947;p14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948" name="Google Shape;948;p14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949" name="Google Shape;949;p14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950" name="Google Shape;950;p1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951" name="Google Shape;951;p14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953" name="Google Shape;953;p1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954" name="Google Shape;954;p1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955" name="Google Shape;955;p1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956" name="Google Shape;956;p14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957" name="Google Shape;957;p14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958" name="Google Shape;958;p1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959" name="Google Shape;959;p1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14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961" name="Google Shape;961;p1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962" name="Google Shape;962;p1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63" name="Google Shape;963;p1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64" name="Google Shape;964;p1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965" name="Google Shape;965;p1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966" name="Google Shape;966;p14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967" name="Google Shape;967;p14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968" name="Google Shape;968;p14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969" name="Google Shape;969;p14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970" name="Google Shape;970;p14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971" name="Google Shape;971;p14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2" name="Google Shape;972;p14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3" name="Google Shape;973;p14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4" name="Google Shape;974;p14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975" name="Google Shape;975;p14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976" name="Google Shape;976;p14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rect b="b" l="l" r="r" t="t"/>
                      <a:pathLst>
                        <a:path extrusionOk="0" h="391476" w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7" name="Google Shape;977;p14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rect b="b" l="l" r="r" t="t"/>
                      <a:pathLst>
                        <a:path extrusionOk="0" h="391476" w="28471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8" name="Google Shape;978;p14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rect b="b" l="l" r="r" t="t"/>
                      <a:pathLst>
                        <a:path extrusionOk="0" h="391476" w="275813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979" name="Google Shape;979;p14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rect b="b" l="l" r="r" t="t"/>
                  <a:pathLst>
                    <a:path extrusionOk="0" h="391476" w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980" name="Google Shape;980;p14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981" name="Google Shape;981;p1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4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984" name="Google Shape;984;p14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5" name="Google Shape;985;p1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986" name="Google Shape;986;p1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87" name="Google Shape;987;p1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1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89" name="Google Shape;989;p14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990" name="Google Shape;990;p14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991" name="Google Shape;991;p14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992" name="Google Shape;992;p14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993" name="Google Shape;993;p14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5" name="Google Shape;995;p14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996" name="Google Shape;996;p14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7" name="Google Shape;997;p14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8" name="Google Shape;998;p14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9" name="Google Shape;999;p14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0" name="Google Shape;1000;p14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1" name="Google Shape;1001;p14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2" name="Google Shape;1002;p14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3" name="Google Shape;1003;p14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4" name="Google Shape;1004;p14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005" name="Google Shape;1005;p14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1006" name="Google Shape;1006;p14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EBEBE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07" name="Google Shape;1007;p14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F291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1008" name="Google Shape;1008;p14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1009" name="Google Shape;1009;p1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4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1012" name="Google Shape;1012;p14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3" name="Google Shape;1013;p1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1014" name="Google Shape;1014;p1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15" name="Google Shape;1015;p1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1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17" name="Google Shape;1017;p14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3">
  <p:cSld name="Text #3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5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020" name="Google Shape;1020;p15"/>
          <p:cNvSpPr txBox="1"/>
          <p:nvPr>
            <p:ph idx="1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1021" name="Google Shape;1021;p15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1022" name="Google Shape;1022;p15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3" name="Google Shape;1023;p15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4" name="Google Shape;1024;p15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025" name="Google Shape;1025;p1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026" name="Google Shape;1026;p1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028" name="Google Shape;1028;p1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029" name="Google Shape;1029;p1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034" name="Google Shape;1034;p1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035" name="Google Shape;1035;p1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036" name="Google Shape;1036;p1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037" name="Google Shape;1037;p1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038" name="Google Shape;1038;p1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040" name="Google Shape;1040;p1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041" name="Google Shape;1041;p1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042" name="Google Shape;1042;p1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043" name="Google Shape;1043;p1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044" name="Google Shape;1044;p1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045" name="Google Shape;1045;p1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046" name="Google Shape;1046;p1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047" name="Google Shape;1047;p1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048" name="Google Shape;1048;p1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049" name="Google Shape;1049;p1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0" name="Google Shape;1050;p1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051" name="Google Shape;1051;p1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052" name="Google Shape;1052;p1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3" name="Google Shape;1053;p1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054" name="Google Shape;1054;p1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055" name="Google Shape;1055;p1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6" name="Google Shape;1056;p1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7" name="Google Shape;1057;p1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8" name="Google Shape;1058;p1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9" name="Google Shape;1059;p1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060" name="Google Shape;1060;p1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1" name="Google Shape;1061;p1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062" name="Google Shape;1062;p1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063" name="Google Shape;1063;p1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64" name="Google Shape;1064;p1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65" name="Google Shape;1065;p1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66" name="Google Shape;1066;p1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67" name="Google Shape;1067;p1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068" name="Google Shape;1068;p1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69" name="Google Shape;1069;p15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1070" name="Google Shape;1070;p1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1071" name="Google Shape;1071;p1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072" name="Google Shape;1072;p1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073" name="Google Shape;1073;p1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074" name="Google Shape;1074;p1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5" name="Google Shape;1075;p1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076" name="Google Shape;1076;p1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77" name="Google Shape;1077;p1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78" name="Google Shape;1078;p1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79" name="Google Shape;1079;p1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80" name="Google Shape;1080;p1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081" name="Google Shape;1081;p1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2" name="Google Shape;1082;p1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083" name="Google Shape;1083;p1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4" name="Google Shape;1084;p1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085" name="Google Shape;1085;p1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86" name="Google Shape;1086;p1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87" name="Google Shape;1087;p1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88" name="Google Shape;1088;p1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89" name="Google Shape;1089;p1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090" name="Google Shape;1090;p1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1" name="Google Shape;1091;p1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092" name="Google Shape;1092;p1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093" name="Google Shape;1093;p1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94" name="Google Shape;1094;p1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95" name="Google Shape;1095;p1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096" name="Google Shape;1096;p1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6"/>
          <p:cNvSpPr txBox="1"/>
          <p:nvPr>
            <p:ph idx="1" type="body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099" name="Google Shape;1099;p16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00" name="Google Shape;1100;p16"/>
          <p:cNvSpPr txBox="1"/>
          <p:nvPr>
            <p:ph idx="2" type="body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01" name="Google Shape;1101;p16"/>
          <p:cNvSpPr txBox="1"/>
          <p:nvPr>
            <p:ph idx="3" type="body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02" name="Google Shape;1102;p16"/>
          <p:cNvSpPr txBox="1"/>
          <p:nvPr>
            <p:ph idx="4" type="body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03" name="Google Shape;1103;p16"/>
          <p:cNvSpPr txBox="1"/>
          <p:nvPr>
            <p:ph idx="5" type="body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04" name="Google Shape;1104;p16"/>
          <p:cNvSpPr txBox="1"/>
          <p:nvPr>
            <p:ph idx="6" type="body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7" name="Google Shape;1107;p1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  <a:defRPr/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○"/>
              <a:defRPr/>
            </a:lvl5pPr>
            <a:lvl6pPr indent="-3238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  <a:defRPr/>
            </a:lvl7pPr>
            <a:lvl8pPr indent="-3238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  <a:defRPr/>
            </a:lvl8pPr>
            <a:lvl9pPr indent="-3238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9pPr>
          </a:lstStyle>
          <a:p/>
        </p:txBody>
      </p:sp>
      <p:sp>
        <p:nvSpPr>
          <p:cNvPr id="1108" name="Google Shape;1108;p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+ Image">
  <p:cSld name="Intro + Image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8"/>
          <p:cNvSpPr/>
          <p:nvPr>
            <p:ph idx="2" type="pic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1" name="Google Shape;1111;p18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12" name="Google Shape;1112;p18"/>
          <p:cNvSpPr txBox="1"/>
          <p:nvPr>
            <p:ph idx="1" type="body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113" name="Google Shape;1113;p18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114" name="Google Shape;1114;p18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121" name="Google Shape;1121;p18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122" name="Google Shape;1122;p18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18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18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125" name="Google Shape;1125;p18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126" name="Google Shape;1126;p18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18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28" name="Google Shape;1128;p18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129" name="Google Shape;1129;p1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1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2" name="Google Shape;1132;p18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133" name="Google Shape;1133;p1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1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36" name="Google Shape;1136;p1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139" name="Google Shape;1139;p18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140" name="Google Shape;1140;p1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141" name="Google Shape;1141;p1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142" name="Google Shape;1142;p1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143" name="Google Shape;1143;p1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4" name="Google Shape;1144;p1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5" name="Google Shape;1145;p1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146" name="Google Shape;1146;p18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147" name="Google Shape;1147;p18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148" name="Google Shape;1148;p1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149" name="Google Shape;1149;p1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0" name="Google Shape;1150;p1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1" name="Google Shape;1151;p1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152" name="Google Shape;1152;p1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3" name="Google Shape;1153;p1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54" name="Google Shape;1154;p1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155" name="Google Shape;1155;p1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6" name="Google Shape;1156;p18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157" name="Google Shape;1157;p18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158" name="Google Shape;1158;p1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159" name="Google Shape;1159;p1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0" name="Google Shape;1160;p18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161" name="Google Shape;1161;p1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162" name="Google Shape;1162;p1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163" name="Google Shape;1163;p1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164" name="Google Shape;1164;p1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165" name="Google Shape;1165;p1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166" name="Google Shape;1166;p1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167" name="Google Shape;1167;p1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168" name="Google Shape;1168;p1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169" name="Google Shape;1169;p1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170" name="Google Shape;1170;p1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171" name="Google Shape;1171;p1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172" name="Google Shape;1172;p1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173" name="Google Shape;1173;p18"/>
          <p:cNvSpPr txBox="1"/>
          <p:nvPr>
            <p:ph idx="3" type="body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74" name="Google Shape;1174;p18"/>
          <p:cNvSpPr txBox="1"/>
          <p:nvPr>
            <p:ph idx="4" type="body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75" name="Google Shape;1175;p18"/>
          <p:cNvSpPr txBox="1"/>
          <p:nvPr>
            <p:ph idx="5" type="body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76" name="Google Shape;1176;p18"/>
          <p:cNvSpPr txBox="1"/>
          <p:nvPr>
            <p:ph idx="6" type="body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177" name="Google Shape;1177;p18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1178" name="Google Shape;1178;p18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80" name="Google Shape;1180;p18"/>
            <p:cNvSpPr/>
            <p:nvPr/>
          </p:nvSpPr>
          <p:spPr>
            <a:xfrm flipH="1" rot="-5400000">
              <a:off x="-3925466" y="-351934"/>
              <a:ext cx="175200" cy="1029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0000" lIns="180000" spcFirstLastPara="1" rIns="180000" wrap="square" tIns="1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#2">
  <p:cSld name="Title slide #2"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9"/>
          <p:cNvSpPr/>
          <p:nvPr>
            <p:ph idx="2" type="pic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83" name="Google Shape;1183;p19"/>
          <p:cNvSpPr txBox="1"/>
          <p:nvPr>
            <p:ph idx="1" type="body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184" name="Google Shape;1184;p19"/>
          <p:cNvSpPr txBox="1"/>
          <p:nvPr>
            <p:ph idx="3" type="subTitle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/>
        </p:txBody>
      </p:sp>
      <p:grpSp>
        <p:nvGrpSpPr>
          <p:cNvPr id="1185" name="Google Shape;1185;p19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1186" name="Google Shape;1186;p1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193" name="Google Shape;1193;p1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194" name="Google Shape;1194;p1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1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1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197" name="Google Shape;1197;p1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198" name="Google Shape;1198;p1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0" name="Google Shape;1200;p1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201" name="Google Shape;1201;p1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1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1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4" name="Google Shape;1204;p1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205" name="Google Shape;1205;p1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1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1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08" name="Google Shape;1208;p1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211" name="Google Shape;1211;p1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212" name="Google Shape;1212;p1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213" name="Google Shape;1213;p1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214" name="Google Shape;1214;p1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215" name="Google Shape;1215;p1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6" name="Google Shape;1216;p1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7" name="Google Shape;1217;p1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218" name="Google Shape;1218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19" name="Google Shape;1219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20" name="Google Shape;1220;p1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21" name="Google Shape;1221;p1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2" name="Google Shape;1222;p1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3" name="Google Shape;1223;p1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24" name="Google Shape;1224;p1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5" name="Google Shape;1225;p1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26" name="Google Shape;1226;p1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227" name="Google Shape;1227;p1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8" name="Google Shape;1228;p1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229" name="Google Shape;1229;p1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230" name="Google Shape;1230;p1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231" name="Google Shape;1231;p1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1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233" name="Google Shape;1233;p1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234" name="Google Shape;1234;p1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235" name="Google Shape;1235;p1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236" name="Google Shape;1236;p1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237" name="Google Shape;1237;p1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238" name="Google Shape;1238;p1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239" name="Google Shape;1239;p1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240" name="Google Shape;1240;p1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241" name="Google Shape;1241;p1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242" name="Google Shape;1242;p1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243" name="Google Shape;1243;p1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244" name="Google Shape;1244;p1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245" name="Google Shape;1245;p19"/>
          <p:cNvSpPr txBox="1"/>
          <p:nvPr>
            <p:ph idx="4" type="body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46" name="Google Shape;1246;p19"/>
          <p:cNvSpPr txBox="1"/>
          <p:nvPr>
            <p:ph idx="10" type="dt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47" name="Google Shape;1247;p19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48" name="Google Shape;1248;p19"/>
          <p:cNvSpPr txBox="1"/>
          <p:nvPr>
            <p:ph idx="5" type="body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b="1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x">
  <p:cSld name="Introduction 1x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251" name="Google Shape;1251;p20"/>
          <p:cNvSpPr/>
          <p:nvPr>
            <p:ph idx="2" type="pic"/>
          </p:nvPr>
        </p:nvSpPr>
        <p:spPr>
          <a:xfrm>
            <a:off x="708207" y="1592263"/>
            <a:ext cx="3939300" cy="4213200"/>
          </a:xfrm>
          <a:prstGeom prst="roundRect">
            <a:avLst>
              <a:gd fmla="val 3549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2" name="Google Shape;1252;p20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53" name="Google Shape;1253;p20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1254" name="Google Shape;1254;p20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55" name="Google Shape;1255;p20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56" name="Google Shape;1256;p20"/>
          <p:cNvSpPr txBox="1"/>
          <p:nvPr>
            <p:ph idx="4" type="body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b="1" sz="20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57" name="Google Shape;1257;p20"/>
          <p:cNvSpPr txBox="1"/>
          <p:nvPr>
            <p:ph idx="5" type="body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58" name="Google Shape;1258;p20"/>
          <p:cNvSpPr txBox="1"/>
          <p:nvPr>
            <p:ph idx="6" type="body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59" name="Google Shape;1259;p20"/>
          <p:cNvSpPr txBox="1"/>
          <p:nvPr>
            <p:ph idx="7" type="body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60" name="Google Shape;1260;p20"/>
          <p:cNvSpPr txBox="1"/>
          <p:nvPr>
            <p:ph idx="8" type="body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b="1" sz="32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261" name="Google Shape;1261;p20"/>
          <p:cNvSpPr txBox="1"/>
          <p:nvPr>
            <p:ph idx="9" type="body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262" name="Google Shape;1262;p20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1263" name="Google Shape;1263;p2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272" name="Google Shape;1272;p2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273" name="Google Shape;1273;p2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274" name="Google Shape;1274;p2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275" name="Google Shape;1275;p2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276" name="Google Shape;1276;p2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7" name="Google Shape;1277;p2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8" name="Google Shape;1278;p2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279" name="Google Shape;1279;p2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80" name="Google Shape;1280;p2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81" name="Google Shape;1281;p2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82" name="Google Shape;1282;p2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3" name="Google Shape;1283;p2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84" name="Google Shape;1284;p2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85" name="Google Shape;1285;p2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6" name="Google Shape;1286;p2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87" name="Google Shape;1287;p2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288" name="Google Shape;1288;p2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9" name="Google Shape;1289;p2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290" name="Google Shape;1290;p2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291" name="Google Shape;1291;p2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2" name="Google Shape;1292;p2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293" name="Google Shape;1293;p2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294" name="Google Shape;1294;p2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2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2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97" name="Google Shape;1297;p2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298" name="Google Shape;1298;p2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299" name="Google Shape;1299;p2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300" name="Google Shape;1300;p2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01" name="Google Shape;1301;p2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302" name="Google Shape;1302;p2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3" name="Google Shape;1303;p2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04" name="Google Shape;1304;p2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2x">
  <p:cSld name="Introduction 2x"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1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307" name="Google Shape;1307;p21"/>
          <p:cNvSpPr/>
          <p:nvPr>
            <p:ph idx="2" type="pic"/>
          </p:nvPr>
        </p:nvSpPr>
        <p:spPr>
          <a:xfrm>
            <a:off x="708207" y="1592264"/>
            <a:ext cx="1725300" cy="1845300"/>
          </a:xfrm>
          <a:prstGeom prst="roundRect">
            <a:avLst>
              <a:gd fmla="val 850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08" name="Google Shape;1308;p21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09" name="Google Shape;1309;p21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1310" name="Google Shape;1310;p21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1" name="Google Shape;1311;p21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12" name="Google Shape;1312;p21"/>
          <p:cNvSpPr txBox="1"/>
          <p:nvPr>
            <p:ph idx="4" type="body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3" name="Google Shape;1313;p21"/>
          <p:cNvSpPr txBox="1"/>
          <p:nvPr>
            <p:ph idx="5" type="body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4" name="Google Shape;1314;p21"/>
          <p:cNvSpPr txBox="1"/>
          <p:nvPr>
            <p:ph idx="6" type="body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5" name="Google Shape;1315;p21"/>
          <p:cNvSpPr txBox="1"/>
          <p:nvPr>
            <p:ph idx="7" type="body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6" name="Google Shape;1316;p21"/>
          <p:cNvSpPr txBox="1"/>
          <p:nvPr>
            <p:ph idx="8" type="body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b="1"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7" name="Google Shape;1317;p21"/>
          <p:cNvSpPr txBox="1"/>
          <p:nvPr>
            <p:ph idx="9" type="body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18" name="Google Shape;1318;p21"/>
          <p:cNvSpPr/>
          <p:nvPr>
            <p:ph idx="13" type="pic"/>
          </p:nvPr>
        </p:nvSpPr>
        <p:spPr>
          <a:xfrm>
            <a:off x="6383338" y="1592264"/>
            <a:ext cx="1725300" cy="1845300"/>
          </a:xfrm>
          <a:prstGeom prst="roundRect">
            <a:avLst>
              <a:gd fmla="val 850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19" name="Google Shape;1319;p21"/>
          <p:cNvSpPr txBox="1"/>
          <p:nvPr>
            <p:ph idx="14" type="body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20" name="Google Shape;1320;p21"/>
          <p:cNvSpPr txBox="1"/>
          <p:nvPr>
            <p:ph idx="15" type="body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21" name="Google Shape;1321;p21"/>
          <p:cNvSpPr txBox="1"/>
          <p:nvPr>
            <p:ph idx="16" type="body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22" name="Google Shape;1322;p21"/>
          <p:cNvSpPr txBox="1"/>
          <p:nvPr>
            <p:ph idx="17" type="body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23" name="Google Shape;1323;p21"/>
          <p:cNvSpPr txBox="1"/>
          <p:nvPr>
            <p:ph idx="18" type="body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b="1"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324" name="Google Shape;1324;p21"/>
          <p:cNvSpPr txBox="1"/>
          <p:nvPr>
            <p:ph idx="19" type="body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325" name="Google Shape;1325;p21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1326" name="Google Shape;1326;p2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35" name="Google Shape;1335;p2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336" name="Google Shape;1336;p2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337" name="Google Shape;1337;p2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338" name="Google Shape;1338;p2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339" name="Google Shape;1339;p2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0" name="Google Shape;1340;p2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1" name="Google Shape;1341;p2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342" name="Google Shape;1342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343" name="Google Shape;1343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344" name="Google Shape;1344;p2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345" name="Google Shape;1345;p2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6" name="Google Shape;1346;p2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47" name="Google Shape;1347;p2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348" name="Google Shape;1348;p2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9" name="Google Shape;1349;p2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50" name="Google Shape;1350;p2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351" name="Google Shape;1351;p2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2" name="Google Shape;1352;p2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353" name="Google Shape;1353;p2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354" name="Google Shape;1354;p2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5" name="Google Shape;1355;p2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356" name="Google Shape;1356;p2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357" name="Google Shape;1357;p2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2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2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60" name="Google Shape;1360;p2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361" name="Google Shape;1361;p2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362" name="Google Shape;1362;p2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363" name="Google Shape;1363;p2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64" name="Google Shape;1364;p2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365" name="Google Shape;1365;p2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6" name="Google Shape;1366;p2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67" name="Google Shape;1367;p2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6x">
  <p:cSld name="Agenda 6x"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2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0" name="Google Shape;1370;p22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1" name="Google Shape;1371;p2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372" name="Google Shape;1372;p2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79" name="Google Shape;1379;p2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380" name="Google Shape;1380;p2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383" name="Google Shape;1383;p2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86" name="Google Shape;1386;p2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387" name="Google Shape;1387;p2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90" name="Google Shape;1390;p2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391" name="Google Shape;1391;p2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94" name="Google Shape;1394;p2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397" name="Google Shape;1397;p2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398" name="Google Shape;1398;p2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399" name="Google Shape;1399;p2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400" name="Google Shape;1400;p2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401" name="Google Shape;1401;p2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2" name="Google Shape;1402;p2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3" name="Google Shape;1403;p2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404" name="Google Shape;1404;p2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05" name="Google Shape;1405;p2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06" name="Google Shape;1406;p2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07" name="Google Shape;1407;p2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8" name="Google Shape;1408;p2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9" name="Google Shape;1409;p2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10" name="Google Shape;1410;p2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1" name="Google Shape;1411;p2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12" name="Google Shape;1412;p2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413" name="Google Shape;1413;p2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4" name="Google Shape;1414;p2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415" name="Google Shape;1415;p2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416" name="Google Shape;1416;p2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417" name="Google Shape;1417;p2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8" name="Google Shape;1418;p2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419" name="Google Shape;1419;p2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420" name="Google Shape;1420;p2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21" name="Google Shape;1421;p2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22" name="Google Shape;1422;p2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423" name="Google Shape;1423;p2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424" name="Google Shape;1424;p2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425" name="Google Shape;1425;p2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426" name="Google Shape;1426;p2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427" name="Google Shape;1427;p2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428" name="Google Shape;1428;p2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429" name="Google Shape;1429;p2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430" name="Google Shape;1430;p2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431" name="Google Shape;1431;p22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432" name="Google Shape;1432;p22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433" name="Google Shape;1433;p22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7x">
  <p:cSld name="Agenda 7x"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3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6" name="Google Shape;1436;p23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7" name="Google Shape;1437;p23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438" name="Google Shape;1438;p2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445" name="Google Shape;1445;p2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446" name="Google Shape;1446;p2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449" name="Google Shape;1449;p2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450" name="Google Shape;1450;p2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52" name="Google Shape;1452;p2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53" name="Google Shape;1453;p2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4" name="Google Shape;1454;p2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5" name="Google Shape;1455;p2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56" name="Google Shape;1456;p2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57" name="Google Shape;1457;p2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8" name="Google Shape;1458;p2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9" name="Google Shape;1459;p2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60" name="Google Shape;1460;p2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463" name="Google Shape;1463;p2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464" name="Google Shape;1464;p2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465" name="Google Shape;1465;p2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466" name="Google Shape;1466;p2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467" name="Google Shape;1467;p2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8" name="Google Shape;1468;p2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9" name="Google Shape;1469;p2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470" name="Google Shape;1470;p2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71" name="Google Shape;1471;p2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72" name="Google Shape;1472;p2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73" name="Google Shape;1473;p2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4" name="Google Shape;1474;p2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5" name="Google Shape;1475;p2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76" name="Google Shape;1476;p2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7" name="Google Shape;1477;p2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78" name="Google Shape;1478;p2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479" name="Google Shape;1479;p2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0" name="Google Shape;1480;p2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481" name="Google Shape;1481;p2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482" name="Google Shape;1482;p2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483" name="Google Shape;1483;p2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4" name="Google Shape;1484;p2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485" name="Google Shape;1485;p2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486" name="Google Shape;1486;p2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87" name="Google Shape;1487;p2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88" name="Google Shape;1488;p2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489" name="Google Shape;1489;p2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490" name="Google Shape;1490;p2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491" name="Google Shape;1491;p2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492" name="Google Shape;1492;p2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493" name="Google Shape;1493;p2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494" name="Google Shape;1494;p2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495" name="Google Shape;1495;p2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496" name="Google Shape;1496;p2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497" name="Google Shape;1497;p23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498" name="Google Shape;1498;p23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499" name="Google Shape;1499;p23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4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2" name="Google Shape;1502;p24"/>
          <p:cNvSpPr txBox="1"/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03" name="Google Shape;1503;p24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04" name="Google Shape;1504;p24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5" name="Google Shape;1505;p24"/>
          <p:cNvSpPr txBox="1"/>
          <p:nvPr>
            <p:ph idx="1" type="body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506" name="Google Shape;1506;p24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507" name="Google Shape;1507;p2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508" name="Google Shape;1508;p2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515" name="Google Shape;1515;p2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516" name="Google Shape;1516;p2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519" name="Google Shape;1519;p2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22" name="Google Shape;1522;p2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23" name="Google Shape;1523;p2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4" name="Google Shape;1524;p2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5" name="Google Shape;1525;p2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26" name="Google Shape;1526;p2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27" name="Google Shape;1527;p2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8" name="Google Shape;1528;p2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2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30" name="Google Shape;1530;p2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533" name="Google Shape;1533;p2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534" name="Google Shape;1534;p2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535" name="Google Shape;1535;p2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536" name="Google Shape;1536;p2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537" name="Google Shape;1537;p2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8" name="Google Shape;1538;p2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9" name="Google Shape;1539;p2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540" name="Google Shape;1540;p2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41" name="Google Shape;1541;p2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42" name="Google Shape;1542;p2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543" name="Google Shape;1543;p2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4" name="Google Shape;1544;p2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45" name="Google Shape;1545;p2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546" name="Google Shape;1546;p2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7" name="Google Shape;1547;p2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548" name="Google Shape;1548;p2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549" name="Google Shape;1549;p2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0" name="Google Shape;1550;p2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551" name="Google Shape;1551;p2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552" name="Google Shape;1552;p2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553" name="Google Shape;1553;p2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4" name="Google Shape;1554;p2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555" name="Google Shape;1555;p2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556" name="Google Shape;1556;p2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557" name="Google Shape;1557;p2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558" name="Google Shape;1558;p2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559" name="Google Shape;1559;p2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560" name="Google Shape;1560;p2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561" name="Google Shape;1561;p2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562" name="Google Shape;1562;p2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563" name="Google Shape;1563;p2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564" name="Google Shape;1564;p2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565" name="Google Shape;1565;p2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566" name="Google Shape;1566;p2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26"/>
          <p:cNvSpPr/>
          <p:nvPr>
            <p:ph idx="2" type="pic"/>
          </p:nvPr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76" name="Google Shape;1576;p26"/>
          <p:cNvSpPr txBox="1"/>
          <p:nvPr>
            <p:ph idx="1" type="subTitle"/>
          </p:nvPr>
        </p:nvSpPr>
        <p:spPr>
          <a:xfrm>
            <a:off x="718946" y="5710306"/>
            <a:ext cx="51363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/>
        </p:txBody>
      </p:sp>
      <p:grpSp>
        <p:nvGrpSpPr>
          <p:cNvPr id="1577" name="Google Shape;1577;p26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1578" name="Google Shape;1578;p26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585" name="Google Shape;1585;p26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586" name="Google Shape;1586;p26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6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6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589" name="Google Shape;1589;p26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590" name="Google Shape;1590;p26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6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92" name="Google Shape;1592;p26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93" name="Google Shape;1593;p2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2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2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6" name="Google Shape;1596;p26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97" name="Google Shape;1597;p2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9" name="Google Shape;1599;p2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600" name="Google Shape;1600;p2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602" name="Google Shape;1602;p2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603" name="Google Shape;1603;p26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604" name="Google Shape;1604;p2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605" name="Google Shape;1605;p2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606" name="Google Shape;1606;p2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607" name="Google Shape;1607;p2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8" name="Google Shape;1608;p2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9" name="Google Shape;1609;p2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610" name="Google Shape;1610;p2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611" name="Google Shape;1611;p2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612" name="Google Shape;1612;p2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13" name="Google Shape;1613;p2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4" name="Google Shape;1614;p2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15" name="Google Shape;1615;p2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16" name="Google Shape;1616;p2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7" name="Google Shape;1617;p2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18" name="Google Shape;1618;p2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619" name="Google Shape;1619;p2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0" name="Google Shape;1620;p26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621" name="Google Shape;1621;p26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622" name="Google Shape;1622;p2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623" name="Google Shape;1623;p2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4" name="Google Shape;1624;p26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625" name="Google Shape;1625;p2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626" name="Google Shape;1626;p2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627" name="Google Shape;1627;p2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628" name="Google Shape;1628;p2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629" name="Google Shape;1629;p2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630" name="Google Shape;1630;p2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631" name="Google Shape;1631;p2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632" name="Google Shape;1632;p2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633" name="Google Shape;1633;p2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634" name="Google Shape;1634;p2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635" name="Google Shape;1635;p2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636" name="Google Shape;1636;p2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637" name="Google Shape;1637;p26"/>
          <p:cNvSpPr txBox="1"/>
          <p:nvPr>
            <p:ph idx="3" type="body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638" name="Google Shape;1638;p26"/>
          <p:cNvSpPr txBox="1"/>
          <p:nvPr>
            <p:ph idx="10" type="dt"/>
          </p:nvPr>
        </p:nvSpPr>
        <p:spPr>
          <a:xfrm>
            <a:off x="718946" y="6195358"/>
            <a:ext cx="293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39" name="Google Shape;1639;p26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40" name="Google Shape;1640;p26"/>
          <p:cNvSpPr txBox="1"/>
          <p:nvPr>
            <p:ph idx="4" type="body"/>
          </p:nvPr>
        </p:nvSpPr>
        <p:spPr>
          <a:xfrm>
            <a:off x="721632" y="3438798"/>
            <a:ext cx="5133600" cy="21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5100"/>
              <a:buFont typeface="Calibri"/>
              <a:buNone/>
              <a:defRPr b="1" sz="51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1">
  <p:cSld name="Text #1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7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643" name="Google Shape;1643;p27"/>
          <p:cNvSpPr txBox="1"/>
          <p:nvPr>
            <p:ph idx="1" type="body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1644" name="Google Shape;1644;p27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1645" name="Google Shape;1645;p27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646" name="Google Shape;1646;p2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647" name="Google Shape;1647;p2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668" name="Google Shape;1668;p2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669" name="Google Shape;1669;p2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670" name="Google Shape;1670;p2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1" name="Google Shape;1671;p2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672" name="Google Shape;1672;p2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673" name="Google Shape;1673;p2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74" name="Google Shape;1674;p2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675" name="Google Shape;1675;p2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676" name="Google Shape;1676;p2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77" name="Google Shape;1677;p2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78" name="Google Shape;1678;p2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79" name="Google Shape;1679;p2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80" name="Google Shape;1680;p2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681" name="Google Shape;1681;p2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2" name="Google Shape;1682;p2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683" name="Google Shape;1683;p2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684" name="Google Shape;1684;p2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85" name="Google Shape;1685;p2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86" name="Google Shape;1686;p2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87" name="Google Shape;1687;p2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88" name="Google Shape;1688;p2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689" name="Google Shape;1689;p2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690" name="Google Shape;1690;p27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1691" name="Google Shape;1691;p2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1692" name="Google Shape;1692;p2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693" name="Google Shape;1693;p2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694" name="Google Shape;1694;p2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695" name="Google Shape;1695;p2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96" name="Google Shape;1696;p2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697" name="Google Shape;1697;p2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98" name="Google Shape;1698;p2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99" name="Google Shape;1699;p2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00" name="Google Shape;1700;p2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01" name="Google Shape;1701;p2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702" name="Google Shape;1702;p2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03" name="Google Shape;1703;p2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704" name="Google Shape;1704;p2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5" name="Google Shape;1705;p2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06" name="Google Shape;1706;p2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07" name="Google Shape;1707;p2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08" name="Google Shape;1708;p2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09" name="Google Shape;1709;p2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10" name="Google Shape;1710;p2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711" name="Google Shape;1711;p2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12" name="Google Shape;1712;p2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713" name="Google Shape;1713;p2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714" name="Google Shape;1714;p2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15" name="Google Shape;1715;p2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16" name="Google Shape;1716;p2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17" name="Google Shape;1717;p2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1718" name="Google Shape;1718;p27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719" name="Google Shape;1719;p27"/>
          <p:cNvSpPr txBox="1"/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2">
  <p:cSld name="Text #2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722" name="Google Shape;1722;p28"/>
          <p:cNvSpPr txBox="1"/>
          <p:nvPr>
            <p:ph idx="1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1723" name="Google Shape;1723;p28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#2</a:t>
            </a:r>
            <a:endParaRPr sz="1500"/>
          </a:p>
        </p:txBody>
      </p:sp>
      <p:sp>
        <p:nvSpPr>
          <p:cNvPr id="1724" name="Google Shape;1724;p28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725" name="Google Shape;1725;p28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726" name="Google Shape;1726;p28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727" name="Google Shape;1727;p2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728" name="Google Shape;1728;p2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729" name="Google Shape;1729;p2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730" name="Google Shape;1730;p2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731" name="Google Shape;1731;p2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732" name="Google Shape;1732;p2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733" name="Google Shape;1733;p2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734" name="Google Shape;1734;p2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735" name="Google Shape;1735;p2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736" name="Google Shape;1736;p2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737" name="Google Shape;1737;p2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738" name="Google Shape;1738;p2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739" name="Google Shape;1739;p2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740" name="Google Shape;1740;p2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741" name="Google Shape;1741;p2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742" name="Google Shape;1742;p2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743" name="Google Shape;1743;p2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744" name="Google Shape;1744;p2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745" name="Google Shape;1745;p2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746" name="Google Shape;1746;p2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747" name="Google Shape;1747;p2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748" name="Google Shape;1748;p2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749" name="Google Shape;1749;p2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750" name="Google Shape;1750;p2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751" name="Google Shape;1751;p2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753" name="Google Shape;1753;p2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754" name="Google Shape;1754;p2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55" name="Google Shape;1755;p2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756" name="Google Shape;1756;p2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757" name="Google Shape;1757;p2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58" name="Google Shape;1758;p2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59" name="Google Shape;1759;p2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0" name="Google Shape;1760;p2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1" name="Google Shape;1761;p2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762" name="Google Shape;1762;p2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63" name="Google Shape;1763;p2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764" name="Google Shape;1764;p2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65" name="Google Shape;1765;p2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6" name="Google Shape;1766;p2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7" name="Google Shape;1767;p2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8" name="Google Shape;1768;p2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9" name="Google Shape;1769;p2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770" name="Google Shape;1770;p2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71" name="Google Shape;1771;p28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1772" name="Google Shape;1772;p2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1773" name="Google Shape;1773;p2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774" name="Google Shape;1774;p2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775" name="Google Shape;1775;p2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776" name="Google Shape;1776;p2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7" name="Google Shape;1777;p2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778" name="Google Shape;1778;p2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79" name="Google Shape;1779;p2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80" name="Google Shape;1780;p2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81" name="Google Shape;1781;p2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82" name="Google Shape;1782;p2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783" name="Google Shape;1783;p2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84" name="Google Shape;1784;p2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785" name="Google Shape;1785;p2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86" name="Google Shape;1786;p2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87" name="Google Shape;1787;p2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88" name="Google Shape;1788;p2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89" name="Google Shape;1789;p2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90" name="Google Shape;1790;p2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91" name="Google Shape;1791;p2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792" name="Google Shape;1792;p2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93" name="Google Shape;1793;p2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794" name="Google Shape;1794;p2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795" name="Google Shape;1795;p2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96" name="Google Shape;1796;p2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97" name="Google Shape;1797;p2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98" name="Google Shape;1798;p2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3">
  <p:cSld name="Text #3"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2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801" name="Google Shape;1801;p29"/>
          <p:cNvSpPr txBox="1"/>
          <p:nvPr>
            <p:ph idx="1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1802" name="Google Shape;1802;p2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1803" name="Google Shape;1803;p29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804" name="Google Shape;1804;p29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805" name="Google Shape;1805;p29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806" name="Google Shape;1806;p2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807" name="Google Shape;1807;p2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808" name="Google Shape;1808;p2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809" name="Google Shape;1809;p2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10" name="Google Shape;1810;p2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811" name="Google Shape;1811;p2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812" name="Google Shape;1812;p2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13" name="Google Shape;1813;p2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814" name="Google Shape;1814;p2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815" name="Google Shape;1815;p2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816" name="Google Shape;1816;p2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817" name="Google Shape;1817;p2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818" name="Google Shape;1818;p2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819" name="Google Shape;1819;p2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820" name="Google Shape;1820;p2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821" name="Google Shape;1821;p2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822" name="Google Shape;1822;p2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23" name="Google Shape;1823;p2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824" name="Google Shape;1824;p2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25" name="Google Shape;1825;p2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826" name="Google Shape;1826;p2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827" name="Google Shape;1827;p2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828" name="Google Shape;1828;p2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829" name="Google Shape;1829;p2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830" name="Google Shape;1830;p2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1" name="Google Shape;1831;p2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832" name="Google Shape;1832;p2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833" name="Google Shape;1833;p2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34" name="Google Shape;1834;p2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835" name="Google Shape;1835;p2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836" name="Google Shape;1836;p2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37" name="Google Shape;1837;p2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38" name="Google Shape;1838;p2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39" name="Google Shape;1839;p2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40" name="Google Shape;1840;p2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841" name="Google Shape;1841;p2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42" name="Google Shape;1842;p2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843" name="Google Shape;1843;p2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844" name="Google Shape;1844;p2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45" name="Google Shape;1845;p2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46" name="Google Shape;1846;p2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47" name="Google Shape;1847;p2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48" name="Google Shape;1848;p2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849" name="Google Shape;1849;p2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50" name="Google Shape;1850;p29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1851" name="Google Shape;1851;p2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1852" name="Google Shape;1852;p2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853" name="Google Shape;1853;p2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854" name="Google Shape;1854;p2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855" name="Google Shape;1855;p2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6" name="Google Shape;1856;p2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857" name="Google Shape;1857;p2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8" name="Google Shape;1858;p2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9" name="Google Shape;1859;p2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0" name="Google Shape;1860;p2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1" name="Google Shape;1861;p2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862" name="Google Shape;1862;p2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63" name="Google Shape;1863;p2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864" name="Google Shape;1864;p2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65" name="Google Shape;1865;p2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866" name="Google Shape;1866;p2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7" name="Google Shape;1867;p2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8" name="Google Shape;1868;p2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9" name="Google Shape;1869;p2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70" name="Google Shape;1870;p2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871" name="Google Shape;1871;p2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2" name="Google Shape;1872;p2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873" name="Google Shape;1873;p2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874" name="Google Shape;1874;p2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875" name="Google Shape;1875;p2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876" name="Google Shape;1876;p2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877" name="Google Shape;1877;p2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s)">
  <p:cSld name="Text + Image (s)"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30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1880" name="Google Shape;1880;p30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881" name="Google Shape;1881;p30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1882" name="Google Shape;1882;p30"/>
          <p:cNvSpPr txBox="1"/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83" name="Google Shape;1883;p30"/>
          <p:cNvSpPr/>
          <p:nvPr>
            <p:ph idx="3" type="pic"/>
          </p:nvPr>
        </p:nvSpPr>
        <p:spPr>
          <a:xfrm>
            <a:off x="8562290" y="722313"/>
            <a:ext cx="2901300" cy="5083200"/>
          </a:xfrm>
          <a:prstGeom prst="roundRect">
            <a:avLst>
              <a:gd fmla="val 543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884" name="Google Shape;1884;p30"/>
          <p:cNvSpPr txBox="1"/>
          <p:nvPr>
            <p:ph idx="4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1885" name="Google Shape;1885;p3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886" name="Google Shape;1886;p3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897" name="Google Shape;1897;p3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898" name="Google Shape;1898;p3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907" name="Google Shape;1907;p3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908" name="Google Shape;1908;p3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909" name="Google Shape;1909;p3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0" name="Google Shape;1910;p3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911" name="Google Shape;1911;p3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912" name="Google Shape;1912;p3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13" name="Google Shape;1913;p3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914" name="Google Shape;1914;p3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915" name="Google Shape;1915;p3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6" name="Google Shape;1916;p3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7" name="Google Shape;1917;p3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8" name="Google Shape;1918;p3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9" name="Google Shape;1919;p3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920" name="Google Shape;1920;p3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1" name="Google Shape;1921;p3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922" name="Google Shape;1922;p3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923" name="Google Shape;1923;p3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4" name="Google Shape;1924;p3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5" name="Google Shape;1925;p3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6" name="Google Shape;1926;p3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7" name="Google Shape;1927;p3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928" name="Google Shape;1928;p3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929" name="Google Shape;1929;p30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1930" name="Google Shape;1930;p3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1931" name="Google Shape;1931;p3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932" name="Google Shape;1932;p3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933" name="Google Shape;1933;p3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934" name="Google Shape;1934;p3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5" name="Google Shape;1935;p3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936" name="Google Shape;1936;p3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37" name="Google Shape;1937;p3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38" name="Google Shape;1938;p3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39" name="Google Shape;1939;p3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40" name="Google Shape;1940;p3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941" name="Google Shape;1941;p3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2" name="Google Shape;1942;p3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943" name="Google Shape;1943;p3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44" name="Google Shape;1944;p3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945" name="Google Shape;1945;p3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46" name="Google Shape;1946;p3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47" name="Google Shape;1947;p3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48" name="Google Shape;1948;p3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49" name="Google Shape;1949;p3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950" name="Google Shape;1950;p3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3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952" name="Google Shape;1952;p3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953" name="Google Shape;1953;p3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954" name="Google Shape;1954;p3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955" name="Google Shape;1955;p3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956" name="Google Shape;1956;p3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1957" name="Google Shape;1957;p3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1958" name="Google Shape;1958;p3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967" name="Google Shape;1967;p3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968" name="Google Shape;1968;p3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969" name="Google Shape;1969;p3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970" name="Google Shape;1970;p3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971" name="Google Shape;1971;p3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2" name="Google Shape;1972;p3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3" name="Google Shape;1973;p3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974" name="Google Shape;1974;p3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75" name="Google Shape;1975;p3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976" name="Google Shape;1976;p3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977" name="Google Shape;1977;p3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8" name="Google Shape;1978;p3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79" name="Google Shape;1979;p3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980" name="Google Shape;1980;p3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1" name="Google Shape;1981;p3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82" name="Google Shape;1982;p3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983" name="Google Shape;1983;p3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4" name="Google Shape;1984;p3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985" name="Google Shape;1985;p3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1986" name="Google Shape;1986;p3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7" name="Google Shape;1987;p3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988" name="Google Shape;1988;p3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989" name="Google Shape;1989;p3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0" name="Google Shape;1990;p3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3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92" name="Google Shape;1992;p3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993" name="Google Shape;1993;p3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994" name="Google Shape;1994;p3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995" name="Google Shape;1995;p3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6" name="Google Shape;1996;p3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997" name="Google Shape;1997;p3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8" name="Google Shape;1998;p3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99" name="Google Shape;1999;p3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m)">
  <p:cSld name="Text + Image (m)"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31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2002" name="Google Shape;2002;p31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003" name="Google Shape;2003;p31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004" name="Google Shape;2004;p31"/>
          <p:cNvSpPr txBox="1"/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05" name="Google Shape;2005;p31"/>
          <p:cNvSpPr/>
          <p:nvPr>
            <p:ph idx="3" type="pic"/>
          </p:nvPr>
        </p:nvSpPr>
        <p:spPr>
          <a:xfrm>
            <a:off x="6384888" y="722312"/>
            <a:ext cx="5078400" cy="5083200"/>
          </a:xfrm>
          <a:prstGeom prst="roundRect">
            <a:avLst>
              <a:gd fmla="val 331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006" name="Google Shape;2006;p31"/>
          <p:cNvSpPr txBox="1"/>
          <p:nvPr>
            <p:ph idx="4" type="body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2007" name="Google Shape;2007;p3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008" name="Google Shape;2008;p3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009" name="Google Shape;2009;p3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10" name="Google Shape;2010;p3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11" name="Google Shape;2011;p3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12" name="Google Shape;2012;p3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013" name="Google Shape;2013;p3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14" name="Google Shape;2014;p3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029" name="Google Shape;2029;p3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030" name="Google Shape;2030;p3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031" name="Google Shape;2031;p3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2" name="Google Shape;2032;p3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033" name="Google Shape;2033;p3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034" name="Google Shape;2034;p3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3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036" name="Google Shape;2036;p3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037" name="Google Shape;2037;p3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8" name="Google Shape;2038;p3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9" name="Google Shape;2039;p3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0" name="Google Shape;2040;p3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1" name="Google Shape;2041;p3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042" name="Google Shape;2042;p3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43" name="Google Shape;2043;p3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044" name="Google Shape;2044;p3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045" name="Google Shape;2045;p3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6" name="Google Shape;2046;p3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7" name="Google Shape;2047;p3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8" name="Google Shape;2048;p3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9" name="Google Shape;2049;p3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050" name="Google Shape;2050;p3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051" name="Google Shape;2051;p31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2052" name="Google Shape;2052;p3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2053" name="Google Shape;2053;p3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054" name="Google Shape;2054;p3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055" name="Google Shape;2055;p3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056" name="Google Shape;2056;p3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57" name="Google Shape;2057;p3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058" name="Google Shape;2058;p3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59" name="Google Shape;2059;p3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0" name="Google Shape;2060;p3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1" name="Google Shape;2061;p3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2" name="Google Shape;2062;p3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063" name="Google Shape;2063;p3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64" name="Google Shape;2064;p3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065" name="Google Shape;2065;p3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6" name="Google Shape;2066;p3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067" name="Google Shape;2067;p3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8" name="Google Shape;2068;p3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9" name="Google Shape;2069;p3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70" name="Google Shape;2070;p3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71" name="Google Shape;2071;p3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072" name="Google Shape;2072;p3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3" name="Google Shape;2073;p3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074" name="Google Shape;2074;p3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075" name="Google Shape;2075;p3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076" name="Google Shape;2076;p3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077" name="Google Shape;2077;p3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078" name="Google Shape;2078;p3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079" name="Google Shape;2079;p3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080" name="Google Shape;2080;p3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85" name="Google Shape;2085;p3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88" name="Google Shape;2088;p3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089" name="Google Shape;2089;p3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090" name="Google Shape;2090;p3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091" name="Google Shape;2091;p3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092" name="Google Shape;2092;p3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093" name="Google Shape;2093;p3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94" name="Google Shape;2094;p3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95" name="Google Shape;2095;p3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096" name="Google Shape;2096;p3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97" name="Google Shape;2097;p3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098" name="Google Shape;2098;p3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099" name="Google Shape;2099;p3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0" name="Google Shape;2100;p3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01" name="Google Shape;2101;p3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102" name="Google Shape;2102;p3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3" name="Google Shape;2103;p3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04" name="Google Shape;2104;p3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105" name="Google Shape;2105;p3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6" name="Google Shape;2106;p3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107" name="Google Shape;2107;p3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108" name="Google Shape;2108;p3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9" name="Google Shape;2109;p3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110" name="Google Shape;2110;p3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111" name="Google Shape;2111;p3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2" name="Google Shape;2112;p3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3" name="Google Shape;2113;p3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14" name="Google Shape;2114;p3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115" name="Google Shape;2115;p3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116" name="Google Shape;2116;p3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117" name="Google Shape;2117;p3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18" name="Google Shape;2118;p3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119" name="Google Shape;2119;p3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3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21" name="Google Shape;2121;p3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m) #2">
  <p:cSld name="Text + Image (m) #2"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32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124" name="Google Shape;2124;p32"/>
          <p:cNvSpPr/>
          <p:nvPr>
            <p:ph idx="2" type="pic"/>
          </p:nvPr>
        </p:nvSpPr>
        <p:spPr>
          <a:xfrm>
            <a:off x="6383338" y="722312"/>
            <a:ext cx="5079900" cy="5083200"/>
          </a:xfrm>
          <a:prstGeom prst="roundRect">
            <a:avLst>
              <a:gd fmla="val 331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25" name="Google Shape;2125;p32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2126" name="Google Shape;2126;p32"/>
          <p:cNvSpPr txBox="1"/>
          <p:nvPr>
            <p:ph idx="1" type="body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2127" name="Google Shape;2127;p32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128" name="Google Shape;2128;p32"/>
          <p:cNvSpPr txBox="1"/>
          <p:nvPr>
            <p:ph idx="4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129" name="Google Shape;2129;p32"/>
          <p:cNvSpPr txBox="1"/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2130" name="Google Shape;2130;p3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131" name="Google Shape;2131;p3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132" name="Google Shape;2132;p3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133" name="Google Shape;2133;p3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34" name="Google Shape;2134;p3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135" name="Google Shape;2135;p3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136" name="Google Shape;2136;p3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137" name="Google Shape;2137;p3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138" name="Google Shape;2138;p3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139" name="Google Shape;2139;p3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140" name="Google Shape;2140;p3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141" name="Google Shape;2141;p3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142" name="Google Shape;2142;p3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143" name="Google Shape;2143;p3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144" name="Google Shape;2144;p3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145" name="Google Shape;2145;p3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146" name="Google Shape;2146;p3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47" name="Google Shape;2147;p3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148" name="Google Shape;2148;p3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149" name="Google Shape;2149;p3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150" name="Google Shape;2150;p3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151" name="Google Shape;2151;p3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152" name="Google Shape;2152;p3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153" name="Google Shape;2153;p3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154" name="Google Shape;2154;p3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5" name="Google Shape;2155;p3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156" name="Google Shape;2156;p3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157" name="Google Shape;2157;p3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58" name="Google Shape;2158;p3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159" name="Google Shape;2159;p3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160" name="Google Shape;2160;p3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1" name="Google Shape;2161;p3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2" name="Google Shape;2162;p3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3" name="Google Shape;2163;p3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4" name="Google Shape;2164;p3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165" name="Google Shape;2165;p3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66" name="Google Shape;2166;p3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167" name="Google Shape;2167;p3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168" name="Google Shape;2168;p3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9" name="Google Shape;2169;p3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0" name="Google Shape;2170;p3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1" name="Google Shape;2171;p3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2" name="Google Shape;2172;p3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173" name="Google Shape;2173;p3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74" name="Google Shape;2174;p32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2175" name="Google Shape;2175;p3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2176" name="Google Shape;2176;p3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177" name="Google Shape;2177;p3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178" name="Google Shape;2178;p3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179" name="Google Shape;2179;p3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0" name="Google Shape;2180;p3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181" name="Google Shape;2181;p3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82" name="Google Shape;2182;p3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83" name="Google Shape;2183;p3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84" name="Google Shape;2184;p3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85" name="Google Shape;2185;p3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186" name="Google Shape;2186;p3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7" name="Google Shape;2187;p3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188" name="Google Shape;2188;p3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9" name="Google Shape;2189;p3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190" name="Google Shape;2190;p3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91" name="Google Shape;2191;p3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92" name="Google Shape;2192;p3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93" name="Google Shape;2193;p3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94" name="Google Shape;2194;p3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195" name="Google Shape;2195;p3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96" name="Google Shape;2196;p3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197" name="Google Shape;2197;p3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198" name="Google Shape;2198;p3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99" name="Google Shape;2199;p3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200" name="Google Shape;2200;p3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201" name="Google Shape;2201;p3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202" name="Google Shape;2202;p3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203" name="Google Shape;2203;p3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204" name="Google Shape;2204;p3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205" name="Google Shape;2205;p3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206" name="Google Shape;2206;p3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3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208" name="Google Shape;2208;p3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209" name="Google Shape;2209;p3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210" name="Google Shape;2210;p3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211" name="Google Shape;2211;p3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212" name="Google Shape;2212;p3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213" name="Google Shape;2213;p3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214" name="Google Shape;2214;p3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215" name="Google Shape;2215;p3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216" name="Google Shape;2216;p3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17" name="Google Shape;2217;p3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18" name="Google Shape;2218;p3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219" name="Google Shape;2219;p3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20" name="Google Shape;2220;p3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221" name="Google Shape;2221;p3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222" name="Google Shape;2222;p3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3" name="Google Shape;2223;p3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4" name="Google Shape;2224;p3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225" name="Google Shape;2225;p3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6" name="Google Shape;2226;p3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227" name="Google Shape;2227;p3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228" name="Google Shape;2228;p3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9" name="Google Shape;2229;p3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230" name="Google Shape;2230;p3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231" name="Google Shape;2231;p3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2" name="Google Shape;2232;p3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233" name="Google Shape;2233;p3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234" name="Google Shape;2234;p3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5" name="Google Shape;2235;p3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6" name="Google Shape;2236;p3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37" name="Google Shape;2237;p3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238" name="Google Shape;2238;p3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239" name="Google Shape;2239;p3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240" name="Google Shape;2240;p3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41" name="Google Shape;2241;p3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242" name="Google Shape;2242;p3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3" name="Google Shape;2243;p3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244" name="Google Shape;2244;p3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l)">
  <p:cSld name="Text + Image (l)"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33"/>
          <p:cNvSpPr/>
          <p:nvPr>
            <p:ph idx="2" type="pic"/>
          </p:nvPr>
        </p:nvSpPr>
        <p:spPr>
          <a:xfrm>
            <a:off x="4329987" y="722312"/>
            <a:ext cx="7133100" cy="5083200"/>
          </a:xfrm>
          <a:prstGeom prst="roundRect">
            <a:avLst>
              <a:gd fmla="val 3394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247" name="Google Shape;2247;p33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2248" name="Google Shape;2248;p33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249" name="Google Shape;2249;p33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250" name="Google Shape;2250;p33"/>
          <p:cNvSpPr txBox="1"/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51" name="Google Shape;2251;p33"/>
          <p:cNvSpPr txBox="1"/>
          <p:nvPr>
            <p:ph idx="4" type="body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2252" name="Google Shape;2252;p3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253" name="Google Shape;2253;p3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254" name="Google Shape;2254;p3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255" name="Google Shape;2255;p3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256" name="Google Shape;2256;p3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257" name="Google Shape;2257;p3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258" name="Google Shape;2258;p3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59" name="Google Shape;2259;p3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261" name="Google Shape;2261;p3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262" name="Google Shape;2262;p3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263" name="Google Shape;2263;p3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264" name="Google Shape;2264;p3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265" name="Google Shape;2265;p3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266" name="Google Shape;2266;p3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267" name="Google Shape;2267;p3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268" name="Google Shape;2268;p3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270" name="Google Shape;2270;p3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71" name="Google Shape;2271;p3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274" name="Google Shape;2274;p3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275" name="Google Shape;2275;p3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276" name="Google Shape;2276;p3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7" name="Google Shape;2277;p3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278" name="Google Shape;2278;p3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279" name="Google Shape;2279;p3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80" name="Google Shape;2280;p3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281" name="Google Shape;2281;p3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282" name="Google Shape;2282;p3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3" name="Google Shape;2283;p3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4" name="Google Shape;2284;p3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5" name="Google Shape;2285;p3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6" name="Google Shape;2286;p3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287" name="Google Shape;2287;p3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8" name="Google Shape;2288;p3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289" name="Google Shape;2289;p3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290" name="Google Shape;2290;p3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1" name="Google Shape;2291;p3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2" name="Google Shape;2292;p3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3" name="Google Shape;2293;p3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4" name="Google Shape;2294;p3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295" name="Google Shape;2295;p3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96" name="Google Shape;2296;p33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2297" name="Google Shape;2297;p3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2298" name="Google Shape;2298;p3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299" name="Google Shape;2299;p3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300" name="Google Shape;2300;p3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301" name="Google Shape;2301;p3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02" name="Google Shape;2302;p3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303" name="Google Shape;2303;p3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04" name="Google Shape;2304;p3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05" name="Google Shape;2305;p3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06" name="Google Shape;2306;p3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07" name="Google Shape;2307;p3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308" name="Google Shape;2308;p3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09" name="Google Shape;2309;p3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310" name="Google Shape;2310;p3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11" name="Google Shape;2311;p3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312" name="Google Shape;2312;p3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13" name="Google Shape;2313;p3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14" name="Google Shape;2314;p3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15" name="Google Shape;2315;p3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16" name="Google Shape;2316;p3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317" name="Google Shape;2317;p3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18" name="Google Shape;2318;p3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319" name="Google Shape;2319;p3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320" name="Google Shape;2320;p3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321" name="Google Shape;2321;p3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322" name="Google Shape;2322;p3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323" name="Google Shape;2323;p3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324" name="Google Shape;2324;p3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325" name="Google Shape;2325;p3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326" name="Google Shape;2326;p3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327" name="Google Shape;2327;p3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31" name="Google Shape;2331;p3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332" name="Google Shape;2332;p3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333" name="Google Shape;2333;p3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334" name="Google Shape;2334;p3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335" name="Google Shape;2335;p3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336" name="Google Shape;2336;p3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337" name="Google Shape;2337;p3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338" name="Google Shape;2338;p3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39" name="Google Shape;2339;p3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0" name="Google Shape;2340;p3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341" name="Google Shape;2341;p3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342" name="Google Shape;2342;p3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343" name="Google Shape;2343;p3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344" name="Google Shape;2344;p3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5" name="Google Shape;2345;p3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46" name="Google Shape;2346;p3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347" name="Google Shape;2347;p3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8" name="Google Shape;2348;p3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349" name="Google Shape;2349;p3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350" name="Google Shape;2350;p3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1" name="Google Shape;2351;p3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352" name="Google Shape;2352;p3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353" name="Google Shape;2353;p3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4" name="Google Shape;2354;p3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355" name="Google Shape;2355;p3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356" name="Google Shape;2356;p3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7" name="Google Shape;2357;p3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8" name="Google Shape;2358;p3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59" name="Google Shape;2359;p3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360" name="Google Shape;2360;p3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361" name="Google Shape;2361;p3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362" name="Google Shape;2362;p3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63" name="Google Shape;2363;p3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364" name="Google Shape;2364;p3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5" name="Google Shape;2365;p3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366" name="Google Shape;2366;p3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rounded">
  <p:cSld name="Image rounded"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34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69" name="Google Shape;2369;p34"/>
          <p:cNvSpPr/>
          <p:nvPr/>
        </p:nvSpPr>
        <p:spPr>
          <a:xfrm>
            <a:off x="0" y="-367937"/>
            <a:ext cx="12936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 rounded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0" name="Google Shape;2370;p3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2371" name="Google Shape;2371;p3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372" name="Google Shape;2372;p3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373" name="Google Shape;2373;p3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3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375" name="Google Shape;2375;p3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76" name="Google Shape;2376;p3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377" name="Google Shape;2377;p3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378" name="Google Shape;2378;p3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2379" name="Google Shape;2379;p3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3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3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2382" name="Google Shape;2382;p3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2383" name="Google Shape;2383;p3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3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85" name="Google Shape;2385;p3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2386" name="Google Shape;2386;p3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7" name="Google Shape;2387;p3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8" name="Google Shape;2388;p3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89" name="Google Shape;2389;p3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2390" name="Google Shape;2390;p3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1" name="Google Shape;2391;p3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2" name="Google Shape;2392;p3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93" name="Google Shape;2393;p3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394" name="Google Shape;2394;p3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95" name="Google Shape;2395;p3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2396" name="Google Shape;2396;p3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2397" name="Google Shape;2397;p3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398" name="Google Shape;2398;p3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399" name="Google Shape;2399;p3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400" name="Google Shape;2400;p3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1" name="Google Shape;2401;p3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2" name="Google Shape;2402;p3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403" name="Google Shape;2403;p3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04" name="Google Shape;2404;p3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405" name="Google Shape;2405;p3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406" name="Google Shape;2406;p3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7" name="Google Shape;2407;p3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08" name="Google Shape;2408;p3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409" name="Google Shape;2409;p3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0" name="Google Shape;2410;p3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411" name="Google Shape;2411;p3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412" name="Google Shape;2412;p3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3" name="Google Shape;2413;p3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414" name="Google Shape;2414;p3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2415" name="Google Shape;2415;p3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416" name="Google Shape;2416;p3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7" name="Google Shape;2417;p3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2418" name="Google Shape;2418;p3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419" name="Google Shape;2419;p3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420" name="Google Shape;2420;p3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421" name="Google Shape;2421;p3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422" name="Google Shape;2422;p3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423" name="Google Shape;2423;p3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426" name="Google Shape;2426;p3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427" name="Google Shape;2427;p3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28" name="Google Shape;2428;p3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2429" name="Google Shape;2429;p3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2430" name="Google Shape;2430;p3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431" name="Google Shape;2431;p34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432" name="Google Shape;2432;p3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Chart">
  <p:cSld name="Text + Chart"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35"/>
          <p:cNvSpPr/>
          <p:nvPr>
            <p:ph idx="2" type="chart"/>
          </p:nvPr>
        </p:nvSpPr>
        <p:spPr>
          <a:xfrm>
            <a:off x="6374643" y="1587316"/>
            <a:ext cx="5088900" cy="42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08000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5" name="Google Shape;2435;p35"/>
          <p:cNvSpPr/>
          <p:nvPr/>
        </p:nvSpPr>
        <p:spPr>
          <a:xfrm>
            <a:off x="0" y="-367937"/>
            <a:ext cx="10080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Chart</a:t>
            </a:r>
            <a:endParaRPr sz="1500"/>
          </a:p>
        </p:txBody>
      </p:sp>
      <p:grpSp>
        <p:nvGrpSpPr>
          <p:cNvPr id="2436" name="Google Shape;2436;p35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2437" name="Google Shape;2437;p35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2438" name="Google Shape;2438;p35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2439" name="Google Shape;2439;p35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440" name="Google Shape;2440;p35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441" name="Google Shape;2441;p35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2442" name="Google Shape;2442;p35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3" name="Google Shape;2443;p35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4" name="Google Shape;2444;p35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2445" name="Google Shape;2445;p35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2446" name="Google Shape;2446;p35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47" name="Google Shape;2447;p35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2448" name="Google Shape;2448;p35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9" name="Google Shape;2449;p35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0" name="Google Shape;2450;p35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1" name="Google Shape;2451;p35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2452" name="Google Shape;2452;p35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53" name="Google Shape;2453;p35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2454" name="Google Shape;2454;p35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2455" name="Google Shape;2455;p35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456" name="Google Shape;2456;p35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2457" name="Google Shape;2457;p35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58" name="Google Shape;2458;p35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59" name="Google Shape;2459;p35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60" name="Google Shape;2460;p35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461" name="Google Shape;2461;p35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62" name="Google Shape;2462;p35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63" name="Google Shape;2463;p35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64" name="Google Shape;2464;p35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465" name="Google Shape;2465;p35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66" name="Google Shape;2466;p35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2467" name="Google Shape;2467;p35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8" name="Google Shape;2468;p35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fmla="val 50000" name="adj1"/>
                        <a:gd fmla="val 0" name="adj2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9" name="Google Shape;2469;p35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2470" name="Google Shape;2470;p35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471" name="Google Shape;2471;p35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2472" name="Google Shape;2472;p35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descr="Informatie" id="2473" name="Google Shape;2473;p35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rect b="b" l="l" r="r" t="t"/>
                  <a:pathLst>
                    <a:path extrusionOk="0" h="291719" w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74" name="Google Shape;2474;p35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475" name="Google Shape;2475;p35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476" name="Google Shape;2476;p35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rect b="b" l="l" r="r" t="t"/>
                    <a:pathLst>
                      <a:path extrusionOk="0" h="288" w="319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77" name="Google Shape;2477;p35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rect b="b" l="l" r="r" t="t"/>
                    <a:pathLst>
                      <a:path extrusionOk="0" h="100" w="251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78" name="Google Shape;2478;p35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rect b="b" l="l" r="r" t="t"/>
                    <a:pathLst>
                      <a:path extrusionOk="0" h="860" w="702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479" name="Google Shape;2479;p35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2480" name="Google Shape;2480;p35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2481" name="Google Shape;2481;p35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2482" name="Google Shape;2482;p35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483" name="Google Shape;2483;p35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35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485" name="Google Shape;2485;p35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486" name="Google Shape;2486;p35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2487" name="Google Shape;2487;p35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cap="flat" cmpd="sng" w="9525">
                  <a:solidFill>
                    <a:srgbClr val="F2F2F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488" name="Google Shape;2488;p35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89" name="Google Shape;2489;p35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2490" name="Google Shape;2490;p35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1" name="Google Shape;2491;p35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2" name="Google Shape;2492;p35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2493" name="Google Shape;2493;p35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2494" name="Google Shape;2494;p35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95" name="Google Shape;2495;p35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2496" name="Google Shape;2496;p35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7" name="Google Shape;2497;p35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8" name="Google Shape;2498;p35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9" name="Google Shape;2499;p35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rect b="b" l="l" r="r" t="t"/>
                    <a:pathLst>
                      <a:path extrusionOk="0" h="146804" w="225663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0" name="Google Shape;2500;p35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2501" name="Google Shape;2501;p35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rect b="b" l="l" r="r" t="t"/>
                    <a:pathLst>
                      <a:path extrusionOk="0" h="200436" w="165794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 cmpd="sng" w="9525">
                    <a:solidFill>
                      <a:srgbClr val="3F3E3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2" name="Google Shape;2502;p35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rect b="b" l="l" r="r" t="t"/>
                    <a:pathLst>
                      <a:path extrusionOk="0" h="67245" w="117808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cap="flat" cmpd="sng" w="9525">
                    <a:solidFill>
                      <a:srgbClr val="307EBD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503" name="Google Shape;2503;p35"/>
          <p:cNvSpPr/>
          <p:nvPr/>
        </p:nvSpPr>
        <p:spPr>
          <a:xfrm>
            <a:off x="708207" y="1587316"/>
            <a:ext cx="5256000" cy="4218000"/>
          </a:xfrm>
          <a:prstGeom prst="roundRect">
            <a:avLst>
              <a:gd fmla="val 3563" name="adj"/>
            </a:avLst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504" name="Google Shape;2504;p35"/>
          <p:cNvSpPr txBox="1"/>
          <p:nvPr>
            <p:ph idx="1" type="body"/>
          </p:nvPr>
        </p:nvSpPr>
        <p:spPr>
          <a:xfrm>
            <a:off x="865163" y="1768035"/>
            <a:ext cx="4906800" cy="3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2505" name="Google Shape;2505;p35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506" name="Google Shape;2506;p35"/>
          <p:cNvSpPr txBox="1"/>
          <p:nvPr>
            <p:ph idx="4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507" name="Google Shape;2507;p35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2508" name="Google Shape;2508;p3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509" name="Google Shape;2509;p3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522" name="Google Shape;2522;p3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523" name="Google Shape;2523;p3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524" name="Google Shape;2524;p3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525" name="Google Shape;2525;p3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526" name="Google Shape;2526;p3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527" name="Google Shape;2527;p3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528" name="Google Shape;2528;p3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529" name="Google Shape;2529;p3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530" name="Google Shape;2530;p3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531" name="Google Shape;2531;p3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532" name="Google Shape;2532;p3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3" name="Google Shape;2533;p3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534" name="Google Shape;2534;p3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535" name="Google Shape;2535;p3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6" name="Google Shape;2536;p3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537" name="Google Shape;2537;p3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38" name="Google Shape;2538;p3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9" name="Google Shape;2539;p3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0" name="Google Shape;2540;p3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1" name="Google Shape;2541;p3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2" name="Google Shape;2542;p3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543" name="Google Shape;2543;p3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44" name="Google Shape;2544;p3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545" name="Google Shape;2545;p3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546" name="Google Shape;2546;p3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7" name="Google Shape;2547;p3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8" name="Google Shape;2548;p3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9" name="Google Shape;2549;p3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50" name="Google Shape;2550;p3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551" name="Google Shape;2551;p3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552" name="Google Shape;2552;p35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2553" name="Google Shape;2553;p3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2554" name="Google Shape;2554;p3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555" name="Google Shape;2555;p3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556" name="Google Shape;2556;p3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58" name="Google Shape;2558;p3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59" name="Google Shape;2559;p3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60" name="Google Shape;2560;p3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61" name="Google Shape;2561;p3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62" name="Google Shape;2562;p3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63" name="Google Shape;2563;p3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564" name="Google Shape;2564;p3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5" name="Google Shape;2565;p3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566" name="Google Shape;2566;p3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7" name="Google Shape;2567;p3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568" name="Google Shape;2568;p3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69" name="Google Shape;2569;p3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70" name="Google Shape;2570;p3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71" name="Google Shape;2571;p3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72" name="Google Shape;2572;p3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573" name="Google Shape;2573;p3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74" name="Google Shape;2574;p3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575" name="Google Shape;2575;p3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576" name="Google Shape;2576;p3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577" name="Google Shape;2577;p3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578" name="Google Shape;2578;p3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579" name="Google Shape;2579;p3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hart">
  <p:cSld name="1_Chart"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36"/>
          <p:cNvSpPr/>
          <p:nvPr>
            <p:ph idx="2" type="chart"/>
          </p:nvPr>
        </p:nvSpPr>
        <p:spPr>
          <a:xfrm>
            <a:off x="720000" y="1592263"/>
            <a:ext cx="107400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08000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82" name="Google Shape;2582;p36"/>
          <p:cNvSpPr/>
          <p:nvPr/>
        </p:nvSpPr>
        <p:spPr>
          <a:xfrm>
            <a:off x="0" y="-367937"/>
            <a:ext cx="464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sz="1500"/>
          </a:p>
        </p:txBody>
      </p:sp>
      <p:grpSp>
        <p:nvGrpSpPr>
          <p:cNvPr id="2583" name="Google Shape;2583;p36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2584" name="Google Shape;2584;p36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2585" name="Google Shape;2585;p36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2586" name="Google Shape;2586;p36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587" name="Google Shape;2587;p36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588" name="Google Shape;2588;p36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2589" name="Google Shape;2589;p36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0" name="Google Shape;2590;p36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1" name="Google Shape;2591;p36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2592" name="Google Shape;2592;p36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2593" name="Google Shape;2593;p36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94" name="Google Shape;2594;p36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2595" name="Google Shape;2595;p36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6" name="Google Shape;2596;p36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7" name="Google Shape;2597;p36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98" name="Google Shape;2598;p36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2599" name="Google Shape;2599;p36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00" name="Google Shape;2600;p36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2601" name="Google Shape;2601;p36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2602" name="Google Shape;2602;p36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603" name="Google Shape;2603;p36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2604" name="Google Shape;2604;p36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605" name="Google Shape;2605;p36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606" name="Google Shape;2606;p36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607" name="Google Shape;2607;p36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608" name="Google Shape;2608;p36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09" name="Google Shape;2609;p36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10" name="Google Shape;2610;p36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11" name="Google Shape;2611;p36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612" name="Google Shape;2612;p36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3" name="Google Shape;2613;p36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2614" name="Google Shape;2614;p36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5" name="Google Shape;2615;p36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fmla="val 50000" name="adj1"/>
                        <a:gd fmla="val 0" name="adj2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6" name="Google Shape;2616;p36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2617" name="Google Shape;2617;p36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618" name="Google Shape;2618;p36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2619" name="Google Shape;2619;p36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descr="Informatie" id="2620" name="Google Shape;2620;p36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rect b="b" l="l" r="r" t="t"/>
                  <a:pathLst>
                    <a:path extrusionOk="0" h="291719" w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21" name="Google Shape;2621;p36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622" name="Google Shape;2622;p36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623" name="Google Shape;2623;p36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rect b="b" l="l" r="r" t="t"/>
                    <a:pathLst>
                      <a:path extrusionOk="0" h="288" w="319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24" name="Google Shape;2624;p36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rect b="b" l="l" r="r" t="t"/>
                    <a:pathLst>
                      <a:path extrusionOk="0" h="100" w="251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25" name="Google Shape;2625;p36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rect b="b" l="l" r="r" t="t"/>
                    <a:pathLst>
                      <a:path extrusionOk="0" h="860" w="702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626" name="Google Shape;2626;p36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2627" name="Google Shape;2627;p36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2628" name="Google Shape;2628;p36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2629" name="Google Shape;2629;p36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30" name="Google Shape;2630;p36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36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32" name="Google Shape;2632;p36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633" name="Google Shape;2633;p36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cap="flat" cmpd="sng" w="9525">
                  <a:solidFill>
                    <a:srgbClr val="F2F2F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635" name="Google Shape;2635;p36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36" name="Google Shape;2636;p36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2637" name="Google Shape;2637;p36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36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2640" name="Google Shape;2640;p36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2641" name="Google Shape;2641;p36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2" name="Google Shape;2642;p36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2643" name="Google Shape;2643;p36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4" name="Google Shape;2644;p36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5" name="Google Shape;2645;p36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6" name="Google Shape;2646;p36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rect b="b" l="l" r="r" t="t"/>
                    <a:pathLst>
                      <a:path extrusionOk="0" h="146804" w="225663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47" name="Google Shape;2647;p36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2648" name="Google Shape;2648;p36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rect b="b" l="l" r="r" t="t"/>
                    <a:pathLst>
                      <a:path extrusionOk="0" h="200436" w="165794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 cmpd="sng" w="9525">
                    <a:solidFill>
                      <a:srgbClr val="3F3E3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9" name="Google Shape;2649;p36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rect b="b" l="l" r="r" t="t"/>
                    <a:pathLst>
                      <a:path extrusionOk="0" h="67245" w="117808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cap="flat" cmpd="sng" w="9525">
                    <a:solidFill>
                      <a:srgbClr val="307EBD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650" name="Google Shape;2650;p36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651" name="Google Shape;2651;p36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652" name="Google Shape;2652;p36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Table">
  <p:cSld name="Text + Table"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7"/>
          <p:cNvSpPr/>
          <p:nvPr/>
        </p:nvSpPr>
        <p:spPr>
          <a:xfrm>
            <a:off x="0" y="-367937"/>
            <a:ext cx="992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Table</a:t>
            </a:r>
            <a:endParaRPr sz="1500"/>
          </a:p>
        </p:txBody>
      </p:sp>
      <p:grpSp>
        <p:nvGrpSpPr>
          <p:cNvPr id="2655" name="Google Shape;2655;p37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2656" name="Google Shape;2656;p37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2657" name="Google Shape;2657;p37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2658" name="Google Shape;2658;p37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59" name="Google Shape;2659;p37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0" name="Google Shape;2660;p37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2661" name="Google Shape;2661;p37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cap="flat" cmpd="sng" w="9525">
                  <a:solidFill>
                    <a:srgbClr val="F2F2F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662" name="Google Shape;2662;p37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63" name="Google Shape;2663;p37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64" name="Google Shape;2664;p37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2665" name="Google Shape;2665;p37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2666" name="Google Shape;2666;p37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37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8" name="Google Shape;2668;p37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2669" name="Google Shape;2669;p37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70" name="Google Shape;2670;p37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2671" name="Google Shape;2671;p37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rect b="b" l="l" r="r" t="t"/>
                    <a:pathLst>
                      <a:path extrusionOk="0" h="121443" w="80781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r>
                      <a:t/>
                    </a:r>
                    <a:endParaRPr b="1" i="0" sz="900" u="none" cap="none" strike="noStrik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72" name="Google Shape;2672;p37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fmla="val 2911" name="adj"/>
                    </a:avLst>
                  </a:prstGeom>
                  <a:solidFill>
                    <a:srgbClr val="FFFFFF"/>
                  </a:solidFill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r>
                      <a:t/>
                    </a:r>
                    <a:endParaRPr b="0" i="0" sz="7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3" name="Google Shape;2673;p37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rect b="b" l="l" r="r" t="t"/>
                    <a:pathLst>
                      <a:path extrusionOk="0" h="78381" w="40422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r>
                      <a:t/>
                    </a:r>
                    <a:endParaRPr b="0" i="0" sz="7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674" name="Google Shape;2674;p37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675" name="Google Shape;2675;p37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2676" name="Google Shape;2676;p37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677" name="Google Shape;2677;p37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2678" name="Google Shape;2678;p37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679" name="Google Shape;2679;p37"/>
                  <p:cNvCxnSpPr>
                    <a:stCxn id="2678" idx="0"/>
                    <a:endCxn id="2678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80" name="Google Shape;2680;p37"/>
                  <p:cNvCxnSpPr>
                    <a:stCxn id="2678" idx="1"/>
                    <a:endCxn id="2678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  <p:grpSp>
          <p:nvGrpSpPr>
            <p:cNvPr id="2681" name="Google Shape;2681;p37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2682" name="Google Shape;2682;p37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2683" name="Google Shape;2683;p37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84" name="Google Shape;2684;p37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2685" name="Google Shape;2685;p37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686" name="Google Shape;2686;p37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2687" name="Google Shape;2687;p37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descr="Informatie" id="2688" name="Google Shape;2688;p37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rect b="b" l="l" r="r" t="t"/>
                  <a:pathLst>
                    <a:path extrusionOk="0" h="291719" w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9" name="Google Shape;2689;p37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690" name="Google Shape;2690;p37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691" name="Google Shape;2691;p37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rect b="b" l="l" r="r" t="t"/>
                    <a:pathLst>
                      <a:path extrusionOk="0" h="288" w="319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92" name="Google Shape;2692;p37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rect b="b" l="l" r="r" t="t"/>
                    <a:pathLst>
                      <a:path extrusionOk="0" h="100" w="251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93" name="Google Shape;2693;p37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rect b="b" l="l" r="r" t="t"/>
                    <a:pathLst>
                      <a:path extrusionOk="0" h="860" w="702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694" name="Google Shape;2694;p37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2695" name="Google Shape;2695;p37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96" name="Google Shape;2696;p37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2697" name="Google Shape;2697;p37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2698" name="Google Shape;2698;p37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2699" name="Google Shape;2699;p37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2700" name="Google Shape;2700;p37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01" name="Google Shape;2701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02" name="Google Shape;2702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03" name="Google Shape;2703;p37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04" name="Google Shape;2704;p37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705" name="Google Shape;2705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06" name="Google Shape;2706;p37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rect b="b" l="l" r="r" t="t"/>
                      <a:pathLst>
                        <a:path extrusionOk="0" h="360000" w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07" name="Google Shape;2707;p37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2708" name="Google Shape;2708;p37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2709" name="Google Shape;2709;p37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710" name="Google Shape;2710;p37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11" name="Google Shape;2711;p37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12" name="Google Shape;2712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13" name="Google Shape;2713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14" name="Google Shape;2714;p37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15" name="Google Shape;2715;p37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716" name="Google Shape;2716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17" name="Google Shape;2717;p37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18" name="Google Shape;2718;p37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2719" name="Google Shape;2719;p37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2720" name="Google Shape;2720;p37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721" name="Google Shape;2721;p37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22" name="Google Shape;2722;p37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23" name="Google Shape;2723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24" name="Google Shape;2724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25" name="Google Shape;2725;p37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26" name="Google Shape;2726;p37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727" name="Google Shape;2727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28" name="Google Shape;2728;p37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29" name="Google Shape;2729;p37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2730" name="Google Shape;2730;p37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2731" name="Google Shape;2731;p37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732" name="Google Shape;2732;p37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33" name="Google Shape;2733;p37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734" name="Google Shape;2734;p37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35" name="Google Shape;2735;p37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36" name="Google Shape;2736;p37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37" name="Google Shape;2737;p37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738" name="Google Shape;2738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39" name="Google Shape;2739;p37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40" name="Google Shape;2740;p37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2741" name="Google Shape;2741;p37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2742" name="Google Shape;2742;p37"/>
                  <p:cNvGrpSpPr/>
                  <p:nvPr/>
                </p:nvGrpSpPr>
                <p:grpSpPr>
                  <a:xfrm flipH="1" rot="10800000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743" name="Google Shape;2743;p37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44" name="Google Shape;2744;p37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745" name="Google Shape;2745;p37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46" name="Google Shape;2746;p37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47" name="Google Shape;2747;p37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48" name="Google Shape;2748;p37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749" name="Google Shape;2749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50" name="Google Shape;2750;p37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51" name="Google Shape;2751;p37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sp>
        <p:nvSpPr>
          <p:cNvPr id="2752" name="Google Shape;2752;p37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753" name="Google Shape;2753;p37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754" name="Google Shape;2754;p37"/>
          <p:cNvSpPr/>
          <p:nvPr/>
        </p:nvSpPr>
        <p:spPr>
          <a:xfrm>
            <a:off x="708207" y="1587316"/>
            <a:ext cx="5256000" cy="4218000"/>
          </a:xfrm>
          <a:prstGeom prst="roundRect">
            <a:avLst>
              <a:gd fmla="val 3563" name="adj"/>
            </a:avLst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755" name="Google Shape;2755;p37"/>
          <p:cNvSpPr txBox="1"/>
          <p:nvPr>
            <p:ph idx="3" type="body"/>
          </p:nvPr>
        </p:nvSpPr>
        <p:spPr>
          <a:xfrm>
            <a:off x="865163" y="1768035"/>
            <a:ext cx="4906800" cy="3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2756" name="Google Shape;2756;p37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2757" name="Google Shape;2757;p3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758" name="Google Shape;2758;p3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759" name="Google Shape;2759;p3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760" name="Google Shape;2760;p3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761" name="Google Shape;2761;p3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762" name="Google Shape;2762;p3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763" name="Google Shape;2763;p3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764" name="Google Shape;2764;p3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765" name="Google Shape;2765;p3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766" name="Google Shape;2766;p3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767" name="Google Shape;2767;p3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768" name="Google Shape;2768;p3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769" name="Google Shape;2769;p3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770" name="Google Shape;2770;p3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771" name="Google Shape;2771;p3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772" name="Google Shape;2772;p3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773" name="Google Shape;2773;p3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774" name="Google Shape;2774;p3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775" name="Google Shape;2775;p3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776" name="Google Shape;2776;p3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777" name="Google Shape;2777;p3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778" name="Google Shape;2778;p3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779" name="Google Shape;2779;p3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780" name="Google Shape;2780;p3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781" name="Google Shape;2781;p3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2" name="Google Shape;2782;p3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783" name="Google Shape;2783;p3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784" name="Google Shape;2784;p3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85" name="Google Shape;2785;p3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786" name="Google Shape;2786;p3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787" name="Google Shape;2787;p3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88" name="Google Shape;2788;p3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89" name="Google Shape;2789;p3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0" name="Google Shape;2790;p3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1" name="Google Shape;2791;p3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792" name="Google Shape;2792;p3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93" name="Google Shape;2793;p3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794" name="Google Shape;2794;p3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795" name="Google Shape;2795;p3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6" name="Google Shape;2796;p3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7" name="Google Shape;2797;p3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8" name="Google Shape;2798;p3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9" name="Google Shape;2799;p3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800" name="Google Shape;2800;p3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801" name="Google Shape;2801;p37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2802" name="Google Shape;2802;p3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2803" name="Google Shape;2803;p3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804" name="Google Shape;2804;p3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805" name="Google Shape;2805;p3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07" name="Google Shape;2807;p3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808" name="Google Shape;2808;p3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09" name="Google Shape;2809;p3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10" name="Google Shape;2810;p3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11" name="Google Shape;2811;p3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12" name="Google Shape;2812;p3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813" name="Google Shape;2813;p3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4" name="Google Shape;2814;p3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815" name="Google Shape;2815;p3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16" name="Google Shape;2816;p3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817" name="Google Shape;2817;p3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18" name="Google Shape;2818;p3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19" name="Google Shape;2819;p3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20" name="Google Shape;2820;p3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21" name="Google Shape;2821;p3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822" name="Google Shape;2822;p3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23" name="Google Shape;2823;p3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824" name="Google Shape;2824;p3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825" name="Google Shape;2825;p3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26" name="Google Shape;2826;p3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27" name="Google Shape;2827;p3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828" name="Google Shape;2828;p3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38"/>
          <p:cNvSpPr/>
          <p:nvPr/>
        </p:nvSpPr>
        <p:spPr>
          <a:xfrm>
            <a:off x="0" y="-367937"/>
            <a:ext cx="449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500"/>
          </a:p>
        </p:txBody>
      </p:sp>
      <p:grpSp>
        <p:nvGrpSpPr>
          <p:cNvPr id="2831" name="Google Shape;2831;p38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2832" name="Google Shape;2832;p38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2833" name="Google Shape;2833;p38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2834" name="Google Shape;2834;p38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835" name="Google Shape;2835;p38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36" name="Google Shape;2836;p38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2837" name="Google Shape;2837;p38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cap="flat" cmpd="sng" w="9525">
                  <a:solidFill>
                    <a:srgbClr val="F2F2F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838" name="Google Shape;2838;p38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39" name="Google Shape;2839;p38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840" name="Google Shape;2840;p38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2841" name="Google Shape;2841;p38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2842" name="Google Shape;2842;p38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3" name="Google Shape;2843;p38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4" name="Google Shape;2844;p38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2845" name="Google Shape;2845;p38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46" name="Google Shape;2846;p38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2847" name="Google Shape;2847;p38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rect b="b" l="l" r="r" t="t"/>
                    <a:pathLst>
                      <a:path extrusionOk="0" h="121443" w="80781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r>
                      <a:t/>
                    </a:r>
                    <a:endParaRPr b="1" i="0" sz="900" u="none" cap="none" strike="noStrik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48" name="Google Shape;2848;p38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fmla="val 2911" name="adj"/>
                    </a:avLst>
                  </a:prstGeom>
                  <a:solidFill>
                    <a:srgbClr val="FFFFFF"/>
                  </a:solidFill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r>
                      <a:t/>
                    </a:r>
                    <a:endParaRPr b="0" i="0" sz="7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9" name="Google Shape;2849;p38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rect b="b" l="l" r="r" t="t"/>
                    <a:pathLst>
                      <a:path extrusionOk="0" h="78381" w="40422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r>
                      <a:t/>
                    </a:r>
                    <a:endParaRPr b="0" i="0" sz="7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50" name="Google Shape;2850;p38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51" name="Google Shape;2851;p38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2852" name="Google Shape;2852;p38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853" name="Google Shape;2853;p38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2854" name="Google Shape;2854;p38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855" name="Google Shape;2855;p38"/>
                  <p:cNvCxnSpPr>
                    <a:stCxn id="2854" idx="0"/>
                    <a:endCxn id="2854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56" name="Google Shape;2856;p38"/>
                  <p:cNvCxnSpPr>
                    <a:stCxn id="2854" idx="1"/>
                    <a:endCxn id="2854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  <p:grpSp>
          <p:nvGrpSpPr>
            <p:cNvPr id="2857" name="Google Shape;2857;p38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2858" name="Google Shape;2858;p38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2859" name="Google Shape;2859;p38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860" name="Google Shape;2860;p38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2861" name="Google Shape;2861;p38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862" name="Google Shape;2862;p38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2863" name="Google Shape;2863;p38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descr="Informatie" id="2864" name="Google Shape;2864;p38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rect b="b" l="l" r="r" t="t"/>
                  <a:pathLst>
                    <a:path extrusionOk="0" h="291719" w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65" name="Google Shape;2865;p38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866" name="Google Shape;2866;p38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867" name="Google Shape;2867;p38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rect b="b" l="l" r="r" t="t"/>
                    <a:pathLst>
                      <a:path extrusionOk="0" h="288" w="319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68" name="Google Shape;2868;p38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rect b="b" l="l" r="r" t="t"/>
                    <a:pathLst>
                      <a:path extrusionOk="0" h="100" w="251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69" name="Google Shape;2869;p38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rect b="b" l="l" r="r" t="t"/>
                    <a:pathLst>
                      <a:path extrusionOk="0" h="860" w="702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870" name="Google Shape;2870;p38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2871" name="Google Shape;2871;p38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872" name="Google Shape;2872;p38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2873" name="Google Shape;2873;p38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2874" name="Google Shape;2874;p38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2875" name="Google Shape;2875;p38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2876" name="Google Shape;2876;p38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77" name="Google Shape;2877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78" name="Google Shape;2878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79" name="Google Shape;2879;p38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80" name="Google Shape;2880;p38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881" name="Google Shape;2881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82" name="Google Shape;2882;p38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rect b="b" l="l" r="r" t="t"/>
                      <a:pathLst>
                        <a:path extrusionOk="0" h="360000" w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83" name="Google Shape;2883;p38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2884" name="Google Shape;2884;p38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2885" name="Google Shape;2885;p38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886" name="Google Shape;2886;p38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887" name="Google Shape;2887;p38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88" name="Google Shape;2888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89" name="Google Shape;2889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90" name="Google Shape;2890;p38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91" name="Google Shape;2891;p38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892" name="Google Shape;2892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93" name="Google Shape;2893;p38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94" name="Google Shape;2894;p38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2895" name="Google Shape;2895;p38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2896" name="Google Shape;2896;p38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897" name="Google Shape;2897;p38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898" name="Google Shape;2898;p38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99" name="Google Shape;2899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00" name="Google Shape;2900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01" name="Google Shape;2901;p38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02" name="Google Shape;2902;p38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903" name="Google Shape;2903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04" name="Google Shape;2904;p38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05" name="Google Shape;2905;p38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2906" name="Google Shape;2906;p38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2907" name="Google Shape;2907;p38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908" name="Google Shape;2908;p38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909" name="Google Shape;2909;p38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910" name="Google Shape;2910;p38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11" name="Google Shape;2911;p38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12" name="Google Shape;2912;p38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13" name="Google Shape;2913;p38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914" name="Google Shape;2914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15" name="Google Shape;2915;p38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16" name="Google Shape;2916;p38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2917" name="Google Shape;2917;p38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2918" name="Google Shape;2918;p38"/>
                  <p:cNvGrpSpPr/>
                  <p:nvPr/>
                </p:nvGrpSpPr>
                <p:grpSpPr>
                  <a:xfrm flipH="1" rot="10800000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919" name="Google Shape;2919;p38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920" name="Google Shape;2920;p38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921" name="Google Shape;2921;p38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22" name="Google Shape;2922;p38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23" name="Google Shape;2923;p38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24" name="Google Shape;2924;p38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2925" name="Google Shape;2925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26" name="Google Shape;2926;p38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27" name="Google Shape;2927;p38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sp>
        <p:nvSpPr>
          <p:cNvPr id="2928" name="Google Shape;2928;p38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929" name="Google Shape;2929;p38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930" name="Google Shape;2930;p38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">
  <p:cSld name="Video"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39"/>
          <p:cNvSpPr/>
          <p:nvPr>
            <p:ph idx="2" type="media"/>
          </p:nvPr>
        </p:nvSpPr>
        <p:spPr>
          <a:xfrm>
            <a:off x="193040" y="208281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08000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3" name="Google Shape;2933;p39"/>
          <p:cNvSpPr/>
          <p:nvPr/>
        </p:nvSpPr>
        <p:spPr>
          <a:xfrm>
            <a:off x="0" y="-367937"/>
            <a:ext cx="4953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1500"/>
          </a:p>
        </p:txBody>
      </p:sp>
      <p:sp>
        <p:nvSpPr>
          <p:cNvPr id="2934" name="Google Shape;2934;p39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935" name="Google Shape;2935;p39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2936" name="Google Shape;2936;p39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2937" name="Google Shape;2937;p39"/>
          <p:cNvGrpSpPr/>
          <p:nvPr/>
        </p:nvGrpSpPr>
        <p:grpSpPr>
          <a:xfrm>
            <a:off x="12377595" y="0"/>
            <a:ext cx="3693214" cy="6680351"/>
            <a:chOff x="-3786165" y="0"/>
            <a:chExt cx="3693214" cy="6680351"/>
          </a:xfrm>
        </p:grpSpPr>
        <p:sp>
          <p:nvSpPr>
            <p:cNvPr id="2938" name="Google Shape;2938;p39"/>
            <p:cNvSpPr/>
            <p:nvPr/>
          </p:nvSpPr>
          <p:spPr>
            <a:xfrm>
              <a:off x="-3786165" y="0"/>
              <a:ext cx="3593100" cy="5936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 VIDEO</a:t>
              </a:r>
              <a:endParaRPr sz="1500"/>
            </a:p>
          </p:txBody>
        </p:sp>
        <p:sp>
          <p:nvSpPr>
            <p:cNvPr id="2939" name="Google Shape;2939;p3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940" name="Google Shape;2940;p39"/>
            <p:cNvSpPr/>
            <p:nvPr/>
          </p:nvSpPr>
          <p:spPr>
            <a:xfrm>
              <a:off x="-3319415" y="465324"/>
              <a:ext cx="2944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video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pictogram to insert a new video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(see example below)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941" name="Google Shape;2941;p39"/>
            <p:cNvSpPr/>
            <p:nvPr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942" name="Google Shape;2942;p39"/>
            <p:cNvSpPr/>
            <p:nvPr/>
          </p:nvSpPr>
          <p:spPr>
            <a:xfrm>
              <a:off x="-3319415" y="1729710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video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2943" name="Google Shape;2943;p39"/>
            <p:cNvGrpSpPr/>
            <p:nvPr/>
          </p:nvGrpSpPr>
          <p:grpSpPr>
            <a:xfrm>
              <a:off x="-3311319" y="2164285"/>
              <a:ext cx="825600" cy="209700"/>
              <a:chOff x="13504624" y="2482850"/>
              <a:chExt cx="825600" cy="209700"/>
            </a:xfrm>
          </p:grpSpPr>
          <p:sp>
            <p:nvSpPr>
              <p:cNvPr id="2944" name="Google Shape;2944;p39"/>
              <p:cNvSpPr/>
              <p:nvPr/>
            </p:nvSpPr>
            <p:spPr>
              <a:xfrm>
                <a:off x="13504624" y="2482850"/>
                <a:ext cx="825600" cy="209700"/>
              </a:xfrm>
              <a:prstGeom prst="rect">
                <a:avLst/>
              </a:prstGeom>
              <a:solidFill>
                <a:srgbClr val="E5F1FB"/>
              </a:solidFill>
              <a:ln cap="flat" cmpd="sng" w="12700">
                <a:solidFill>
                  <a:srgbClr val="0B7ED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72000" spcFirstLastPara="1" rIns="28800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Insert</a:t>
                </a:r>
                <a:endParaRPr sz="1500"/>
              </a:p>
            </p:txBody>
          </p:sp>
          <p:cxnSp>
            <p:nvCxnSpPr>
              <p:cNvPr id="2945" name="Google Shape;2945;p39"/>
              <p:cNvCxnSpPr/>
              <p:nvPr/>
            </p:nvCxnSpPr>
            <p:spPr>
              <a:xfrm>
                <a:off x="14155269" y="2515250"/>
                <a:ext cx="0" cy="142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4546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46" name="Google Shape;2946;p39"/>
              <p:cNvSpPr/>
              <p:nvPr/>
            </p:nvSpPr>
            <p:spPr>
              <a:xfrm rot="10800000">
                <a:off x="14195955" y="2567051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9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7" name="Google Shape;2947;p39"/>
            <p:cNvSpPr/>
            <p:nvPr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948" name="Google Shape;2948;p39"/>
            <p:cNvSpPr/>
            <p:nvPr/>
          </p:nvSpPr>
          <p:spPr>
            <a:xfrm>
              <a:off x="-3319416" y="2553360"/>
              <a:ext cx="31263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thumbnail display of the slide on the left side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screen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‘Reset slide’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949" name="Google Shape;2949;p39"/>
            <p:cNvSpPr/>
            <p:nvPr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950" name="Google Shape;2950;p39"/>
            <p:cNvSpPr/>
            <p:nvPr/>
          </p:nvSpPr>
          <p:spPr>
            <a:xfrm>
              <a:off x="-3319415" y="4145790"/>
              <a:ext cx="2944800" cy="7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video, go to the tab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‘Video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video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video frame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brackets.</a:t>
              </a:r>
              <a:endParaRPr sz="1500"/>
            </a:p>
          </p:txBody>
        </p:sp>
        <p:grpSp>
          <p:nvGrpSpPr>
            <p:cNvPr id="2951" name="Google Shape;2951;p39"/>
            <p:cNvGrpSpPr/>
            <p:nvPr/>
          </p:nvGrpSpPr>
          <p:grpSpPr>
            <a:xfrm>
              <a:off x="-3449813" y="5047264"/>
              <a:ext cx="622279" cy="612887"/>
              <a:chOff x="12617641" y="3403239"/>
              <a:chExt cx="753000" cy="741634"/>
            </a:xfrm>
          </p:grpSpPr>
          <p:grpSp>
            <p:nvGrpSpPr>
              <p:cNvPr id="2952" name="Google Shape;2952;p3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953" name="Google Shape;2953;p39"/>
                <p:cNvGrpSpPr/>
                <p:nvPr/>
              </p:nvGrpSpPr>
              <p:grpSpPr>
                <a:xfrm>
                  <a:off x="12782157" y="3403239"/>
                  <a:ext cx="413053" cy="396029"/>
                  <a:chOff x="13554906" y="3320109"/>
                  <a:chExt cx="444000" cy="425700"/>
                </a:xfrm>
              </p:grpSpPr>
              <p:grpSp>
                <p:nvGrpSpPr>
                  <p:cNvPr id="2954" name="Google Shape;2954;p39"/>
                  <p:cNvGrpSpPr/>
                  <p:nvPr/>
                </p:nvGrpSpPr>
                <p:grpSpPr>
                  <a:xfrm>
                    <a:off x="13554906" y="3320109"/>
                    <a:ext cx="444000" cy="425700"/>
                    <a:chOff x="12909684" y="1276143"/>
                    <a:chExt cx="444000" cy="425700"/>
                  </a:xfrm>
                </p:grpSpPr>
                <p:sp>
                  <p:nvSpPr>
                    <p:cNvPr id="2955" name="Google Shape;2955;p39"/>
                    <p:cNvSpPr/>
                    <p:nvPr/>
                  </p:nvSpPr>
                  <p:spPr>
                    <a:xfrm>
                      <a:off x="12909684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56" name="Google Shape;2956;p3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57" name="Google Shape;2957;p3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958" name="Google Shape;2958;p3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59" name="Google Shape;2959;p3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960" name="Google Shape;2960;p3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1" name="Google Shape;2961;p3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2" name="Google Shape;2962;p3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63" name="Google Shape;2963;p3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4" name="Google Shape;2964;p3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5" name="Google Shape;2965;p3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66" name="Google Shape;2966;p3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967" name="Google Shape;2967;p3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8" name="Google Shape;2968;p39"/>
            <p:cNvSpPr/>
            <p:nvPr/>
          </p:nvSpPr>
          <p:spPr>
            <a:xfrm>
              <a:off x="-3316836" y="3119689"/>
              <a:ext cx="1239300" cy="720000"/>
            </a:xfrm>
            <a:prstGeom prst="rect">
              <a:avLst/>
            </a:prstGeom>
            <a:solidFill>
              <a:srgbClr val="ECECEC"/>
            </a:solidFill>
            <a:ln cap="flat" cmpd="sng" w="12700">
              <a:solidFill>
                <a:srgbClr val="D3D3D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72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100">
                <a:solidFill>
                  <a:srgbClr val="211F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69" name="Google Shape;2969;p39"/>
            <p:cNvGrpSpPr/>
            <p:nvPr/>
          </p:nvGrpSpPr>
          <p:grpSpPr>
            <a:xfrm>
              <a:off x="-2485819" y="3399207"/>
              <a:ext cx="1222259" cy="562582"/>
              <a:chOff x="-2485819" y="3399207"/>
              <a:chExt cx="1222259" cy="562582"/>
            </a:xfrm>
          </p:grpSpPr>
          <p:sp>
            <p:nvSpPr>
              <p:cNvPr id="2970" name="Google Shape;2970;p39"/>
              <p:cNvSpPr/>
              <p:nvPr/>
            </p:nvSpPr>
            <p:spPr>
              <a:xfrm>
                <a:off x="-2485819" y="3399207"/>
                <a:ext cx="1176600" cy="5049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1" name="Google Shape;2971;p39"/>
              <p:cNvSpPr/>
              <p:nvPr/>
            </p:nvSpPr>
            <p:spPr>
              <a:xfrm>
                <a:off x="-2479584" y="3652838"/>
                <a:ext cx="11640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2" name="Google Shape;2972;p39"/>
              <p:cNvGrpSpPr/>
              <p:nvPr/>
            </p:nvGrpSpPr>
            <p:grpSpPr>
              <a:xfrm>
                <a:off x="-2404501" y="3460379"/>
                <a:ext cx="155890" cy="131854"/>
                <a:chOff x="12968836" y="3354170"/>
                <a:chExt cx="404700" cy="342300"/>
              </a:xfrm>
            </p:grpSpPr>
            <p:sp>
              <p:nvSpPr>
                <p:cNvPr id="2973" name="Google Shape;2973;p39"/>
                <p:cNvSpPr/>
                <p:nvPr/>
              </p:nvSpPr>
              <p:spPr>
                <a:xfrm>
                  <a:off x="12968836" y="3354170"/>
                  <a:ext cx="404700" cy="342300"/>
                </a:xfrm>
                <a:prstGeom prst="roundRect">
                  <a:avLst>
                    <a:gd fmla="val 2911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4" name="Google Shape;2974;p39"/>
                <p:cNvSpPr/>
                <p:nvPr/>
              </p:nvSpPr>
              <p:spPr>
                <a:xfrm>
                  <a:off x="13025180" y="3401181"/>
                  <a:ext cx="305100" cy="4170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5" name="Google Shape;2975;p39"/>
                <p:cNvSpPr/>
                <p:nvPr/>
              </p:nvSpPr>
              <p:spPr>
                <a:xfrm>
                  <a:off x="13025181" y="3471575"/>
                  <a:ext cx="118800" cy="18180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6" name="Google Shape;2976;p39"/>
                <p:cNvSpPr/>
                <p:nvPr/>
              </p:nvSpPr>
              <p:spPr>
                <a:xfrm>
                  <a:off x="13180812" y="3481982"/>
                  <a:ext cx="135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7" name="Google Shape;2977;p39"/>
                <p:cNvSpPr/>
                <p:nvPr/>
              </p:nvSpPr>
              <p:spPr>
                <a:xfrm>
                  <a:off x="13180812" y="3554800"/>
                  <a:ext cx="69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8" name="Google Shape;2978;p39"/>
                <p:cNvSpPr/>
                <p:nvPr/>
              </p:nvSpPr>
              <p:spPr>
                <a:xfrm>
                  <a:off x="13180812" y="3627618"/>
                  <a:ext cx="69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79" name="Google Shape;2979;p39"/>
              <p:cNvGrpSpPr/>
              <p:nvPr/>
            </p:nvGrpSpPr>
            <p:grpSpPr>
              <a:xfrm>
                <a:off x="-2464480" y="3680799"/>
                <a:ext cx="207318" cy="237360"/>
                <a:chOff x="12835752" y="3926677"/>
                <a:chExt cx="538208" cy="616200"/>
              </a:xfrm>
            </p:grpSpPr>
            <p:grpSp>
              <p:nvGrpSpPr>
                <p:cNvPr id="2980" name="Google Shape;2980;p39"/>
                <p:cNvGrpSpPr/>
                <p:nvPr/>
              </p:nvGrpSpPr>
              <p:grpSpPr>
                <a:xfrm>
                  <a:off x="13000786" y="4006994"/>
                  <a:ext cx="373174" cy="315635"/>
                  <a:chOff x="12968836" y="3354170"/>
                  <a:chExt cx="404700" cy="342300"/>
                </a:xfrm>
              </p:grpSpPr>
              <p:sp>
                <p:nvSpPr>
                  <p:cNvPr id="2981" name="Google Shape;2981;p39"/>
                  <p:cNvSpPr/>
                  <p:nvPr/>
                </p:nvSpPr>
                <p:spPr>
                  <a:xfrm>
                    <a:off x="12968836" y="3354170"/>
                    <a:ext cx="404700" cy="342300"/>
                  </a:xfrm>
                  <a:prstGeom prst="roundRect">
                    <a:avLst>
                      <a:gd fmla="val 2911" name="adj"/>
                    </a:avLst>
                  </a:prstGeom>
                  <a:solidFill>
                    <a:schemeClr val="lt1"/>
                  </a:solidFill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8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2" name="Google Shape;2982;p39"/>
                  <p:cNvSpPr/>
                  <p:nvPr/>
                </p:nvSpPr>
                <p:spPr>
                  <a:xfrm>
                    <a:off x="13025180" y="3401181"/>
                    <a:ext cx="305100" cy="417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3" name="Google Shape;2983;p39"/>
                  <p:cNvSpPr/>
                  <p:nvPr/>
                </p:nvSpPr>
                <p:spPr>
                  <a:xfrm>
                    <a:off x="13025181" y="3471575"/>
                    <a:ext cx="118800" cy="1818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4" name="Google Shape;2984;p39"/>
                  <p:cNvSpPr/>
                  <p:nvPr/>
                </p:nvSpPr>
                <p:spPr>
                  <a:xfrm>
                    <a:off x="13180812" y="3481982"/>
                    <a:ext cx="135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5" name="Google Shape;2985;p39"/>
                  <p:cNvSpPr/>
                  <p:nvPr/>
                </p:nvSpPr>
                <p:spPr>
                  <a:xfrm>
                    <a:off x="13180812" y="3554800"/>
                    <a:ext cx="69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6" name="Google Shape;2986;p39"/>
                  <p:cNvSpPr/>
                  <p:nvPr/>
                </p:nvSpPr>
                <p:spPr>
                  <a:xfrm>
                    <a:off x="13180812" y="3627618"/>
                    <a:ext cx="69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87" name="Google Shape;2987;p39"/>
                <p:cNvSpPr/>
                <p:nvPr/>
              </p:nvSpPr>
              <p:spPr>
                <a:xfrm rot="-3962804">
                  <a:off x="12776183" y="4115311"/>
                  <a:ext cx="568238" cy="238931"/>
                </a:xfrm>
                <a:prstGeom prst="arc">
                  <a:avLst>
                    <a:gd fmla="val 15959368" name="adj1"/>
                    <a:gd fmla="val 1354623" name="adj2"/>
                  </a:avLst>
                </a:prstGeom>
                <a:noFill/>
                <a:ln cap="flat" cmpd="sng" w="19050">
                  <a:solidFill>
                    <a:srgbClr val="4D82B8"/>
                  </a:solidFill>
                  <a:prstDash val="solid"/>
                  <a:round/>
                  <a:headEnd len="med" w="med" type="stealth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8" name="Google Shape;2988;p39"/>
              <p:cNvSpPr txBox="1"/>
              <p:nvPr/>
            </p:nvSpPr>
            <p:spPr>
              <a:xfrm>
                <a:off x="-2245455" y="3460544"/>
                <a:ext cx="896100" cy="1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Layout</a:t>
                </a:r>
                <a:endParaRPr sz="1500"/>
              </a:p>
            </p:txBody>
          </p:sp>
          <p:sp>
            <p:nvSpPr>
              <p:cNvPr id="2989" name="Google Shape;2989;p39"/>
              <p:cNvSpPr txBox="1"/>
              <p:nvPr/>
            </p:nvSpPr>
            <p:spPr>
              <a:xfrm>
                <a:off x="-2258884" y="3712980"/>
                <a:ext cx="909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Reset slide</a:t>
                </a:r>
                <a:endParaRPr sz="1500"/>
              </a:p>
            </p:txBody>
          </p:sp>
          <p:sp>
            <p:nvSpPr>
              <p:cNvPr id="2990" name="Google Shape;2990;p39"/>
              <p:cNvSpPr/>
              <p:nvPr/>
            </p:nvSpPr>
            <p:spPr>
              <a:xfrm>
                <a:off x="-1360391" y="3783140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1" name="Google Shape;2991;p39"/>
            <p:cNvGrpSpPr/>
            <p:nvPr/>
          </p:nvGrpSpPr>
          <p:grpSpPr>
            <a:xfrm>
              <a:off x="-3310781" y="1231352"/>
              <a:ext cx="312034" cy="313503"/>
              <a:chOff x="-3310781" y="1231352"/>
              <a:chExt cx="312034" cy="313503"/>
            </a:xfrm>
          </p:grpSpPr>
          <p:sp>
            <p:nvSpPr>
              <p:cNvPr id="2992" name="Google Shape;2992;p39"/>
              <p:cNvSpPr/>
              <p:nvPr/>
            </p:nvSpPr>
            <p:spPr>
              <a:xfrm>
                <a:off x="-3310781" y="1231352"/>
                <a:ext cx="309000" cy="3090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6C6C6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39"/>
              <p:cNvSpPr/>
              <p:nvPr/>
            </p:nvSpPr>
            <p:spPr>
              <a:xfrm>
                <a:off x="-3308309" y="1231352"/>
                <a:ext cx="309562" cy="47054"/>
              </a:xfrm>
              <a:custGeom>
                <a:rect b="b" l="l" r="r" t="t"/>
                <a:pathLst>
                  <a:path extrusionOk="0" h="206829" w="1360714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4" name="Google Shape;2994;p39"/>
              <p:cNvSpPr/>
              <p:nvPr/>
            </p:nvSpPr>
            <p:spPr>
              <a:xfrm>
                <a:off x="-3309640" y="1497801"/>
                <a:ext cx="309562" cy="47054"/>
              </a:xfrm>
              <a:custGeom>
                <a:rect b="b" l="l" r="r" t="t"/>
                <a:pathLst>
                  <a:path extrusionOk="0" h="206829" w="1360714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5" name="Google Shape;2995;p39"/>
            <p:cNvSpPr/>
            <p:nvPr/>
          </p:nvSpPr>
          <p:spPr>
            <a:xfrm>
              <a:off x="-3786164" y="5852351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996" name="Google Shape;2996;p39"/>
            <p:cNvGrpSpPr/>
            <p:nvPr/>
          </p:nvGrpSpPr>
          <p:grpSpPr>
            <a:xfrm>
              <a:off x="-376743" y="5681381"/>
              <a:ext cx="283792" cy="283792"/>
              <a:chOff x="-510741" y="5913713"/>
              <a:chExt cx="267652" cy="267652"/>
            </a:xfrm>
          </p:grpSpPr>
          <p:sp>
            <p:nvSpPr>
              <p:cNvPr id="2997" name="Google Shape;2997;p3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2998" name="Google Shape;2998;p3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9" name="Google Shape;2999;p39"/>
            <p:cNvGrpSpPr/>
            <p:nvPr/>
          </p:nvGrpSpPr>
          <p:grpSpPr>
            <a:xfrm>
              <a:off x="-938434" y="5989728"/>
              <a:ext cx="627900" cy="576654"/>
              <a:chOff x="-938434" y="4570310"/>
              <a:chExt cx="627900" cy="576654"/>
            </a:xfrm>
          </p:grpSpPr>
          <p:grpSp>
            <p:nvGrpSpPr>
              <p:cNvPr id="3000" name="Google Shape;3000;p3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01" name="Google Shape;3001;p3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2" name="Google Shape;3002;p3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3" name="Google Shape;3003;p3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04" name="Google Shape;3004;p3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#1">
  <p:cSld name="Title only #1"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40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3007" name="Google Shape;3007;p40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08" name="Google Shape;3008;p40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09" name="Google Shape;3009;p40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41"/>
          <p:cNvSpPr txBox="1"/>
          <p:nvPr>
            <p:ph idx="1" type="body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12" name="Google Shape;3012;p41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013" name="Google Shape;3013;p41"/>
          <p:cNvSpPr txBox="1"/>
          <p:nvPr>
            <p:ph idx="2" type="body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14" name="Google Shape;3014;p41"/>
          <p:cNvSpPr txBox="1"/>
          <p:nvPr>
            <p:ph idx="3" type="body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15" name="Google Shape;3015;p41"/>
          <p:cNvSpPr txBox="1"/>
          <p:nvPr>
            <p:ph idx="4" type="body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16" name="Google Shape;3016;p41"/>
          <p:cNvSpPr txBox="1"/>
          <p:nvPr>
            <p:ph idx="5" type="body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17" name="Google Shape;3017;p41"/>
          <p:cNvSpPr txBox="1"/>
          <p:nvPr>
            <p:ph idx="6" type="body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+ Image">
  <p:cSld name="Intro + Image"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42"/>
          <p:cNvSpPr/>
          <p:nvPr>
            <p:ph idx="2" type="pic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20" name="Google Shape;3020;p42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021" name="Google Shape;3021;p42"/>
          <p:cNvSpPr txBox="1"/>
          <p:nvPr>
            <p:ph idx="1" type="body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3022" name="Google Shape;3022;p4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023" name="Google Shape;3023;p4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024" name="Google Shape;3024;p4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025" name="Google Shape;3025;p4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027" name="Google Shape;3027;p4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28" name="Google Shape;3028;p4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029" name="Google Shape;3029;p4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030" name="Google Shape;3030;p4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031" name="Google Shape;3031;p4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4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4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034" name="Google Shape;3034;p4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035" name="Google Shape;3035;p4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4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37" name="Google Shape;3037;p4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038" name="Google Shape;3038;p4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9" name="Google Shape;3039;p4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0" name="Google Shape;3040;p4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1" name="Google Shape;3041;p4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042" name="Google Shape;3042;p4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3" name="Google Shape;3043;p4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4" name="Google Shape;3044;p4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045" name="Google Shape;3045;p4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046" name="Google Shape;3046;p4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47" name="Google Shape;3047;p4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048" name="Google Shape;3048;p4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049" name="Google Shape;3049;p4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050" name="Google Shape;3050;p4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051" name="Google Shape;3051;p4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052" name="Google Shape;3052;p4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53" name="Google Shape;3053;p4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54" name="Google Shape;3054;p4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055" name="Google Shape;3055;p4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056" name="Google Shape;3056;p4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057" name="Google Shape;3057;p4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058" name="Google Shape;3058;p4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59" name="Google Shape;3059;p4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0" name="Google Shape;3060;p4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061" name="Google Shape;3061;p4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2" name="Google Shape;3062;p4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063" name="Google Shape;3063;p4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064" name="Google Shape;3064;p4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65" name="Google Shape;3065;p4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066" name="Google Shape;3066;p4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067" name="Google Shape;3067;p4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068" name="Google Shape;3068;p4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9" name="Google Shape;3069;p4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070" name="Google Shape;3070;p4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71" name="Google Shape;3071;p4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072" name="Google Shape;3072;p4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073" name="Google Shape;3073;p4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074" name="Google Shape;3074;p4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075" name="Google Shape;3075;p4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076" name="Google Shape;3076;p4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077" name="Google Shape;3077;p4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078" name="Google Shape;3078;p4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079" name="Google Shape;3079;p4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080" name="Google Shape;3080;p4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081" name="Google Shape;3081;p4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082" name="Google Shape;3082;p42"/>
          <p:cNvSpPr txBox="1"/>
          <p:nvPr>
            <p:ph idx="3" type="body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83" name="Google Shape;3083;p42"/>
          <p:cNvSpPr txBox="1"/>
          <p:nvPr>
            <p:ph idx="4" type="body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84" name="Google Shape;3084;p42"/>
          <p:cNvSpPr txBox="1"/>
          <p:nvPr>
            <p:ph idx="5" type="body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85" name="Google Shape;3085;p42"/>
          <p:cNvSpPr txBox="1"/>
          <p:nvPr>
            <p:ph idx="6" type="body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3086" name="Google Shape;3086;p42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3087" name="Google Shape;3087;p42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89" name="Google Shape;3089;p42"/>
            <p:cNvSpPr/>
            <p:nvPr/>
          </p:nvSpPr>
          <p:spPr>
            <a:xfrm flipH="1" rot="-5400000">
              <a:off x="-3925466" y="-351934"/>
              <a:ext cx="175200" cy="1029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0000" lIns="180000" spcFirstLastPara="1" rIns="180000" wrap="square" tIns="1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#2">
  <p:cSld name="Title slide #2">
    <p:spTree>
      <p:nvGrpSpPr>
        <p:cNvPr id="3090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43"/>
          <p:cNvSpPr/>
          <p:nvPr>
            <p:ph idx="2" type="pic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92" name="Google Shape;3092;p43"/>
          <p:cNvSpPr txBox="1"/>
          <p:nvPr>
            <p:ph idx="1" type="body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093" name="Google Shape;3093;p43"/>
          <p:cNvSpPr txBox="1"/>
          <p:nvPr>
            <p:ph idx="3" type="subTitle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/>
        </p:txBody>
      </p:sp>
      <p:grpSp>
        <p:nvGrpSpPr>
          <p:cNvPr id="3094" name="Google Shape;3094;p43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3095" name="Google Shape;3095;p4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096" name="Google Shape;3096;p4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097" name="Google Shape;3097;p4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099" name="Google Shape;3099;p4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00" name="Google Shape;3100;p4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101" name="Google Shape;3101;p4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102" name="Google Shape;3102;p4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103" name="Google Shape;3103;p4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4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4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106" name="Google Shape;3106;p4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107" name="Google Shape;3107;p4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8" name="Google Shape;3108;p4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09" name="Google Shape;3109;p4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10" name="Google Shape;3110;p4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1" name="Google Shape;3111;p4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2" name="Google Shape;3112;p4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13" name="Google Shape;3113;p4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14" name="Google Shape;3114;p4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5" name="Google Shape;3115;p4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6" name="Google Shape;3116;p4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17" name="Google Shape;3117;p4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120" name="Google Shape;3120;p4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121" name="Google Shape;3121;p4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122" name="Google Shape;3122;p4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123" name="Google Shape;3123;p4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124" name="Google Shape;3124;p4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5" name="Google Shape;3125;p4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6" name="Google Shape;3126;p4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127" name="Google Shape;3127;p4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28" name="Google Shape;3128;p4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29" name="Google Shape;3129;p4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30" name="Google Shape;3130;p4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1" name="Google Shape;3131;p4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32" name="Google Shape;3132;p4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33" name="Google Shape;3133;p4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4" name="Google Shape;3134;p4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135" name="Google Shape;3135;p4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136" name="Google Shape;3136;p4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37" name="Google Shape;3137;p4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138" name="Google Shape;3138;p4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139" name="Google Shape;3139;p4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140" name="Google Shape;3140;p4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1" name="Google Shape;3141;p4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142" name="Google Shape;3142;p4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143" name="Google Shape;3143;p4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144" name="Google Shape;3144;p4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145" name="Google Shape;3145;p4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146" name="Google Shape;3146;p4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147" name="Google Shape;3147;p4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148" name="Google Shape;3148;p4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149" name="Google Shape;3149;p4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150" name="Google Shape;3150;p4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151" name="Google Shape;3151;p4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152" name="Google Shape;3152;p4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153" name="Google Shape;3153;p4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154" name="Google Shape;3154;p43"/>
          <p:cNvSpPr txBox="1"/>
          <p:nvPr>
            <p:ph idx="4" type="body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155" name="Google Shape;3155;p43"/>
          <p:cNvSpPr txBox="1"/>
          <p:nvPr>
            <p:ph idx="10" type="dt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56" name="Google Shape;3156;p43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57" name="Google Shape;3157;p43"/>
          <p:cNvSpPr txBox="1"/>
          <p:nvPr>
            <p:ph idx="5" type="body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b="1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0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6x">
  <p:cSld name="Agenda 6x"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44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60" name="Google Shape;3160;p44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1" name="Google Shape;3161;p4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162" name="Google Shape;3162;p4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163" name="Google Shape;3163;p4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164" name="Google Shape;3164;p4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4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166" name="Google Shape;3166;p4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67" name="Google Shape;3167;p4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168" name="Google Shape;3168;p4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169" name="Google Shape;3169;p4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170" name="Google Shape;3170;p4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173" name="Google Shape;3173;p4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174" name="Google Shape;3174;p4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76" name="Google Shape;3176;p4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77" name="Google Shape;3177;p4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8" name="Google Shape;3178;p4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9" name="Google Shape;3179;p4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0" name="Google Shape;3180;p4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81" name="Google Shape;3181;p4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4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3" name="Google Shape;3183;p4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84" name="Google Shape;3184;p4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185" name="Google Shape;3185;p4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86" name="Google Shape;3186;p4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187" name="Google Shape;3187;p4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188" name="Google Shape;3188;p4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189" name="Google Shape;3189;p4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190" name="Google Shape;3190;p4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191" name="Google Shape;3191;p4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92" name="Google Shape;3192;p4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93" name="Google Shape;3193;p4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194" name="Google Shape;3194;p4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95" name="Google Shape;3195;p4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96" name="Google Shape;3196;p4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97" name="Google Shape;3197;p4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8" name="Google Shape;3198;p4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99" name="Google Shape;3199;p4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00" name="Google Shape;3200;p4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01" name="Google Shape;3201;p4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202" name="Google Shape;3202;p4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203" name="Google Shape;3203;p4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04" name="Google Shape;3204;p4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205" name="Google Shape;3205;p4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206" name="Google Shape;3206;p4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207" name="Google Shape;3207;p4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8" name="Google Shape;3208;p4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209" name="Google Shape;3209;p4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210" name="Google Shape;3210;p4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11" name="Google Shape;3211;p4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12" name="Google Shape;3212;p4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213" name="Google Shape;3213;p4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214" name="Google Shape;3214;p4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215" name="Google Shape;3215;p4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216" name="Google Shape;3216;p4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217" name="Google Shape;3217;p4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218" name="Google Shape;3218;p4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219" name="Google Shape;3219;p4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220" name="Google Shape;3220;p4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221" name="Google Shape;3221;p4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22" name="Google Shape;3222;p44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23" name="Google Shape;3223;p4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7x">
  <p:cSld name="Agenda 7x"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45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26" name="Google Shape;3226;p45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7" name="Google Shape;3227;p4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228" name="Google Shape;3228;p4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229" name="Google Shape;3229;p4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230" name="Google Shape;3230;p4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4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232" name="Google Shape;3232;p4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233" name="Google Shape;3233;p4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234" name="Google Shape;3234;p4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235" name="Google Shape;3235;p4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236" name="Google Shape;3236;p4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239" name="Google Shape;3239;p4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240" name="Google Shape;3240;p4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42" name="Google Shape;3242;p4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243" name="Google Shape;3243;p4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4" name="Google Shape;3244;p4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5" name="Google Shape;3245;p4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46" name="Google Shape;3246;p4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247" name="Google Shape;3247;p4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8" name="Google Shape;3248;p4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9" name="Google Shape;3249;p4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250" name="Google Shape;3250;p4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251" name="Google Shape;3251;p4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252" name="Google Shape;3252;p4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253" name="Google Shape;3253;p4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254" name="Google Shape;3254;p4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255" name="Google Shape;3255;p4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256" name="Google Shape;3256;p4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257" name="Google Shape;3257;p4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58" name="Google Shape;3258;p4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59" name="Google Shape;3259;p4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260" name="Google Shape;3260;p4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61" name="Google Shape;3261;p4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262" name="Google Shape;3262;p4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63" name="Google Shape;3263;p4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4" name="Google Shape;3264;p4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65" name="Google Shape;3265;p4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66" name="Google Shape;3266;p4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7" name="Google Shape;3267;p4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268" name="Google Shape;3268;p4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269" name="Google Shape;3269;p4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70" name="Google Shape;3270;p4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271" name="Google Shape;3271;p4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272" name="Google Shape;3272;p4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273" name="Google Shape;3273;p4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4" name="Google Shape;3274;p4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275" name="Google Shape;3275;p4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276" name="Google Shape;3276;p4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77" name="Google Shape;3277;p4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78" name="Google Shape;3278;p4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279" name="Google Shape;3279;p4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280" name="Google Shape;3280;p4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281" name="Google Shape;3281;p4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282" name="Google Shape;3282;p4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283" name="Google Shape;3283;p4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284" name="Google Shape;3284;p4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285" name="Google Shape;3285;p4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286" name="Google Shape;3286;p4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287" name="Google Shape;3287;p45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88" name="Google Shape;3288;p45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89" name="Google Shape;3289;p45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3290" name="Shape 3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p46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x">
  <p:cSld name="Introduction 1x"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47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294" name="Google Shape;3294;p47"/>
          <p:cNvSpPr/>
          <p:nvPr>
            <p:ph idx="2" type="pic"/>
          </p:nvPr>
        </p:nvSpPr>
        <p:spPr>
          <a:xfrm>
            <a:off x="708207" y="1592263"/>
            <a:ext cx="3939300" cy="4213200"/>
          </a:xfrm>
          <a:prstGeom prst="roundRect">
            <a:avLst>
              <a:gd fmla="val 3549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295" name="Google Shape;3295;p47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96" name="Google Shape;3296;p47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3297" name="Google Shape;3297;p47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298" name="Google Shape;3298;p47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99" name="Google Shape;3299;p47"/>
          <p:cNvSpPr txBox="1"/>
          <p:nvPr>
            <p:ph idx="4" type="body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b="1" sz="20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00" name="Google Shape;3300;p47"/>
          <p:cNvSpPr txBox="1"/>
          <p:nvPr>
            <p:ph idx="5" type="body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01" name="Google Shape;3301;p47"/>
          <p:cNvSpPr txBox="1"/>
          <p:nvPr>
            <p:ph idx="6" type="body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02" name="Google Shape;3302;p47"/>
          <p:cNvSpPr txBox="1"/>
          <p:nvPr>
            <p:ph idx="7" type="body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03" name="Google Shape;3303;p47"/>
          <p:cNvSpPr txBox="1"/>
          <p:nvPr>
            <p:ph idx="8" type="body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b="1" sz="32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04" name="Google Shape;3304;p47"/>
          <p:cNvSpPr txBox="1"/>
          <p:nvPr>
            <p:ph idx="9" type="body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3305" name="Google Shape;3305;p47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3306" name="Google Shape;3306;p4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307" name="Google Shape;3307;p4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308" name="Google Shape;3308;p4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309" name="Google Shape;3309;p4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0" name="Google Shape;3310;p4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311" name="Google Shape;3311;p4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312" name="Google Shape;3312;p4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313" name="Google Shape;3313;p4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14" name="Google Shape;3314;p4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315" name="Google Shape;3315;p4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316" name="Google Shape;3316;p4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317" name="Google Shape;3317;p4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318" name="Google Shape;3318;p4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319" name="Google Shape;3319;p4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20" name="Google Shape;3320;p4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21" name="Google Shape;3321;p4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322" name="Google Shape;3322;p4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23" name="Google Shape;3323;p4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324" name="Google Shape;3324;p4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25" name="Google Shape;3325;p4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6" name="Google Shape;3326;p4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27" name="Google Shape;3327;p4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28" name="Google Shape;3328;p4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9" name="Google Shape;3329;p4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30" name="Google Shape;3330;p4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2" name="Google Shape;3332;p4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333" name="Google Shape;3333;p4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334" name="Google Shape;3334;p4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5" name="Google Shape;3335;p4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336" name="Google Shape;3336;p4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337" name="Google Shape;3337;p4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8" name="Google Shape;3338;p4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9" name="Google Shape;3339;p4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40" name="Google Shape;3340;p4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341" name="Google Shape;3341;p4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342" name="Google Shape;3342;p4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343" name="Google Shape;3343;p4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44" name="Google Shape;3344;p4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345" name="Google Shape;3345;p4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6" name="Google Shape;3346;p4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47" name="Google Shape;3347;p4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2x">
  <p:cSld name="Introduction 2x">
    <p:spTree>
      <p:nvGrpSpPr>
        <p:cNvPr id="3348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4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350" name="Google Shape;3350;p48"/>
          <p:cNvSpPr/>
          <p:nvPr>
            <p:ph idx="2" type="pic"/>
          </p:nvPr>
        </p:nvSpPr>
        <p:spPr>
          <a:xfrm>
            <a:off x="708207" y="1592264"/>
            <a:ext cx="1725300" cy="1845300"/>
          </a:xfrm>
          <a:prstGeom prst="roundRect">
            <a:avLst>
              <a:gd fmla="val 850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51" name="Google Shape;3351;p48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2" name="Google Shape;3352;p48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3353" name="Google Shape;3353;p48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4" name="Google Shape;3354;p48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55" name="Google Shape;3355;p48"/>
          <p:cNvSpPr txBox="1"/>
          <p:nvPr>
            <p:ph idx="4" type="body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6" name="Google Shape;3356;p48"/>
          <p:cNvSpPr txBox="1"/>
          <p:nvPr>
            <p:ph idx="5" type="body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7" name="Google Shape;3357;p48"/>
          <p:cNvSpPr txBox="1"/>
          <p:nvPr>
            <p:ph idx="6" type="body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8" name="Google Shape;3358;p48"/>
          <p:cNvSpPr txBox="1"/>
          <p:nvPr>
            <p:ph idx="7" type="body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9" name="Google Shape;3359;p48"/>
          <p:cNvSpPr txBox="1"/>
          <p:nvPr>
            <p:ph idx="8" type="body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b="1"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0" name="Google Shape;3360;p48"/>
          <p:cNvSpPr txBox="1"/>
          <p:nvPr>
            <p:ph idx="9" type="body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1" name="Google Shape;3361;p48"/>
          <p:cNvSpPr/>
          <p:nvPr>
            <p:ph idx="13" type="pic"/>
          </p:nvPr>
        </p:nvSpPr>
        <p:spPr>
          <a:xfrm>
            <a:off x="6383338" y="1592264"/>
            <a:ext cx="1725300" cy="1845300"/>
          </a:xfrm>
          <a:prstGeom prst="roundRect">
            <a:avLst>
              <a:gd fmla="val 850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62" name="Google Shape;3362;p48"/>
          <p:cNvSpPr txBox="1"/>
          <p:nvPr>
            <p:ph idx="14" type="body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3" name="Google Shape;3363;p48"/>
          <p:cNvSpPr txBox="1"/>
          <p:nvPr>
            <p:ph idx="15" type="body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4" name="Google Shape;3364;p48"/>
          <p:cNvSpPr txBox="1"/>
          <p:nvPr>
            <p:ph idx="16" type="body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5" name="Google Shape;3365;p48"/>
          <p:cNvSpPr txBox="1"/>
          <p:nvPr>
            <p:ph idx="17" type="body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6" name="Google Shape;3366;p48"/>
          <p:cNvSpPr txBox="1"/>
          <p:nvPr>
            <p:ph idx="18" type="body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b="1"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7" name="Google Shape;3367;p48"/>
          <p:cNvSpPr txBox="1"/>
          <p:nvPr>
            <p:ph idx="19" type="body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3368" name="Google Shape;3368;p48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3369" name="Google Shape;3369;p4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370" name="Google Shape;3370;p4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371" name="Google Shape;3371;p4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372" name="Google Shape;3372;p4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4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374" name="Google Shape;3374;p4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375" name="Google Shape;3375;p4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376" name="Google Shape;3376;p4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77" name="Google Shape;3377;p4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378" name="Google Shape;3378;p4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379" name="Google Shape;3379;p4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380" name="Google Shape;3380;p4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381" name="Google Shape;3381;p4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382" name="Google Shape;3382;p4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3" name="Google Shape;3383;p4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4" name="Google Shape;3384;p4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385" name="Google Shape;3385;p4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86" name="Google Shape;3386;p4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387" name="Google Shape;3387;p4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88" name="Google Shape;3388;p4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9" name="Google Shape;3389;p4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90" name="Google Shape;3390;p4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91" name="Google Shape;3391;p4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2" name="Google Shape;3392;p4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93" name="Google Shape;3393;p4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394" name="Google Shape;3394;p4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5" name="Google Shape;3395;p4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396" name="Google Shape;3396;p4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397" name="Google Shape;3397;p4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8" name="Google Shape;3398;p4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399" name="Google Shape;3399;p4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400" name="Google Shape;3400;p4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1" name="Google Shape;3401;p4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2" name="Google Shape;3402;p4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03" name="Google Shape;3403;p4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404" name="Google Shape;3404;p4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405" name="Google Shape;3405;p4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406" name="Google Shape;3406;p4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07" name="Google Shape;3407;p4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408" name="Google Shape;3408;p4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9" name="Google Shape;3409;p4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10" name="Google Shape;3410;p4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341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49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13" name="Google Shape;3413;p49"/>
          <p:cNvSpPr txBox="1"/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14" name="Google Shape;3414;p49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15" name="Google Shape;3415;p49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6" name="Google Shape;3416;p49"/>
          <p:cNvSpPr txBox="1"/>
          <p:nvPr>
            <p:ph idx="1" type="body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417" name="Google Shape;3417;p49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3418" name="Google Shape;3418;p49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419" name="Google Shape;3419;p4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420" name="Google Shape;3420;p4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421" name="Google Shape;3421;p4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4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423" name="Google Shape;3423;p4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24" name="Google Shape;3424;p4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425" name="Google Shape;3425;p4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426" name="Google Shape;3426;p4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427" name="Google Shape;3427;p4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430" name="Google Shape;3430;p4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431" name="Google Shape;3431;p4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33" name="Google Shape;3433;p4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434" name="Google Shape;3434;p4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5" name="Google Shape;3435;p4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6" name="Google Shape;3436;p4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37" name="Google Shape;3437;p4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438" name="Google Shape;3438;p4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9" name="Google Shape;3439;p4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0" name="Google Shape;3440;p4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441" name="Google Shape;3441;p4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442" name="Google Shape;3442;p4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43" name="Google Shape;3443;p4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444" name="Google Shape;3444;p4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445" name="Google Shape;3445;p4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446" name="Google Shape;3446;p4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447" name="Google Shape;3447;p4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448" name="Google Shape;3448;p4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49" name="Google Shape;3449;p4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50" name="Google Shape;3450;p4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451" name="Google Shape;3451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52" name="Google Shape;3452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453" name="Google Shape;3453;p4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454" name="Google Shape;3454;p4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5" name="Google Shape;3455;p4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56" name="Google Shape;3456;p4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457" name="Google Shape;3457;p4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8" name="Google Shape;3458;p4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59" name="Google Shape;3459;p4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460" name="Google Shape;3460;p4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61" name="Google Shape;3461;p4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462" name="Google Shape;3462;p4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463" name="Google Shape;3463;p4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464" name="Google Shape;3464;p4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5" name="Google Shape;3465;p4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466" name="Google Shape;3466;p4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467" name="Google Shape;3467;p4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468" name="Google Shape;3468;p4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469" name="Google Shape;3469;p4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470" name="Google Shape;3470;p4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471" name="Google Shape;3471;p4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472" name="Google Shape;3472;p4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473" name="Google Shape;3473;p4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474" name="Google Shape;3474;p4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475" name="Google Shape;3475;p4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476" name="Google Shape;3476;p4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477" name="Google Shape;3477;p4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2x)">
  <p:cSld name="Text + Image (2x)">
    <p:spTree>
      <p:nvGrpSpPr>
        <p:cNvPr id="3478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p50"/>
          <p:cNvSpPr/>
          <p:nvPr>
            <p:ph idx="2" type="pic"/>
          </p:nvPr>
        </p:nvSpPr>
        <p:spPr>
          <a:xfrm>
            <a:off x="720001" y="1592264"/>
            <a:ext cx="5076000" cy="2442000"/>
          </a:xfrm>
          <a:prstGeom prst="roundRect">
            <a:avLst>
              <a:gd fmla="val 959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480" name="Google Shape;3480;p50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3481" name="Google Shape;3481;p50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482" name="Google Shape;3482;p50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483" name="Google Shape;3483;p50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84" name="Google Shape;3484;p50"/>
          <p:cNvSpPr/>
          <p:nvPr>
            <p:ph idx="4" type="pic"/>
          </p:nvPr>
        </p:nvSpPr>
        <p:spPr>
          <a:xfrm>
            <a:off x="6396001" y="1592264"/>
            <a:ext cx="5076000" cy="2442000"/>
          </a:xfrm>
          <a:prstGeom prst="roundRect">
            <a:avLst>
              <a:gd fmla="val 9597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3485" name="Google Shape;3485;p5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486" name="Google Shape;3486;p5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487" name="Google Shape;3487;p5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488" name="Google Shape;3488;p5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489" name="Google Shape;3489;p5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5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491" name="Google Shape;3491;p5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92" name="Google Shape;3492;p5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493" name="Google Shape;3493;p5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494" name="Google Shape;3494;p5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495" name="Google Shape;3495;p5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496" name="Google Shape;3496;p5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497" name="Google Shape;3497;p5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498" name="Google Shape;3498;p5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499" name="Google Shape;3499;p5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0" name="Google Shape;3500;p5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1" name="Google Shape;3501;p5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502" name="Google Shape;3502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03" name="Google Shape;3503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04" name="Google Shape;3504;p5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05" name="Google Shape;3505;p5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6" name="Google Shape;3506;p5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07" name="Google Shape;3507;p5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08" name="Google Shape;3508;p5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9" name="Google Shape;3509;p5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10" name="Google Shape;3510;p5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511" name="Google Shape;3511;p5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2" name="Google Shape;3512;p5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513" name="Google Shape;3513;p5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514" name="Google Shape;3514;p5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5" name="Google Shape;3515;p5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516" name="Google Shape;3516;p5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517" name="Google Shape;3517;p5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8" name="Google Shape;3518;p5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9" name="Google Shape;3519;p5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0" name="Google Shape;3520;p5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521" name="Google Shape;3521;p5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522" name="Google Shape;3522;p5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523" name="Google Shape;3523;p5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24" name="Google Shape;3524;p5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525" name="Google Shape;3525;p5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6" name="Google Shape;3526;p5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27" name="Google Shape;3527;p5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3x)">
  <p:cSld name="Text + Image (3x)">
    <p:spTree>
      <p:nvGrpSpPr>
        <p:cNvPr id="3528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51"/>
          <p:cNvSpPr/>
          <p:nvPr/>
        </p:nvSpPr>
        <p:spPr>
          <a:xfrm>
            <a:off x="0" y="-367937"/>
            <a:ext cx="14325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(3x)</a:t>
            </a:r>
            <a:endParaRPr sz="1500"/>
          </a:p>
        </p:txBody>
      </p:sp>
      <p:sp>
        <p:nvSpPr>
          <p:cNvPr id="3530" name="Google Shape;3530;p51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31" name="Google Shape;3531;p51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32" name="Google Shape;3532;p51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33" name="Google Shape;3533;p51"/>
          <p:cNvSpPr/>
          <p:nvPr>
            <p:ph idx="3" type="pic"/>
          </p:nvPr>
        </p:nvSpPr>
        <p:spPr>
          <a:xfrm>
            <a:off x="708207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34" name="Google Shape;3534;p51"/>
          <p:cNvSpPr/>
          <p:nvPr>
            <p:ph idx="4" type="pic"/>
          </p:nvPr>
        </p:nvSpPr>
        <p:spPr>
          <a:xfrm>
            <a:off x="4483529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35" name="Google Shape;3535;p51"/>
          <p:cNvSpPr/>
          <p:nvPr>
            <p:ph idx="5" type="pic"/>
          </p:nvPr>
        </p:nvSpPr>
        <p:spPr>
          <a:xfrm>
            <a:off x="8258849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536" name="Google Shape;3536;p5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537" name="Google Shape;3537;p5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538" name="Google Shape;3538;p5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539" name="Google Shape;3539;p5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540" name="Google Shape;3540;p5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5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542" name="Google Shape;3542;p5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543" name="Google Shape;3543;p5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544" name="Google Shape;3544;p5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545" name="Google Shape;3545;p5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546" name="Google Shape;3546;p5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547" name="Google Shape;3547;p5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548" name="Google Shape;3548;p5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549" name="Google Shape;3549;p5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550" name="Google Shape;3550;p5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1" name="Google Shape;3551;p5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5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553" name="Google Shape;3553;p5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54" name="Google Shape;3554;p5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55" name="Google Shape;3555;p5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56" name="Google Shape;3556;p5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57" name="Google Shape;3557;p5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58" name="Google Shape;3558;p5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59" name="Google Shape;3559;p5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0" name="Google Shape;3560;p5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61" name="Google Shape;3561;p5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562" name="Google Shape;3562;p5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3" name="Google Shape;3563;p5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564" name="Google Shape;3564;p5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565" name="Google Shape;3565;p5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6" name="Google Shape;3566;p5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567" name="Google Shape;3567;p5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568" name="Google Shape;3568;p5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9" name="Google Shape;3569;p5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0" name="Google Shape;3570;p5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1" name="Google Shape;3571;p5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572" name="Google Shape;3572;p5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573" name="Google Shape;3573;p5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574" name="Google Shape;3574;p5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75" name="Google Shape;3575;p5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576" name="Google Shape;3576;p5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7" name="Google Shape;3577;p5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78" name="Google Shape;3578;p5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testimonials">
  <p:cSld name="User testimonials">
    <p:spTree>
      <p:nvGrpSpPr>
        <p:cNvPr id="3579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0" name="Google Shape;3580;p52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81" name="Google Shape;3581;p52"/>
          <p:cNvSpPr txBox="1"/>
          <p:nvPr>
            <p:ph idx="1" type="body"/>
          </p:nvPr>
        </p:nvSpPr>
        <p:spPr>
          <a:xfrm>
            <a:off x="714375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82" name="Google Shape;3582;p52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83" name="Google Shape;3583;p52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4" name="Google Shape;3584;p52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85" name="Google Shape;3585;p52"/>
          <p:cNvSpPr/>
          <p:nvPr/>
        </p:nvSpPr>
        <p:spPr>
          <a:xfrm>
            <a:off x="0" y="-367937"/>
            <a:ext cx="14796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User testimonials</a:t>
            </a:r>
            <a:endParaRPr sz="1500"/>
          </a:p>
        </p:txBody>
      </p:sp>
      <p:sp>
        <p:nvSpPr>
          <p:cNvPr id="3586" name="Google Shape;3586;p52"/>
          <p:cNvSpPr txBox="1"/>
          <p:nvPr>
            <p:ph idx="4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87" name="Google Shape;3587;p52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88" name="Google Shape;3588;p52"/>
          <p:cNvSpPr/>
          <p:nvPr>
            <p:ph idx="5" type="pic"/>
          </p:nvPr>
        </p:nvSpPr>
        <p:spPr>
          <a:xfrm>
            <a:off x="1668375" y="1913122"/>
            <a:ext cx="1296000" cy="1296000"/>
          </a:xfrm>
          <a:prstGeom prst="roundRect">
            <a:avLst>
              <a:gd fmla="val 13654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89" name="Google Shape;3589;p52"/>
          <p:cNvSpPr txBox="1"/>
          <p:nvPr>
            <p:ph idx="6" type="body"/>
          </p:nvPr>
        </p:nvSpPr>
        <p:spPr>
          <a:xfrm>
            <a:off x="806760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0" name="Google Shape;3590;p52"/>
          <p:cNvSpPr txBox="1"/>
          <p:nvPr>
            <p:ph idx="7" type="body"/>
          </p:nvPr>
        </p:nvSpPr>
        <p:spPr>
          <a:xfrm rot="10800000">
            <a:off x="3294613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1" name="Google Shape;3591;p52"/>
          <p:cNvSpPr txBox="1"/>
          <p:nvPr>
            <p:ph idx="8" type="body"/>
          </p:nvPr>
        </p:nvSpPr>
        <p:spPr>
          <a:xfrm>
            <a:off x="4494000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2" name="Google Shape;3592;p52"/>
          <p:cNvSpPr/>
          <p:nvPr>
            <p:ph idx="9" type="pic"/>
          </p:nvPr>
        </p:nvSpPr>
        <p:spPr>
          <a:xfrm>
            <a:off x="5448000" y="1913122"/>
            <a:ext cx="1296000" cy="1296000"/>
          </a:xfrm>
          <a:prstGeom prst="roundRect">
            <a:avLst>
              <a:gd fmla="val 13654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93" name="Google Shape;3593;p52"/>
          <p:cNvSpPr txBox="1"/>
          <p:nvPr>
            <p:ph idx="13" type="body"/>
          </p:nvPr>
        </p:nvSpPr>
        <p:spPr>
          <a:xfrm>
            <a:off x="4586385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4" name="Google Shape;3594;p52"/>
          <p:cNvSpPr txBox="1"/>
          <p:nvPr>
            <p:ph idx="14" type="body"/>
          </p:nvPr>
        </p:nvSpPr>
        <p:spPr>
          <a:xfrm rot="10800000">
            <a:off x="7074238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5" name="Google Shape;3595;p52"/>
          <p:cNvSpPr txBox="1"/>
          <p:nvPr>
            <p:ph idx="15" type="body"/>
          </p:nvPr>
        </p:nvSpPr>
        <p:spPr>
          <a:xfrm>
            <a:off x="8268514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6" name="Google Shape;3596;p52"/>
          <p:cNvSpPr/>
          <p:nvPr>
            <p:ph idx="16" type="pic"/>
          </p:nvPr>
        </p:nvSpPr>
        <p:spPr>
          <a:xfrm>
            <a:off x="9222514" y="1913122"/>
            <a:ext cx="1296000" cy="1296000"/>
          </a:xfrm>
          <a:prstGeom prst="roundRect">
            <a:avLst>
              <a:gd fmla="val 13654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97" name="Google Shape;3597;p52"/>
          <p:cNvSpPr txBox="1"/>
          <p:nvPr>
            <p:ph idx="17" type="body"/>
          </p:nvPr>
        </p:nvSpPr>
        <p:spPr>
          <a:xfrm>
            <a:off x="8360899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598" name="Google Shape;3598;p52"/>
          <p:cNvSpPr txBox="1"/>
          <p:nvPr>
            <p:ph idx="18" type="body"/>
          </p:nvPr>
        </p:nvSpPr>
        <p:spPr>
          <a:xfrm rot="10800000">
            <a:off x="10848752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3599" name="Google Shape;3599;p5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600" name="Google Shape;3600;p5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601" name="Google Shape;3601;p5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602" name="Google Shape;3602;p5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5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604" name="Google Shape;3604;p5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605" name="Google Shape;3605;p5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606" name="Google Shape;3606;p5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607" name="Google Shape;3607;p5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608" name="Google Shape;3608;p5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9" name="Google Shape;3609;p5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0" name="Google Shape;3610;p5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611" name="Google Shape;3611;p5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612" name="Google Shape;3612;p5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3" name="Google Shape;3613;p5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4" name="Google Shape;3614;p5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615" name="Google Shape;3615;p5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6" name="Google Shape;3616;p5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5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18" name="Google Shape;3618;p5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619" name="Google Shape;3619;p5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5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5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622" name="Google Shape;3622;p5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623" name="Google Shape;3623;p5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624" name="Google Shape;3624;p5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625" name="Google Shape;3625;p5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626" name="Google Shape;3626;p5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627" name="Google Shape;3627;p5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628" name="Google Shape;3628;p5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629" name="Google Shape;3629;p5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0" name="Google Shape;3630;p5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1" name="Google Shape;3631;p5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632" name="Google Shape;3632;p52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633" name="Google Shape;3633;p52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634" name="Google Shape;3634;p5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635" name="Google Shape;3635;p5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36" name="Google Shape;3636;p5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37" name="Google Shape;3637;p5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638" name="Google Shape;3638;p5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39" name="Google Shape;3639;p5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40" name="Google Shape;3640;p5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641" name="Google Shape;3641;p5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2" name="Google Shape;3642;p5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643" name="Google Shape;3643;p5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644" name="Google Shape;3644;p5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645" name="Google Shape;3645;p5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6" name="Google Shape;3646;p5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647" name="Google Shape;3647;p5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648" name="Google Shape;3648;p5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649" name="Google Shape;3649;p5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650" name="Google Shape;3650;p5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651" name="Google Shape;3651;p5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652" name="Google Shape;3652;p5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653" name="Google Shape;3653;p5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654" name="Google Shape;3654;p5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655" name="Google Shape;3655;p5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656" name="Google Shape;3656;p5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657" name="Google Shape;3657;p5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658" name="Google Shape;3658;p5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slide">
  <p:cSld name="Logo slide">
    <p:spTree>
      <p:nvGrpSpPr>
        <p:cNvPr id="3659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p53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1" name="Google Shape;3661;p53"/>
          <p:cNvSpPr/>
          <p:nvPr/>
        </p:nvSpPr>
        <p:spPr>
          <a:xfrm>
            <a:off x="0" y="-367937"/>
            <a:ext cx="8445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Logo slide</a:t>
            </a:r>
            <a:endParaRPr sz="1500"/>
          </a:p>
        </p:txBody>
      </p:sp>
      <p:sp>
        <p:nvSpPr>
          <p:cNvPr id="3662" name="Google Shape;3662;p53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663" name="Google Shape;3663;p53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664" name="Google Shape;3664;p53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65" name="Google Shape;3665;p53"/>
          <p:cNvSpPr/>
          <p:nvPr/>
        </p:nvSpPr>
        <p:spPr>
          <a:xfrm>
            <a:off x="714375" y="1596597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6" name="Google Shape;3666;p53"/>
          <p:cNvSpPr/>
          <p:nvPr/>
        </p:nvSpPr>
        <p:spPr>
          <a:xfrm>
            <a:off x="714375" y="3058443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7" name="Google Shape;3667;p53"/>
          <p:cNvSpPr/>
          <p:nvPr/>
        </p:nvSpPr>
        <p:spPr>
          <a:xfrm>
            <a:off x="714375" y="4520288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8" name="Google Shape;3668;p53"/>
          <p:cNvSpPr/>
          <p:nvPr/>
        </p:nvSpPr>
        <p:spPr>
          <a:xfrm>
            <a:off x="3460250" y="1596597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9" name="Google Shape;3669;p53"/>
          <p:cNvSpPr/>
          <p:nvPr/>
        </p:nvSpPr>
        <p:spPr>
          <a:xfrm>
            <a:off x="3460250" y="3058443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0" name="Google Shape;3670;p53"/>
          <p:cNvSpPr/>
          <p:nvPr/>
        </p:nvSpPr>
        <p:spPr>
          <a:xfrm>
            <a:off x="3460250" y="4520288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1" name="Google Shape;3671;p53"/>
          <p:cNvSpPr/>
          <p:nvPr/>
        </p:nvSpPr>
        <p:spPr>
          <a:xfrm>
            <a:off x="6206125" y="1596597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2" name="Google Shape;3672;p53"/>
          <p:cNvSpPr/>
          <p:nvPr/>
        </p:nvSpPr>
        <p:spPr>
          <a:xfrm>
            <a:off x="6206125" y="3058443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3" name="Google Shape;3673;p53"/>
          <p:cNvSpPr/>
          <p:nvPr/>
        </p:nvSpPr>
        <p:spPr>
          <a:xfrm>
            <a:off x="6206125" y="4520288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4" name="Google Shape;3674;p53"/>
          <p:cNvSpPr/>
          <p:nvPr/>
        </p:nvSpPr>
        <p:spPr>
          <a:xfrm>
            <a:off x="8952001" y="1596597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5" name="Google Shape;3675;p53"/>
          <p:cNvSpPr/>
          <p:nvPr/>
        </p:nvSpPr>
        <p:spPr>
          <a:xfrm>
            <a:off x="8952001" y="3077499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6" name="Google Shape;3676;p53"/>
          <p:cNvSpPr/>
          <p:nvPr/>
        </p:nvSpPr>
        <p:spPr>
          <a:xfrm>
            <a:off x="8952001" y="4520288"/>
            <a:ext cx="2520000" cy="1285200"/>
          </a:xfrm>
          <a:prstGeom prst="roundRect">
            <a:avLst>
              <a:gd fmla="val 138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7" name="Google Shape;3677;p53"/>
          <p:cNvSpPr/>
          <p:nvPr>
            <p:ph idx="3" type="pic"/>
          </p:nvPr>
        </p:nvSpPr>
        <p:spPr>
          <a:xfrm>
            <a:off x="930375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78" name="Google Shape;3678;p53"/>
          <p:cNvSpPr/>
          <p:nvPr>
            <p:ph idx="4" type="pic"/>
          </p:nvPr>
        </p:nvSpPr>
        <p:spPr>
          <a:xfrm>
            <a:off x="3676250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79" name="Google Shape;3679;p53"/>
          <p:cNvSpPr/>
          <p:nvPr>
            <p:ph idx="5" type="pic"/>
          </p:nvPr>
        </p:nvSpPr>
        <p:spPr>
          <a:xfrm>
            <a:off x="6422125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0" name="Google Shape;3680;p53"/>
          <p:cNvSpPr/>
          <p:nvPr>
            <p:ph idx="6" type="pic"/>
          </p:nvPr>
        </p:nvSpPr>
        <p:spPr>
          <a:xfrm>
            <a:off x="9168001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1" name="Google Shape;3681;p53"/>
          <p:cNvSpPr/>
          <p:nvPr>
            <p:ph idx="7" type="pic"/>
          </p:nvPr>
        </p:nvSpPr>
        <p:spPr>
          <a:xfrm>
            <a:off x="9168001" y="3253426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2" name="Google Shape;3682;p53"/>
          <p:cNvSpPr/>
          <p:nvPr>
            <p:ph idx="8" type="pic"/>
          </p:nvPr>
        </p:nvSpPr>
        <p:spPr>
          <a:xfrm>
            <a:off x="9168001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3" name="Google Shape;3683;p53"/>
          <p:cNvSpPr/>
          <p:nvPr>
            <p:ph idx="9" type="pic"/>
          </p:nvPr>
        </p:nvSpPr>
        <p:spPr>
          <a:xfrm>
            <a:off x="6422125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4" name="Google Shape;3684;p53"/>
          <p:cNvSpPr/>
          <p:nvPr>
            <p:ph idx="13" type="pic"/>
          </p:nvPr>
        </p:nvSpPr>
        <p:spPr>
          <a:xfrm>
            <a:off x="6422125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5" name="Google Shape;3685;p53"/>
          <p:cNvSpPr/>
          <p:nvPr>
            <p:ph idx="14" type="pic"/>
          </p:nvPr>
        </p:nvSpPr>
        <p:spPr>
          <a:xfrm>
            <a:off x="3676250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6" name="Google Shape;3686;p53"/>
          <p:cNvSpPr/>
          <p:nvPr>
            <p:ph idx="15" type="pic"/>
          </p:nvPr>
        </p:nvSpPr>
        <p:spPr>
          <a:xfrm>
            <a:off x="3676250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7" name="Google Shape;3687;p53"/>
          <p:cNvSpPr/>
          <p:nvPr>
            <p:ph idx="16" type="pic"/>
          </p:nvPr>
        </p:nvSpPr>
        <p:spPr>
          <a:xfrm>
            <a:off x="930375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8" name="Google Shape;3688;p53"/>
          <p:cNvSpPr/>
          <p:nvPr>
            <p:ph idx="17" type="pic"/>
          </p:nvPr>
        </p:nvSpPr>
        <p:spPr>
          <a:xfrm>
            <a:off x="930375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689" name="Google Shape;3689;p53"/>
          <p:cNvGrpSpPr/>
          <p:nvPr/>
        </p:nvGrpSpPr>
        <p:grpSpPr>
          <a:xfrm>
            <a:off x="12377595" y="0"/>
            <a:ext cx="3693214" cy="6594665"/>
            <a:chOff x="-3786165" y="0"/>
            <a:chExt cx="3693214" cy="6594665"/>
          </a:xfrm>
        </p:grpSpPr>
        <p:sp>
          <p:nvSpPr>
            <p:cNvPr id="3690" name="Google Shape;3690;p53"/>
            <p:cNvSpPr/>
            <p:nvPr/>
          </p:nvSpPr>
          <p:spPr>
            <a:xfrm>
              <a:off x="-3786165" y="0"/>
              <a:ext cx="3593100" cy="5931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 LOGO</a:t>
              </a:r>
              <a:endParaRPr sz="1500"/>
            </a:p>
          </p:txBody>
        </p:sp>
        <p:sp>
          <p:nvSpPr>
            <p:cNvPr id="3691" name="Google Shape;3691;p5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692" name="Google Shape;3692;p53"/>
            <p:cNvSpPr/>
            <p:nvPr/>
          </p:nvSpPr>
          <p:spPr>
            <a:xfrm>
              <a:off x="-3319415" y="465324"/>
              <a:ext cx="2944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logo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pictogram to insert a new logo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(see example below)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693" name="Google Shape;3693;p53"/>
            <p:cNvGrpSpPr/>
            <p:nvPr/>
          </p:nvGrpSpPr>
          <p:grpSpPr>
            <a:xfrm>
              <a:off x="-3316479" y="1231332"/>
              <a:ext cx="294817" cy="346796"/>
              <a:chOff x="14466489" y="1001522"/>
              <a:chExt cx="290661" cy="341907"/>
            </a:xfrm>
          </p:grpSpPr>
          <p:sp>
            <p:nvSpPr>
              <p:cNvPr id="3694" name="Google Shape;3694;p53"/>
              <p:cNvSpPr/>
              <p:nvPr/>
            </p:nvSpPr>
            <p:spPr>
              <a:xfrm>
                <a:off x="14466489" y="1001522"/>
                <a:ext cx="258000" cy="2541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81818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5" name="Google Shape;3695;p53"/>
              <p:cNvSpPr/>
              <p:nvPr/>
            </p:nvSpPr>
            <p:spPr>
              <a:xfrm>
                <a:off x="14623626" y="1033630"/>
                <a:ext cx="71100" cy="71100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6" name="Google Shape;3696;p53"/>
              <p:cNvSpPr/>
              <p:nvPr/>
            </p:nvSpPr>
            <p:spPr>
              <a:xfrm rot="2700000">
                <a:off x="14498834" y="1157867"/>
                <a:ext cx="168652" cy="147541"/>
              </a:xfrm>
              <a:custGeom>
                <a:rect b="b" l="l" r="r" t="t"/>
                <a:pathLst>
                  <a:path extrusionOk="0" h="147459" w="168558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7" name="Google Shape;3697;p53"/>
              <p:cNvSpPr/>
              <p:nvPr/>
            </p:nvSpPr>
            <p:spPr>
              <a:xfrm>
                <a:off x="14601150" y="1145314"/>
                <a:ext cx="156000" cy="116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8AAD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8" name="Google Shape;3698;p53"/>
              <p:cNvCxnSpPr/>
              <p:nvPr/>
            </p:nvCxnSpPr>
            <p:spPr>
              <a:xfrm>
                <a:off x="14637490" y="1308665"/>
                <a:ext cx="83400" cy="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19050">
                <a:solidFill>
                  <a:srgbClr val="8AAD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9" name="Google Shape;3699;p53"/>
              <p:cNvCxnSpPr>
                <a:stCxn id="3697" idx="2"/>
              </p:cNvCxnSpPr>
              <p:nvPr/>
            </p:nvCxnSpPr>
            <p:spPr>
              <a:xfrm flipH="1">
                <a:off x="14678850" y="1262014"/>
                <a:ext cx="300" cy="4350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19050">
                <a:solidFill>
                  <a:srgbClr val="8AAD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700" name="Google Shape;3700;p53"/>
            <p:cNvSpPr/>
            <p:nvPr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701" name="Google Shape;3701;p53"/>
            <p:cNvSpPr/>
            <p:nvPr/>
          </p:nvSpPr>
          <p:spPr>
            <a:xfrm>
              <a:off x="-3319415" y="1729710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logo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02" name="Google Shape;3702;p53"/>
            <p:cNvGrpSpPr/>
            <p:nvPr/>
          </p:nvGrpSpPr>
          <p:grpSpPr>
            <a:xfrm>
              <a:off x="-3311319" y="2164285"/>
              <a:ext cx="825600" cy="209700"/>
              <a:chOff x="13504624" y="2482850"/>
              <a:chExt cx="825600" cy="209700"/>
            </a:xfrm>
          </p:grpSpPr>
          <p:sp>
            <p:nvSpPr>
              <p:cNvPr id="3703" name="Google Shape;3703;p53"/>
              <p:cNvSpPr/>
              <p:nvPr/>
            </p:nvSpPr>
            <p:spPr>
              <a:xfrm>
                <a:off x="13504624" y="2482850"/>
                <a:ext cx="825600" cy="209700"/>
              </a:xfrm>
              <a:prstGeom prst="rect">
                <a:avLst/>
              </a:prstGeom>
              <a:solidFill>
                <a:srgbClr val="E5F1FB"/>
              </a:solidFill>
              <a:ln cap="flat" cmpd="sng" w="12700">
                <a:solidFill>
                  <a:srgbClr val="0B7ED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72000" spcFirstLastPara="1" rIns="28800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Insert</a:t>
                </a:r>
                <a:endParaRPr sz="1500"/>
              </a:p>
            </p:txBody>
          </p:sp>
          <p:cxnSp>
            <p:nvCxnSpPr>
              <p:cNvPr id="3704" name="Google Shape;3704;p53"/>
              <p:cNvCxnSpPr/>
              <p:nvPr/>
            </p:nvCxnSpPr>
            <p:spPr>
              <a:xfrm>
                <a:off x="14155269" y="2515250"/>
                <a:ext cx="0" cy="142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4546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05" name="Google Shape;3705;p53"/>
              <p:cNvSpPr/>
              <p:nvPr/>
            </p:nvSpPr>
            <p:spPr>
              <a:xfrm rot="10800000">
                <a:off x="14195955" y="2567051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9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06" name="Google Shape;3706;p53"/>
            <p:cNvSpPr/>
            <p:nvPr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07" name="Google Shape;3707;p53"/>
            <p:cNvSpPr/>
            <p:nvPr/>
          </p:nvSpPr>
          <p:spPr>
            <a:xfrm>
              <a:off x="-3319415" y="2553360"/>
              <a:ext cx="29448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logo, go to the tab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logo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logo frame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brackets.</a:t>
              </a:r>
              <a:endParaRPr sz="1500"/>
            </a:p>
          </p:txBody>
        </p:sp>
        <p:grpSp>
          <p:nvGrpSpPr>
            <p:cNvPr id="3708" name="Google Shape;3708;p53"/>
            <p:cNvGrpSpPr/>
            <p:nvPr/>
          </p:nvGrpSpPr>
          <p:grpSpPr>
            <a:xfrm>
              <a:off x="-3442189" y="3457603"/>
              <a:ext cx="622279" cy="612887"/>
              <a:chOff x="12617641" y="3403239"/>
              <a:chExt cx="753000" cy="741634"/>
            </a:xfrm>
          </p:grpSpPr>
          <p:grpSp>
            <p:nvGrpSpPr>
              <p:cNvPr id="3709" name="Google Shape;3709;p5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710" name="Google Shape;3710;p5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711" name="Google Shape;3711;p5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712" name="Google Shape;3712;p5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3" name="Google Shape;3713;p5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4" name="Google Shape;3714;p5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715" name="Google Shape;3715;p5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716" name="Google Shape;3716;p5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717" name="Google Shape;3717;p5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718" name="Google Shape;3718;p5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9" name="Google Shape;3719;p5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20" name="Google Shape;3720;p5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721" name="Google Shape;3721;p5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22" name="Google Shape;3722;p5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723" name="Google Shape;3723;p5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724" name="Google Shape;3724;p5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5" name="Google Shape;3725;p53"/>
            <p:cNvSpPr/>
            <p:nvPr/>
          </p:nvSpPr>
          <p:spPr>
            <a:xfrm>
              <a:off x="-3603587" y="4275081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26" name="Google Shape;3726;p53"/>
            <p:cNvSpPr/>
            <p:nvPr/>
          </p:nvSpPr>
          <p:spPr>
            <a:xfrm>
              <a:off x="-3319415" y="4275082"/>
              <a:ext cx="29448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make sure the logo is kept in it’s original ratio,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Tools’ - ‘Format’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arrow below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Now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‘Fit’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27" name="Google Shape;3727;p53"/>
            <p:cNvGrpSpPr/>
            <p:nvPr/>
          </p:nvGrpSpPr>
          <p:grpSpPr>
            <a:xfrm>
              <a:off x="-3314821" y="5023930"/>
              <a:ext cx="1108146" cy="562582"/>
              <a:chOff x="-3314821" y="3885197"/>
              <a:chExt cx="1108146" cy="562582"/>
            </a:xfrm>
          </p:grpSpPr>
          <p:sp>
            <p:nvSpPr>
              <p:cNvPr id="3728" name="Google Shape;3728;p53"/>
              <p:cNvSpPr/>
              <p:nvPr/>
            </p:nvSpPr>
            <p:spPr>
              <a:xfrm>
                <a:off x="-3314821" y="3885197"/>
                <a:ext cx="10557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9" name="Google Shape;3729;p53"/>
              <p:cNvSpPr/>
              <p:nvPr/>
            </p:nvSpPr>
            <p:spPr>
              <a:xfrm>
                <a:off x="-3304718" y="4138922"/>
                <a:ext cx="1043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0" name="Google Shape;3730;p53"/>
              <p:cNvSpPr txBox="1"/>
              <p:nvPr/>
            </p:nvSpPr>
            <p:spPr>
              <a:xfrm>
                <a:off x="-3069820" y="3949098"/>
                <a:ext cx="7941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Fill</a:t>
                </a:r>
                <a:endParaRPr sz="1500"/>
              </a:p>
            </p:txBody>
          </p:sp>
          <p:sp>
            <p:nvSpPr>
              <p:cNvPr id="3731" name="Google Shape;3731;p53"/>
              <p:cNvSpPr txBox="1"/>
              <p:nvPr/>
            </p:nvSpPr>
            <p:spPr>
              <a:xfrm>
                <a:off x="-3069819" y="4199018"/>
                <a:ext cx="8010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</a:t>
                </a:r>
                <a:endParaRPr sz="1500"/>
              </a:p>
            </p:txBody>
          </p:sp>
          <p:sp>
            <p:nvSpPr>
              <p:cNvPr id="3732" name="Google Shape;3732;p53"/>
              <p:cNvSpPr/>
              <p:nvPr/>
            </p:nvSpPr>
            <p:spPr>
              <a:xfrm>
                <a:off x="-2303506" y="4269130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33" name="Google Shape;3733;p53"/>
              <p:cNvGrpSpPr/>
              <p:nvPr/>
            </p:nvGrpSpPr>
            <p:grpSpPr>
              <a:xfrm>
                <a:off x="-3254863" y="3946089"/>
                <a:ext cx="184372" cy="143188"/>
                <a:chOff x="6218544" y="2402421"/>
                <a:chExt cx="144300" cy="112067"/>
              </a:xfrm>
            </p:grpSpPr>
            <p:sp>
              <p:nvSpPr>
                <p:cNvPr id="3734" name="Google Shape;3734;p53"/>
                <p:cNvSpPr/>
                <p:nvPr/>
              </p:nvSpPr>
              <p:spPr>
                <a:xfrm>
                  <a:off x="6218544" y="2414588"/>
                  <a:ext cx="144300" cy="99900"/>
                </a:xfrm>
                <a:prstGeom prst="rect">
                  <a:avLst/>
                </a:prstGeom>
                <a:solidFill>
                  <a:schemeClr val="lt1"/>
                </a:solidFill>
                <a:ln cap="rnd" cmpd="sng" w="12700">
                  <a:solidFill>
                    <a:srgbClr val="818181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5" name="Google Shape;3735;p53"/>
                <p:cNvSpPr/>
                <p:nvPr/>
              </p:nvSpPr>
              <p:spPr>
                <a:xfrm>
                  <a:off x="6224587" y="2445544"/>
                  <a:ext cx="95296" cy="64949"/>
                </a:xfrm>
                <a:custGeom>
                  <a:rect b="b" l="l" r="r" t="t"/>
                  <a:pathLst>
                    <a:path extrusionOk="0" h="136734" w="152474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6" name="Google Shape;3736;p53"/>
                <p:cNvSpPr/>
                <p:nvPr/>
              </p:nvSpPr>
              <p:spPr>
                <a:xfrm>
                  <a:off x="6296025" y="2457450"/>
                  <a:ext cx="64420" cy="52301"/>
                </a:xfrm>
                <a:custGeom>
                  <a:rect b="b" l="l" r="r" t="t"/>
                  <a:pathLst>
                    <a:path extrusionOk="0" h="136734" w="152474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7" name="Google Shape;3737;p53"/>
                <p:cNvSpPr/>
                <p:nvPr/>
              </p:nvSpPr>
              <p:spPr>
                <a:xfrm>
                  <a:off x="6290536" y="2402421"/>
                  <a:ext cx="37800" cy="37800"/>
                </a:xfrm>
                <a:prstGeom prst="chord">
                  <a:avLst>
                    <a:gd fmla="val 21457318" name="adj1"/>
                    <a:gd fmla="val 11002272" name="adj2"/>
                  </a:avLst>
                </a:prstGeom>
                <a:solidFill>
                  <a:srgbClr val="E9C07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38" name="Google Shape;3738;p53"/>
              <p:cNvGrpSpPr/>
              <p:nvPr/>
            </p:nvGrpSpPr>
            <p:grpSpPr>
              <a:xfrm>
                <a:off x="-3254863" y="4199748"/>
                <a:ext cx="184372" cy="124577"/>
                <a:chOff x="6218544" y="2636044"/>
                <a:chExt cx="144300" cy="97501"/>
              </a:xfrm>
            </p:grpSpPr>
            <p:sp>
              <p:nvSpPr>
                <p:cNvPr id="3739" name="Google Shape;3739;p53"/>
                <p:cNvSpPr/>
                <p:nvPr/>
              </p:nvSpPr>
              <p:spPr>
                <a:xfrm>
                  <a:off x="6218544" y="2636044"/>
                  <a:ext cx="144300" cy="93000"/>
                </a:xfrm>
                <a:prstGeom prst="rect">
                  <a:avLst/>
                </a:prstGeom>
                <a:solidFill>
                  <a:schemeClr val="lt1"/>
                </a:solidFill>
                <a:ln cap="rnd" cmpd="sng" w="12700">
                  <a:solidFill>
                    <a:srgbClr val="818181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0" name="Google Shape;3740;p53"/>
                <p:cNvSpPr/>
                <p:nvPr/>
              </p:nvSpPr>
              <p:spPr>
                <a:xfrm>
                  <a:off x="6249409" y="2636045"/>
                  <a:ext cx="85800" cy="97500"/>
                </a:xfrm>
                <a:prstGeom prst="rect">
                  <a:avLst/>
                </a:prstGeom>
                <a:solidFill>
                  <a:srgbClr val="F0F0F0"/>
                </a:solidFill>
                <a:ln cap="flat" cmpd="sng" w="9525">
                  <a:solidFill>
                    <a:srgbClr val="B7B4B3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1" name="Google Shape;3741;p53"/>
                <p:cNvSpPr/>
                <p:nvPr/>
              </p:nvSpPr>
              <p:spPr>
                <a:xfrm>
                  <a:off x="6297938" y="2655636"/>
                  <a:ext cx="21300" cy="21300"/>
                </a:xfrm>
                <a:prstGeom prst="ellipse">
                  <a:avLst/>
                </a:prstGeom>
                <a:solidFill>
                  <a:srgbClr val="E9C07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2" name="Google Shape;3742;p53"/>
                <p:cNvSpPr/>
                <p:nvPr/>
              </p:nvSpPr>
              <p:spPr>
                <a:xfrm>
                  <a:off x="6261434" y="2675670"/>
                  <a:ext cx="45742" cy="37944"/>
                </a:xfrm>
                <a:custGeom>
                  <a:rect b="b" l="l" r="r" t="t"/>
                  <a:pathLst>
                    <a:path extrusionOk="0" h="136734" w="152474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743" name="Google Shape;3743;p53"/>
            <p:cNvSpPr/>
            <p:nvPr/>
          </p:nvSpPr>
          <p:spPr>
            <a:xfrm>
              <a:off x="-3786164" y="5766665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744" name="Google Shape;3744;p53"/>
            <p:cNvGrpSpPr/>
            <p:nvPr/>
          </p:nvGrpSpPr>
          <p:grpSpPr>
            <a:xfrm>
              <a:off x="-376743" y="5595695"/>
              <a:ext cx="283792" cy="283792"/>
              <a:chOff x="-510741" y="5913713"/>
              <a:chExt cx="267652" cy="267652"/>
            </a:xfrm>
          </p:grpSpPr>
          <p:sp>
            <p:nvSpPr>
              <p:cNvPr id="3745" name="Google Shape;3745;p5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746" name="Google Shape;3746;p5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47" name="Google Shape;3747;p53"/>
            <p:cNvGrpSpPr/>
            <p:nvPr/>
          </p:nvGrpSpPr>
          <p:grpSpPr>
            <a:xfrm>
              <a:off x="-938434" y="5904042"/>
              <a:ext cx="627900" cy="576654"/>
              <a:chOff x="-938434" y="4570310"/>
              <a:chExt cx="627900" cy="576654"/>
            </a:xfrm>
          </p:grpSpPr>
          <p:grpSp>
            <p:nvGrpSpPr>
              <p:cNvPr id="3748" name="Google Shape;3748;p5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749" name="Google Shape;3749;p5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50" name="Google Shape;3750;p5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51" name="Google Shape;3751;p5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752" name="Google Shape;3752;p5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con instruction">
  <p:cSld name="Title + Icon instruction">
    <p:spTree>
      <p:nvGrpSpPr>
        <p:cNvPr id="3753" name="Shape 3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4" name="Google Shape;3754;p54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3755" name="Google Shape;3755;p5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756" name="Google Shape;3756;p54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757" name="Google Shape;3757;p5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758" name="Google Shape;3758;p54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759" name="Google Shape;3759;p54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760" name="Google Shape;3760;p54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761" name="Google Shape;3761;p5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762" name="Google Shape;3762;p54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5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764" name="Google Shape;3764;p5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765" name="Google Shape;3765;p5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766" name="Google Shape;3766;p5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67" name="Google Shape;3767;p54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68" name="Google Shape;3768;p54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3769" name="Google Shape;3769;p5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770" name="Google Shape;3770;p5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1" name="Google Shape;3771;p54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3772" name="Google Shape;3772;p5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773" name="Google Shape;3773;p5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74" name="Google Shape;3774;p5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75" name="Google Shape;3775;p5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776" name="Google Shape;3776;p5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777" name="Google Shape;3777;p54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3778" name="Google Shape;3778;p54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3779" name="Google Shape;3779;p54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3780" name="Google Shape;3780;p54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3781" name="Google Shape;3781;p54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3782" name="Google Shape;3782;p54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3" name="Google Shape;3783;p54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4" name="Google Shape;3784;p54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5" name="Google Shape;3785;p54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3786" name="Google Shape;3786;p54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3787" name="Google Shape;3787;p54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rect b="b" l="l" r="r" t="t"/>
                      <a:pathLst>
                        <a:path extrusionOk="0" h="391476" w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8" name="Google Shape;3788;p54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rect b="b" l="l" r="r" t="t"/>
                      <a:pathLst>
                        <a:path extrusionOk="0" h="391476" w="28471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9" name="Google Shape;3789;p54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rect b="b" l="l" r="r" t="t"/>
                      <a:pathLst>
                        <a:path extrusionOk="0" h="391476" w="275813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3790" name="Google Shape;3790;p54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rect b="b" l="l" r="r" t="t"/>
                  <a:pathLst>
                    <a:path extrusionOk="0" h="391476" w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791" name="Google Shape;3791;p54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3792" name="Google Shape;3792;p5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5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54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795" name="Google Shape;3795;p54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96" name="Google Shape;3796;p5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797" name="Google Shape;3797;p5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98" name="Google Shape;3798;p5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9" name="Google Shape;3799;p5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00" name="Google Shape;3800;p54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801" name="Google Shape;3801;p54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802" name="Google Shape;3802;p54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3803" name="Google Shape;3803;p54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3804" name="Google Shape;3804;p54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5" name="Google Shape;3805;p54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6" name="Google Shape;3806;p54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3807" name="Google Shape;3807;p54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8" name="Google Shape;3808;p54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9" name="Google Shape;3809;p54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0" name="Google Shape;3810;p54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1" name="Google Shape;3811;p54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2" name="Google Shape;3812;p54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3" name="Google Shape;3813;p54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4" name="Google Shape;3814;p54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5" name="Google Shape;3815;p54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3816" name="Google Shape;3816;p54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3817" name="Google Shape;3817;p54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EBEBE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818" name="Google Shape;3818;p54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F291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819" name="Google Shape;3819;p54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3820" name="Google Shape;3820;p5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1" name="Google Shape;3821;p5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2" name="Google Shape;3822;p54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823" name="Google Shape;3823;p54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24" name="Google Shape;3824;p5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825" name="Google Shape;3825;p5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826" name="Google Shape;3826;p5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5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28" name="Google Shape;3828;p54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3829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p55"/>
          <p:cNvSpPr/>
          <p:nvPr/>
        </p:nvSpPr>
        <p:spPr>
          <a:xfrm>
            <a:off x="0" y="-367937"/>
            <a:ext cx="464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sz="1500"/>
          </a:p>
        </p:txBody>
      </p:sp>
      <p:sp>
        <p:nvSpPr>
          <p:cNvPr id="3831" name="Google Shape;3831;p55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32" name="Google Shape;3832;p55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33" name="Google Shape;3833;p55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34" name="Google Shape;3834;p55"/>
          <p:cNvSpPr/>
          <p:nvPr>
            <p:ph idx="3" type="chart"/>
          </p:nvPr>
        </p:nvSpPr>
        <p:spPr>
          <a:xfrm>
            <a:off x="708207" y="1592263"/>
            <a:ext cx="107400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08000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(2x) + Text">
  <p:cSld name="Chart (2x) + Text">
    <p:spTree>
      <p:nvGrpSpPr>
        <p:cNvPr id="3835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56"/>
          <p:cNvSpPr/>
          <p:nvPr/>
        </p:nvSpPr>
        <p:spPr>
          <a:xfrm>
            <a:off x="0" y="-367937"/>
            <a:ext cx="13815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 (2x) + Text</a:t>
            </a:r>
            <a:endParaRPr sz="1500"/>
          </a:p>
        </p:txBody>
      </p:sp>
      <p:sp>
        <p:nvSpPr>
          <p:cNvPr id="3837" name="Google Shape;3837;p56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38" name="Google Shape;3838;p56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39" name="Google Shape;3839;p56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40" name="Google Shape;3840;p56"/>
          <p:cNvSpPr/>
          <p:nvPr>
            <p:ph idx="3" type="chart"/>
          </p:nvPr>
        </p:nvSpPr>
        <p:spPr>
          <a:xfrm>
            <a:off x="6383338" y="2789382"/>
            <a:ext cx="5088900" cy="30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08000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1" name="Google Shape;3841;p56"/>
          <p:cNvSpPr/>
          <p:nvPr>
            <p:ph idx="4" type="chart"/>
          </p:nvPr>
        </p:nvSpPr>
        <p:spPr>
          <a:xfrm>
            <a:off x="714375" y="2789382"/>
            <a:ext cx="5057700" cy="30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08000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2" name="Google Shape;3842;p56"/>
          <p:cNvSpPr txBox="1"/>
          <p:nvPr>
            <p:ph idx="5" type="body"/>
          </p:nvPr>
        </p:nvSpPr>
        <p:spPr>
          <a:xfrm>
            <a:off x="719999" y="1603142"/>
            <a:ext cx="107400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Background light yellow">
  <p:cSld name="Table Background light yellow"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57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845" name="Google Shape;3845;p57"/>
          <p:cNvSpPr/>
          <p:nvPr/>
        </p:nvSpPr>
        <p:spPr>
          <a:xfrm>
            <a:off x="0" y="-367937"/>
            <a:ext cx="2537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 Background light yellow</a:t>
            </a:r>
            <a:endParaRPr sz="1500"/>
          </a:p>
        </p:txBody>
      </p:sp>
      <p:sp>
        <p:nvSpPr>
          <p:cNvPr id="3846" name="Google Shape;3846;p57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47" name="Google Shape;3847;p57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48" name="Google Shape;3848;p57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>
  <p:cSld name="Diagram"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5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rgbClr val="FC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851" name="Google Shape;3851;p58"/>
          <p:cNvSpPr/>
          <p:nvPr>
            <p:ph idx="2" type="pic"/>
          </p:nvPr>
        </p:nvSpPr>
        <p:spPr>
          <a:xfrm>
            <a:off x="1656046" y="1597457"/>
            <a:ext cx="781500" cy="781200"/>
          </a:xfrm>
          <a:prstGeom prst="roundRect">
            <a:avLst>
              <a:gd fmla="val 12395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2" name="Google Shape;3852;p58"/>
          <p:cNvSpPr/>
          <p:nvPr>
            <p:ph idx="3" type="pic"/>
          </p:nvPr>
        </p:nvSpPr>
        <p:spPr>
          <a:xfrm>
            <a:off x="4926000" y="1597457"/>
            <a:ext cx="781500" cy="781200"/>
          </a:xfrm>
          <a:prstGeom prst="roundRect">
            <a:avLst>
              <a:gd fmla="val 12395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3" name="Google Shape;3853;p58"/>
          <p:cNvSpPr/>
          <p:nvPr>
            <p:ph idx="4" type="pic"/>
          </p:nvPr>
        </p:nvSpPr>
        <p:spPr>
          <a:xfrm>
            <a:off x="8196326" y="1597457"/>
            <a:ext cx="781500" cy="781200"/>
          </a:xfrm>
          <a:prstGeom prst="roundRect">
            <a:avLst>
              <a:gd fmla="val 12395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4" name="Google Shape;3854;p58"/>
          <p:cNvSpPr/>
          <p:nvPr/>
        </p:nvSpPr>
        <p:spPr>
          <a:xfrm>
            <a:off x="0" y="-367937"/>
            <a:ext cx="7152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1500"/>
          </a:p>
        </p:txBody>
      </p:sp>
      <p:sp>
        <p:nvSpPr>
          <p:cNvPr id="3855" name="Google Shape;3855;p58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56" name="Google Shape;3856;p58"/>
          <p:cNvSpPr txBox="1"/>
          <p:nvPr>
            <p:ph idx="5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857" name="Google Shape;3857;p58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858" name="Google Shape;3858;p5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859" name="Google Shape;3859;p5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860" name="Google Shape;3860;p5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861" name="Google Shape;3861;p5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862" name="Google Shape;3862;p5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5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864" name="Google Shape;3864;p5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865" name="Google Shape;3865;p5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866" name="Google Shape;3866;p5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867" name="Google Shape;3867;p5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868" name="Google Shape;3868;p5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869" name="Google Shape;3869;p5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870" name="Google Shape;3870;p5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871" name="Google Shape;3871;p5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872" name="Google Shape;3872;p5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3" name="Google Shape;3873;p5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4" name="Google Shape;3874;p5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875" name="Google Shape;3875;p5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876" name="Google Shape;3876;p5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877" name="Google Shape;3877;p5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878" name="Google Shape;3878;p5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9" name="Google Shape;3879;p5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80" name="Google Shape;3880;p5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881" name="Google Shape;3881;p5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2" name="Google Shape;3882;p5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83" name="Google Shape;3883;p5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884" name="Google Shape;3884;p5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5" name="Google Shape;3885;p5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886" name="Google Shape;3886;p5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887" name="Google Shape;3887;p5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8" name="Google Shape;3888;p5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889" name="Google Shape;3889;p5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890" name="Google Shape;3890;p5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1" name="Google Shape;3891;p5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2" name="Google Shape;3892;p5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93" name="Google Shape;3893;p5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894" name="Google Shape;3894;p5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895" name="Google Shape;3895;p5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896" name="Google Shape;3896;p5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7" name="Google Shape;3897;p5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898" name="Google Shape;3898;p5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9" name="Google Shape;3899;p5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900" name="Google Shape;3900;p5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Background light orange">
  <p:cSld name="Title only Background light orange">
    <p:spTree>
      <p:nvGrpSpPr>
        <p:cNvPr id="390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5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rgbClr val="FC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03" name="Google Shape;3903;p59"/>
          <p:cNvSpPr/>
          <p:nvPr/>
        </p:nvSpPr>
        <p:spPr>
          <a:xfrm>
            <a:off x="0" y="-367937"/>
            <a:ext cx="29064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Background light orange</a:t>
            </a:r>
            <a:endParaRPr sz="1500"/>
          </a:p>
        </p:txBody>
      </p:sp>
      <p:sp>
        <p:nvSpPr>
          <p:cNvPr id="3904" name="Google Shape;3904;p59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905" name="Google Shape;3905;p59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906" name="Google Shape;3906;p59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ackground light orange + Icon instruction">
  <p:cSld name="Title + Background light orange + Icon instruction">
    <p:spTree>
      <p:nvGrpSpPr>
        <p:cNvPr id="3907" name="Shape 3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8" name="Google Shape;3908;p6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rgbClr val="FC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09" name="Google Shape;3909;p60"/>
          <p:cNvSpPr/>
          <p:nvPr/>
        </p:nvSpPr>
        <p:spPr>
          <a:xfrm>
            <a:off x="0" y="-367937"/>
            <a:ext cx="41664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Background light orange + Icon instruction</a:t>
            </a:r>
            <a:endParaRPr b="1" sz="16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60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911" name="Google Shape;3911;p60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912" name="Google Shape;3912;p60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913" name="Google Shape;3913;p60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914" name="Google Shape;3914;p60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915" name="Google Shape;3915;p60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16" name="Google Shape;3916;p6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17" name="Google Shape;3917;p60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6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919" name="Google Shape;3919;p6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920" name="Google Shape;3920;p6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921" name="Google Shape;3921;p6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922" name="Google Shape;3922;p60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923" name="Google Shape;3923;p60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3924" name="Google Shape;3924;p6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3925" name="Google Shape;3925;p6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26" name="Google Shape;3926;p60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3927" name="Google Shape;3927;p6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928" name="Google Shape;3928;p6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29" name="Google Shape;3929;p6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30" name="Google Shape;3930;p6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931" name="Google Shape;3931;p6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932" name="Google Shape;3932;p60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3933" name="Google Shape;3933;p60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3934" name="Google Shape;3934;p60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3935" name="Google Shape;3935;p60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3936" name="Google Shape;3936;p60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3937" name="Google Shape;3937;p60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38" name="Google Shape;3938;p60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39" name="Google Shape;3939;p60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0" name="Google Shape;3940;p60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3941" name="Google Shape;3941;p60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3942" name="Google Shape;3942;p60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rect b="b" l="l" r="r" t="t"/>
                      <a:pathLst>
                        <a:path extrusionOk="0" h="391476" w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3" name="Google Shape;3943;p60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rect b="b" l="l" r="r" t="t"/>
                      <a:pathLst>
                        <a:path extrusionOk="0" h="391476" w="28471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4" name="Google Shape;3944;p60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rect b="b" l="l" r="r" t="t"/>
                      <a:pathLst>
                        <a:path extrusionOk="0" h="391476" w="275813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3945" name="Google Shape;3945;p60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rect b="b" l="l" r="r" t="t"/>
                  <a:pathLst>
                    <a:path extrusionOk="0" h="391476" w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946" name="Google Shape;3946;p60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3947" name="Google Shape;3947;p60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8" name="Google Shape;3948;p60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9" name="Google Shape;3949;p60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950" name="Google Shape;3950;p60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1" name="Google Shape;3951;p60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952" name="Google Shape;3952;p60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53" name="Google Shape;3953;p60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60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5" name="Google Shape;3955;p60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956" name="Google Shape;3956;p60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957" name="Google Shape;3957;p60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3958" name="Google Shape;3958;p60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3959" name="Google Shape;3959;p60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0" name="Google Shape;3960;p60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1" name="Google Shape;3961;p60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3962" name="Google Shape;3962;p60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3" name="Google Shape;3963;p60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4" name="Google Shape;3964;p60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5" name="Google Shape;3965;p60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6" name="Google Shape;3966;p60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7" name="Google Shape;3967;p60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8" name="Google Shape;3968;p60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9" name="Google Shape;3969;p60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70" name="Google Shape;3970;p60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3971" name="Google Shape;3971;p60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3972" name="Google Shape;3972;p60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EBEBE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73" name="Google Shape;3973;p60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F291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974" name="Google Shape;3974;p60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3975" name="Google Shape;3975;p60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6" name="Google Shape;3976;p60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7" name="Google Shape;3977;p60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978" name="Google Shape;3978;p60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79" name="Google Shape;3979;p60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980" name="Google Shape;3980;p60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81" name="Google Shape;3981;p60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2" name="Google Shape;3982;p60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83" name="Google Shape;3983;p60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Yellow background + Icon Instruction">
  <p:cSld name="Title + Yellow background + Icon Instruction">
    <p:spTree>
      <p:nvGrpSpPr>
        <p:cNvPr id="3984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p61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86" name="Google Shape;3986;p61"/>
          <p:cNvSpPr/>
          <p:nvPr/>
        </p:nvSpPr>
        <p:spPr>
          <a:xfrm>
            <a:off x="0" y="-367937"/>
            <a:ext cx="37092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Yellow background + Icon Instruction</a:t>
            </a:r>
            <a:endParaRPr b="1" sz="16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61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988" name="Google Shape;3988;p61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3989" name="Google Shape;3989;p61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990" name="Google Shape;3990;p61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991" name="Google Shape;3991;p61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992" name="Google Shape;3992;p61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93" name="Google Shape;3993;p6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94" name="Google Shape;3994;p61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6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996" name="Google Shape;3996;p6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997" name="Google Shape;3997;p6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998" name="Google Shape;3998;p6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999" name="Google Shape;3999;p61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4000" name="Google Shape;4000;p61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4001" name="Google Shape;4001;p6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002" name="Google Shape;4002;p6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3" name="Google Shape;4003;p61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4004" name="Google Shape;4004;p6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005" name="Google Shape;4005;p6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06" name="Google Shape;4006;p6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07" name="Google Shape;4007;p6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008" name="Google Shape;4008;p6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009" name="Google Shape;4009;p61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4010" name="Google Shape;4010;p61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4011" name="Google Shape;4011;p61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4012" name="Google Shape;4012;p61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4013" name="Google Shape;4013;p61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4014" name="Google Shape;4014;p61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5" name="Google Shape;4015;p61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6" name="Google Shape;4016;p61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7" name="Google Shape;4017;p61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4018" name="Google Shape;4018;p61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4019" name="Google Shape;4019;p61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rect b="b" l="l" r="r" t="t"/>
                      <a:pathLst>
                        <a:path extrusionOk="0" h="391476" w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20" name="Google Shape;4020;p61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rect b="b" l="l" r="r" t="t"/>
                      <a:pathLst>
                        <a:path extrusionOk="0" h="391476" w="28471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21" name="Google Shape;4021;p61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rect b="b" l="l" r="r" t="t"/>
                      <a:pathLst>
                        <a:path extrusionOk="0" h="391476" w="275813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4022" name="Google Shape;4022;p61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rect b="b" l="l" r="r" t="t"/>
                  <a:pathLst>
                    <a:path extrusionOk="0" h="391476" w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4023" name="Google Shape;4023;p61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4024" name="Google Shape;4024;p61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5" name="Google Shape;4025;p61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6" name="Google Shape;4026;p61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4027" name="Google Shape;4027;p61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28" name="Google Shape;4028;p61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4029" name="Google Shape;4029;p61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30" name="Google Shape;4030;p61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1" name="Google Shape;4031;p61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2" name="Google Shape;4032;p61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4033" name="Google Shape;4033;p61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034" name="Google Shape;4034;p61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4035" name="Google Shape;4035;p61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4036" name="Google Shape;4036;p61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61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38" name="Google Shape;4038;p61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4039" name="Google Shape;4039;p61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0" name="Google Shape;4040;p61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1" name="Google Shape;4041;p61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2" name="Google Shape;4042;p61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3" name="Google Shape;4043;p61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4" name="Google Shape;4044;p61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5" name="Google Shape;4045;p61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6" name="Google Shape;4046;p61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7" name="Google Shape;4047;p61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4048" name="Google Shape;4048;p61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4049" name="Google Shape;4049;p61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EBEBE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50" name="Google Shape;4050;p61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F291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4051" name="Google Shape;4051;p61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4052" name="Google Shape;4052;p61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3" name="Google Shape;4053;p61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61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4055" name="Google Shape;4055;p61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6" name="Google Shape;4056;p61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4057" name="Google Shape;4057;p61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58" name="Google Shape;4058;p61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9" name="Google Shape;4059;p61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0" name="Google Shape;4060;p61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3x">
  <p:cSld name="Column 3x">
    <p:spTree>
      <p:nvGrpSpPr>
        <p:cNvPr id="406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p62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063" name="Google Shape;4063;p62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064" name="Google Shape;4064;p62"/>
          <p:cNvSpPr txBox="1"/>
          <p:nvPr>
            <p:ph idx="3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065" name="Google Shape;4065;p62"/>
          <p:cNvSpPr txBox="1"/>
          <p:nvPr>
            <p:ph idx="4" type="body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066" name="Google Shape;4066;p62"/>
          <p:cNvSpPr txBox="1"/>
          <p:nvPr>
            <p:ph idx="5" type="body"/>
          </p:nvPr>
        </p:nvSpPr>
        <p:spPr>
          <a:xfrm>
            <a:off x="8061763" y="707795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067" name="Google Shape;4067;p62"/>
          <p:cNvSpPr txBox="1"/>
          <p:nvPr>
            <p:ph idx="6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4068" name="Google Shape;4068;p6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069" name="Google Shape;4069;p6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070" name="Google Shape;4070;p6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071" name="Google Shape;4071;p6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072" name="Google Shape;4072;p6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073" name="Google Shape;4073;p6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074" name="Google Shape;4074;p6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075" name="Google Shape;4075;p6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076" name="Google Shape;4076;p6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077" name="Google Shape;4077;p6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078" name="Google Shape;4078;p6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079" name="Google Shape;4079;p6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080" name="Google Shape;4080;p6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081" name="Google Shape;4081;p6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082" name="Google Shape;4082;p6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083" name="Google Shape;4083;p6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084" name="Google Shape;4084;p6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085" name="Google Shape;4085;p6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086" name="Google Shape;4086;p6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087" name="Google Shape;4087;p6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088" name="Google Shape;4088;p6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089" name="Google Shape;4089;p6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090" name="Google Shape;4090;p6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091" name="Google Shape;4091;p6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092" name="Google Shape;4092;p6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3" name="Google Shape;4093;p6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094" name="Google Shape;4094;p6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095" name="Google Shape;4095;p6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6" name="Google Shape;4096;p6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097" name="Google Shape;4097;p6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098" name="Google Shape;4098;p6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099" name="Google Shape;4099;p6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00" name="Google Shape;4100;p6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01" name="Google Shape;4101;p6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02" name="Google Shape;4102;p6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03" name="Google Shape;4103;p6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04" name="Google Shape;4104;p6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105" name="Google Shape;4105;p6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06" name="Google Shape;4106;p6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07" name="Google Shape;4107;p6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08" name="Google Shape;4108;p6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09" name="Google Shape;4109;p6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10" name="Google Shape;4110;p6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11" name="Google Shape;4111;p6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112" name="Google Shape;4112;p62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113" name="Google Shape;4113;p6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114" name="Google Shape;4114;p6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115" name="Google Shape;4115;p6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116" name="Google Shape;4116;p6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117" name="Google Shape;4117;p6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18" name="Google Shape;4118;p6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119" name="Google Shape;4119;p6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20" name="Google Shape;4120;p6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21" name="Google Shape;4121;p6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22" name="Google Shape;4122;p6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23" name="Google Shape;4123;p6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24" name="Google Shape;4124;p6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5" name="Google Shape;4125;p6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126" name="Google Shape;4126;p6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27" name="Google Shape;4127;p6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28" name="Google Shape;4128;p6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29" name="Google Shape;4129;p6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30" name="Google Shape;4130;p6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31" name="Google Shape;4131;p6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32" name="Google Shape;4132;p6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33" name="Google Shape;4133;p6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34" name="Google Shape;4134;p6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135" name="Google Shape;4135;p6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136" name="Google Shape;4136;p6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137" name="Google Shape;4137;p6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138" name="Google Shape;4138;p6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139" name="Google Shape;4139;p6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140" name="Google Shape;4140;p62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1" name="Google Shape;4141;p62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2" name="Google Shape;4142;p62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3" name="Google Shape;4143;p62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2x + Image">
  <p:cSld name="Column 2x + Image">
    <p:spTree>
      <p:nvGrpSpPr>
        <p:cNvPr id="4144" name="Shape 4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5" name="Google Shape;4145;p63"/>
          <p:cNvSpPr/>
          <p:nvPr>
            <p:ph idx="2" type="pic"/>
          </p:nvPr>
        </p:nvSpPr>
        <p:spPr>
          <a:xfrm>
            <a:off x="8061762" y="722313"/>
            <a:ext cx="3401700" cy="50832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146" name="Google Shape;4146;p63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147" name="Google Shape;4147;p63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148" name="Google Shape;4148;p63"/>
          <p:cNvSpPr txBox="1"/>
          <p:nvPr>
            <p:ph idx="4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149" name="Google Shape;4149;p63"/>
          <p:cNvSpPr txBox="1"/>
          <p:nvPr>
            <p:ph idx="5" type="body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150" name="Google Shape;4150;p63"/>
          <p:cNvSpPr txBox="1"/>
          <p:nvPr>
            <p:ph idx="6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4151" name="Google Shape;4151;p6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152" name="Google Shape;4152;p6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153" name="Google Shape;4153;p6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154" name="Google Shape;4154;p6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155" name="Google Shape;4155;p6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156" name="Google Shape;4156;p6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157" name="Google Shape;4157;p6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158" name="Google Shape;4158;p6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159" name="Google Shape;4159;p6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160" name="Google Shape;4160;p6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161" name="Google Shape;4161;p6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162" name="Google Shape;4162;p6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163" name="Google Shape;4163;p6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164" name="Google Shape;4164;p6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165" name="Google Shape;4165;p6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166" name="Google Shape;4166;p6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167" name="Google Shape;4167;p6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168" name="Google Shape;4168;p6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169" name="Google Shape;4169;p6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170" name="Google Shape;4170;p6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171" name="Google Shape;4171;p6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172" name="Google Shape;4172;p6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173" name="Google Shape;4173;p6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174" name="Google Shape;4174;p6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175" name="Google Shape;4175;p6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6" name="Google Shape;4176;p6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177" name="Google Shape;4177;p6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178" name="Google Shape;4178;p6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9" name="Google Shape;4179;p6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180" name="Google Shape;4180;p6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181" name="Google Shape;4181;p6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82" name="Google Shape;4182;p6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83" name="Google Shape;4183;p6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84" name="Google Shape;4184;p6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85" name="Google Shape;4185;p6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86" name="Google Shape;4186;p6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87" name="Google Shape;4187;p6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188" name="Google Shape;4188;p6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89" name="Google Shape;4189;p6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90" name="Google Shape;4190;p6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91" name="Google Shape;4191;p6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92" name="Google Shape;4192;p6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93" name="Google Shape;4193;p6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94" name="Google Shape;4194;p6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195" name="Google Shape;4195;p63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196" name="Google Shape;4196;p6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197" name="Google Shape;4197;p6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198" name="Google Shape;4198;p6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199" name="Google Shape;4199;p6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200" name="Google Shape;4200;p6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01" name="Google Shape;4201;p6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202" name="Google Shape;4202;p6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03" name="Google Shape;4203;p6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04" name="Google Shape;4204;p6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05" name="Google Shape;4205;p6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06" name="Google Shape;4206;p6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207" name="Google Shape;4207;p6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08" name="Google Shape;4208;p6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209" name="Google Shape;4209;p6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0" name="Google Shape;4210;p6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211" name="Google Shape;4211;p6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12" name="Google Shape;4212;p6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13" name="Google Shape;4213;p6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14" name="Google Shape;4214;p6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15" name="Google Shape;4215;p6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216" name="Google Shape;4216;p6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217" name="Google Shape;4217;p6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218" name="Google Shape;4218;p6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219" name="Google Shape;4219;p6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220" name="Google Shape;4220;p6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221" name="Google Shape;4221;p6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222" name="Google Shape;4222;p6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223" name="Google Shape;4223;p63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24" name="Google Shape;4224;p63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25" name="Google Shape;4225;p63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26" name="Google Shape;4226;p6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227" name="Google Shape;4227;p6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228" name="Google Shape;4228;p6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229" name="Google Shape;4229;p6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230" name="Google Shape;4230;p6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6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232" name="Google Shape;4232;p6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233" name="Google Shape;4233;p6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234" name="Google Shape;4234;p6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235" name="Google Shape;4235;p6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236" name="Google Shape;4236;p6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237" name="Google Shape;4237;p6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238" name="Google Shape;4238;p6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239" name="Google Shape;4239;p6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240" name="Google Shape;4240;p6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1" name="Google Shape;4241;p6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2" name="Google Shape;4242;p6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243" name="Google Shape;4243;p6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244" name="Google Shape;4244;p6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245" name="Google Shape;4245;p6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246" name="Google Shape;4246;p6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7" name="Google Shape;4247;p6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8" name="Google Shape;4248;p6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249" name="Google Shape;4249;p6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50" name="Google Shape;4250;p6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51" name="Google Shape;4251;p6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252" name="Google Shape;4252;p6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3" name="Google Shape;4253;p6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254" name="Google Shape;4254;p6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255" name="Google Shape;4255;p6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6" name="Google Shape;4256;p6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257" name="Google Shape;4257;p6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258" name="Google Shape;4258;p6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9" name="Google Shape;4259;p6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0" name="Google Shape;4260;p6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61" name="Google Shape;4261;p6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262" name="Google Shape;4262;p6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263" name="Google Shape;4263;p6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264" name="Google Shape;4264;p6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65" name="Google Shape;4265;p6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266" name="Google Shape;4266;p6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7" name="Google Shape;4267;p6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68" name="Google Shape;4268;p6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269" name="Google Shape;4269;p63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Image">
  <p:cSld name="Column 1x + Image">
    <p:spTree>
      <p:nvGrpSpPr>
        <p:cNvPr id="4270" name="Shape 4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Google Shape;4271;p64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272" name="Google Shape;4272;p64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273" name="Google Shape;4273;p64"/>
          <p:cNvSpPr txBox="1"/>
          <p:nvPr>
            <p:ph idx="3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274" name="Google Shape;4274;p64"/>
          <p:cNvSpPr txBox="1"/>
          <p:nvPr>
            <p:ph idx="4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275" name="Google Shape;4275;p64"/>
          <p:cNvSpPr/>
          <p:nvPr>
            <p:ph idx="5" type="pic"/>
          </p:nvPr>
        </p:nvSpPr>
        <p:spPr>
          <a:xfrm>
            <a:off x="4395227" y="722313"/>
            <a:ext cx="7061100" cy="508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4276" name="Google Shape;4276;p64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277" name="Google Shape;4277;p64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278" name="Google Shape;4278;p64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279" name="Google Shape;4279;p64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280" name="Google Shape;4280;p64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281" name="Google Shape;4281;p64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282" name="Google Shape;4282;p64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283" name="Google Shape;4283;p64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284" name="Google Shape;4284;p64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285" name="Google Shape;4285;p64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286" name="Google Shape;4286;p64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287" name="Google Shape;4287;p64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288" name="Google Shape;4288;p64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289" name="Google Shape;4289;p64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290" name="Google Shape;4290;p64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291" name="Google Shape;4291;p64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292" name="Google Shape;4292;p64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293" name="Google Shape;4293;p64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294" name="Google Shape;4294;p64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295" name="Google Shape;4295;p64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296" name="Google Shape;4296;p64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297" name="Google Shape;4297;p64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298" name="Google Shape;4298;p64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299" name="Google Shape;4299;p6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300" name="Google Shape;4300;p6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1" name="Google Shape;4301;p64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302" name="Google Shape;4302;p64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303" name="Google Shape;4303;p64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4" name="Google Shape;4304;p64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305" name="Google Shape;4305;p64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306" name="Google Shape;4306;p64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07" name="Google Shape;4307;p64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08" name="Google Shape;4308;p64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09" name="Google Shape;4309;p64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10" name="Google Shape;4310;p64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311" name="Google Shape;4311;p64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12" name="Google Shape;4312;p64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313" name="Google Shape;4313;p64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314" name="Google Shape;4314;p64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15" name="Google Shape;4315;p64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16" name="Google Shape;4316;p64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17" name="Google Shape;4317;p64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18" name="Google Shape;4318;p64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319" name="Google Shape;4319;p64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320" name="Google Shape;4320;p64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321" name="Google Shape;4321;p64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322" name="Google Shape;4322;p64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323" name="Google Shape;4323;p64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324" name="Google Shape;4324;p64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325" name="Google Shape;4325;p64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26" name="Google Shape;4326;p64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327" name="Google Shape;4327;p64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28" name="Google Shape;4328;p64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29" name="Google Shape;4329;p64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30" name="Google Shape;4330;p64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31" name="Google Shape;4331;p64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332" name="Google Shape;4332;p64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33" name="Google Shape;4333;p64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334" name="Google Shape;4334;p64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35" name="Google Shape;4335;p64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336" name="Google Shape;4336;p64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37" name="Google Shape;4337;p64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38" name="Google Shape;4338;p64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39" name="Google Shape;4339;p64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40" name="Google Shape;4340;p64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341" name="Google Shape;4341;p64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42" name="Google Shape;4342;p64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343" name="Google Shape;4343;p64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344" name="Google Shape;4344;p6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345" name="Google Shape;4345;p6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346" name="Google Shape;4346;p6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347" name="Google Shape;4347;p64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348" name="Google Shape;4348;p64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49" name="Google Shape;4349;p64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50" name="Google Shape;4350;p64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51" name="Google Shape;4351;p64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352" name="Google Shape;4352;p64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353" name="Google Shape;4353;p64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354" name="Google Shape;4354;p6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355" name="Google Shape;4355;p64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6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357" name="Google Shape;4357;p6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358" name="Google Shape;4358;p6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359" name="Google Shape;4359;p6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360" name="Google Shape;4360;p64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361" name="Google Shape;4361;p64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362" name="Google Shape;4362;p6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363" name="Google Shape;4363;p6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364" name="Google Shape;4364;p6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365" name="Google Shape;4365;p6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6" name="Google Shape;4366;p6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7" name="Google Shape;4367;p6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368" name="Google Shape;4368;p6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369" name="Google Shape;4369;p6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370" name="Google Shape;4370;p6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371" name="Google Shape;4371;p6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2" name="Google Shape;4372;p6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73" name="Google Shape;4373;p6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374" name="Google Shape;4374;p6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5" name="Google Shape;4375;p6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76" name="Google Shape;4376;p6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377" name="Google Shape;4377;p6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8" name="Google Shape;4378;p64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379" name="Google Shape;4379;p6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380" name="Google Shape;4380;p6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1" name="Google Shape;4381;p64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382" name="Google Shape;4382;p6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383" name="Google Shape;4383;p6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4" name="Google Shape;4384;p6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5" name="Google Shape;4385;p6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86" name="Google Shape;4386;p6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387" name="Google Shape;4387;p6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388" name="Google Shape;4388;p6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389" name="Google Shape;4389;p6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90" name="Google Shape;4390;p6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391" name="Google Shape;4391;p6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92" name="Google Shape;4392;p6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93" name="Google Shape;4393;p6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394" name="Google Shape;4394;p64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Image + Quote">
  <p:cSld name="Column 1x + Image + Quote">
    <p:spTree>
      <p:nvGrpSpPr>
        <p:cNvPr id="4395" name="Shape 4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6" name="Google Shape;4396;p65"/>
          <p:cNvSpPr/>
          <p:nvPr>
            <p:ph idx="2" type="pic"/>
          </p:nvPr>
        </p:nvSpPr>
        <p:spPr>
          <a:xfrm>
            <a:off x="4395227" y="722313"/>
            <a:ext cx="7061100" cy="508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97" name="Google Shape;4397;p65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398" name="Google Shape;4398;p65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399" name="Google Shape;4399;p65"/>
          <p:cNvSpPr txBox="1"/>
          <p:nvPr>
            <p:ph idx="4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400" name="Google Shape;4400;p65"/>
          <p:cNvSpPr txBox="1"/>
          <p:nvPr>
            <p:ph idx="5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4401" name="Google Shape;4401;p6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4402" name="Google Shape;4402;p6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409" name="Google Shape;4409;p6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4410" name="Google Shape;4410;p6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6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6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4413" name="Google Shape;4413;p6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4414" name="Google Shape;4414;p6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6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16" name="Google Shape;4416;p6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4417" name="Google Shape;4417;p6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8" name="Google Shape;4418;p6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9" name="Google Shape;4419;p6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20" name="Google Shape;4420;p6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4421" name="Google Shape;4421;p6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2" name="Google Shape;4422;p6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3" name="Google Shape;4423;p6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424" name="Google Shape;4424;p6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4427" name="Google Shape;4427;p6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4428" name="Google Shape;4428;p6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429" name="Google Shape;4429;p6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430" name="Google Shape;4430;p6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431" name="Google Shape;4431;p6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32" name="Google Shape;4432;p6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33" name="Google Shape;4433;p6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434" name="Google Shape;4434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435" name="Google Shape;4435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436" name="Google Shape;4436;p6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437" name="Google Shape;4437;p6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8" name="Google Shape;4438;p6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39" name="Google Shape;4439;p6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440" name="Google Shape;4440;p6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1" name="Google Shape;4441;p6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442" name="Google Shape;4442;p6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443" name="Google Shape;4443;p6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44" name="Google Shape;4444;p6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445" name="Google Shape;4445;p6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4446" name="Google Shape;4446;p6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447" name="Google Shape;4447;p6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8" name="Google Shape;4448;p6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4449" name="Google Shape;4449;p6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450" name="Google Shape;4450;p6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451" name="Google Shape;4451;p6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452" name="Google Shape;4452;p6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453" name="Google Shape;4453;p6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454" name="Google Shape;4454;p6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455" name="Google Shape;4455;p6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456" name="Google Shape;4456;p6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4457" name="Google Shape;4457;p6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458" name="Google Shape;4458;p6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459" name="Google Shape;4459;p6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4460" name="Google Shape;4460;p6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461" name="Google Shape;4461;p65"/>
          <p:cNvSpPr txBox="1"/>
          <p:nvPr>
            <p:ph idx="6" type="body"/>
          </p:nvPr>
        </p:nvSpPr>
        <p:spPr>
          <a:xfrm>
            <a:off x="8962840" y="3438798"/>
            <a:ext cx="2204700" cy="203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462" name="Google Shape;4462;p65"/>
          <p:cNvSpPr txBox="1"/>
          <p:nvPr>
            <p:ph idx="7" type="body"/>
          </p:nvPr>
        </p:nvSpPr>
        <p:spPr>
          <a:xfrm>
            <a:off x="9072932" y="3599565"/>
            <a:ext cx="540000" cy="477600"/>
          </a:xfrm>
          <a:prstGeom prst="rect">
            <a:avLst/>
          </a:prstGeom>
          <a:blipFill rotWithShape="1">
            <a:blip r:embed="rId4">
              <a:alphaModFix amt="40000"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463" name="Google Shape;4463;p65"/>
          <p:cNvSpPr txBox="1"/>
          <p:nvPr>
            <p:ph idx="8" type="body"/>
          </p:nvPr>
        </p:nvSpPr>
        <p:spPr>
          <a:xfrm rot="10800000">
            <a:off x="10467006" y="4838036"/>
            <a:ext cx="540000" cy="477600"/>
          </a:xfrm>
          <a:prstGeom prst="rect">
            <a:avLst/>
          </a:prstGeom>
          <a:blipFill rotWithShape="1">
            <a:blip r:embed="rId4">
              <a:alphaModFix amt="40000"/>
            </a:blip>
            <a:stretch>
              <a:fillRect b="-108580" l="-122112" r="-115075" t="-281183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4464" name="Google Shape;4464;p6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465" name="Google Shape;4465;p6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466" name="Google Shape;4466;p6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67" name="Google Shape;4467;p6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68" name="Google Shape;4468;p6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469" name="Google Shape;4469;p6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470" name="Google Shape;4470;p6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471" name="Google Shape;4471;p6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472" name="Google Shape;4472;p6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473" name="Google Shape;4473;p6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474" name="Google Shape;4474;p6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475" name="Google Shape;4475;p6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476" name="Google Shape;4476;p6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477" name="Google Shape;4477;p6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478" name="Google Shape;4478;p6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479" name="Google Shape;4479;p6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480" name="Google Shape;4480;p6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81" name="Google Shape;4481;p6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482" name="Google Shape;4482;p6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483" name="Google Shape;4483;p6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484" name="Google Shape;4484;p6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485" name="Google Shape;4485;p6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486" name="Google Shape;4486;p6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487" name="Google Shape;4487;p6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488" name="Google Shape;4488;p6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9" name="Google Shape;4489;p6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490" name="Google Shape;4490;p6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491" name="Google Shape;4491;p6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92" name="Google Shape;4492;p6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493" name="Google Shape;4493;p6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494" name="Google Shape;4494;p6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95" name="Google Shape;4495;p6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96" name="Google Shape;4496;p6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97" name="Google Shape;4497;p6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98" name="Google Shape;4498;p6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499" name="Google Shape;4499;p6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00" name="Google Shape;4500;p6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501" name="Google Shape;4501;p6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02" name="Google Shape;4502;p6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03" name="Google Shape;4503;p6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04" name="Google Shape;4504;p6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05" name="Google Shape;4505;p6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06" name="Google Shape;4506;p6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507" name="Google Shape;4507;p6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08" name="Google Shape;4508;p65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509" name="Google Shape;4509;p6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510" name="Google Shape;4510;p6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511" name="Google Shape;4511;p6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512" name="Google Shape;4512;p6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513" name="Google Shape;4513;p6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14" name="Google Shape;4514;p6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15" name="Google Shape;4515;p6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16" name="Google Shape;4516;p6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17" name="Google Shape;4517;p6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18" name="Google Shape;4518;p6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19" name="Google Shape;4519;p6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520" name="Google Shape;4520;p6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21" name="Google Shape;4521;p6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522" name="Google Shape;4522;p6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23" name="Google Shape;4523;p6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24" name="Google Shape;4524;p6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25" name="Google Shape;4525;p6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26" name="Google Shape;4526;p6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27" name="Google Shape;4527;p6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28" name="Google Shape;4528;p6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529" name="Google Shape;4529;p6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530" name="Google Shape;4530;p6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531" name="Google Shape;4531;p6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532" name="Google Shape;4532;p6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533" name="Google Shape;4533;p6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534" name="Google Shape;4534;p6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535" name="Google Shape;4535;p6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536" name="Google Shape;4536;p65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37" name="Google Shape;4537;p65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38" name="Google Shape;4538;p65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9" name="Google Shape;4539;p65"/>
          <p:cNvSpPr txBox="1"/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2x + Image #2">
  <p:cSld name="Column 2x + Image #2">
    <p:spTree>
      <p:nvGrpSpPr>
        <p:cNvPr id="4540" name="Shape 4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1" name="Google Shape;4541;p66"/>
          <p:cNvSpPr txBox="1"/>
          <p:nvPr>
            <p:ph idx="1" type="body"/>
          </p:nvPr>
        </p:nvSpPr>
        <p:spPr>
          <a:xfrm>
            <a:off x="8064905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542" name="Google Shape;4542;p66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543" name="Google Shape;4543;p66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544" name="Google Shape;4544;p66"/>
          <p:cNvSpPr txBox="1"/>
          <p:nvPr>
            <p:ph idx="4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545" name="Google Shape;4545;p66"/>
          <p:cNvSpPr txBox="1"/>
          <p:nvPr>
            <p:ph idx="5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546" name="Google Shape;4546;p66"/>
          <p:cNvSpPr/>
          <p:nvPr>
            <p:ph idx="6" type="pic"/>
          </p:nvPr>
        </p:nvSpPr>
        <p:spPr>
          <a:xfrm>
            <a:off x="4395228" y="722313"/>
            <a:ext cx="3401700" cy="50832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4547" name="Google Shape;4547;p66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548" name="Google Shape;4548;p66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549" name="Google Shape;4549;p66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550" name="Google Shape;4550;p66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551" name="Google Shape;4551;p66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552" name="Google Shape;4552;p66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553" name="Google Shape;4553;p66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54" name="Google Shape;4554;p66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555" name="Google Shape;4555;p66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556" name="Google Shape;4556;p66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557" name="Google Shape;4557;p66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558" name="Google Shape;4558;p66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559" name="Google Shape;4559;p66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560" name="Google Shape;4560;p66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561" name="Google Shape;4561;p66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562" name="Google Shape;4562;p66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563" name="Google Shape;4563;p66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564" name="Google Shape;4564;p66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565" name="Google Shape;4565;p66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66" name="Google Shape;4566;p66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567" name="Google Shape;4567;p66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568" name="Google Shape;4568;p66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569" name="Google Shape;4569;p66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570" name="Google Shape;4570;p6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571" name="Google Shape;4571;p6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2" name="Google Shape;4572;p66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573" name="Google Shape;4573;p66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574" name="Google Shape;4574;p66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5" name="Google Shape;4575;p66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576" name="Google Shape;4576;p6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77" name="Google Shape;4577;p6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78" name="Google Shape;4578;p6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79" name="Google Shape;4579;p6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0" name="Google Shape;4580;p6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1" name="Google Shape;4581;p6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582" name="Google Shape;4582;p6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83" name="Google Shape;4583;p66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584" name="Google Shape;4584;p6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85" name="Google Shape;4585;p6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6" name="Google Shape;4586;p6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7" name="Google Shape;4587;p6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8" name="Google Shape;4588;p6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9" name="Google Shape;4589;p6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590" name="Google Shape;4590;p6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91" name="Google Shape;4591;p66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592" name="Google Shape;4592;p66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593" name="Google Shape;4593;p66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594" name="Google Shape;4594;p66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595" name="Google Shape;4595;p66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596" name="Google Shape;4596;p66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97" name="Google Shape;4597;p6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98" name="Google Shape;4598;p6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99" name="Google Shape;4599;p6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00" name="Google Shape;4600;p6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01" name="Google Shape;4601;p6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02" name="Google Shape;4602;p6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603" name="Google Shape;4603;p6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04" name="Google Shape;4604;p66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605" name="Google Shape;4605;p66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06" name="Google Shape;4606;p6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607" name="Google Shape;4607;p6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08" name="Google Shape;4608;p6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09" name="Google Shape;4609;p6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10" name="Google Shape;4610;p6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11" name="Google Shape;4611;p6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612" name="Google Shape;4612;p6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13" name="Google Shape;4613;p66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614" name="Google Shape;4614;p66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615" name="Google Shape;4615;p6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616" name="Google Shape;4616;p6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617" name="Google Shape;4617;p6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618" name="Google Shape;4618;p66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619" name="Google Shape;4619;p66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620" name="Google Shape;4620;p66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621" name="Google Shape;4621;p66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22" name="Google Shape;4622;p6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623" name="Google Shape;4623;p6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624" name="Google Shape;4624;p6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625" name="Google Shape;4625;p6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626" name="Google Shape;4626;p6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7" name="Google Shape;4627;p6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628" name="Google Shape;4628;p6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629" name="Google Shape;4629;p6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630" name="Google Shape;4630;p6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631" name="Google Shape;4631;p6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632" name="Google Shape;4632;p6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633" name="Google Shape;4633;p6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634" name="Google Shape;4634;p6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635" name="Google Shape;4635;p6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636" name="Google Shape;4636;p6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7" name="Google Shape;4637;p6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8" name="Google Shape;4638;p6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639" name="Google Shape;4639;p6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640" name="Google Shape;4640;p6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641" name="Google Shape;4641;p6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642" name="Google Shape;4642;p6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3" name="Google Shape;4643;p6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44" name="Google Shape;4644;p6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645" name="Google Shape;4645;p6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6" name="Google Shape;4646;p6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647" name="Google Shape;4647;p6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648" name="Google Shape;4648;p6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9" name="Google Shape;4649;p6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650" name="Google Shape;4650;p6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651" name="Google Shape;4651;p6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52" name="Google Shape;4652;p6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653" name="Google Shape;4653;p6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654" name="Google Shape;4654;p6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5" name="Google Shape;4655;p6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6" name="Google Shape;4656;p6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57" name="Google Shape;4657;p6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658" name="Google Shape;4658;p6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659" name="Google Shape;4659;p6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660" name="Google Shape;4660;p6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61" name="Google Shape;4661;p6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662" name="Google Shape;4662;p6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63" name="Google Shape;4663;p6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664" name="Google Shape;4664;p6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665" name="Google Shape;4665;p66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3x + Image">
  <p:cSld name="Column 3x + Image">
    <p:spTree>
      <p:nvGrpSpPr>
        <p:cNvPr id="4666" name="Shape 4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7" name="Google Shape;4667;p67"/>
          <p:cNvSpPr/>
          <p:nvPr>
            <p:ph idx="2" type="pic"/>
          </p:nvPr>
        </p:nvSpPr>
        <p:spPr>
          <a:xfrm>
            <a:off x="4395228" y="722313"/>
            <a:ext cx="7088400" cy="3000900"/>
          </a:xfrm>
          <a:prstGeom prst="roundRect">
            <a:avLst>
              <a:gd fmla="val 5266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668" name="Google Shape;4668;p67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669" name="Google Shape;4669;p67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670" name="Google Shape;4670;p67"/>
          <p:cNvSpPr txBox="1"/>
          <p:nvPr>
            <p:ph idx="4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671" name="Google Shape;4671;p67"/>
          <p:cNvSpPr txBox="1"/>
          <p:nvPr>
            <p:ph idx="5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672" name="Google Shape;4672;p67"/>
          <p:cNvSpPr txBox="1"/>
          <p:nvPr>
            <p:ph idx="6" type="body"/>
          </p:nvPr>
        </p:nvSpPr>
        <p:spPr>
          <a:xfrm>
            <a:off x="4395228" y="3993394"/>
            <a:ext cx="3398400" cy="1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673" name="Google Shape;4673;p67"/>
          <p:cNvSpPr txBox="1"/>
          <p:nvPr>
            <p:ph idx="7" type="body"/>
          </p:nvPr>
        </p:nvSpPr>
        <p:spPr>
          <a:xfrm>
            <a:off x="8061763" y="3978876"/>
            <a:ext cx="3398400" cy="1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grpSp>
        <p:nvGrpSpPr>
          <p:cNvPr id="4674" name="Google Shape;4674;p6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675" name="Google Shape;4675;p6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676" name="Google Shape;4676;p6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677" name="Google Shape;4677;p6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78" name="Google Shape;4678;p6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679" name="Google Shape;4679;p6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680" name="Google Shape;4680;p6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81" name="Google Shape;4681;p6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682" name="Google Shape;4682;p6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683" name="Google Shape;4683;p6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684" name="Google Shape;4684;p6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685" name="Google Shape;4685;p6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686" name="Google Shape;4686;p6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687" name="Google Shape;4687;p6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688" name="Google Shape;4688;p6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689" name="Google Shape;4689;p6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690" name="Google Shape;4690;p6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91" name="Google Shape;4691;p6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692" name="Google Shape;4692;p6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93" name="Google Shape;4693;p6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694" name="Google Shape;4694;p6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695" name="Google Shape;4695;p6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696" name="Google Shape;4696;p6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697" name="Google Shape;4697;p6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698" name="Google Shape;4698;p6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9" name="Google Shape;4699;p6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700" name="Google Shape;4700;p6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701" name="Google Shape;4701;p6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02" name="Google Shape;4702;p6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703" name="Google Shape;4703;p6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04" name="Google Shape;4704;p6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05" name="Google Shape;4705;p6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06" name="Google Shape;4706;p6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07" name="Google Shape;4707;p6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08" name="Google Shape;4708;p6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709" name="Google Shape;4709;p6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10" name="Google Shape;4710;p6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711" name="Google Shape;4711;p6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712" name="Google Shape;4712;p6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13" name="Google Shape;4713;p6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14" name="Google Shape;4714;p6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15" name="Google Shape;4715;p6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16" name="Google Shape;4716;p6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717" name="Google Shape;4717;p6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718" name="Google Shape;4718;p67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719" name="Google Shape;4719;p6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720" name="Google Shape;4720;p6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721" name="Google Shape;4721;p6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722" name="Google Shape;4722;p6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723" name="Google Shape;4723;p6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24" name="Google Shape;4724;p6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25" name="Google Shape;4725;p6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26" name="Google Shape;4726;p6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27" name="Google Shape;4727;p6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28" name="Google Shape;4728;p6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29" name="Google Shape;4729;p6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730" name="Google Shape;4730;p6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31" name="Google Shape;4731;p6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732" name="Google Shape;4732;p6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33" name="Google Shape;4733;p6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734" name="Google Shape;4734;p6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35" name="Google Shape;4735;p6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36" name="Google Shape;4736;p6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37" name="Google Shape;4737;p6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38" name="Google Shape;4738;p6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739" name="Google Shape;4739;p6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40" name="Google Shape;4740;p6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741" name="Google Shape;4741;p6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742" name="Google Shape;4742;p6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743" name="Google Shape;4743;p6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744" name="Google Shape;4744;p6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745" name="Google Shape;4745;p6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746" name="Google Shape;4746;p67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747" name="Google Shape;4747;p67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748" name="Google Shape;4748;p67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749" name="Google Shape;4749;p6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750" name="Google Shape;4750;p6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751" name="Google Shape;4751;p6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752" name="Google Shape;4752;p6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753" name="Google Shape;4753;p6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6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755" name="Google Shape;4755;p6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756" name="Google Shape;4756;p6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757" name="Google Shape;4757;p6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758" name="Google Shape;4758;p6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759" name="Google Shape;4759;p6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760" name="Google Shape;4760;p6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761" name="Google Shape;4761;p6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762" name="Google Shape;4762;p6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763" name="Google Shape;4763;p6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4" name="Google Shape;4764;p6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5" name="Google Shape;4765;p6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766" name="Google Shape;4766;p6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767" name="Google Shape;4767;p6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768" name="Google Shape;4768;p6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769" name="Google Shape;4769;p6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0" name="Google Shape;4770;p6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71" name="Google Shape;4771;p6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772" name="Google Shape;4772;p6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3" name="Google Shape;4773;p6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774" name="Google Shape;4774;p6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775" name="Google Shape;4775;p6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6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777" name="Google Shape;4777;p6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778" name="Google Shape;4778;p6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9" name="Google Shape;4779;p6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780" name="Google Shape;4780;p6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781" name="Google Shape;4781;p6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2" name="Google Shape;4782;p6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3" name="Google Shape;4783;p6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84" name="Google Shape;4784;p6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785" name="Google Shape;4785;p6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786" name="Google Shape;4786;p6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787" name="Google Shape;4787;p6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88" name="Google Shape;4788;p6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789" name="Google Shape;4789;p6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0" name="Google Shape;4790;p6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791" name="Google Shape;4791;p6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792" name="Google Shape;4792;p67"/>
          <p:cNvSpPr txBox="1"/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Image 2x">
  <p:cSld name="Column 1x + Image 2x">
    <p:spTree>
      <p:nvGrpSpPr>
        <p:cNvPr id="4793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4" name="Google Shape;4794;p68"/>
          <p:cNvSpPr/>
          <p:nvPr>
            <p:ph idx="2" type="pic"/>
          </p:nvPr>
        </p:nvSpPr>
        <p:spPr>
          <a:xfrm>
            <a:off x="728694" y="1991183"/>
            <a:ext cx="3401700" cy="38145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95" name="Google Shape;4795;p68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796" name="Google Shape;4796;p68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797" name="Google Shape;4797;p68"/>
          <p:cNvSpPr txBox="1"/>
          <p:nvPr>
            <p:ph idx="4" type="body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798" name="Google Shape;4798;p68"/>
          <p:cNvSpPr txBox="1"/>
          <p:nvPr>
            <p:ph idx="5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799" name="Google Shape;4799;p68"/>
          <p:cNvSpPr/>
          <p:nvPr>
            <p:ph idx="6" type="pic"/>
          </p:nvPr>
        </p:nvSpPr>
        <p:spPr>
          <a:xfrm>
            <a:off x="8061762" y="722313"/>
            <a:ext cx="3401700" cy="50832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4800" name="Google Shape;4800;p6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801" name="Google Shape;4801;p6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802" name="Google Shape;4802;p6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803" name="Google Shape;4803;p6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804" name="Google Shape;4804;p6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805" name="Google Shape;4805;p6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806" name="Google Shape;4806;p6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807" name="Google Shape;4807;p6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808" name="Google Shape;4808;p6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809" name="Google Shape;4809;p6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810" name="Google Shape;4810;p6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811" name="Google Shape;4811;p6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812" name="Google Shape;4812;p6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813" name="Google Shape;4813;p6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814" name="Google Shape;4814;p6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815" name="Google Shape;4815;p6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816" name="Google Shape;4816;p6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817" name="Google Shape;4817;p6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818" name="Google Shape;4818;p6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819" name="Google Shape;4819;p6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820" name="Google Shape;4820;p6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821" name="Google Shape;4821;p6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822" name="Google Shape;4822;p6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823" name="Google Shape;4823;p6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824" name="Google Shape;4824;p6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5" name="Google Shape;4825;p6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826" name="Google Shape;4826;p6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827" name="Google Shape;4827;p6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28" name="Google Shape;4828;p6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829" name="Google Shape;4829;p6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830" name="Google Shape;4830;p6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31" name="Google Shape;4831;p6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32" name="Google Shape;4832;p6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33" name="Google Shape;4833;p6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34" name="Google Shape;4834;p6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835" name="Google Shape;4835;p6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36" name="Google Shape;4836;p6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837" name="Google Shape;4837;p6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38" name="Google Shape;4838;p6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39" name="Google Shape;4839;p6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40" name="Google Shape;4840;p6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41" name="Google Shape;4841;p6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42" name="Google Shape;4842;p6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843" name="Google Shape;4843;p6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44" name="Google Shape;4844;p68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4845" name="Google Shape;4845;p6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4846" name="Google Shape;4846;p6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847" name="Google Shape;4847;p6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848" name="Google Shape;4848;p6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849" name="Google Shape;4849;p6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50" name="Google Shape;4850;p6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851" name="Google Shape;4851;p6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52" name="Google Shape;4852;p6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53" name="Google Shape;4853;p6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54" name="Google Shape;4854;p6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55" name="Google Shape;4855;p6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856" name="Google Shape;4856;p6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57" name="Google Shape;4857;p6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858" name="Google Shape;4858;p6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59" name="Google Shape;4859;p6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60" name="Google Shape;4860;p6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61" name="Google Shape;4861;p6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62" name="Google Shape;4862;p6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63" name="Google Shape;4863;p6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64" name="Google Shape;4864;p6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865" name="Google Shape;4865;p6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66" name="Google Shape;4866;p6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867" name="Google Shape;4867;p6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868" name="Google Shape;4868;p6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869" name="Google Shape;4869;p6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870" name="Google Shape;4870;p6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871" name="Google Shape;4871;p6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872" name="Google Shape;4872;p68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873" name="Google Shape;4873;p68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874" name="Google Shape;4874;p68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6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876" name="Google Shape;4876;p6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877" name="Google Shape;4877;p6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878" name="Google Shape;4878;p6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879" name="Google Shape;4879;p6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0" name="Google Shape;4880;p6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881" name="Google Shape;4881;p6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882" name="Google Shape;4882;p6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883" name="Google Shape;4883;p6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884" name="Google Shape;4884;p6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885" name="Google Shape;4885;p6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886" name="Google Shape;4886;p6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887" name="Google Shape;4887;p6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888" name="Google Shape;4888;p6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889" name="Google Shape;4889;p6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0" name="Google Shape;4890;p6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1" name="Google Shape;4891;p6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892" name="Google Shape;4892;p6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893" name="Google Shape;4893;p6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894" name="Google Shape;4894;p6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895" name="Google Shape;4895;p6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6" name="Google Shape;4896;p6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7" name="Google Shape;4897;p6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898" name="Google Shape;4898;p6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9" name="Google Shape;4899;p6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00" name="Google Shape;4900;p6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901" name="Google Shape;4901;p6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2" name="Google Shape;4902;p6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903" name="Google Shape;4903;p6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4904" name="Google Shape;4904;p6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5" name="Google Shape;4905;p6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906" name="Google Shape;4906;p6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907" name="Google Shape;4907;p6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8" name="Google Shape;4908;p6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9" name="Google Shape;4909;p6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10" name="Google Shape;4910;p6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911" name="Google Shape;4911;p6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912" name="Google Shape;4912;p6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913" name="Google Shape;4913;p6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14" name="Google Shape;4914;p6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915" name="Google Shape;4915;p6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6" name="Google Shape;4916;p6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17" name="Google Shape;4917;p6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918" name="Google Shape;4918;p68"/>
          <p:cNvSpPr txBox="1"/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Chart">
  <p:cSld name="Column 1x + Chart">
    <p:spTree>
      <p:nvGrpSpPr>
        <p:cNvPr id="4919" name="Shape 4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0" name="Google Shape;4920;p69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921" name="Google Shape;4921;p69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4922" name="Google Shape;4922;p69"/>
          <p:cNvSpPr txBox="1"/>
          <p:nvPr>
            <p:ph idx="3" type="body"/>
          </p:nvPr>
        </p:nvSpPr>
        <p:spPr>
          <a:xfrm>
            <a:off x="728694" y="1592263"/>
            <a:ext cx="5043600" cy="4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4923" name="Google Shape;4923;p69"/>
          <p:cNvSpPr/>
          <p:nvPr/>
        </p:nvSpPr>
        <p:spPr>
          <a:xfrm>
            <a:off x="0" y="-367937"/>
            <a:ext cx="1562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Column 1x + Chart</a:t>
            </a:r>
            <a:endParaRPr sz="1500"/>
          </a:p>
        </p:txBody>
      </p:sp>
      <p:sp>
        <p:nvSpPr>
          <p:cNvPr id="4924" name="Google Shape;4924;p69"/>
          <p:cNvSpPr/>
          <p:nvPr>
            <p:ph idx="4" type="chart"/>
          </p:nvPr>
        </p:nvSpPr>
        <p:spPr>
          <a:xfrm>
            <a:off x="6428544" y="1592263"/>
            <a:ext cx="50436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26000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b="0" i="1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25" name="Google Shape;4925;p69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4926" name="Google Shape;4926;p69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4927" name="Google Shape;4927;p69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4928" name="Google Shape;4928;p69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4929" name="Google Shape;4929;p69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4930" name="Google Shape;4930;p69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4931" name="Google Shape;4931;p69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4932" name="Google Shape;4932;p69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3" name="Google Shape;4933;p69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4" name="Google Shape;4934;p69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4935" name="Google Shape;4935;p69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4936" name="Google Shape;4936;p69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37" name="Google Shape;4937;p69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4938" name="Google Shape;4938;p69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9" name="Google Shape;4939;p69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0" name="Google Shape;4940;p69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41" name="Google Shape;4941;p69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4942" name="Google Shape;4942;p69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43" name="Google Shape;4943;p69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4944" name="Google Shape;4944;p69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945" name="Google Shape;4945;p69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4946" name="Google Shape;4946;p69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4947" name="Google Shape;4947;p69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4948" name="Google Shape;4948;p69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4949" name="Google Shape;4949;p69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4950" name="Google Shape;4950;p69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818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4951" name="Google Shape;4951;p69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52" name="Google Shape;4952;p69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53" name="Google Shape;4953;p69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54" name="Google Shape;4954;p69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4955" name="Google Shape;4955;p69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56" name="Google Shape;4956;p69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4957" name="Google Shape;4957;p69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8" name="Google Shape;4958;p69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fmla="val 50000" name="adj1"/>
                        <a:gd fmla="val 0" name="adj2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9" name="Google Shape;4959;p69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960" name="Google Shape;4960;p69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4961" name="Google Shape;4961;p69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4962" name="Google Shape;4962;p69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descr="Informatie" id="4963" name="Google Shape;4963;p69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rect b="b" l="l" r="r" t="t"/>
                  <a:pathLst>
                    <a:path extrusionOk="0" h="291719" w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64" name="Google Shape;4964;p69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4965" name="Google Shape;4965;p69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4966" name="Google Shape;4966;p69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rect b="b" l="l" r="r" t="t"/>
                    <a:pathLst>
                      <a:path extrusionOk="0" h="288" w="319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967" name="Google Shape;4967;p69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rect b="b" l="l" r="r" t="t"/>
                    <a:pathLst>
                      <a:path extrusionOk="0" h="100" w="251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968" name="Google Shape;4968;p69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rect b="b" l="l" r="r" t="t"/>
                    <a:pathLst>
                      <a:path extrusionOk="0" h="860" w="702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4969" name="Google Shape;4969;p69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4970" name="Google Shape;4970;p69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4971" name="Google Shape;4971;p69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4972" name="Google Shape;4972;p69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4973" name="Google Shape;4973;p69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4" name="Google Shape;4974;p69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4975" name="Google Shape;4975;p69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4976" name="Google Shape;4976;p69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4977" name="Google Shape;4977;p69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cap="flat" cmpd="sng" w="9525">
                  <a:solidFill>
                    <a:srgbClr val="F2F2F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4978" name="Google Shape;4978;p69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79" name="Google Shape;4979;p69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4980" name="Google Shape;4980;p69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1" name="Google Shape;4981;p69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2" name="Google Shape;4982;p69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4983" name="Google Shape;4983;p69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4984" name="Google Shape;4984;p69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85" name="Google Shape;4985;p69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4986" name="Google Shape;4986;p69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7" name="Google Shape;4987;p69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8" name="Google Shape;4988;p69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9" name="Google Shape;4989;p69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rect b="b" l="l" r="r" t="t"/>
                    <a:pathLst>
                      <a:path extrusionOk="0" h="146804" w="225663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90" name="Google Shape;4990;p69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4991" name="Google Shape;4991;p69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rect b="b" l="l" r="r" t="t"/>
                    <a:pathLst>
                      <a:path extrusionOk="0" h="200436" w="165794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 cmpd="sng" w="9525">
                    <a:solidFill>
                      <a:srgbClr val="3F3E3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92" name="Google Shape;4992;p69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rect b="b" l="l" r="r" t="t"/>
                    <a:pathLst>
                      <a:path extrusionOk="0" h="67245" w="117808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cap="flat" cmpd="sng" w="9525">
                    <a:solidFill>
                      <a:srgbClr val="307EBD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993" name="Google Shape;4993;p6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994" name="Google Shape;4994;p6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995" name="Google Shape;4995;p6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996" name="Google Shape;4996;p6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997" name="Google Shape;4997;p6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998" name="Google Shape;4998;p6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999" name="Google Shape;4999;p6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000" name="Google Shape;5000;p6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001" name="Google Shape;5001;p6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002" name="Google Shape;5002;p6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003" name="Google Shape;5003;p6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004" name="Google Shape;5004;p6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005" name="Google Shape;5005;p6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006" name="Google Shape;5006;p6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007" name="Google Shape;5007;p6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008" name="Google Shape;5008;p6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009" name="Google Shape;5009;p6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010" name="Google Shape;5010;p6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011" name="Google Shape;5011;p6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012" name="Google Shape;5012;p6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013" name="Google Shape;5013;p6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014" name="Google Shape;5014;p6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015" name="Google Shape;5015;p6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016" name="Google Shape;5016;p6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017" name="Google Shape;5017;p6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8" name="Google Shape;5018;p6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019" name="Google Shape;5019;p6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020" name="Google Shape;5020;p6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21" name="Google Shape;5021;p6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022" name="Google Shape;5022;p6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023" name="Google Shape;5023;p6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24" name="Google Shape;5024;p6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25" name="Google Shape;5025;p6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26" name="Google Shape;5026;p6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27" name="Google Shape;5027;p6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028" name="Google Shape;5028;p6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9" name="Google Shape;5029;p6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030" name="Google Shape;5030;p6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31" name="Google Shape;5031;p6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32" name="Google Shape;5032;p6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33" name="Google Shape;5033;p6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34" name="Google Shape;5034;p6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35" name="Google Shape;5035;p6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036" name="Google Shape;5036;p6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037" name="Google Shape;5037;p69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038" name="Google Shape;5038;p6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039" name="Google Shape;5039;p6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040" name="Google Shape;5040;p6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041" name="Google Shape;5041;p6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042" name="Google Shape;5042;p6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3" name="Google Shape;5043;p6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044" name="Google Shape;5044;p6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45" name="Google Shape;5045;p6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46" name="Google Shape;5046;p6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47" name="Google Shape;5047;p6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48" name="Google Shape;5048;p6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049" name="Google Shape;5049;p6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50" name="Google Shape;5050;p6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051" name="Google Shape;5051;p6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52" name="Google Shape;5052;p6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53" name="Google Shape;5053;p6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54" name="Google Shape;5054;p6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55" name="Google Shape;5055;p6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56" name="Google Shape;5056;p6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57" name="Google Shape;5057;p6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058" name="Google Shape;5058;p6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59" name="Google Shape;5059;p6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060" name="Google Shape;5060;p6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061" name="Google Shape;5061;p6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62" name="Google Shape;5062;p6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63" name="Google Shape;5063;p6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064" name="Google Shape;5064;p6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065" name="Google Shape;5065;p69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066" name="Google Shape;5066;p69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067" name="Google Shape;5067;p69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Table">
  <p:cSld name="Column 1x + Table">
    <p:spTree>
      <p:nvGrpSpPr>
        <p:cNvPr id="5068" name="Shape 5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Google Shape;5069;p70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070" name="Google Shape;5070;p70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071" name="Google Shape;5071;p70"/>
          <p:cNvSpPr txBox="1"/>
          <p:nvPr>
            <p:ph idx="3" type="body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5072" name="Google Shape;5072;p70"/>
          <p:cNvSpPr txBox="1"/>
          <p:nvPr>
            <p:ph idx="4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5073" name="Google Shape;5073;p70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5074" name="Google Shape;5074;p70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5075" name="Google Shape;5075;p70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5076" name="Google Shape;5076;p70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5077" name="Google Shape;5077;p70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78" name="Google Shape;5078;p70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5079" name="Google Shape;5079;p70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cap="flat" cmpd="sng" w="9525">
                  <a:solidFill>
                    <a:srgbClr val="F2F2F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5080" name="Google Shape;5080;p70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81" name="Google Shape;5081;p70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5082" name="Google Shape;5082;p70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5083" name="Google Shape;5083;p70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5084" name="Google Shape;5084;p70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1D1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8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5" name="Google Shape;5085;p70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6" name="Google Shape;5086;p70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5087" name="Google Shape;5087;p70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rect b="b" l="l" r="r" t="t"/>
                  <a:pathLst>
                    <a:path extrusionOk="0" h="1624084" w="88028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88" name="Google Shape;5088;p70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5089" name="Google Shape;5089;p70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rect b="b" l="l" r="r" t="t"/>
                    <a:pathLst>
                      <a:path extrusionOk="0" h="121443" w="80781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r>
                      <a:t/>
                    </a:r>
                    <a:endParaRPr b="1" i="0" sz="900" u="none" cap="none" strike="noStrik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090" name="Google Shape;5090;p70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fmla="val 2911" name="adj"/>
                    </a:avLst>
                  </a:prstGeom>
                  <a:solidFill>
                    <a:srgbClr val="FFFFFF"/>
                  </a:solidFill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r>
                      <a:t/>
                    </a:r>
                    <a:endParaRPr b="0" i="0" sz="7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91" name="Google Shape;5091;p70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rect b="b" l="l" r="r" t="t"/>
                    <a:pathLst>
                      <a:path extrusionOk="0" h="78381" w="40422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rgbClr val="81818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10800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r>
                      <a:t/>
                    </a:r>
                    <a:endParaRPr b="0" i="0" sz="7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092" name="Google Shape;5092;p70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93" name="Google Shape;5093;p70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5094" name="Google Shape;5094;p70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095" name="Google Shape;5095;p70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5096" name="Google Shape;5096;p70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180000" lIns="180000" spcFirstLastPara="1" rIns="180000" wrap="square" tIns="1800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097" name="Google Shape;5097;p70"/>
                  <p:cNvCxnSpPr>
                    <a:stCxn id="5096" idx="0"/>
                    <a:endCxn id="5096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98" name="Google Shape;5098;p70"/>
                  <p:cNvCxnSpPr>
                    <a:stCxn id="5096" idx="1"/>
                    <a:endCxn id="5096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818181"/>
                    </a:solidFill>
                    <a:prstDash val="dot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  <p:grpSp>
          <p:nvGrpSpPr>
            <p:cNvPr id="5099" name="Google Shape;5099;p70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5100" name="Google Shape;5100;p70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5101" name="Google Shape;5101;p70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5102" name="Google Shape;5102;p70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5103" name="Google Shape;5103;p70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cap="flat" cmpd="sng" w="9525">
                <a:solidFill>
                  <a:srgbClr val="ECECE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80000" spcFirstLastPara="1" rIns="180000" wrap="square" tIns="144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b="1"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5104" name="Google Shape;5104;p70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5105" name="Google Shape;5105;p70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anchorCtr="0" anchor="ctr" bIns="180000" lIns="180000" spcFirstLastPara="1" rIns="180000" wrap="square" tIns="1800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descr="Informatie" id="5106" name="Google Shape;5106;p70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rect b="b" l="l" r="r" t="t"/>
                  <a:pathLst>
                    <a:path extrusionOk="0" h="291719" w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07" name="Google Shape;5107;p70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5108" name="Google Shape;5108;p70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5109" name="Google Shape;5109;p70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rect b="b" l="l" r="r" t="t"/>
                    <a:pathLst>
                      <a:path extrusionOk="0" h="288" w="319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10" name="Google Shape;5110;p70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rect b="b" l="l" r="r" t="t"/>
                    <a:pathLst>
                      <a:path extrusionOk="0" h="100" w="251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11" name="Google Shape;5111;p70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rect b="b" l="l" r="r" t="t"/>
                    <a:pathLst>
                      <a:path extrusionOk="0" h="860" w="702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r>
                      <a:t/>
                    </a:r>
                    <a:endParaRPr b="0" i="0" sz="300" u="none" cap="none" strike="noStrik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5112" name="Google Shape;5112;p70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5113" name="Google Shape;5113;p70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b="1" i="0" lang="en-US" sz="1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5114" name="Google Shape;5114;p70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5115" name="Google Shape;5115;p70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5116" name="Google Shape;5116;p70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5117" name="Google Shape;5117;p70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5118" name="Google Shape;5118;p70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19" name="Google Shape;5119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20" name="Google Shape;5120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21" name="Google Shape;5121;p70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22" name="Google Shape;5122;p70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5123" name="Google Shape;5123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24" name="Google Shape;5124;p70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rect b="b" l="l" r="r" t="t"/>
                      <a:pathLst>
                        <a:path extrusionOk="0" h="360000" w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25" name="Google Shape;5125;p70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5126" name="Google Shape;5126;p70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5127" name="Google Shape;5127;p70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5128" name="Google Shape;5128;p70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29" name="Google Shape;5129;p70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30" name="Google Shape;5130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31" name="Google Shape;5131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32" name="Google Shape;5132;p70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33" name="Google Shape;5133;p70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5134" name="Google Shape;5134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35" name="Google Shape;5135;p70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36" name="Google Shape;5136;p70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5137" name="Google Shape;5137;p70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5138" name="Google Shape;5138;p70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5139" name="Google Shape;5139;p70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40" name="Google Shape;5140;p70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41" name="Google Shape;5141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42" name="Google Shape;5142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43" name="Google Shape;5143;p70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44" name="Google Shape;5144;p70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5145" name="Google Shape;5145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46" name="Google Shape;5146;p70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47" name="Google Shape;5147;p70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5148" name="Google Shape;5148;p70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5149" name="Google Shape;5149;p70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5150" name="Google Shape;5150;p70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51" name="Google Shape;5151;p70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5152" name="Google Shape;5152;p70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53" name="Google Shape;5153;p70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54" name="Google Shape;5154;p70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55" name="Google Shape;5155;p70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5156" name="Google Shape;5156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57" name="Google Shape;5157;p70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58" name="Google Shape;5158;p70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5159" name="Google Shape;5159;p70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5160" name="Google Shape;5160;p70"/>
                  <p:cNvGrpSpPr/>
                  <p:nvPr/>
                </p:nvGrpSpPr>
                <p:grpSpPr>
                  <a:xfrm flipH="1" rot="10800000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5161" name="Google Shape;5161;p70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anchorCtr="0" anchor="ctr" bIns="180000" lIns="180000" spcFirstLastPara="1" rIns="180000" wrap="square" tIns="1800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62" name="Google Shape;5162;p70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5163" name="Google Shape;5163;p70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64" name="Google Shape;5164;p70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65" name="Google Shape;5165;p70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166" name="Google Shape;5166;p70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rgbClr val="817F7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5167" name="Google Shape;5167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rgbClr val="6C6C6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68" name="Google Shape;5168;p70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fmla="val 25329" name="adj1"/>
                        <a:gd fmla="val 63628" name="adj2"/>
                      </a:avLst>
                    </a:prstGeom>
                    <a:solidFill>
                      <a:srgbClr val="4A7DB1"/>
                    </a:solidFill>
                    <a:ln cap="flat" cmpd="sng" w="28575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69" name="Google Shape;5169;p70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b="0" lang="en-US" sz="9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grpSp>
        <p:nvGrpSpPr>
          <p:cNvPr id="5170" name="Google Shape;5170;p7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171" name="Google Shape;5171;p7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172" name="Google Shape;5172;p7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173" name="Google Shape;5173;p7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174" name="Google Shape;5174;p7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175" name="Google Shape;5175;p7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176" name="Google Shape;5176;p7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177" name="Google Shape;5177;p7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178" name="Google Shape;5178;p7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179" name="Google Shape;5179;p7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180" name="Google Shape;5180;p7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181" name="Google Shape;5181;p7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182" name="Google Shape;5182;p7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183" name="Google Shape;5183;p7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184" name="Google Shape;5184;p7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185" name="Google Shape;5185;p7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186" name="Google Shape;5186;p7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187" name="Google Shape;5187;p7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188" name="Google Shape;5188;p7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189" name="Google Shape;5189;p7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190" name="Google Shape;5190;p7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191" name="Google Shape;5191;p7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192" name="Google Shape;5192;p7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193" name="Google Shape;5193;p7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194" name="Google Shape;5194;p7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95" name="Google Shape;5195;p7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196" name="Google Shape;5196;p7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197" name="Google Shape;5197;p7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98" name="Google Shape;5198;p7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199" name="Google Shape;5199;p7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00" name="Google Shape;5200;p7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1" name="Google Shape;5201;p7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2" name="Google Shape;5202;p7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3" name="Google Shape;5203;p7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4" name="Google Shape;5204;p7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05" name="Google Shape;5205;p7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06" name="Google Shape;5206;p7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207" name="Google Shape;5207;p7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08" name="Google Shape;5208;p7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9" name="Google Shape;5209;p7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10" name="Google Shape;5210;p7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11" name="Google Shape;5211;p7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12" name="Google Shape;5212;p7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13" name="Google Shape;5213;p7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214" name="Google Shape;5214;p70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215" name="Google Shape;5215;p7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216" name="Google Shape;5216;p7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217" name="Google Shape;5217;p7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218" name="Google Shape;5218;p7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219" name="Google Shape;5219;p7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20" name="Google Shape;5220;p7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21" name="Google Shape;5221;p7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22" name="Google Shape;5222;p7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23" name="Google Shape;5223;p7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24" name="Google Shape;5224;p7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25" name="Google Shape;5225;p7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26" name="Google Shape;5226;p7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27" name="Google Shape;5227;p7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228" name="Google Shape;5228;p7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29" name="Google Shape;5229;p7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30" name="Google Shape;5230;p7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31" name="Google Shape;5231;p7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32" name="Google Shape;5232;p7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33" name="Google Shape;5233;p7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34" name="Google Shape;5234;p7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35" name="Google Shape;5235;p7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36" name="Google Shape;5236;p7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237" name="Google Shape;5237;p7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238" name="Google Shape;5238;p7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239" name="Google Shape;5239;p7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240" name="Google Shape;5240;p7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241" name="Google Shape;5241;p7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242" name="Google Shape;5242;p70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43" name="Google Shape;5243;p70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44" name="Google Shape;5244;p70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70"/>
          <p:cNvSpPr txBox="1"/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2x">
  <p:cSld name="Column 2x">
    <p:spTree>
      <p:nvGrpSpPr>
        <p:cNvPr id="5246" name="Shape 5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7" name="Google Shape;5247;p71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248" name="Google Shape;5248;p71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249" name="Google Shape;5249;p71"/>
          <p:cNvSpPr txBox="1"/>
          <p:nvPr>
            <p:ph idx="3" type="body"/>
          </p:nvPr>
        </p:nvSpPr>
        <p:spPr>
          <a:xfrm>
            <a:off x="728694" y="1592263"/>
            <a:ext cx="5047500" cy="4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5250" name="Google Shape;5250;p71"/>
          <p:cNvSpPr txBox="1"/>
          <p:nvPr>
            <p:ph idx="4" type="body"/>
          </p:nvPr>
        </p:nvSpPr>
        <p:spPr>
          <a:xfrm>
            <a:off x="6383337" y="1577745"/>
            <a:ext cx="5076900" cy="4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5251" name="Google Shape;5251;p71"/>
          <p:cNvSpPr/>
          <p:nvPr/>
        </p:nvSpPr>
        <p:spPr>
          <a:xfrm>
            <a:off x="0" y="-367937"/>
            <a:ext cx="9024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Column 2x</a:t>
            </a:r>
            <a:endParaRPr sz="1500"/>
          </a:p>
        </p:txBody>
      </p:sp>
      <p:sp>
        <p:nvSpPr>
          <p:cNvPr id="5252" name="Google Shape;5252;p71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5253" name="Google Shape;5253;p7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254" name="Google Shape;5254;p7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255" name="Google Shape;5255;p7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256" name="Google Shape;5256;p7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257" name="Google Shape;5257;p7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258" name="Google Shape;5258;p7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259" name="Google Shape;5259;p7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260" name="Google Shape;5260;p7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261" name="Google Shape;5261;p7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262" name="Google Shape;5262;p7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263" name="Google Shape;5263;p7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264" name="Google Shape;5264;p7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265" name="Google Shape;5265;p7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266" name="Google Shape;5266;p7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267" name="Google Shape;5267;p7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268" name="Google Shape;5268;p7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269" name="Google Shape;5269;p7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270" name="Google Shape;5270;p7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271" name="Google Shape;5271;p7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272" name="Google Shape;5272;p7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273" name="Google Shape;5273;p7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274" name="Google Shape;5274;p7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275" name="Google Shape;5275;p7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276" name="Google Shape;5276;p7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277" name="Google Shape;5277;p7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8" name="Google Shape;5278;p7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279" name="Google Shape;5279;p7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280" name="Google Shape;5280;p7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81" name="Google Shape;5281;p7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282" name="Google Shape;5282;p7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83" name="Google Shape;5283;p7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84" name="Google Shape;5284;p7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85" name="Google Shape;5285;p7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86" name="Google Shape;5286;p7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87" name="Google Shape;5287;p7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88" name="Google Shape;5288;p7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89" name="Google Shape;5289;p7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290" name="Google Shape;5290;p7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91" name="Google Shape;5291;p7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92" name="Google Shape;5292;p7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93" name="Google Shape;5293;p7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94" name="Google Shape;5294;p7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95" name="Google Shape;5295;p7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96" name="Google Shape;5296;p7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297" name="Google Shape;5297;p71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298" name="Google Shape;5298;p7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299" name="Google Shape;5299;p7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300" name="Google Shape;5300;p7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301" name="Google Shape;5301;p7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302" name="Google Shape;5302;p7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03" name="Google Shape;5303;p7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04" name="Google Shape;5304;p7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05" name="Google Shape;5305;p7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06" name="Google Shape;5306;p7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07" name="Google Shape;5307;p7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08" name="Google Shape;5308;p7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309" name="Google Shape;5309;p7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10" name="Google Shape;5310;p7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311" name="Google Shape;5311;p7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12" name="Google Shape;5312;p7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13" name="Google Shape;5313;p7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14" name="Google Shape;5314;p7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15" name="Google Shape;5315;p7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16" name="Google Shape;5316;p7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17" name="Google Shape;5317;p7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318" name="Google Shape;5318;p7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19" name="Google Shape;5319;p7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320" name="Google Shape;5320;p7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321" name="Google Shape;5321;p7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322" name="Google Shape;5322;p7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323" name="Google Shape;5323;p7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324" name="Google Shape;5324;p7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325" name="Google Shape;5325;p71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26" name="Google Shape;5326;p71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27" name="Google Shape;5327;p71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yment conditions">
  <p:cSld name="Payment conditions">
    <p:spTree>
      <p:nvGrpSpPr>
        <p:cNvPr id="5328" name="Shape 5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9" name="Google Shape;5329;p72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330" name="Google Shape;5330;p72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331" name="Google Shape;5331;p72"/>
          <p:cNvSpPr txBox="1"/>
          <p:nvPr>
            <p:ph idx="3" type="body"/>
          </p:nvPr>
        </p:nvSpPr>
        <p:spPr>
          <a:xfrm>
            <a:off x="728694" y="1592264"/>
            <a:ext cx="107433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5332" name="Google Shape;5332;p72"/>
          <p:cNvSpPr/>
          <p:nvPr/>
        </p:nvSpPr>
        <p:spPr>
          <a:xfrm>
            <a:off x="0" y="-367937"/>
            <a:ext cx="1685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Payment conditions</a:t>
            </a:r>
            <a:endParaRPr sz="1500"/>
          </a:p>
        </p:txBody>
      </p:sp>
      <p:sp>
        <p:nvSpPr>
          <p:cNvPr id="5333" name="Google Shape;5333;p72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5334" name="Google Shape;5334;p7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335" name="Google Shape;5335;p7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336" name="Google Shape;5336;p7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337" name="Google Shape;5337;p7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338" name="Google Shape;5338;p7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339" name="Google Shape;5339;p7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340" name="Google Shape;5340;p7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341" name="Google Shape;5341;p7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342" name="Google Shape;5342;p7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343" name="Google Shape;5343;p7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344" name="Google Shape;5344;p7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345" name="Google Shape;5345;p7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346" name="Google Shape;5346;p7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347" name="Google Shape;5347;p7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348" name="Google Shape;5348;p7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349" name="Google Shape;5349;p7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350" name="Google Shape;5350;p7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351" name="Google Shape;5351;p7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352" name="Google Shape;5352;p7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353" name="Google Shape;5353;p7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354" name="Google Shape;5354;p7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355" name="Google Shape;5355;p7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356" name="Google Shape;5356;p7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357" name="Google Shape;5357;p7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358" name="Google Shape;5358;p7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9" name="Google Shape;5359;p7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360" name="Google Shape;5360;p7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361" name="Google Shape;5361;p7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62" name="Google Shape;5362;p7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363" name="Google Shape;5363;p7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64" name="Google Shape;5364;p7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65" name="Google Shape;5365;p7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66" name="Google Shape;5366;p7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67" name="Google Shape;5367;p7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68" name="Google Shape;5368;p7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369" name="Google Shape;5369;p7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70" name="Google Shape;5370;p7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371" name="Google Shape;5371;p7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72" name="Google Shape;5372;p7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73" name="Google Shape;5373;p7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74" name="Google Shape;5374;p7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75" name="Google Shape;5375;p7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76" name="Google Shape;5376;p7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377" name="Google Shape;5377;p7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378" name="Google Shape;5378;p72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379" name="Google Shape;5379;p7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380" name="Google Shape;5380;p7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381" name="Google Shape;5381;p7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382" name="Google Shape;5382;p7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383" name="Google Shape;5383;p7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84" name="Google Shape;5384;p7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85" name="Google Shape;5385;p7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86" name="Google Shape;5386;p7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87" name="Google Shape;5387;p7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88" name="Google Shape;5388;p7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89" name="Google Shape;5389;p7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390" name="Google Shape;5390;p7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91" name="Google Shape;5391;p7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392" name="Google Shape;5392;p7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93" name="Google Shape;5393;p7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94" name="Google Shape;5394;p7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95" name="Google Shape;5395;p7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96" name="Google Shape;5396;p7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97" name="Google Shape;5397;p7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98" name="Google Shape;5398;p7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399" name="Google Shape;5399;p7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00" name="Google Shape;5400;p7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401" name="Google Shape;5401;p7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402" name="Google Shape;5402;p7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03" name="Google Shape;5403;p7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04" name="Google Shape;5404;p7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405" name="Google Shape;5405;p7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406" name="Google Shape;5406;p72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07" name="Google Shape;5407;p72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08" name="Google Shape;5408;p72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+ Icon instruction">
  <p:cSld name="Empty + Icon instruction">
    <p:spTree>
      <p:nvGrpSpPr>
        <p:cNvPr id="5409" name="Shape 5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0" name="Google Shape;5410;p73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5411" name="Google Shape;5411;p73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5412" name="Google Shape;5412;p73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5413" name="Google Shape;5413;p73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414" name="Google Shape;5414;p7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415" name="Google Shape;5415;p73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7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417" name="Google Shape;5417;p7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418" name="Google Shape;5418;p7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419" name="Google Shape;5419;p7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420" name="Google Shape;5420;p73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5421" name="Google Shape;5421;p73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5422" name="Google Shape;5422;p7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423" name="Google Shape;5423;p7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4" name="Google Shape;5424;p73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5425" name="Google Shape;5425;p7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426" name="Google Shape;5426;p7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27" name="Google Shape;5427;p7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28" name="Google Shape;5428;p7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429" name="Google Shape;5429;p7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430" name="Google Shape;5430;p73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5431" name="Google Shape;5431;p73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5432" name="Google Shape;5432;p73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5433" name="Google Shape;5433;p73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5434" name="Google Shape;5434;p73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5435" name="Google Shape;5435;p73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6" name="Google Shape;5436;p73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7" name="Google Shape;5437;p73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8" name="Google Shape;5438;p73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5439" name="Google Shape;5439;p73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5440" name="Google Shape;5440;p73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rect b="b" l="l" r="r" t="t"/>
                      <a:pathLst>
                        <a:path extrusionOk="0" h="391476" w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41" name="Google Shape;5441;p73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rect b="b" l="l" r="r" t="t"/>
                      <a:pathLst>
                        <a:path extrusionOk="0" h="391476" w="28471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42" name="Google Shape;5442;p73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rect b="b" l="l" r="r" t="t"/>
                      <a:pathLst>
                        <a:path extrusionOk="0" h="391476" w="275813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5443" name="Google Shape;5443;p73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rect b="b" l="l" r="r" t="t"/>
                  <a:pathLst>
                    <a:path extrusionOk="0" h="391476" w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5444" name="Google Shape;5444;p73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5445" name="Google Shape;5445;p73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73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7" name="Google Shape;5447;p73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5448" name="Google Shape;5448;p73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49" name="Google Shape;5449;p73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5450" name="Google Shape;5450;p73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51" name="Google Shape;5451;p73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2" name="Google Shape;5452;p73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53" name="Google Shape;5453;p73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5454" name="Google Shape;5454;p73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455" name="Google Shape;5455;p73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5456" name="Google Shape;5456;p73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5457" name="Google Shape;5457;p73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8" name="Google Shape;5458;p73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59" name="Google Shape;5459;p73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5460" name="Google Shape;5460;p73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1" name="Google Shape;5461;p73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2" name="Google Shape;5462;p73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3" name="Google Shape;5463;p73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4" name="Google Shape;5464;p73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5" name="Google Shape;5465;p73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6" name="Google Shape;5466;p73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7" name="Google Shape;5467;p73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8" name="Google Shape;5468;p73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5469" name="Google Shape;5469;p73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5470" name="Google Shape;5470;p73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EBEBE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71" name="Google Shape;5471;p73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F291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5472" name="Google Shape;5472;p73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5473" name="Google Shape;5473;p73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73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73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5476" name="Google Shape;5476;p73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77" name="Google Shape;5477;p73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5478" name="Google Shape;5478;p73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79" name="Google Shape;5479;p73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0" name="Google Shape;5480;p73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81" name="Google Shape;5481;p73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3x + Text">
  <p:cSld name="Images 3x + Text">
    <p:spTree>
      <p:nvGrpSpPr>
        <p:cNvPr id="5482" name="Shape 5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3" name="Google Shape;5483;p74"/>
          <p:cNvSpPr/>
          <p:nvPr>
            <p:ph idx="2" type="pic"/>
          </p:nvPr>
        </p:nvSpPr>
        <p:spPr>
          <a:xfrm>
            <a:off x="4495345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4" name="Google Shape;5484;p74"/>
          <p:cNvSpPr/>
          <p:nvPr>
            <p:ph idx="3" type="pic"/>
          </p:nvPr>
        </p:nvSpPr>
        <p:spPr>
          <a:xfrm>
            <a:off x="8257326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5" name="Google Shape;5485;p74"/>
          <p:cNvSpPr/>
          <p:nvPr>
            <p:ph idx="4" type="pic"/>
          </p:nvPr>
        </p:nvSpPr>
        <p:spPr>
          <a:xfrm>
            <a:off x="720000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6" name="Google Shape;5486;p74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5487" name="Google Shape;5487;p7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5488" name="Google Shape;5488;p7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489" name="Google Shape;5489;p7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490" name="Google Shape;5490;p7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1" name="Google Shape;5491;p7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492" name="Google Shape;5492;p7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493" name="Google Shape;5493;p7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494" name="Google Shape;5494;p7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495" name="Google Shape;5495;p7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5496" name="Google Shape;5496;p7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7" name="Google Shape;5497;p7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8" name="Google Shape;5498;p7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5499" name="Google Shape;5499;p7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5500" name="Google Shape;5500;p7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7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02" name="Google Shape;5502;p7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5503" name="Google Shape;5503;p7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4" name="Google Shape;5504;p7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5" name="Google Shape;5505;p7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06" name="Google Shape;5506;p7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5507" name="Google Shape;5507;p7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8" name="Google Shape;5508;p7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9" name="Google Shape;5509;p7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510" name="Google Shape;5510;p7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511" name="Google Shape;5511;p7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512" name="Google Shape;5512;p7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5513" name="Google Shape;5513;p7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5514" name="Google Shape;5514;p7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515" name="Google Shape;5515;p7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516" name="Google Shape;5516;p7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517" name="Google Shape;5517;p7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18" name="Google Shape;5518;p7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19" name="Google Shape;5519;p7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520" name="Google Shape;5520;p7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521" name="Google Shape;5521;p7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522" name="Google Shape;5522;p7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523" name="Google Shape;5523;p7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4" name="Google Shape;5524;p7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25" name="Google Shape;5525;p7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526" name="Google Shape;5526;p7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7" name="Google Shape;5527;p7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528" name="Google Shape;5528;p7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529" name="Google Shape;5529;p7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30" name="Google Shape;5530;p7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531" name="Google Shape;5531;p7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5532" name="Google Shape;5532;p7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533" name="Google Shape;5533;p7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4" name="Google Shape;5534;p7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5535" name="Google Shape;5535;p7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536" name="Google Shape;5536;p7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537" name="Google Shape;5537;p7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538" name="Google Shape;5538;p7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539" name="Google Shape;5539;p7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540" name="Google Shape;5540;p7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541" name="Google Shape;5541;p7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542" name="Google Shape;5542;p7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543" name="Google Shape;5543;p7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544" name="Google Shape;5544;p7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545" name="Google Shape;5545;p7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546" name="Google Shape;5546;p7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5547" name="Google Shape;5547;p7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548" name="Google Shape;5548;p74"/>
          <p:cNvSpPr txBox="1"/>
          <p:nvPr>
            <p:ph idx="5" type="body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549" name="Google Shape;5549;p74"/>
          <p:cNvSpPr txBox="1"/>
          <p:nvPr>
            <p:ph idx="6" type="body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550" name="Google Shape;5550;p74"/>
          <p:cNvSpPr txBox="1"/>
          <p:nvPr>
            <p:ph idx="7" type="body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551" name="Google Shape;5551;p74"/>
          <p:cNvSpPr txBox="1"/>
          <p:nvPr>
            <p:ph idx="8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552" name="Google Shape;5552;p7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 (LEEG)">
  <p:cSld name="ALLEEN TITEL (LEEG)">
    <p:spTree>
      <p:nvGrpSpPr>
        <p:cNvPr id="5553" name="Shape 5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4" name="Google Shape;5554;p75"/>
          <p:cNvSpPr/>
          <p:nvPr/>
        </p:nvSpPr>
        <p:spPr>
          <a:xfrm>
            <a:off x="781878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5" name="Google Shape;5555;p75"/>
          <p:cNvSpPr/>
          <p:nvPr/>
        </p:nvSpPr>
        <p:spPr>
          <a:xfrm>
            <a:off x="781878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6" name="Google Shape;5556;p75"/>
          <p:cNvSpPr/>
          <p:nvPr/>
        </p:nvSpPr>
        <p:spPr>
          <a:xfrm>
            <a:off x="781878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7" name="Google Shape;5557;p75"/>
          <p:cNvSpPr/>
          <p:nvPr/>
        </p:nvSpPr>
        <p:spPr>
          <a:xfrm>
            <a:off x="2147032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8" name="Google Shape;5558;p75"/>
          <p:cNvSpPr/>
          <p:nvPr/>
        </p:nvSpPr>
        <p:spPr>
          <a:xfrm>
            <a:off x="2147032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9" name="Google Shape;5559;p75"/>
          <p:cNvSpPr/>
          <p:nvPr/>
        </p:nvSpPr>
        <p:spPr>
          <a:xfrm>
            <a:off x="2147032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0" name="Google Shape;5560;p75"/>
          <p:cNvSpPr/>
          <p:nvPr/>
        </p:nvSpPr>
        <p:spPr>
          <a:xfrm>
            <a:off x="3512187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1" name="Google Shape;5561;p75"/>
          <p:cNvSpPr/>
          <p:nvPr/>
        </p:nvSpPr>
        <p:spPr>
          <a:xfrm>
            <a:off x="3512187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2" name="Google Shape;5562;p75"/>
          <p:cNvSpPr/>
          <p:nvPr/>
        </p:nvSpPr>
        <p:spPr>
          <a:xfrm>
            <a:off x="3512187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3" name="Google Shape;5563;p75"/>
          <p:cNvSpPr/>
          <p:nvPr/>
        </p:nvSpPr>
        <p:spPr>
          <a:xfrm>
            <a:off x="4877340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4" name="Google Shape;5564;p75"/>
          <p:cNvSpPr/>
          <p:nvPr/>
        </p:nvSpPr>
        <p:spPr>
          <a:xfrm>
            <a:off x="4877340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5" name="Google Shape;5565;p75"/>
          <p:cNvSpPr/>
          <p:nvPr/>
        </p:nvSpPr>
        <p:spPr>
          <a:xfrm>
            <a:off x="4877340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6" name="Google Shape;5566;p75"/>
          <p:cNvSpPr/>
          <p:nvPr/>
        </p:nvSpPr>
        <p:spPr>
          <a:xfrm>
            <a:off x="6242495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7" name="Google Shape;5567;p75"/>
          <p:cNvSpPr/>
          <p:nvPr/>
        </p:nvSpPr>
        <p:spPr>
          <a:xfrm>
            <a:off x="6242495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8" name="Google Shape;5568;p75"/>
          <p:cNvSpPr/>
          <p:nvPr/>
        </p:nvSpPr>
        <p:spPr>
          <a:xfrm>
            <a:off x="6242495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9" name="Google Shape;5569;p75"/>
          <p:cNvSpPr/>
          <p:nvPr/>
        </p:nvSpPr>
        <p:spPr>
          <a:xfrm>
            <a:off x="7607649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0" name="Google Shape;5570;p75"/>
          <p:cNvSpPr/>
          <p:nvPr/>
        </p:nvSpPr>
        <p:spPr>
          <a:xfrm>
            <a:off x="7607649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1" name="Google Shape;5571;p75"/>
          <p:cNvSpPr/>
          <p:nvPr/>
        </p:nvSpPr>
        <p:spPr>
          <a:xfrm>
            <a:off x="7607649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2" name="Google Shape;5572;p75"/>
          <p:cNvSpPr/>
          <p:nvPr/>
        </p:nvSpPr>
        <p:spPr>
          <a:xfrm>
            <a:off x="8972804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3" name="Google Shape;5573;p75"/>
          <p:cNvSpPr/>
          <p:nvPr/>
        </p:nvSpPr>
        <p:spPr>
          <a:xfrm>
            <a:off x="8972804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4" name="Google Shape;5574;p75"/>
          <p:cNvSpPr/>
          <p:nvPr/>
        </p:nvSpPr>
        <p:spPr>
          <a:xfrm>
            <a:off x="8972804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5" name="Google Shape;5575;p75"/>
          <p:cNvSpPr/>
          <p:nvPr/>
        </p:nvSpPr>
        <p:spPr>
          <a:xfrm>
            <a:off x="10337959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6" name="Google Shape;5576;p75"/>
          <p:cNvSpPr/>
          <p:nvPr/>
        </p:nvSpPr>
        <p:spPr>
          <a:xfrm>
            <a:off x="10337959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7" name="Google Shape;5577;p75"/>
          <p:cNvSpPr/>
          <p:nvPr/>
        </p:nvSpPr>
        <p:spPr>
          <a:xfrm>
            <a:off x="10337959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8" name="Google Shape;5578;p75"/>
          <p:cNvSpPr/>
          <p:nvPr/>
        </p:nvSpPr>
        <p:spPr>
          <a:xfrm>
            <a:off x="0" y="-572747"/>
            <a:ext cx="2103300" cy="38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000" lIns="0" spcFirstLastPara="1" rIns="72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ALLEEN TITEL (LEEG)</a:t>
            </a:r>
            <a:endParaRPr sz="1500"/>
          </a:p>
        </p:txBody>
      </p:sp>
      <p:sp>
        <p:nvSpPr>
          <p:cNvPr id="5579" name="Google Shape;5579;p75"/>
          <p:cNvSpPr txBox="1"/>
          <p:nvPr>
            <p:ph idx="1" type="body"/>
          </p:nvPr>
        </p:nvSpPr>
        <p:spPr>
          <a:xfrm>
            <a:off x="449999" y="412144"/>
            <a:ext cx="27615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0" spcFirstLastPara="1" rIns="7200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b="1" sz="11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580" name="Google Shape;5580;p75"/>
          <p:cNvSpPr txBox="1"/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8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p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83" name="Google Shape;5583;p7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>
              <a:spcBef>
                <a:spcPts val="70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>
              <a:spcBef>
                <a:spcPts val="700"/>
              </a:spcBef>
              <a:spcAft>
                <a:spcPts val="700"/>
              </a:spcAft>
              <a:buSzPts val="1600"/>
              <a:buNone/>
              <a:defRPr/>
            </a:lvl9pPr>
          </a:lstStyle>
          <a:p/>
        </p:txBody>
      </p:sp>
      <p:sp>
        <p:nvSpPr>
          <p:cNvPr id="5584" name="Google Shape;5584;p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5592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p78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3x + Text">
  <p:cSld name="Images 3x + Text">
    <p:spTree>
      <p:nvGrpSpPr>
        <p:cNvPr id="5594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5" name="Google Shape;5595;p79"/>
          <p:cNvSpPr/>
          <p:nvPr>
            <p:ph idx="2" type="pic"/>
          </p:nvPr>
        </p:nvSpPr>
        <p:spPr>
          <a:xfrm>
            <a:off x="4495345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6" name="Google Shape;5596;p79"/>
          <p:cNvSpPr/>
          <p:nvPr>
            <p:ph idx="3" type="pic"/>
          </p:nvPr>
        </p:nvSpPr>
        <p:spPr>
          <a:xfrm>
            <a:off x="8257326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7" name="Google Shape;5597;p79"/>
          <p:cNvSpPr/>
          <p:nvPr>
            <p:ph idx="4" type="pic"/>
          </p:nvPr>
        </p:nvSpPr>
        <p:spPr>
          <a:xfrm>
            <a:off x="720000" y="1911112"/>
            <a:ext cx="3201300" cy="3217500"/>
          </a:xfrm>
          <a:prstGeom prst="roundRect">
            <a:avLst>
              <a:gd fmla="val 507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8" name="Google Shape;5598;p79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5599" name="Google Shape;5599;p79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5600" name="Google Shape;5600;p7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601" name="Google Shape;5601;p7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02" name="Google Shape;5602;p7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3" name="Google Shape;5603;p7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604" name="Google Shape;5604;p7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605" name="Google Shape;5605;p7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606" name="Google Shape;5606;p7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607" name="Google Shape;5607;p7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5608" name="Google Shape;5608;p7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7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0" name="Google Shape;5610;p7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5611" name="Google Shape;5611;p7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5612" name="Google Shape;5612;p7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3" name="Google Shape;5613;p7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14" name="Google Shape;5614;p7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5615" name="Google Shape;5615;p7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6" name="Google Shape;5616;p7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7" name="Google Shape;5617;p7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18" name="Google Shape;5618;p7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5619" name="Google Shape;5619;p7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0" name="Google Shape;5620;p7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1" name="Google Shape;5621;p7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622" name="Google Shape;5622;p7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623" name="Google Shape;5623;p7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624" name="Google Shape;5624;p7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5625" name="Google Shape;5625;p7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5626" name="Google Shape;5626;p7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627" name="Google Shape;5627;p7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628" name="Google Shape;5628;p7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629" name="Google Shape;5629;p7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30" name="Google Shape;5630;p7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31" name="Google Shape;5631;p7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632" name="Google Shape;5632;p7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633" name="Google Shape;5633;p7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634" name="Google Shape;5634;p7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635" name="Google Shape;5635;p7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6" name="Google Shape;5636;p7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37" name="Google Shape;5637;p7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638" name="Google Shape;5638;p7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9" name="Google Shape;5639;p7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640" name="Google Shape;5640;p7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641" name="Google Shape;5641;p7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2" name="Google Shape;5642;p7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643" name="Google Shape;5643;p7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5644" name="Google Shape;5644;p7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645" name="Google Shape;5645;p7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6" name="Google Shape;5646;p7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5647" name="Google Shape;5647;p7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648" name="Google Shape;5648;p7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649" name="Google Shape;5649;p7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650" name="Google Shape;5650;p7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651" name="Google Shape;5651;p7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652" name="Google Shape;5652;p7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653" name="Google Shape;5653;p7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654" name="Google Shape;5654;p7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655" name="Google Shape;5655;p7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656" name="Google Shape;5656;p7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657" name="Google Shape;5657;p7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658" name="Google Shape;5658;p7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5659" name="Google Shape;5659;p79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60" name="Google Shape;5660;p79"/>
          <p:cNvSpPr txBox="1"/>
          <p:nvPr>
            <p:ph idx="5" type="body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61" name="Google Shape;5661;p79"/>
          <p:cNvSpPr txBox="1"/>
          <p:nvPr>
            <p:ph idx="6" type="body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62" name="Google Shape;5662;p79"/>
          <p:cNvSpPr txBox="1"/>
          <p:nvPr>
            <p:ph idx="7" type="body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144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63" name="Google Shape;5663;p79"/>
          <p:cNvSpPr txBox="1"/>
          <p:nvPr>
            <p:ph idx="8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64" name="Google Shape;5664;p79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m) #2">
  <p:cSld name="Text + Image (m) #2">
    <p:spTree>
      <p:nvGrpSpPr>
        <p:cNvPr id="5665" name="Shape 5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6" name="Google Shape;5666;p8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5667" name="Google Shape;5667;p80"/>
          <p:cNvSpPr/>
          <p:nvPr>
            <p:ph idx="2" type="pic"/>
          </p:nvPr>
        </p:nvSpPr>
        <p:spPr>
          <a:xfrm>
            <a:off x="6383338" y="722312"/>
            <a:ext cx="5079900" cy="5083200"/>
          </a:xfrm>
          <a:prstGeom prst="roundRect">
            <a:avLst>
              <a:gd fmla="val 331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668" name="Google Shape;5668;p80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5669" name="Google Shape;5669;p80"/>
          <p:cNvSpPr txBox="1"/>
          <p:nvPr>
            <p:ph idx="1" type="body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5670" name="Google Shape;5670;p80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71" name="Google Shape;5671;p80"/>
          <p:cNvSpPr txBox="1"/>
          <p:nvPr>
            <p:ph idx="4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672" name="Google Shape;5672;p80"/>
          <p:cNvSpPr txBox="1"/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5673" name="Google Shape;5673;p8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674" name="Google Shape;5674;p8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675" name="Google Shape;5675;p8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76" name="Google Shape;5676;p8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77" name="Google Shape;5677;p8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678" name="Google Shape;5678;p8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679" name="Google Shape;5679;p8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680" name="Google Shape;5680;p8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681" name="Google Shape;5681;p8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682" name="Google Shape;5682;p8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683" name="Google Shape;5683;p8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684" name="Google Shape;5684;p8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685" name="Google Shape;5685;p8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686" name="Google Shape;5686;p8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687" name="Google Shape;5687;p8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688" name="Google Shape;5688;p8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689" name="Google Shape;5689;p8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90" name="Google Shape;5690;p8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691" name="Google Shape;5691;p8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692" name="Google Shape;5692;p8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693" name="Google Shape;5693;p8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694" name="Google Shape;5694;p8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695" name="Google Shape;5695;p8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696" name="Google Shape;5696;p8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697" name="Google Shape;5697;p8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98" name="Google Shape;5698;p8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699" name="Google Shape;5699;p8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700" name="Google Shape;5700;p8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01" name="Google Shape;5701;p8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702" name="Google Shape;5702;p8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703" name="Google Shape;5703;p8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04" name="Google Shape;5704;p8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05" name="Google Shape;5705;p8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06" name="Google Shape;5706;p8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07" name="Google Shape;5707;p8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708" name="Google Shape;5708;p8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09" name="Google Shape;5709;p8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710" name="Google Shape;5710;p8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711" name="Google Shape;5711;p8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12" name="Google Shape;5712;p8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13" name="Google Shape;5713;p8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14" name="Google Shape;5714;p8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15" name="Google Shape;5715;p8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716" name="Google Shape;5716;p8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717" name="Google Shape;5717;p80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718" name="Google Shape;5718;p8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719" name="Google Shape;5719;p8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720" name="Google Shape;5720;p8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721" name="Google Shape;5721;p8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722" name="Google Shape;5722;p8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23" name="Google Shape;5723;p8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724" name="Google Shape;5724;p8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25" name="Google Shape;5725;p8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26" name="Google Shape;5726;p8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27" name="Google Shape;5727;p8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28" name="Google Shape;5728;p8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729" name="Google Shape;5729;p8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30" name="Google Shape;5730;p8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731" name="Google Shape;5731;p8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32" name="Google Shape;5732;p8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733" name="Google Shape;5733;p8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34" name="Google Shape;5734;p8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35" name="Google Shape;5735;p8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36" name="Google Shape;5736;p8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37" name="Google Shape;5737;p8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738" name="Google Shape;5738;p8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39" name="Google Shape;5739;p8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740" name="Google Shape;5740;p8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741" name="Google Shape;5741;p8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742" name="Google Shape;5742;p8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743" name="Google Shape;5743;p8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744" name="Google Shape;5744;p8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745" name="Google Shape;5745;p8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746" name="Google Shape;5746;p8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747" name="Google Shape;5747;p8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748" name="Google Shape;5748;p8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749" name="Google Shape;5749;p8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0" name="Google Shape;5750;p8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751" name="Google Shape;5751;p8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752" name="Google Shape;5752;p8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753" name="Google Shape;5753;p8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754" name="Google Shape;5754;p8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755" name="Google Shape;5755;p8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756" name="Google Shape;5756;p8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757" name="Google Shape;5757;p8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758" name="Google Shape;5758;p8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759" name="Google Shape;5759;p8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0" name="Google Shape;5760;p8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1" name="Google Shape;5761;p8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762" name="Google Shape;5762;p8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763" name="Google Shape;5763;p8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764" name="Google Shape;5764;p8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765" name="Google Shape;5765;p8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6" name="Google Shape;5766;p8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67" name="Google Shape;5767;p8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768" name="Google Shape;5768;p8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9" name="Google Shape;5769;p8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70" name="Google Shape;5770;p8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771" name="Google Shape;5771;p8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2" name="Google Shape;5772;p8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773" name="Google Shape;5773;p8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774" name="Google Shape;5774;p80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5" name="Google Shape;5775;p8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776" name="Google Shape;5776;p8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777" name="Google Shape;5777;p8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8" name="Google Shape;5778;p8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9" name="Google Shape;5779;p8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80" name="Google Shape;5780;p8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781" name="Google Shape;5781;p8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782" name="Google Shape;5782;p8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783" name="Google Shape;5783;p8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84" name="Google Shape;5784;p8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785" name="Google Shape;5785;p8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86" name="Google Shape;5786;p8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87" name="Google Shape;5787;p8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s)">
  <p:cSld name="Text + Image (s)">
    <p:spTree>
      <p:nvGrpSpPr>
        <p:cNvPr id="5788" name="Shape 5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9" name="Google Shape;5789;p81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5790" name="Google Shape;5790;p81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791" name="Google Shape;5791;p81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792" name="Google Shape;5792;p81"/>
          <p:cNvSpPr txBox="1"/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793" name="Google Shape;5793;p81"/>
          <p:cNvSpPr/>
          <p:nvPr>
            <p:ph idx="3" type="pic"/>
          </p:nvPr>
        </p:nvSpPr>
        <p:spPr>
          <a:xfrm>
            <a:off x="8562290" y="722313"/>
            <a:ext cx="2901300" cy="5083200"/>
          </a:xfrm>
          <a:prstGeom prst="roundRect">
            <a:avLst>
              <a:gd fmla="val 543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794" name="Google Shape;5794;p81"/>
          <p:cNvSpPr txBox="1"/>
          <p:nvPr>
            <p:ph idx="4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5795" name="Google Shape;5795;p8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796" name="Google Shape;5796;p8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797" name="Google Shape;5797;p8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798" name="Google Shape;5798;p8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799" name="Google Shape;5799;p8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800" name="Google Shape;5800;p8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801" name="Google Shape;5801;p8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02" name="Google Shape;5802;p8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803" name="Google Shape;5803;p8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804" name="Google Shape;5804;p8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805" name="Google Shape;5805;p8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806" name="Google Shape;5806;p8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807" name="Google Shape;5807;p8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808" name="Google Shape;5808;p8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809" name="Google Shape;5809;p8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810" name="Google Shape;5810;p8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811" name="Google Shape;5811;p8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812" name="Google Shape;5812;p8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813" name="Google Shape;5813;p8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14" name="Google Shape;5814;p8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815" name="Google Shape;5815;p8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816" name="Google Shape;5816;p8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817" name="Google Shape;5817;p8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818" name="Google Shape;5818;p8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819" name="Google Shape;5819;p8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0" name="Google Shape;5820;p8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821" name="Google Shape;5821;p8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822" name="Google Shape;5822;p8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23" name="Google Shape;5823;p8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824" name="Google Shape;5824;p8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825" name="Google Shape;5825;p8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26" name="Google Shape;5826;p8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27" name="Google Shape;5827;p8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28" name="Google Shape;5828;p8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29" name="Google Shape;5829;p8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830" name="Google Shape;5830;p8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31" name="Google Shape;5831;p8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832" name="Google Shape;5832;p8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833" name="Google Shape;5833;p8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34" name="Google Shape;5834;p8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35" name="Google Shape;5835;p8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36" name="Google Shape;5836;p8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37" name="Google Shape;5837;p8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838" name="Google Shape;5838;p8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839" name="Google Shape;5839;p81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840" name="Google Shape;5840;p8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841" name="Google Shape;5841;p8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842" name="Google Shape;5842;p8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843" name="Google Shape;5843;p8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844" name="Google Shape;5844;p8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45" name="Google Shape;5845;p8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846" name="Google Shape;5846;p8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47" name="Google Shape;5847;p8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48" name="Google Shape;5848;p8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49" name="Google Shape;5849;p8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50" name="Google Shape;5850;p8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851" name="Google Shape;5851;p8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52" name="Google Shape;5852;p8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853" name="Google Shape;5853;p8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54" name="Google Shape;5854;p8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855" name="Google Shape;5855;p8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56" name="Google Shape;5856;p8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57" name="Google Shape;5857;p8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58" name="Google Shape;5858;p8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59" name="Google Shape;5859;p8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860" name="Google Shape;5860;p8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61" name="Google Shape;5861;p8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862" name="Google Shape;5862;p8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863" name="Google Shape;5863;p8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864" name="Google Shape;5864;p8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865" name="Google Shape;5865;p8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866" name="Google Shape;5866;p8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867" name="Google Shape;5867;p8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868" name="Google Shape;5868;p8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869" name="Google Shape;5869;p8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870" name="Google Shape;5870;p8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871" name="Google Shape;5871;p8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2" name="Google Shape;5872;p8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873" name="Google Shape;5873;p8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874" name="Google Shape;5874;p8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875" name="Google Shape;5875;p8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876" name="Google Shape;5876;p8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877" name="Google Shape;5877;p8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878" name="Google Shape;5878;p8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879" name="Google Shape;5879;p8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880" name="Google Shape;5880;p8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881" name="Google Shape;5881;p8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82" name="Google Shape;5882;p8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83" name="Google Shape;5883;p8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884" name="Google Shape;5884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885" name="Google Shape;5885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886" name="Google Shape;5886;p8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887" name="Google Shape;5887;p8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8" name="Google Shape;5888;p8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89" name="Google Shape;5889;p8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890" name="Google Shape;5890;p8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1" name="Google Shape;5891;p8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892" name="Google Shape;5892;p8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893" name="Google Shape;5893;p8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4" name="Google Shape;5894;p8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895" name="Google Shape;5895;p8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896" name="Google Shape;5896;p81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7" name="Google Shape;5897;p8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898" name="Google Shape;5898;p8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899" name="Google Shape;5899;p8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0" name="Google Shape;5900;p8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1" name="Google Shape;5901;p8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2" name="Google Shape;5902;p8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903" name="Google Shape;5903;p8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904" name="Google Shape;5904;p8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905" name="Google Shape;5905;p8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06" name="Google Shape;5906;p8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907" name="Google Shape;5907;p8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08" name="Google Shape;5908;p8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909" name="Google Shape;5909;p8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m)">
  <p:cSld name="Text + Image (m)">
    <p:spTree>
      <p:nvGrpSpPr>
        <p:cNvPr id="5910" name="Shape 5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" name="Google Shape;5911;p82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5912" name="Google Shape;5912;p82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913" name="Google Shape;5913;p82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5914" name="Google Shape;5914;p82"/>
          <p:cNvSpPr txBox="1"/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915" name="Google Shape;5915;p82"/>
          <p:cNvSpPr/>
          <p:nvPr>
            <p:ph idx="3" type="pic"/>
          </p:nvPr>
        </p:nvSpPr>
        <p:spPr>
          <a:xfrm>
            <a:off x="6384888" y="722312"/>
            <a:ext cx="5078400" cy="5083200"/>
          </a:xfrm>
          <a:prstGeom prst="roundRect">
            <a:avLst>
              <a:gd fmla="val 331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916" name="Google Shape;5916;p82"/>
          <p:cNvSpPr txBox="1"/>
          <p:nvPr>
            <p:ph idx="4" type="body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5917" name="Google Shape;5917;p8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918" name="Google Shape;5918;p8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919" name="Google Shape;5919;p8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920" name="Google Shape;5920;p8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921" name="Google Shape;5921;p8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922" name="Google Shape;5922;p8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923" name="Google Shape;5923;p8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924" name="Google Shape;5924;p8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925" name="Google Shape;5925;p8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926" name="Google Shape;5926;p8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927" name="Google Shape;5927;p8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928" name="Google Shape;5928;p8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929" name="Google Shape;5929;p8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930" name="Google Shape;5930;p8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931" name="Google Shape;5931;p8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932" name="Google Shape;5932;p8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933" name="Google Shape;5933;p8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934" name="Google Shape;5934;p8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935" name="Google Shape;5935;p8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936" name="Google Shape;5936;p8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937" name="Google Shape;5937;p8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938" name="Google Shape;5938;p8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939" name="Google Shape;5939;p8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940" name="Google Shape;5940;p8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5941" name="Google Shape;5941;p8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2" name="Google Shape;5942;p8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943" name="Google Shape;5943;p8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944" name="Google Shape;5944;p8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45" name="Google Shape;5945;p8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946" name="Google Shape;5946;p8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47" name="Google Shape;5947;p8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48" name="Google Shape;5948;p8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49" name="Google Shape;5949;p8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50" name="Google Shape;5950;p8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51" name="Google Shape;5951;p8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952" name="Google Shape;5952;p8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53" name="Google Shape;5953;p8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954" name="Google Shape;5954;p8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955" name="Google Shape;5955;p8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56" name="Google Shape;5956;p8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57" name="Google Shape;5957;p8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58" name="Google Shape;5958;p8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59" name="Google Shape;5959;p8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960" name="Google Shape;5960;p8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961" name="Google Shape;5961;p82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5962" name="Google Shape;5962;p8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5963" name="Google Shape;5963;p8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964" name="Google Shape;5964;p8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965" name="Google Shape;5965;p8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966" name="Google Shape;5966;p8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67" name="Google Shape;5967;p8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68" name="Google Shape;5968;p8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69" name="Google Shape;5969;p8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0" name="Google Shape;5970;p8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1" name="Google Shape;5971;p8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2" name="Google Shape;5972;p8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973" name="Google Shape;5973;p8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74" name="Google Shape;5974;p8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975" name="Google Shape;5975;p8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76" name="Google Shape;5976;p8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977" name="Google Shape;5977;p8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8" name="Google Shape;5978;p8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9" name="Google Shape;5979;p8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80" name="Google Shape;5980;p8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81" name="Google Shape;5981;p8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982" name="Google Shape;5982;p8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83" name="Google Shape;5983;p8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984" name="Google Shape;5984;p8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985" name="Google Shape;5985;p8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986" name="Google Shape;5986;p8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987" name="Google Shape;5987;p8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988" name="Google Shape;5988;p8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989" name="Google Shape;5989;p8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990" name="Google Shape;5990;p8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991" name="Google Shape;5991;p8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992" name="Google Shape;5992;p8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993" name="Google Shape;5993;p8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8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995" name="Google Shape;5995;p8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996" name="Google Shape;5996;p8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997" name="Google Shape;5997;p8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998" name="Google Shape;5998;p8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999" name="Google Shape;5999;p8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000" name="Google Shape;6000;p8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001" name="Google Shape;6001;p8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002" name="Google Shape;6002;p8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003" name="Google Shape;6003;p8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04" name="Google Shape;6004;p8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05" name="Google Shape;6005;p8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006" name="Google Shape;6006;p8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007" name="Google Shape;6007;p8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008" name="Google Shape;6008;p8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009" name="Google Shape;6009;p8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0" name="Google Shape;6010;p8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011" name="Google Shape;6011;p8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012" name="Google Shape;6012;p8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3" name="Google Shape;6013;p8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14" name="Google Shape;6014;p8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015" name="Google Shape;6015;p8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6" name="Google Shape;6016;p8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017" name="Google Shape;6017;p8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018" name="Google Shape;6018;p8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9" name="Google Shape;6019;p8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020" name="Google Shape;6020;p8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021" name="Google Shape;6021;p8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2" name="Google Shape;6022;p8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3" name="Google Shape;6023;p8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24" name="Google Shape;6024;p8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025" name="Google Shape;6025;p8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026" name="Google Shape;6026;p8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027" name="Google Shape;6027;p8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28" name="Google Shape;6028;p8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029" name="Google Shape;6029;p8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30" name="Google Shape;6030;p8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31" name="Google Shape;6031;p8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1">
  <p:cSld name="Text #1">
    <p:spTree>
      <p:nvGrpSpPr>
        <p:cNvPr id="6032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83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034" name="Google Shape;6034;p83"/>
          <p:cNvSpPr txBox="1"/>
          <p:nvPr>
            <p:ph idx="1" type="body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6035" name="Google Shape;6035;p83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6036" name="Google Shape;6036;p83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6037" name="Google Shape;6037;p8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038" name="Google Shape;6038;p8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039" name="Google Shape;6039;p8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040" name="Google Shape;6040;p8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041" name="Google Shape;6041;p8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042" name="Google Shape;6042;p8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043" name="Google Shape;6043;p8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044" name="Google Shape;6044;p8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045" name="Google Shape;6045;p8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046" name="Google Shape;6046;p8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047" name="Google Shape;6047;p8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048" name="Google Shape;6048;p8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049" name="Google Shape;6049;p8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050" name="Google Shape;6050;p8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051" name="Google Shape;6051;p8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052" name="Google Shape;6052;p8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053" name="Google Shape;6053;p8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054" name="Google Shape;6054;p8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055" name="Google Shape;6055;p8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056" name="Google Shape;6056;p8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057" name="Google Shape;6057;p8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058" name="Google Shape;6058;p8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059" name="Google Shape;6059;p8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060" name="Google Shape;6060;p8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061" name="Google Shape;6061;p8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2" name="Google Shape;6062;p8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063" name="Google Shape;6063;p8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064" name="Google Shape;6064;p8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65" name="Google Shape;6065;p8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066" name="Google Shape;6066;p8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067" name="Google Shape;6067;p8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68" name="Google Shape;6068;p8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69" name="Google Shape;6069;p8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0" name="Google Shape;6070;p8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1" name="Google Shape;6071;p8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072" name="Google Shape;6072;p8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73" name="Google Shape;6073;p8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074" name="Google Shape;6074;p8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75" name="Google Shape;6075;p8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6" name="Google Shape;6076;p8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7" name="Google Shape;6077;p8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8" name="Google Shape;6078;p8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79" name="Google Shape;6079;p8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080" name="Google Shape;6080;p8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081" name="Google Shape;6081;p83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6082" name="Google Shape;6082;p8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6083" name="Google Shape;6083;p8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084" name="Google Shape;6084;p8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085" name="Google Shape;6085;p8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086" name="Google Shape;6086;p8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87" name="Google Shape;6087;p8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088" name="Google Shape;6088;p8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89" name="Google Shape;6089;p8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90" name="Google Shape;6090;p8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91" name="Google Shape;6091;p8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92" name="Google Shape;6092;p8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093" name="Google Shape;6093;p8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94" name="Google Shape;6094;p8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095" name="Google Shape;6095;p8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96" name="Google Shape;6096;p8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97" name="Google Shape;6097;p8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98" name="Google Shape;6098;p8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99" name="Google Shape;6099;p8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00" name="Google Shape;6100;p8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01" name="Google Shape;6101;p8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102" name="Google Shape;6102;p8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03" name="Google Shape;6103;p8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104" name="Google Shape;6104;p8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105" name="Google Shape;6105;p8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06" name="Google Shape;6106;p8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07" name="Google Shape;6107;p8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108" name="Google Shape;6108;p8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109" name="Google Shape;6109;p83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110" name="Google Shape;6110;p83"/>
          <p:cNvSpPr txBox="1"/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#1">
  <p:cSld name="Title only #1">
    <p:spTree>
      <p:nvGrpSpPr>
        <p:cNvPr id="611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84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6113" name="Google Shape;6113;p8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114" name="Google Shape;6114;p84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115" name="Google Shape;6115;p8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1x + Image 2x">
  <p:cSld name="Column 1x + Image 2x">
    <p:spTree>
      <p:nvGrpSpPr>
        <p:cNvPr id="6116" name="Shape 6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7" name="Google Shape;6117;p85"/>
          <p:cNvSpPr/>
          <p:nvPr>
            <p:ph idx="2" type="pic"/>
          </p:nvPr>
        </p:nvSpPr>
        <p:spPr>
          <a:xfrm>
            <a:off x="728694" y="1991183"/>
            <a:ext cx="3401700" cy="38145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18" name="Google Shape;6118;p85"/>
          <p:cNvSpPr txBox="1"/>
          <p:nvPr>
            <p:ph idx="1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119" name="Google Shape;6119;p85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120" name="Google Shape;6120;p85"/>
          <p:cNvSpPr txBox="1"/>
          <p:nvPr>
            <p:ph idx="4" type="body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6121" name="Google Shape;6121;p85"/>
          <p:cNvSpPr txBox="1"/>
          <p:nvPr>
            <p:ph idx="5" type="body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b="1" sz="3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122" name="Google Shape;6122;p85"/>
          <p:cNvSpPr/>
          <p:nvPr>
            <p:ph idx="6" type="pic"/>
          </p:nvPr>
        </p:nvSpPr>
        <p:spPr>
          <a:xfrm>
            <a:off x="8061762" y="722313"/>
            <a:ext cx="3401700" cy="5083200"/>
          </a:xfrm>
          <a:prstGeom prst="roundRect">
            <a:avLst>
              <a:gd fmla="val 4031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123" name="Google Shape;6123;p8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124" name="Google Shape;6124;p8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125" name="Google Shape;6125;p8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126" name="Google Shape;6126;p8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127" name="Google Shape;6127;p8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128" name="Google Shape;6128;p8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129" name="Google Shape;6129;p8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130" name="Google Shape;6130;p8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131" name="Google Shape;6131;p8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132" name="Google Shape;6132;p8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133" name="Google Shape;6133;p8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134" name="Google Shape;6134;p8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135" name="Google Shape;6135;p8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136" name="Google Shape;6136;p8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137" name="Google Shape;6137;p8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138" name="Google Shape;6138;p8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139" name="Google Shape;6139;p8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140" name="Google Shape;6140;p8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141" name="Google Shape;6141;p8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142" name="Google Shape;6142;p8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143" name="Google Shape;6143;p8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144" name="Google Shape;6144;p8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145" name="Google Shape;6145;p8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146" name="Google Shape;6146;p8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147" name="Google Shape;6147;p8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48" name="Google Shape;6148;p8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149" name="Google Shape;6149;p8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150" name="Google Shape;6150;p8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51" name="Google Shape;6151;p8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152" name="Google Shape;6152;p8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53" name="Google Shape;6153;p8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54" name="Google Shape;6154;p8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55" name="Google Shape;6155;p8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56" name="Google Shape;6156;p8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57" name="Google Shape;6157;p8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158" name="Google Shape;6158;p8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59" name="Google Shape;6159;p8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160" name="Google Shape;6160;p8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161" name="Google Shape;6161;p8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62" name="Google Shape;6162;p8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63" name="Google Shape;6163;p8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64" name="Google Shape;6164;p8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65" name="Google Shape;6165;p8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166" name="Google Shape;6166;p8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167" name="Google Shape;6167;p85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6168" name="Google Shape;6168;p8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6169" name="Google Shape;6169;p8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170" name="Google Shape;6170;p8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171" name="Google Shape;6171;p8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172" name="Google Shape;6172;p8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73" name="Google Shape;6173;p8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74" name="Google Shape;6174;p8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75" name="Google Shape;6175;p8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76" name="Google Shape;6176;p8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77" name="Google Shape;6177;p8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78" name="Google Shape;6178;p8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179" name="Google Shape;6179;p8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80" name="Google Shape;6180;p8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181" name="Google Shape;6181;p8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82" name="Google Shape;6182;p8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183" name="Google Shape;6183;p8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84" name="Google Shape;6184;p8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85" name="Google Shape;6185;p8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86" name="Google Shape;6186;p8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87" name="Google Shape;6187;p8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188" name="Google Shape;6188;p8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9" name="Google Shape;6189;p8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190" name="Google Shape;6190;p8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191" name="Google Shape;6191;p8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92" name="Google Shape;6192;p8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93" name="Google Shape;6193;p8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194" name="Google Shape;6194;p8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195" name="Google Shape;6195;p85"/>
          <p:cNvSpPr txBox="1"/>
          <p:nvPr>
            <p:ph idx="10" type="dt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96" name="Google Shape;6196;p85"/>
          <p:cNvSpPr txBox="1"/>
          <p:nvPr>
            <p:ph idx="11" type="ftr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97" name="Google Shape;6197;p85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198" name="Google Shape;6198;p85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199" name="Google Shape;6199;p85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200" name="Google Shape;6200;p85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201" name="Google Shape;6201;p8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202" name="Google Shape;6202;p85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3" name="Google Shape;6203;p8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204" name="Google Shape;6204;p8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205" name="Google Shape;6205;p8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206" name="Google Shape;6206;p85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207" name="Google Shape;6207;p85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208" name="Google Shape;6208;p85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209" name="Google Shape;6209;p8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210" name="Google Shape;6210;p8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211" name="Google Shape;6211;p8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212" name="Google Shape;6212;p8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3" name="Google Shape;6213;p8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4" name="Google Shape;6214;p8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215" name="Google Shape;6215;p8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216" name="Google Shape;6216;p8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217" name="Google Shape;6217;p8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18" name="Google Shape;6218;p8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9" name="Google Shape;6219;p8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20" name="Google Shape;6220;p8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21" name="Google Shape;6221;p8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2" name="Google Shape;6222;p8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23" name="Google Shape;6223;p8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224" name="Google Shape;6224;p8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5" name="Google Shape;6225;p85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226" name="Google Shape;6226;p8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227" name="Google Shape;6227;p8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8" name="Google Shape;6228;p85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229" name="Google Shape;6229;p8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230" name="Google Shape;6230;p8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1" name="Google Shape;6231;p8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8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33" name="Google Shape;6233;p8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234" name="Google Shape;6234;p8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235" name="Google Shape;6235;p8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236" name="Google Shape;6236;p8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37" name="Google Shape;6237;p8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238" name="Google Shape;6238;p8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9" name="Google Shape;6239;p8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40" name="Google Shape;6240;p8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241" name="Google Shape;6241;p85"/>
          <p:cNvSpPr txBox="1"/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2x)">
  <p:cSld name="Text + Image (2x)">
    <p:spTree>
      <p:nvGrpSpPr>
        <p:cNvPr id="6242" name="Shape 6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3" name="Google Shape;6243;p86"/>
          <p:cNvSpPr/>
          <p:nvPr>
            <p:ph idx="2" type="pic"/>
          </p:nvPr>
        </p:nvSpPr>
        <p:spPr>
          <a:xfrm>
            <a:off x="720001" y="1592264"/>
            <a:ext cx="5076000" cy="2442000"/>
          </a:xfrm>
          <a:prstGeom prst="roundRect">
            <a:avLst>
              <a:gd fmla="val 959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244" name="Google Shape;6244;p86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6245" name="Google Shape;6245;p86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246" name="Google Shape;6246;p86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247" name="Google Shape;6247;p86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48" name="Google Shape;6248;p86"/>
          <p:cNvSpPr/>
          <p:nvPr>
            <p:ph idx="4" type="pic"/>
          </p:nvPr>
        </p:nvSpPr>
        <p:spPr>
          <a:xfrm>
            <a:off x="6396001" y="1592264"/>
            <a:ext cx="5076000" cy="2442000"/>
          </a:xfrm>
          <a:prstGeom prst="roundRect">
            <a:avLst>
              <a:gd fmla="val 9597" name="adj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249" name="Google Shape;6249;p8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250" name="Google Shape;6250;p8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251" name="Google Shape;6251;p8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252" name="Google Shape;6252;p8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253" name="Google Shape;6253;p8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4" name="Google Shape;6254;p8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255" name="Google Shape;6255;p8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256" name="Google Shape;6256;p8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257" name="Google Shape;6257;p8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258" name="Google Shape;6258;p8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259" name="Google Shape;6259;p8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260" name="Google Shape;6260;p8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261" name="Google Shape;6261;p8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262" name="Google Shape;6262;p8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263" name="Google Shape;6263;p8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64" name="Google Shape;6264;p8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65" name="Google Shape;6265;p8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266" name="Google Shape;6266;p8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267" name="Google Shape;6267;p8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268" name="Google Shape;6268;p8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69" name="Google Shape;6269;p8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0" name="Google Shape;6270;p8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71" name="Google Shape;6271;p8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72" name="Google Shape;6272;p8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3" name="Google Shape;6273;p8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74" name="Google Shape;6274;p8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275" name="Google Shape;6275;p8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6" name="Google Shape;6276;p8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277" name="Google Shape;6277;p8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278" name="Google Shape;6278;p8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9" name="Google Shape;6279;p8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280" name="Google Shape;6280;p8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281" name="Google Shape;6281;p8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2" name="Google Shape;6282;p8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3" name="Google Shape;6283;p8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84" name="Google Shape;6284;p8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285" name="Google Shape;6285;p8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286" name="Google Shape;6286;p8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287" name="Google Shape;6287;p8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88" name="Google Shape;6288;p8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289" name="Google Shape;6289;p8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0" name="Google Shape;6290;p8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91" name="Google Shape;6291;p8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(l)">
  <p:cSld name="Text + Image (l)">
    <p:spTree>
      <p:nvGrpSpPr>
        <p:cNvPr id="6292" name="Shape 6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3" name="Google Shape;6293;p87"/>
          <p:cNvSpPr/>
          <p:nvPr>
            <p:ph idx="2" type="pic"/>
          </p:nvPr>
        </p:nvSpPr>
        <p:spPr>
          <a:xfrm>
            <a:off x="4329987" y="722312"/>
            <a:ext cx="7133100" cy="5083200"/>
          </a:xfrm>
          <a:prstGeom prst="roundRect">
            <a:avLst>
              <a:gd fmla="val 3394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294" name="Google Shape;6294;p87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6295" name="Google Shape;6295;p87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296" name="Google Shape;6296;p87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297" name="Google Shape;6297;p87"/>
          <p:cNvSpPr txBox="1"/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98" name="Google Shape;6298;p87"/>
          <p:cNvSpPr txBox="1"/>
          <p:nvPr>
            <p:ph idx="4" type="body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grpSp>
        <p:nvGrpSpPr>
          <p:cNvPr id="6299" name="Google Shape;6299;p8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300" name="Google Shape;6300;p8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301" name="Google Shape;6301;p8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302" name="Google Shape;6302;p8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303" name="Google Shape;6303;p8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304" name="Google Shape;6304;p8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305" name="Google Shape;6305;p8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306" name="Google Shape;6306;p8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307" name="Google Shape;6307;p8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308" name="Google Shape;6308;p8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309" name="Google Shape;6309;p8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310" name="Google Shape;6310;p8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311" name="Google Shape;6311;p8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312" name="Google Shape;6312;p8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313" name="Google Shape;6313;p8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314" name="Google Shape;6314;p8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315" name="Google Shape;6315;p8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316" name="Google Shape;6316;p8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317" name="Google Shape;6317;p8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318" name="Google Shape;6318;p8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319" name="Google Shape;6319;p8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320" name="Google Shape;6320;p8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321" name="Google Shape;6321;p8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322" name="Google Shape;6322;p8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323" name="Google Shape;6323;p8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4" name="Google Shape;6324;p8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325" name="Google Shape;6325;p8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326" name="Google Shape;6326;p8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27" name="Google Shape;6327;p8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328" name="Google Shape;6328;p8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329" name="Google Shape;6329;p8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30" name="Google Shape;6330;p8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31" name="Google Shape;6331;p8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32" name="Google Shape;6332;p8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33" name="Google Shape;6333;p8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334" name="Google Shape;6334;p8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35" name="Google Shape;6335;p8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336" name="Google Shape;6336;p8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337" name="Google Shape;6337;p8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38" name="Google Shape;6338;p8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39" name="Google Shape;6339;p8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40" name="Google Shape;6340;p8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41" name="Google Shape;6341;p8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342" name="Google Shape;6342;p8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343" name="Google Shape;6343;p87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6344" name="Google Shape;6344;p8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6345" name="Google Shape;6345;p8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346" name="Google Shape;6346;p8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347" name="Google Shape;6347;p8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348" name="Google Shape;6348;p8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49" name="Google Shape;6349;p8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350" name="Google Shape;6350;p8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51" name="Google Shape;6351;p8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52" name="Google Shape;6352;p8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53" name="Google Shape;6353;p8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54" name="Google Shape;6354;p8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355" name="Google Shape;6355;p8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56" name="Google Shape;6356;p8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357" name="Google Shape;6357;p8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58" name="Google Shape;6358;p8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359" name="Google Shape;6359;p8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60" name="Google Shape;6360;p8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61" name="Google Shape;6361;p8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62" name="Google Shape;6362;p8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63" name="Google Shape;6363;p8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364" name="Google Shape;6364;p8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65" name="Google Shape;6365;p8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366" name="Google Shape;6366;p8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367" name="Google Shape;6367;p8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68" name="Google Shape;6368;p8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69" name="Google Shape;6369;p8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370" name="Google Shape;6370;p8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6371" name="Google Shape;6371;p8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372" name="Google Shape;6372;p8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373" name="Google Shape;6373;p8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374" name="Google Shape;6374;p8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375" name="Google Shape;6375;p8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6" name="Google Shape;6376;p8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377" name="Google Shape;6377;p8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378" name="Google Shape;6378;p8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379" name="Google Shape;6379;p8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380" name="Google Shape;6380;p8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381" name="Google Shape;6381;p8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382" name="Google Shape;6382;p8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383" name="Google Shape;6383;p8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384" name="Google Shape;6384;p8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385" name="Google Shape;6385;p8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86" name="Google Shape;6386;p8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87" name="Google Shape;6387;p8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388" name="Google Shape;6388;p8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389" name="Google Shape;6389;p8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390" name="Google Shape;6390;p8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391" name="Google Shape;6391;p8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2" name="Google Shape;6392;p8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93" name="Google Shape;6393;p8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394" name="Google Shape;6394;p8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5" name="Google Shape;6395;p8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396" name="Google Shape;6396;p8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397" name="Google Shape;6397;p8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8" name="Google Shape;6398;p8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399" name="Google Shape;6399;p8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400" name="Google Shape;6400;p8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01" name="Google Shape;6401;p8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402" name="Google Shape;6402;p8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403" name="Google Shape;6403;p8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4" name="Google Shape;6404;p8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5" name="Google Shape;6405;p8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06" name="Google Shape;6406;p8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407" name="Google Shape;6407;p8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408" name="Google Shape;6408;p8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409" name="Google Shape;6409;p8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410" name="Google Shape;6410;p8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411" name="Google Shape;6411;p8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2" name="Google Shape;6412;p8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413" name="Google Shape;6413;p8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con instruction">
  <p:cSld name="Title + Icon instruction">
    <p:spTree>
      <p:nvGrpSpPr>
        <p:cNvPr id="6414" name="Shape 6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5" name="Google Shape;6415;p88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6416" name="Google Shape;6416;p88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17" name="Google Shape;6417;p88"/>
          <p:cNvSpPr txBox="1"/>
          <p:nvPr>
            <p:ph idx="2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18" name="Google Shape;6418;p88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419" name="Google Shape;6419;p88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6420" name="Google Shape;6420;p88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6421" name="Google Shape;6421;p88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422" name="Google Shape;6422;p8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423" name="Google Shape;6423;p88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4" name="Google Shape;6424;p8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425" name="Google Shape;6425;p8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426" name="Google Shape;6426;p8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427" name="Google Shape;6427;p8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428" name="Google Shape;6428;p88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6429" name="Google Shape;6429;p88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6430" name="Google Shape;6430;p8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431" name="Google Shape;6431;p8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32" name="Google Shape;6432;p88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6433" name="Google Shape;6433;p8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434" name="Google Shape;6434;p8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35" name="Google Shape;6435;p8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36" name="Google Shape;6436;p8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437" name="Google Shape;6437;p8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438" name="Google Shape;6438;p88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6439" name="Google Shape;6439;p88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6440" name="Google Shape;6440;p88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6441" name="Google Shape;6441;p88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6442" name="Google Shape;6442;p88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6443" name="Google Shape;6443;p88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4" name="Google Shape;6444;p88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5" name="Google Shape;6445;p88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6" name="Google Shape;6446;p88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rect b="b" l="l" r="r" t="t"/>
                      <a:pathLst>
                        <a:path extrusionOk="0" h="854130" w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6447" name="Google Shape;6447;p88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6448" name="Google Shape;6448;p88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rect b="b" l="l" r="r" t="t"/>
                      <a:pathLst>
                        <a:path extrusionOk="0" h="391476" w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9" name="Google Shape;6449;p88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rect b="b" l="l" r="r" t="t"/>
                      <a:pathLst>
                        <a:path extrusionOk="0" h="391476" w="28471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50" name="Google Shape;6450;p88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rect b="b" l="l" r="r" t="t"/>
                      <a:pathLst>
                        <a:path extrusionOk="0" h="391476" w="275813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6451" name="Google Shape;6451;p88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rect b="b" l="l" r="r" t="t"/>
                  <a:pathLst>
                    <a:path extrusionOk="0" h="391476" w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6452" name="Google Shape;6452;p88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6453" name="Google Shape;6453;p88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4" name="Google Shape;6454;p88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5" name="Google Shape;6455;p88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6456" name="Google Shape;6456;p88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57" name="Google Shape;6457;p88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6458" name="Google Shape;6458;p88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59" name="Google Shape;6459;p88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0" name="Google Shape;6460;p88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61" name="Google Shape;6461;p88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6462" name="Google Shape;6462;p88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463" name="Google Shape;6463;p88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6464" name="Google Shape;6464;p88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6465" name="Google Shape;6465;p88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6" name="Google Shape;6466;p88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67" name="Google Shape;6467;p88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6468" name="Google Shape;6468;p88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69" name="Google Shape;6469;p88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0" name="Google Shape;6470;p88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1" name="Google Shape;6471;p88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2" name="Google Shape;6472;p88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3" name="Google Shape;6473;p88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4" name="Google Shape;6474;p88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5" name="Google Shape;6475;p88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6" name="Google Shape;6476;p88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cap="flat" cmpd="sng" w="12700">
                <a:solidFill>
                  <a:srgbClr val="EBEB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6477" name="Google Shape;6477;p88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6478" name="Google Shape;6478;p88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EBEBE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79" name="Google Shape;6479;p88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F291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144000" lIns="144000" spcFirstLastPara="1" rIns="144000" wrap="square" tIns="14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6480" name="Google Shape;6480;p88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6481" name="Google Shape;6481;p88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2" name="Google Shape;6482;p88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3" name="Google Shape;6483;p88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6484" name="Google Shape;6484;p88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85" name="Google Shape;6485;p88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6486" name="Google Shape;6486;p88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rect b="b" l="l" r="r" t="t"/>
                  <a:pathLst>
                    <a:path extrusionOk="0" h="121443" w="80781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r>
                    <a:t/>
                  </a:r>
                  <a:endParaRPr b="1" i="0" sz="900" u="none" cap="none" strike="noStrik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87" name="Google Shape;6487;p88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fmla="val 2911" name="adj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8" name="Google Shape;6488;p88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rect b="b" l="l" r="r" t="t"/>
                  <a:pathLst>
                    <a:path extrusionOk="0" h="78381" w="40422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81818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10800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r>
                    <a:t/>
                  </a:r>
                  <a:endParaRPr b="0" i="0" sz="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89" name="Google Shape;6489;p88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44000" lIns="144000" spcFirstLastPara="1" rIns="144000" wrap="square" tIns="144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#3">
  <p:cSld name="Text #3">
    <p:spTree>
      <p:nvGrpSpPr>
        <p:cNvPr id="6490" name="Shape 6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1" name="Google Shape;6491;p8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492" name="Google Shape;6492;p89"/>
          <p:cNvSpPr txBox="1"/>
          <p:nvPr>
            <p:ph idx="1" type="body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/>
        </p:txBody>
      </p:sp>
      <p:sp>
        <p:nvSpPr>
          <p:cNvPr id="6493" name="Google Shape;6493;p8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6494" name="Google Shape;6494;p89"/>
          <p:cNvSpPr txBox="1"/>
          <p:nvPr>
            <p:ph idx="2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95" name="Google Shape;6495;p89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496" name="Google Shape;6496;p89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497" name="Google Shape;6497;p8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498" name="Google Shape;6498;p8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499" name="Google Shape;6499;p8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00" name="Google Shape;6500;p8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01" name="Google Shape;6501;p8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502" name="Google Shape;6502;p8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503" name="Google Shape;6503;p8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04" name="Google Shape;6504;p8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05" name="Google Shape;6505;p8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506" name="Google Shape;6506;p8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507" name="Google Shape;6507;p8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508" name="Google Shape;6508;p8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509" name="Google Shape;6509;p8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510" name="Google Shape;6510;p8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511" name="Google Shape;6511;p8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512" name="Google Shape;6512;p8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513" name="Google Shape;6513;p8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14" name="Google Shape;6514;p8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515" name="Google Shape;6515;p8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16" name="Google Shape;6516;p8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517" name="Google Shape;6517;p8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518" name="Google Shape;6518;p8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519" name="Google Shape;6519;p8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520" name="Google Shape;6520;p8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521" name="Google Shape;6521;p89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22" name="Google Shape;6522;p8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523" name="Google Shape;6523;p8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524" name="Google Shape;6524;p8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25" name="Google Shape;6525;p8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526" name="Google Shape;6526;p8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527" name="Google Shape;6527;p8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28" name="Google Shape;6528;p8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29" name="Google Shape;6529;p8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30" name="Google Shape;6530;p8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31" name="Google Shape;6531;p8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532" name="Google Shape;6532;p8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33" name="Google Shape;6533;p8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534" name="Google Shape;6534;p8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535" name="Google Shape;6535;p8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36" name="Google Shape;6536;p8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37" name="Google Shape;6537;p8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38" name="Google Shape;6538;p8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39" name="Google Shape;6539;p8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540" name="Google Shape;6540;p8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541" name="Google Shape;6541;p89"/>
              <p:cNvCxnSpPr/>
              <p:nvPr/>
            </p:nvCxnSpPr>
            <p:spPr>
              <a:xfrm flipH="1" rot="10800000">
                <a:off x="-3459956" y="588245"/>
                <a:ext cx="547800" cy="21900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cxnSp>
            <p:nvCxnSpPr>
              <p:cNvPr id="6542" name="Google Shape;6542;p8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  <p:sp>
            <p:nvSpPr>
              <p:cNvPr id="6543" name="Google Shape;6543;p8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544" name="Google Shape;6544;p8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545" name="Google Shape;6545;p8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546" name="Google Shape;6546;p8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47" name="Google Shape;6547;p8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548" name="Google Shape;6548;p8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49" name="Google Shape;6549;p8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50" name="Google Shape;6550;p8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51" name="Google Shape;6551;p8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52" name="Google Shape;6552;p8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553" name="Google Shape;6553;p8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54" name="Google Shape;6554;p8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555" name="Google Shape;6555;p8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DADADA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56" name="Google Shape;6556;p8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557" name="Google Shape;6557;p8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58" name="Google Shape;6558;p8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59" name="Google Shape;6559;p8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60" name="Google Shape;6560;p8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561" name="Google Shape;6561;p8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9D9FA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6562" name="Google Shape;6562;p8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fmla="val 25329" name="adj1"/>
                    <a:gd fmla="val 63628" name="adj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563" name="Google Shape;6563;p8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564" name="Google Shape;6564;p8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565" name="Google Shape;6565;p8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566" name="Google Shape;6566;p8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567" name="Google Shape;6567;p8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568" name="Google Shape;6568;p8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6569" name="Shape 6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0" name="Google Shape;6570;p90"/>
          <p:cNvSpPr txBox="1"/>
          <p:nvPr>
            <p:ph idx="1" type="body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571" name="Google Shape;6571;p90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572" name="Google Shape;6572;p90"/>
          <p:cNvSpPr txBox="1"/>
          <p:nvPr>
            <p:ph idx="2" type="body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573" name="Google Shape;6573;p90"/>
          <p:cNvSpPr txBox="1"/>
          <p:nvPr>
            <p:ph idx="3" type="body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574" name="Google Shape;6574;p90"/>
          <p:cNvSpPr txBox="1"/>
          <p:nvPr>
            <p:ph idx="4" type="body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575" name="Google Shape;6575;p90"/>
          <p:cNvSpPr txBox="1"/>
          <p:nvPr>
            <p:ph idx="5" type="body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576" name="Google Shape;6576;p90"/>
          <p:cNvSpPr txBox="1"/>
          <p:nvPr>
            <p:ph idx="6" type="body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77" name="Shape 6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8" name="Google Shape;6578;p9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79" name="Google Shape;6579;p9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  <a:defRPr/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○"/>
              <a:defRPr/>
            </a:lvl5pPr>
            <a:lvl6pPr indent="-3238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  <a:defRPr/>
            </a:lvl7pPr>
            <a:lvl8pPr indent="-3238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  <a:defRPr/>
            </a:lvl8pPr>
            <a:lvl9pPr indent="-3238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9pPr>
          </a:lstStyle>
          <a:p/>
        </p:txBody>
      </p:sp>
      <p:sp>
        <p:nvSpPr>
          <p:cNvPr id="6580" name="Google Shape;6580;p9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chemeClr val="dk1"/>
              </a:buClr>
              <a:buSzPts val="1100"/>
              <a:buFont typeface="Calibri"/>
              <a:buNone/>
              <a:def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+ Image">
  <p:cSld name="Intro + Image">
    <p:spTree>
      <p:nvGrpSpPr>
        <p:cNvPr id="6581" name="Shape 6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" name="Google Shape;6582;p92"/>
          <p:cNvSpPr/>
          <p:nvPr>
            <p:ph idx="2" type="pic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83" name="Google Shape;6583;p92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584" name="Google Shape;6584;p92"/>
          <p:cNvSpPr txBox="1"/>
          <p:nvPr>
            <p:ph idx="1" type="body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6585" name="Google Shape;6585;p9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586" name="Google Shape;6586;p9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587" name="Google Shape;6587;p9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88" name="Google Shape;6588;p9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9" name="Google Shape;6589;p9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90" name="Google Shape;6590;p9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591" name="Google Shape;6591;p9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592" name="Google Shape;6592;p9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593" name="Google Shape;6593;p9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594" name="Google Shape;6594;p9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5" name="Google Shape;6595;p9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6" name="Google Shape;6596;p9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597" name="Google Shape;6597;p9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598" name="Google Shape;6598;p9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9" name="Google Shape;6599;p9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00" name="Google Shape;6600;p9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01" name="Google Shape;6601;p9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2" name="Google Shape;6602;p9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3" name="Google Shape;6603;p9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04" name="Google Shape;6604;p9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05" name="Google Shape;6605;p9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6" name="Google Shape;6606;p9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7" name="Google Shape;6607;p9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08" name="Google Shape;6608;p9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609" name="Google Shape;6609;p9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10" name="Google Shape;6610;p9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611" name="Google Shape;6611;p9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612" name="Google Shape;6612;p9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613" name="Google Shape;6613;p9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614" name="Google Shape;6614;p9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615" name="Google Shape;6615;p9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6" name="Google Shape;6616;p9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7" name="Google Shape;6617;p9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618" name="Google Shape;6618;p9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619" name="Google Shape;6619;p9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620" name="Google Shape;6620;p9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21" name="Google Shape;6621;p9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2" name="Google Shape;6622;p9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23" name="Google Shape;6623;p9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24" name="Google Shape;6624;p9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5" name="Google Shape;6625;p9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626" name="Google Shape;6626;p9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627" name="Google Shape;6627;p9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28" name="Google Shape;6628;p9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629" name="Google Shape;6629;p9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630" name="Google Shape;6630;p9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631" name="Google Shape;6631;p92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2" name="Google Shape;6632;p9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633" name="Google Shape;6633;p9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634" name="Google Shape;6634;p9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635" name="Google Shape;6635;p9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636" name="Google Shape;6636;p9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637" name="Google Shape;6637;p9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638" name="Google Shape;6638;p9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639" name="Google Shape;6639;p9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640" name="Google Shape;6640;p9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641" name="Google Shape;6641;p9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642" name="Google Shape;6642;p9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643" name="Google Shape;6643;p9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644" name="Google Shape;6644;p9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645" name="Google Shape;6645;p92"/>
          <p:cNvSpPr txBox="1"/>
          <p:nvPr>
            <p:ph idx="3" type="body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646" name="Google Shape;6646;p92"/>
          <p:cNvSpPr txBox="1"/>
          <p:nvPr>
            <p:ph idx="4" type="body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647" name="Google Shape;6647;p92"/>
          <p:cNvSpPr txBox="1"/>
          <p:nvPr>
            <p:ph idx="5" type="body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648" name="Google Shape;6648;p92"/>
          <p:cNvSpPr txBox="1"/>
          <p:nvPr>
            <p:ph idx="6" type="body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6649" name="Google Shape;6649;p92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6650" name="Google Shape;6650;p92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6651" name="Google Shape;6651;p92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52" name="Google Shape;6652;p92"/>
            <p:cNvSpPr/>
            <p:nvPr/>
          </p:nvSpPr>
          <p:spPr>
            <a:xfrm flipH="1" rot="-5400000">
              <a:off x="-3925466" y="-351934"/>
              <a:ext cx="175200" cy="1029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0000" lIns="180000" spcFirstLastPara="1" rIns="180000" wrap="square" tIns="1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5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#2">
  <p:cSld name="Title slide #2">
    <p:spTree>
      <p:nvGrpSpPr>
        <p:cNvPr id="6653" name="Shape 6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4" name="Google Shape;6654;p93"/>
          <p:cNvSpPr/>
          <p:nvPr>
            <p:ph idx="2" type="pic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55" name="Google Shape;6655;p93"/>
          <p:cNvSpPr txBox="1"/>
          <p:nvPr>
            <p:ph idx="1" type="body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656" name="Google Shape;6656;p93"/>
          <p:cNvSpPr txBox="1"/>
          <p:nvPr>
            <p:ph idx="3" type="subTitle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/>
        </p:txBody>
      </p:sp>
      <p:grpSp>
        <p:nvGrpSpPr>
          <p:cNvPr id="6657" name="Google Shape;6657;p93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6658" name="Google Shape;6658;p9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659" name="Google Shape;6659;p9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660" name="Google Shape;6660;p9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1" name="Google Shape;6661;p9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662" name="Google Shape;6662;p9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63" name="Google Shape;6663;p9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664" name="Google Shape;6664;p9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665" name="Google Shape;6665;p9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666" name="Google Shape;6666;p9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9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8" name="Google Shape;6668;p9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669" name="Google Shape;6669;p9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670" name="Google Shape;6670;p9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1" name="Google Shape;6671;p9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72" name="Google Shape;6672;p9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73" name="Google Shape;6673;p9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4" name="Google Shape;6674;p9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5" name="Google Shape;6675;p9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76" name="Google Shape;6676;p9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77" name="Google Shape;6677;p9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8" name="Google Shape;6678;p9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9" name="Google Shape;6679;p9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80" name="Google Shape;6680;p9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681" name="Google Shape;6681;p9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82" name="Google Shape;6682;p9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683" name="Google Shape;6683;p9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684" name="Google Shape;6684;p9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685" name="Google Shape;6685;p9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686" name="Google Shape;6686;p9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687" name="Google Shape;6687;p9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88" name="Google Shape;6688;p9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89" name="Google Shape;6689;p9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690" name="Google Shape;6690;p9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691" name="Google Shape;6691;p9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692" name="Google Shape;6692;p9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93" name="Google Shape;6693;p9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4" name="Google Shape;6694;p9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95" name="Google Shape;6695;p9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96" name="Google Shape;6696;p9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7" name="Google Shape;6697;p9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698" name="Google Shape;6698;p9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699" name="Google Shape;6699;p9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00" name="Google Shape;6700;p9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701" name="Google Shape;6701;p9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702" name="Google Shape;6702;p9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703" name="Google Shape;6703;p93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4" name="Google Shape;6704;p9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705" name="Google Shape;6705;p9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706" name="Google Shape;6706;p9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707" name="Google Shape;6707;p9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708" name="Google Shape;6708;p9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709" name="Google Shape;6709;p9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710" name="Google Shape;6710;p9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711" name="Google Shape;6711;p9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712" name="Google Shape;6712;p9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713" name="Google Shape;6713;p9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714" name="Google Shape;6714;p9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715" name="Google Shape;6715;p9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716" name="Google Shape;6716;p9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717" name="Google Shape;6717;p93"/>
          <p:cNvSpPr txBox="1"/>
          <p:nvPr>
            <p:ph idx="4" type="body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18" name="Google Shape;6718;p93"/>
          <p:cNvSpPr txBox="1"/>
          <p:nvPr>
            <p:ph idx="10" type="dt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19" name="Google Shape;6719;p93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20" name="Google Shape;6720;p93"/>
          <p:cNvSpPr txBox="1"/>
          <p:nvPr>
            <p:ph idx="5" type="body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b="1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66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x">
  <p:cSld name="Introduction 1x">
    <p:spTree>
      <p:nvGrpSpPr>
        <p:cNvPr id="6721" name="Shape 6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2" name="Google Shape;6722;p94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723" name="Google Shape;6723;p94"/>
          <p:cNvSpPr/>
          <p:nvPr>
            <p:ph idx="2" type="pic"/>
          </p:nvPr>
        </p:nvSpPr>
        <p:spPr>
          <a:xfrm>
            <a:off x="708207" y="1592263"/>
            <a:ext cx="3939300" cy="4213200"/>
          </a:xfrm>
          <a:prstGeom prst="roundRect">
            <a:avLst>
              <a:gd fmla="val 3549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24" name="Google Shape;6724;p9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25" name="Google Shape;6725;p94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6726" name="Google Shape;6726;p94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27" name="Google Shape;6727;p94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28" name="Google Shape;6728;p94"/>
          <p:cNvSpPr txBox="1"/>
          <p:nvPr>
            <p:ph idx="4" type="body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b="1" sz="20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29" name="Google Shape;6729;p94"/>
          <p:cNvSpPr txBox="1"/>
          <p:nvPr>
            <p:ph idx="5" type="body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30" name="Google Shape;6730;p94"/>
          <p:cNvSpPr txBox="1"/>
          <p:nvPr>
            <p:ph idx="6" type="body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31" name="Google Shape;6731;p94"/>
          <p:cNvSpPr txBox="1"/>
          <p:nvPr>
            <p:ph idx="7" type="body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32" name="Google Shape;6732;p94"/>
          <p:cNvSpPr txBox="1"/>
          <p:nvPr>
            <p:ph idx="8" type="body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b="1" sz="32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33" name="Google Shape;6733;p94"/>
          <p:cNvSpPr txBox="1"/>
          <p:nvPr>
            <p:ph idx="9" type="body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6734" name="Google Shape;6734;p94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6735" name="Google Shape;6735;p94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736" name="Google Shape;6736;p94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737" name="Google Shape;6737;p9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738" name="Google Shape;6738;p94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9" name="Google Shape;6739;p9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740" name="Google Shape;6740;p9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741" name="Google Shape;6741;p9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742" name="Google Shape;6742;p9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743" name="Google Shape;6743;p94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744" name="Google Shape;6744;p94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745" name="Google Shape;6745;p9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746" name="Google Shape;6746;p9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747" name="Google Shape;6747;p9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748" name="Google Shape;6748;p9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49" name="Google Shape;6749;p9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50" name="Google Shape;6750;p9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751" name="Google Shape;6751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752" name="Google Shape;6752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753" name="Google Shape;6753;p9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754" name="Google Shape;6754;p9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5" name="Google Shape;6755;p9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756" name="Google Shape;6756;p9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757" name="Google Shape;6757;p9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8" name="Google Shape;6758;p9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59" name="Google Shape;6759;p9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760" name="Google Shape;6760;p9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1" name="Google Shape;6761;p94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762" name="Google Shape;6762;p9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763" name="Google Shape;6763;p94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4" name="Google Shape;6764;p94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765" name="Google Shape;6765;p9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766" name="Google Shape;6766;p9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7" name="Google Shape;6767;p9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8" name="Google Shape;6768;p9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769" name="Google Shape;6769;p9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770" name="Google Shape;6770;p9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771" name="Google Shape;6771;p9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772" name="Google Shape;6772;p9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773" name="Google Shape;6773;p9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774" name="Google Shape;6774;p9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5" name="Google Shape;6775;p9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76" name="Google Shape;6776;p9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2x">
  <p:cSld name="Introduction 2x">
    <p:spTree>
      <p:nvGrpSpPr>
        <p:cNvPr id="6777" name="Shape 6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" name="Google Shape;6778;p95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779" name="Google Shape;6779;p95"/>
          <p:cNvSpPr/>
          <p:nvPr>
            <p:ph idx="2" type="pic"/>
          </p:nvPr>
        </p:nvSpPr>
        <p:spPr>
          <a:xfrm>
            <a:off x="708207" y="1592264"/>
            <a:ext cx="1725300" cy="1845300"/>
          </a:xfrm>
          <a:prstGeom prst="roundRect">
            <a:avLst>
              <a:gd fmla="val 850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80" name="Google Shape;6780;p95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1" name="Google Shape;6781;p95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6782" name="Google Shape;6782;p95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3" name="Google Shape;6783;p95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84" name="Google Shape;6784;p95"/>
          <p:cNvSpPr txBox="1"/>
          <p:nvPr>
            <p:ph idx="4" type="body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5" name="Google Shape;6785;p95"/>
          <p:cNvSpPr txBox="1"/>
          <p:nvPr>
            <p:ph idx="5" type="body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6" name="Google Shape;6786;p95"/>
          <p:cNvSpPr txBox="1"/>
          <p:nvPr>
            <p:ph idx="6" type="body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7" name="Google Shape;6787;p95"/>
          <p:cNvSpPr txBox="1"/>
          <p:nvPr>
            <p:ph idx="7" type="body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8" name="Google Shape;6788;p95"/>
          <p:cNvSpPr txBox="1"/>
          <p:nvPr>
            <p:ph idx="8" type="body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b="1"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89" name="Google Shape;6789;p95"/>
          <p:cNvSpPr txBox="1"/>
          <p:nvPr>
            <p:ph idx="9" type="body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90" name="Google Shape;6790;p95"/>
          <p:cNvSpPr/>
          <p:nvPr>
            <p:ph idx="13" type="pic"/>
          </p:nvPr>
        </p:nvSpPr>
        <p:spPr>
          <a:xfrm>
            <a:off x="6383338" y="1592264"/>
            <a:ext cx="1725300" cy="1845300"/>
          </a:xfrm>
          <a:prstGeom prst="roundRect">
            <a:avLst>
              <a:gd fmla="val 8502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91" name="Google Shape;6791;p95"/>
          <p:cNvSpPr txBox="1"/>
          <p:nvPr>
            <p:ph idx="14" type="body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b="1" sz="19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92" name="Google Shape;6792;p95"/>
          <p:cNvSpPr txBox="1"/>
          <p:nvPr>
            <p:ph idx="15" type="body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93" name="Google Shape;6793;p95"/>
          <p:cNvSpPr txBox="1"/>
          <p:nvPr>
            <p:ph idx="16" type="body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94" name="Google Shape;6794;p95"/>
          <p:cNvSpPr txBox="1"/>
          <p:nvPr>
            <p:ph idx="17" type="body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95" name="Google Shape;6795;p95"/>
          <p:cNvSpPr txBox="1"/>
          <p:nvPr>
            <p:ph idx="18" type="body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b="1"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796" name="Google Shape;6796;p95"/>
          <p:cNvSpPr txBox="1"/>
          <p:nvPr>
            <p:ph idx="19" type="body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6797" name="Google Shape;6797;p95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6798" name="Google Shape;6798;p95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799" name="Google Shape;6799;p95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800" name="Google Shape;6800;p9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801" name="Google Shape;6801;p95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2" name="Google Shape;6802;p9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803" name="Google Shape;6803;p9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04" name="Google Shape;6804;p9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805" name="Google Shape;6805;p95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806" name="Google Shape;6806;p95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807" name="Google Shape;6807;p95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808" name="Google Shape;6808;p9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809" name="Google Shape;6809;p9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810" name="Google Shape;6810;p9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811" name="Google Shape;6811;p9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12" name="Google Shape;6812;p9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13" name="Google Shape;6813;p9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814" name="Google Shape;6814;p9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815" name="Google Shape;6815;p9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816" name="Google Shape;6816;p9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17" name="Google Shape;6817;p9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8" name="Google Shape;6818;p9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19" name="Google Shape;6819;p9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20" name="Google Shape;6820;p9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1" name="Google Shape;6821;p9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22" name="Google Shape;6822;p9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823" name="Google Shape;6823;p9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4" name="Google Shape;6824;p95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825" name="Google Shape;6825;p9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826" name="Google Shape;6826;p95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7" name="Google Shape;6827;p95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828" name="Google Shape;6828;p9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829" name="Google Shape;6829;p9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0" name="Google Shape;6830;p9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1" name="Google Shape;6831;p9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32" name="Google Shape;6832;p9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833" name="Google Shape;6833;p9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834" name="Google Shape;6834;p9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835" name="Google Shape;6835;p9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836" name="Google Shape;6836;p9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837" name="Google Shape;6837;p9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8" name="Google Shape;6838;p9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39" name="Google Shape;6839;p9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6x">
  <p:cSld name="Agenda 6x">
    <p:spTree>
      <p:nvGrpSpPr>
        <p:cNvPr id="6840" name="Shape 6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1" name="Google Shape;6841;p96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842" name="Google Shape;6842;p96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3" name="Google Shape;6843;p96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844" name="Google Shape;6844;p96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845" name="Google Shape;6845;p9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846" name="Google Shape;6846;p96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7" name="Google Shape;6847;p96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848" name="Google Shape;6848;p96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49" name="Google Shape;6849;p96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850" name="Google Shape;6850;p96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851" name="Google Shape;6851;p96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852" name="Google Shape;6852;p96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96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4" name="Google Shape;6854;p96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855" name="Google Shape;6855;p96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856" name="Google Shape;6856;p96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7" name="Google Shape;6857;p96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58" name="Google Shape;6858;p96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859" name="Google Shape;6859;p9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0" name="Google Shape;6860;p9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1" name="Google Shape;6861;p9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62" name="Google Shape;6862;p96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863" name="Google Shape;6863;p9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4" name="Google Shape;6864;p9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5" name="Google Shape;6865;p9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866" name="Google Shape;6866;p9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867" name="Google Shape;6867;p9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68" name="Google Shape;6868;p9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869" name="Google Shape;6869;p96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870" name="Google Shape;6870;p9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871" name="Google Shape;6871;p9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872" name="Google Shape;6872;p9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873" name="Google Shape;6873;p9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4" name="Google Shape;6874;p9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5" name="Google Shape;6875;p9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876" name="Google Shape;6876;p9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877" name="Google Shape;6877;p9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878" name="Google Shape;6878;p9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79" name="Google Shape;6879;p9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0" name="Google Shape;6880;p9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81" name="Google Shape;6881;p9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82" name="Google Shape;6882;p9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3" name="Google Shape;6883;p9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84" name="Google Shape;6884;p9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885" name="Google Shape;6885;p9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86" name="Google Shape;6886;p96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887" name="Google Shape;6887;p96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888" name="Google Shape;6888;p9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889" name="Google Shape;6889;p96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0" name="Google Shape;6890;p96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891" name="Google Shape;6891;p9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892" name="Google Shape;6892;p9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893" name="Google Shape;6893;p9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894" name="Google Shape;6894;p9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895" name="Google Shape;6895;p9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896" name="Google Shape;6896;p9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897" name="Google Shape;6897;p9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898" name="Google Shape;6898;p9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899" name="Google Shape;6899;p9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900" name="Google Shape;6900;p9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901" name="Google Shape;6901;p9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902" name="Google Shape;6902;p9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903" name="Google Shape;6903;p96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904" name="Google Shape;6904;p96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905" name="Google Shape;6905;p96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7x">
  <p:cSld name="Agenda 7x">
    <p:spTree>
      <p:nvGrpSpPr>
        <p:cNvPr id="6906" name="Shape 6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7" name="Google Shape;6907;p97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08" name="Google Shape;6908;p97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b="1" sz="240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9" name="Google Shape;6909;p97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910" name="Google Shape;6910;p97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911" name="Google Shape;6911;p9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912" name="Google Shape;6912;p97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3" name="Google Shape;6913;p97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914" name="Google Shape;6914;p97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15" name="Google Shape;6915;p97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916" name="Google Shape;6916;p97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917" name="Google Shape;6917;p97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918" name="Google Shape;6918;p97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9" name="Google Shape;6919;p97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0" name="Google Shape;6920;p97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921" name="Google Shape;6921;p97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922" name="Google Shape;6922;p97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97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4" name="Google Shape;6924;p97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25" name="Google Shape;6925;p97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6" name="Google Shape;6926;p97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7" name="Google Shape;6927;p97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8" name="Google Shape;6928;p97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29" name="Google Shape;6929;p97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0" name="Google Shape;6930;p97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1" name="Google Shape;6931;p97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932" name="Google Shape;6932;p9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933" name="Google Shape;6933;p9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34" name="Google Shape;6934;p9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935" name="Google Shape;6935;p97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936" name="Google Shape;6936;p9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937" name="Google Shape;6937;p9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938" name="Google Shape;6938;p9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939" name="Google Shape;6939;p9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40" name="Google Shape;6940;p9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41" name="Google Shape;6941;p9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942" name="Google Shape;6942;p97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943" name="Google Shape;6943;p97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944" name="Google Shape;6944;p9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945" name="Google Shape;6945;p9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6" name="Google Shape;6946;p9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47" name="Google Shape;6947;p9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948" name="Google Shape;6948;p9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9" name="Google Shape;6949;p9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950" name="Google Shape;6950;p9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951" name="Google Shape;6951;p9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52" name="Google Shape;6952;p97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953" name="Google Shape;6953;p97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954" name="Google Shape;6954;p9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6955" name="Google Shape;6955;p97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6" name="Google Shape;6956;p97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957" name="Google Shape;6957;p9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958" name="Google Shape;6958;p9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959" name="Google Shape;6959;p9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960" name="Google Shape;6960;p9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961" name="Google Shape;6961;p9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962" name="Google Shape;6962;p9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963" name="Google Shape;6963;p9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964" name="Google Shape;6964;p9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965" name="Google Shape;6965;p9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966" name="Google Shape;6966;p9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967" name="Google Shape;6967;p9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968" name="Google Shape;6968;p9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969" name="Google Shape;6969;p97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970" name="Google Shape;6970;p97"/>
          <p:cNvSpPr txBox="1"/>
          <p:nvPr>
            <p:ph idx="3" type="body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971" name="Google Shape;6971;p97"/>
          <p:cNvSpPr txBox="1"/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6972" name="Shape 6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" name="Google Shape;6973;p98"/>
          <p:cNvSpPr/>
          <p:nvPr>
            <p:ph idx="2" type="pic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74" name="Google Shape;6974;p98"/>
          <p:cNvSpPr txBox="1"/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975" name="Google Shape;6975;p98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976" name="Google Shape;6976;p98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77" name="Google Shape;6977;p98"/>
          <p:cNvSpPr txBox="1"/>
          <p:nvPr>
            <p:ph idx="1" type="body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sp>
        <p:nvSpPr>
          <p:cNvPr id="6978" name="Google Shape;6978;p98"/>
          <p:cNvSpPr txBox="1"/>
          <p:nvPr>
            <p:ph idx="3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6979" name="Google Shape;6979;p98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980" name="Google Shape;6980;p98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981" name="Google Shape;6981;p9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982" name="Google Shape;6982;p98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3" name="Google Shape;6983;p98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984" name="Google Shape;6984;p98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85" name="Google Shape;6985;p98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986" name="Google Shape;6986;p98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987" name="Google Shape;6987;p98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988" name="Google Shape;6988;p98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8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9" name="Google Shape;6989;p98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0" name="Google Shape;6990;p98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991" name="Google Shape;6991;p98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992" name="Google Shape;6992;p98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rect b="b" l="l" r="r" t="t"/>
                <a:pathLst>
                  <a:path extrusionOk="0" h="1624084" w="88028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98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94" name="Google Shape;6994;p98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95" name="Google Shape;6995;p9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6" name="Google Shape;6996;p9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7" name="Google Shape;6997;p9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98" name="Google Shape;6998;p98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99" name="Google Shape;6999;p9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0" name="Google Shape;7000;p9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1" name="Google Shape;7001;p9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848484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02" name="Google Shape;7002;p9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003" name="Google Shape;7003;p9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004" name="Google Shape;7004;p9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7005" name="Google Shape;7005;p98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7006" name="Google Shape;7006;p9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007" name="Google Shape;7007;p9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008" name="Google Shape;7008;p9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009" name="Google Shape;7009;p9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81818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010" name="Google Shape;7010;p9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rgbClr val="81818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0" lIns="10800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011" name="Google Shape;7011;p9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012" name="Google Shape;7012;p9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013" name="Google Shape;7013;p9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014" name="Google Shape;7014;p9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015" name="Google Shape;7015;p9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6" name="Google Shape;7016;p9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17" name="Google Shape;7017;p9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018" name="Google Shape;7018;p9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9" name="Google Shape;7019;p9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1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020" name="Google Shape;7020;p9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7021" name="Google Shape;7021;p9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fmla="val 50000" name="adj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22" name="Google Shape;7022;p98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cap="flat" cmpd="sng" w="9525">
              <a:solidFill>
                <a:srgbClr val="ECECE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44000" lIns="180000" spcFirstLastPara="1" rIns="180000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b="1"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7023" name="Google Shape;7023;p98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7024" name="Google Shape;7024;p9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anchorCtr="0" anchor="ctr" bIns="180000" lIns="180000" spcFirstLastPara="1" rIns="180000" wrap="square" tIns="180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descr="Informatie" id="7025" name="Google Shape;7025;p98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rect b="b" l="l" r="r" t="t"/>
                <a:pathLst>
                  <a:path extrusionOk="0" h="291719" w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6" name="Google Shape;7026;p98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7027" name="Google Shape;7027;p9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7028" name="Google Shape;7028;p9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rect b="b" l="l" r="r" t="t"/>
                  <a:pathLst>
                    <a:path extrusionOk="0" h="288" w="319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029" name="Google Shape;7029;p9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rect b="b" l="l" r="r" t="t"/>
                  <a:pathLst>
                    <a:path extrusionOk="0" h="100" w="251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030" name="Google Shape;7030;p9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rect b="b" l="l" r="r" t="t"/>
                  <a:pathLst>
                    <a:path extrusionOk="0" h="860" w="702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r>
                    <a:t/>
                  </a:r>
                  <a:endParaRPr b="0" i="0" sz="300" u="none" cap="none" strike="noStrik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7031" name="Google Shape;7031;p9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7032" name="Google Shape;7032;p9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7033" name="Google Shape;7033;p9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7034" name="Google Shape;7034;p9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rect b="b" l="l" r="r" t="t"/>
                  <a:pathLst>
                    <a:path extrusionOk="0" h="371475" w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7035" name="Google Shape;7035;p9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7036" name="Google Shape;7036;p9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rect b="b" l="l" r="r" t="t"/>
                    <a:pathLst>
                      <a:path extrusionOk="0" h="1914525" w="220027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7037" name="Google Shape;7037;p9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rect b="b" l="l" r="r" t="t"/>
                    <a:pathLst>
                      <a:path extrusionOk="0" h="885825" w="143827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7038" name="Google Shape;7038;p9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180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12.xml"/><Relationship Id="rId22" Type="http://schemas.openxmlformats.org/officeDocument/2006/relationships/theme" Target="../theme/theme4.xml"/><Relationship Id="rId10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0.xml"/><Relationship Id="rId6" Type="http://schemas.openxmlformats.org/officeDocument/2006/relationships/slideLayout" Target="../slideLayouts/slideLayout7.xml"/><Relationship Id="rId1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2.xml"/><Relationship Id="rId42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63.xml"/><Relationship Id="rId44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65.xml"/><Relationship Id="rId46" Type="http://schemas.openxmlformats.org/officeDocument/2006/relationships/slideLayout" Target="../slideLayouts/slideLayout68.xml"/><Relationship Id="rId45" Type="http://schemas.openxmlformats.org/officeDocument/2006/relationships/slideLayout" Target="../slideLayouts/slideLayout67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48" Type="http://schemas.openxmlformats.org/officeDocument/2006/relationships/slideLayout" Target="../slideLayouts/slideLayout70.xml"/><Relationship Id="rId47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7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58.xml"/><Relationship Id="rId39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1.xml"/><Relationship Id="rId51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2.xml"/><Relationship Id="rId5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93.xml"/><Relationship Id="rId22" Type="http://schemas.openxmlformats.org/officeDocument/2006/relationships/theme" Target="../theme/theme5.xml"/><Relationship Id="rId21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" name="Google Shape;12;p1"/>
            <p:cNvSpPr/>
            <p:nvPr/>
          </p:nvSpPr>
          <p:spPr>
            <a:xfrm>
              <a:off x="0" y="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659664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192932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262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92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166796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6337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94914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0" y="113292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0" y="585900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-355680" y="-212220"/>
            <a:ext cx="12894120" cy="7257240"/>
            <a:chOff x="-355680" y="-212220"/>
            <a:chExt cx="12894120" cy="7257240"/>
          </a:xfrm>
        </p:grpSpPr>
        <p:sp>
          <p:nvSpPr>
            <p:cNvPr id="24" name="Google Shape;24;p1"/>
            <p:cNvSpPr/>
            <p:nvPr/>
          </p:nvSpPr>
          <p:spPr>
            <a:xfrm rot="-5400000">
              <a:off x="8438760" y="3287880"/>
              <a:ext cx="725724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 rot="-5400000">
              <a:off x="-3498840" y="3287880"/>
              <a:ext cx="725724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-355680" y="-5760"/>
              <a:ext cx="1289412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-355680" y="6604560"/>
              <a:ext cx="12894120" cy="257040"/>
            </a:xfrm>
            <a:prstGeom prst="rect">
              <a:avLst/>
            </a:prstGeom>
            <a:solidFill>
              <a:schemeClr val="accent3">
                <a:alpha val="4666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" name="Google Shape;2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5280" y="-1395360"/>
            <a:ext cx="952200" cy="48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>
            <p:ph idx="10" type="dt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1"/>
          <p:cNvSpPr txBox="1"/>
          <p:nvPr>
            <p:ph idx="11" type="ftr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1"/>
          <p:cNvSpPr txBox="1"/>
          <p:nvPr>
            <p:ph idx="1"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000" lIns="6480000" spcFirstLastPara="1" rIns="9000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3" name="Google Shape;33;p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34" name="Google Shape;34;p1"/>
            <p:cNvSpPr/>
            <p:nvPr/>
          </p:nvSpPr>
          <p:spPr>
            <a:xfrm>
              <a:off x="0" y="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0" y="659664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1192932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0" y="262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592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1166796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0" y="6337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1"/>
          <p:cNvSpPr/>
          <p:nvPr/>
        </p:nvSpPr>
        <p:spPr>
          <a:xfrm>
            <a:off x="5441040" y="-885600"/>
            <a:ext cx="1309320" cy="366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800" lIns="360000" spcFirstLastPara="1" rIns="3600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Titelblad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1"/>
          <p:cNvGrpSpPr/>
          <p:nvPr/>
        </p:nvGrpSpPr>
        <p:grpSpPr>
          <a:xfrm>
            <a:off x="12391560" y="0"/>
            <a:ext cx="3183840" cy="6589800"/>
            <a:chOff x="12391560" y="0"/>
            <a:chExt cx="3183840" cy="6589800"/>
          </a:xfrm>
        </p:grpSpPr>
        <p:grpSp>
          <p:nvGrpSpPr>
            <p:cNvPr id="44" name="Google Shape;44;p1"/>
            <p:cNvGrpSpPr/>
            <p:nvPr/>
          </p:nvGrpSpPr>
          <p:grpSpPr>
            <a:xfrm>
              <a:off x="12757320" y="3099960"/>
              <a:ext cx="1499040" cy="678240"/>
              <a:chOff x="12757320" y="3099960"/>
              <a:chExt cx="1499040" cy="678240"/>
            </a:xfrm>
          </p:grpSpPr>
          <p:sp>
            <p:nvSpPr>
              <p:cNvPr id="45" name="Google Shape;45;p1"/>
              <p:cNvSpPr/>
              <p:nvPr/>
            </p:nvSpPr>
            <p:spPr>
              <a:xfrm>
                <a:off x="12757320" y="3099960"/>
                <a:ext cx="1499040" cy="58068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2762000" y="3411360"/>
                <a:ext cx="1478520" cy="2570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12997800" y="3139200"/>
                <a:ext cx="95760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voorgrond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12984120" y="3460320"/>
                <a:ext cx="116532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achtergrond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9" name="Google Shape;49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938840" y="3547080"/>
                <a:ext cx="142560" cy="231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" name="Google Shape;50;p1"/>
              <p:cNvSpPr/>
              <p:nvPr/>
            </p:nvSpPr>
            <p:spPr>
              <a:xfrm rot="5400000">
                <a:off x="14094360" y="3528000"/>
                <a:ext cx="86400" cy="5076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" name="Google Shape;51;p1"/>
              <p:cNvGrpSpPr/>
              <p:nvPr/>
            </p:nvGrpSpPr>
            <p:grpSpPr>
              <a:xfrm>
                <a:off x="12822480" y="3157920"/>
                <a:ext cx="181800" cy="163440"/>
                <a:chOff x="12822480" y="3157920"/>
                <a:chExt cx="181800" cy="163440"/>
              </a:xfrm>
            </p:grpSpPr>
            <p:sp>
              <p:nvSpPr>
                <p:cNvPr id="52" name="Google Shape;52;p1"/>
                <p:cNvSpPr/>
                <p:nvPr/>
              </p:nvSpPr>
              <p:spPr>
                <a:xfrm>
                  <a:off x="12822480" y="315792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1"/>
                <p:cNvSpPr/>
                <p:nvPr/>
              </p:nvSpPr>
              <p:spPr>
                <a:xfrm>
                  <a:off x="12936960" y="325404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1"/>
                <p:cNvSpPr/>
                <p:nvPr/>
              </p:nvSpPr>
              <p:spPr>
                <a:xfrm>
                  <a:off x="12856320" y="318240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" name="Google Shape;55;p1"/>
              <p:cNvGrpSpPr/>
              <p:nvPr/>
            </p:nvGrpSpPr>
            <p:grpSpPr>
              <a:xfrm>
                <a:off x="12822480" y="3459600"/>
                <a:ext cx="181800" cy="163440"/>
                <a:chOff x="12822480" y="3459600"/>
                <a:chExt cx="181800" cy="163440"/>
              </a:xfrm>
            </p:grpSpPr>
            <p:sp>
              <p:nvSpPr>
                <p:cNvPr id="56" name="Google Shape;56;p1"/>
                <p:cNvSpPr/>
                <p:nvPr/>
              </p:nvSpPr>
              <p:spPr>
                <a:xfrm>
                  <a:off x="12856320" y="348444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57;p1"/>
                <p:cNvSpPr/>
                <p:nvPr/>
              </p:nvSpPr>
              <p:spPr>
                <a:xfrm>
                  <a:off x="12822480" y="345960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1"/>
                <p:cNvSpPr/>
                <p:nvPr/>
              </p:nvSpPr>
              <p:spPr>
                <a:xfrm>
                  <a:off x="12936960" y="355572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" name="Google Shape;59;p1"/>
            <p:cNvGrpSpPr/>
            <p:nvPr/>
          </p:nvGrpSpPr>
          <p:grpSpPr>
            <a:xfrm>
              <a:off x="12396600" y="5806440"/>
              <a:ext cx="3178800" cy="783360"/>
              <a:chOff x="12396600" y="5806440"/>
              <a:chExt cx="3178800" cy="783360"/>
            </a:xfrm>
          </p:grpSpPr>
          <p:sp>
            <p:nvSpPr>
              <p:cNvPr id="60" name="Google Shape;60;p1"/>
              <p:cNvSpPr/>
              <p:nvPr/>
            </p:nvSpPr>
            <p:spPr>
              <a:xfrm>
                <a:off x="12396600" y="5806440"/>
                <a:ext cx="255240" cy="255240"/>
              </a:xfrm>
              <a:custGeom>
                <a:rect b="b" l="l" r="r" t="t"/>
                <a:pathLst>
                  <a:path extrusionOk="0" h="292" w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12757320" y="5878440"/>
                <a:ext cx="2817720" cy="591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Meer weten?</a:t>
                </a:r>
                <a:br>
                  <a:rPr b="0" i="0" lang="en-US" sz="1100" u="none" cap="none" strike="noStrike"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Ga naar dia </a:t>
                </a:r>
                <a:r>
                  <a:rPr b="1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‘Instructie dia: YouTube links’</a:t>
                </a: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open deze in de diavoorstelling en klik op de gewenste video link.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2" name="Google Shape;62;p1"/>
              <p:cNvCxnSpPr/>
              <p:nvPr/>
            </p:nvCxnSpPr>
            <p:spPr>
              <a:xfrm>
                <a:off x="12396960" y="6589440"/>
                <a:ext cx="3178440" cy="36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A76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3" name="Google Shape;63;p1"/>
            <p:cNvSpPr/>
            <p:nvPr/>
          </p:nvSpPr>
          <p:spPr>
            <a:xfrm>
              <a:off x="12397320" y="0"/>
              <a:ext cx="3177720" cy="191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AFBEELDING INVOEGEN/VERANDEREN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12391560" y="36648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65;p1"/>
            <p:cNvCxnSpPr/>
            <p:nvPr/>
          </p:nvCxnSpPr>
          <p:spPr>
            <a:xfrm>
              <a:off x="12396960" y="241560"/>
              <a:ext cx="3178440" cy="360"/>
            </a:xfrm>
            <a:prstGeom prst="straightConnector1">
              <a:avLst/>
            </a:prstGeom>
            <a:noFill/>
            <a:ln cap="flat" cmpd="sng" w="9525">
              <a:solidFill>
                <a:srgbClr val="EA76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1"/>
            <p:cNvCxnSpPr/>
            <p:nvPr/>
          </p:nvCxnSpPr>
          <p:spPr>
            <a:xfrm>
              <a:off x="12396960" y="1577880"/>
              <a:ext cx="3178440" cy="360"/>
            </a:xfrm>
            <a:prstGeom prst="straightConnector1">
              <a:avLst/>
            </a:prstGeom>
            <a:noFill/>
            <a:ln cap="flat" cmpd="sng" w="9525">
              <a:solidFill>
                <a:srgbClr val="EA76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" name="Google Shape;67;p1"/>
            <p:cNvSpPr/>
            <p:nvPr/>
          </p:nvSpPr>
          <p:spPr>
            <a:xfrm>
              <a:off x="12757320" y="432720"/>
              <a:ext cx="2817720" cy="595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Wanneer nodig, verwijder de bestaande afbeelding d.m.v. de </a:t>
              </a: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‘Delete’-knop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Klik op het pictogram om een nieuwe afbeelding in te voegen. </a:t>
              </a:r>
              <a:r>
                <a:rPr b="0" i="1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(zie onderstaand voorbeeld).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" name="Google Shape;68;p1"/>
            <p:cNvCxnSpPr/>
            <p:nvPr/>
          </p:nvCxnSpPr>
          <p:spPr>
            <a:xfrm>
              <a:off x="12396960" y="5688360"/>
              <a:ext cx="3178440" cy="360"/>
            </a:xfrm>
            <a:prstGeom prst="straightConnector1">
              <a:avLst/>
            </a:prstGeom>
            <a:noFill/>
            <a:ln cap="flat" cmpd="sng" w="9525">
              <a:solidFill>
                <a:srgbClr val="EA76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1"/>
            <p:cNvSpPr/>
            <p:nvPr/>
          </p:nvSpPr>
          <p:spPr>
            <a:xfrm>
              <a:off x="12391560" y="170640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2757320" y="1772640"/>
              <a:ext cx="2817720" cy="317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Selecteer de gewenste afbeelding</a:t>
              </a:r>
              <a:br>
                <a:rPr b="0" i="0" lang="en-US" sz="1100" u="none" cap="none" strike="noStrike"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 klik op </a:t>
              </a: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‘Invoegen’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1"/>
            <p:cNvGrpSpPr/>
            <p:nvPr/>
          </p:nvGrpSpPr>
          <p:grpSpPr>
            <a:xfrm>
              <a:off x="12757320" y="2184480"/>
              <a:ext cx="825120" cy="209160"/>
              <a:chOff x="12757320" y="2184480"/>
              <a:chExt cx="825120" cy="209160"/>
            </a:xfrm>
          </p:grpSpPr>
          <p:sp>
            <p:nvSpPr>
              <p:cNvPr id="72" name="Google Shape;72;p1"/>
              <p:cNvSpPr/>
              <p:nvPr/>
            </p:nvSpPr>
            <p:spPr>
              <a:xfrm>
                <a:off x="12757320" y="2184480"/>
                <a:ext cx="825120" cy="209160"/>
              </a:xfrm>
              <a:prstGeom prst="rect">
                <a:avLst/>
              </a:prstGeom>
              <a:solidFill>
                <a:srgbClr val="E5F1FB"/>
              </a:solidFill>
              <a:ln cap="flat" cmpd="sng" w="12700">
                <a:solidFill>
                  <a:srgbClr val="0B7ED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Invoegen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3" name="Google Shape;73;p1"/>
              <p:cNvCxnSpPr/>
              <p:nvPr/>
            </p:nvCxnSpPr>
            <p:spPr>
              <a:xfrm>
                <a:off x="13407840" y="2216880"/>
                <a:ext cx="360" cy="1429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4546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4" name="Google Shape;74;p1"/>
              <p:cNvSpPr/>
              <p:nvPr/>
            </p:nvSpPr>
            <p:spPr>
              <a:xfrm rot="10800000">
                <a:off x="13449240" y="2269080"/>
                <a:ext cx="86400" cy="5076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1"/>
            <p:cNvGrpSpPr/>
            <p:nvPr/>
          </p:nvGrpSpPr>
          <p:grpSpPr>
            <a:xfrm>
              <a:off x="12757320" y="1141560"/>
              <a:ext cx="294120" cy="345944"/>
              <a:chOff x="12757320" y="1141560"/>
              <a:chExt cx="294120" cy="345944"/>
            </a:xfrm>
          </p:grpSpPr>
          <p:sp>
            <p:nvSpPr>
              <p:cNvPr id="76" name="Google Shape;76;p1"/>
              <p:cNvSpPr/>
              <p:nvPr/>
            </p:nvSpPr>
            <p:spPr>
              <a:xfrm>
                <a:off x="12757320" y="1141560"/>
                <a:ext cx="261360" cy="2574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C0C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12916800" y="1174320"/>
                <a:ext cx="72000" cy="72000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 rot="2700000">
                <a:off x="12790440" y="1299960"/>
                <a:ext cx="170640" cy="149040"/>
              </a:xfrm>
              <a:custGeom>
                <a:rect b="b" l="l" r="r" t="t"/>
                <a:pathLst>
                  <a:path extrusionOk="0" h="147459" w="168558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12893760" y="1287360"/>
                <a:ext cx="157680" cy="11808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8AAD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" name="Google Shape;80;p1"/>
              <p:cNvCxnSpPr/>
              <p:nvPr/>
            </p:nvCxnSpPr>
            <p:spPr>
              <a:xfrm>
                <a:off x="12930480" y="1452960"/>
                <a:ext cx="84960" cy="36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AAD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"/>
              <p:cNvCxnSpPr/>
              <p:nvPr/>
            </p:nvCxnSpPr>
            <p:spPr>
              <a:xfrm flipH="1">
                <a:off x="12972240" y="1405800"/>
                <a:ext cx="1080" cy="4464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AAD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2" name="Google Shape;82;p1"/>
            <p:cNvSpPr/>
            <p:nvPr/>
          </p:nvSpPr>
          <p:spPr>
            <a:xfrm>
              <a:off x="12391560" y="261792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12757320" y="2684160"/>
              <a:ext cx="2817720" cy="316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Klik met de rechter muisknop op de afbeelding en kies </a:t>
              </a: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´Naar achtergrond´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" name="Google Shape;84;p1"/>
            <p:cNvCxnSpPr/>
            <p:nvPr/>
          </p:nvCxnSpPr>
          <p:spPr>
            <a:xfrm>
              <a:off x="12396960" y="2499480"/>
              <a:ext cx="3178440" cy="360"/>
            </a:xfrm>
            <a:prstGeom prst="straightConnector1">
              <a:avLst/>
            </a:prstGeom>
            <a:noFill/>
            <a:ln cap="flat" cmpd="sng" w="9525">
              <a:solidFill>
                <a:srgbClr val="EA76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5" name="Google Shape;85;p1"/>
            <p:cNvGrpSpPr/>
            <p:nvPr/>
          </p:nvGrpSpPr>
          <p:grpSpPr>
            <a:xfrm>
              <a:off x="12757320" y="4966920"/>
              <a:ext cx="1499040" cy="580680"/>
              <a:chOff x="12757320" y="4966920"/>
              <a:chExt cx="1499040" cy="580680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12757320" y="4966920"/>
                <a:ext cx="1499040" cy="58068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D1D1D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10800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12762000" y="4992840"/>
                <a:ext cx="1478520" cy="2570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12997800" y="5019840"/>
                <a:ext cx="95760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voorgrond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12984120" y="5327280"/>
                <a:ext cx="116532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achtergrond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0" name="Google Shape;90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938840" y="5090040"/>
                <a:ext cx="142560" cy="231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" name="Google Shape;91;p1"/>
              <p:cNvSpPr/>
              <p:nvPr/>
            </p:nvSpPr>
            <p:spPr>
              <a:xfrm rot="5400000">
                <a:off x="14094360" y="5090400"/>
                <a:ext cx="86400" cy="5076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" name="Google Shape;92;p1"/>
              <p:cNvGrpSpPr/>
              <p:nvPr/>
            </p:nvGrpSpPr>
            <p:grpSpPr>
              <a:xfrm>
                <a:off x="12822480" y="5024880"/>
                <a:ext cx="181800" cy="163440"/>
                <a:chOff x="12822480" y="5024880"/>
                <a:chExt cx="181800" cy="163440"/>
              </a:xfrm>
            </p:grpSpPr>
            <p:sp>
              <p:nvSpPr>
                <p:cNvPr id="93" name="Google Shape;93;p1"/>
                <p:cNvSpPr/>
                <p:nvPr/>
              </p:nvSpPr>
              <p:spPr>
                <a:xfrm>
                  <a:off x="12822480" y="502488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1"/>
                <p:cNvSpPr/>
                <p:nvPr/>
              </p:nvSpPr>
              <p:spPr>
                <a:xfrm>
                  <a:off x="12936960" y="512100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1"/>
                <p:cNvSpPr/>
                <p:nvPr/>
              </p:nvSpPr>
              <p:spPr>
                <a:xfrm>
                  <a:off x="12856320" y="504936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" name="Google Shape;96;p1"/>
              <p:cNvGrpSpPr/>
              <p:nvPr/>
            </p:nvGrpSpPr>
            <p:grpSpPr>
              <a:xfrm>
                <a:off x="12822480" y="5326560"/>
                <a:ext cx="181800" cy="163440"/>
                <a:chOff x="12822480" y="5326560"/>
                <a:chExt cx="181800" cy="163440"/>
              </a:xfrm>
            </p:grpSpPr>
            <p:sp>
              <p:nvSpPr>
                <p:cNvPr id="97" name="Google Shape;97;p1"/>
                <p:cNvSpPr/>
                <p:nvPr/>
              </p:nvSpPr>
              <p:spPr>
                <a:xfrm>
                  <a:off x="12856320" y="535140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cap="flat" cmpd="sng" w="1270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1"/>
                <p:cNvSpPr/>
                <p:nvPr/>
              </p:nvSpPr>
              <p:spPr>
                <a:xfrm>
                  <a:off x="12822480" y="532656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1"/>
                <p:cNvSpPr/>
                <p:nvPr/>
              </p:nvSpPr>
              <p:spPr>
                <a:xfrm>
                  <a:off x="12936960" y="542268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2675" lIns="90000" spcFirstLastPara="1" rIns="90000" wrap="square" tIns="226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0" name="Google Shape;100;p1"/>
            <p:cNvSpPr/>
            <p:nvPr/>
          </p:nvSpPr>
          <p:spPr>
            <a:xfrm>
              <a:off x="12391560" y="402768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2757320" y="4093560"/>
              <a:ext cx="2817720" cy="6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Staat het invoegvenster achter de oranje lijn? Klik dan op de rechtermuisknop en kies </a:t>
              </a:r>
              <a:br>
                <a:rPr b="0" i="0" lang="en-US" sz="1100" u="none" cap="none" strike="noStrike"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</a:t>
              </a: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naar voorgrond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 om deze naar voren </a:t>
              </a:r>
              <a:br>
                <a:rPr b="0" i="0" lang="en-US" sz="1100" u="none" cap="none" strike="noStrike"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te halen. Klik na het invoegen op </a:t>
              </a:r>
              <a:br>
                <a:rPr b="0" i="0" lang="en-US" sz="1100" u="none" cap="none" strike="noStrike"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</a:t>
              </a: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Naar achtergrond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" name="Google Shape;102;p1"/>
            <p:cNvCxnSpPr/>
            <p:nvPr/>
          </p:nvCxnSpPr>
          <p:spPr>
            <a:xfrm>
              <a:off x="12396960" y="3909240"/>
              <a:ext cx="3178440" cy="360"/>
            </a:xfrm>
            <a:prstGeom prst="straightConnector1">
              <a:avLst/>
            </a:prstGeom>
            <a:noFill/>
            <a:ln cap="flat" cmpd="sng" w="9525">
              <a:solidFill>
                <a:srgbClr val="EA76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" name="Google Shape;103;p1"/>
          <p:cNvSpPr txBox="1"/>
          <p:nvPr>
            <p:ph idx="2" type="body"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1">
            <a:blip r:embed="rId4">
              <a:alphaModFix amt="90000"/>
            </a:blip>
            <a:stretch>
              <a:fillRect b="-5" l="1575" r="1576" t="-5"/>
            </a:stretch>
          </a:blipFill>
          <a:ln>
            <a:noFill/>
          </a:ln>
        </p:spPr>
        <p:txBody>
          <a:bodyPr anchorCtr="0" anchor="t" bIns="1800000" lIns="900000" spcFirstLastPara="1" rIns="288000" wrap="square" tIns="720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1"/>
          <p:cNvSpPr txBox="1"/>
          <p:nvPr>
            <p:ph idx="3" type="body"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4000" spcFirstLastPara="1" rIns="25200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5" name="Google Shape;105;p1"/>
          <p:cNvSpPr txBox="1"/>
          <p:nvPr>
            <p:ph idx="4"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5" l="1578" r="1578" t="-36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6" name="Google Shape;106;p1"/>
          <p:cNvSpPr txBox="1"/>
          <p:nvPr>
            <p:ph idx="5"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1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3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3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119" name="Google Shape;119;p3"/>
          <p:cNvSpPr txBox="1"/>
          <p:nvPr>
            <p:ph idx="10" type="dt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25"/>
          <p:cNvSpPr txBox="1"/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1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569" name="Google Shape;1569;p25"/>
          <p:cNvSpPr txBox="1"/>
          <p:nvPr>
            <p:ph idx="1" type="body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0" name="Google Shape;1570;p25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1" name="Google Shape;1571;p25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2" name="Google Shape;1572;p25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1573" name="Google Shape;1573;p25"/>
          <p:cNvSpPr txBox="1"/>
          <p:nvPr>
            <p:ph idx="10" type="dt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10" r:id="rId41"/>
    <p:sldLayoutId id="2147483711" r:id="rId42"/>
    <p:sldLayoutId id="2147483712" r:id="rId43"/>
    <p:sldLayoutId id="2147483713" r:id="rId44"/>
    <p:sldLayoutId id="2147483714" r:id="rId45"/>
    <p:sldLayoutId id="2147483715" r:id="rId46"/>
    <p:sldLayoutId id="2147483716" r:id="rId47"/>
    <p:sldLayoutId id="2147483717" r:id="rId48"/>
    <p:sldLayoutId id="2147483718" r:id="rId49"/>
    <p:sldLayoutId id="2147483719" r:id="rId50"/>
    <p:sldLayoutId id="2147483720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85" name="Shape 5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6" name="Google Shape;5586;p77"/>
          <p:cNvSpPr txBox="1"/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1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5587" name="Google Shape;5587;p77"/>
          <p:cNvSpPr txBox="1"/>
          <p:nvPr>
            <p:ph idx="1" type="body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88" name="Google Shape;5588;p77"/>
          <p:cNvSpPr txBox="1"/>
          <p:nvPr>
            <p:ph idx="11" type="ftr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89" name="Google Shape;5589;p77"/>
          <p:cNvSpPr txBox="1"/>
          <p:nvPr>
            <p:ph idx="12" type="sldNum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0" name="Google Shape;5590;p77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5591" name="Google Shape;5591;p77"/>
          <p:cNvSpPr txBox="1"/>
          <p:nvPr>
            <p:ph idx="10" type="dt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servicedesk.surf.nl/wiki/display/WIKI/Best+Practice+for+Data+Formats+in+Deep+Learning" TargetMode="External"/><Relationship Id="rId5" Type="http://schemas.openxmlformats.org/officeDocument/2006/relationships/hyperlink" Target="https://github.com/sara-nl/Packed-Data-Format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3" name="Shape 7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4" name="Google Shape;7044;p99"/>
          <p:cNvSpPr txBox="1"/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/>
              <a:t>Chapter yellow</a:t>
            </a:r>
            <a:endParaRPr/>
          </a:p>
        </p:txBody>
      </p:sp>
      <p:sp>
        <p:nvSpPr>
          <p:cNvPr id="7045" name="Google Shape;7045;p99"/>
          <p:cNvSpPr/>
          <p:nvPr/>
        </p:nvSpPr>
        <p:spPr>
          <a:xfrm>
            <a:off x="193040" y="216852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DA44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6" name="Google Shape;7046;p99"/>
          <p:cNvSpPr txBox="1"/>
          <p:nvPr/>
        </p:nvSpPr>
        <p:spPr>
          <a:xfrm>
            <a:off x="1523541" y="3203542"/>
            <a:ext cx="91449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145E"/>
              </a:buClr>
              <a:buSzPts val="5500"/>
              <a:buFont typeface="Nunito"/>
              <a:buNone/>
            </a:pPr>
            <a:r>
              <a:rPr b="1" lang="en-US" sz="5500">
                <a:solidFill>
                  <a:srgbClr val="A9145E"/>
                </a:solidFill>
                <a:latin typeface="Nunito"/>
                <a:ea typeface="Nunito"/>
                <a:cs typeface="Nunito"/>
                <a:sym typeface="Nunito"/>
              </a:rPr>
              <a:t>HPC Filesystem &amp; Packed Data Format </a:t>
            </a:r>
            <a:endParaRPr sz="1500"/>
          </a:p>
        </p:txBody>
      </p:sp>
      <p:sp>
        <p:nvSpPr>
          <p:cNvPr id="7047" name="Google Shape;7047;p99"/>
          <p:cNvSpPr/>
          <p:nvPr/>
        </p:nvSpPr>
        <p:spPr>
          <a:xfrm>
            <a:off x="708207" y="31229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8" name="Google Shape;7048;p99"/>
          <p:cNvSpPr txBox="1"/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9" name="Google Shape;7049;p99"/>
          <p:cNvSpPr txBox="1"/>
          <p:nvPr/>
        </p:nvSpPr>
        <p:spPr>
          <a:xfrm>
            <a:off x="3262184" y="67715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0" name="Google Shape;7050;p99"/>
          <p:cNvSpPr txBox="1"/>
          <p:nvPr/>
        </p:nvSpPr>
        <p:spPr>
          <a:xfrm>
            <a:off x="1522683" y="5045890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Bryan Cardenas</a:t>
            </a:r>
            <a:endParaRPr b="1" sz="19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Lars Veefkind</a:t>
            </a:r>
            <a:br>
              <a:rPr b="1" lang="en-US" sz="1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Performance Machine Learning</a:t>
            </a:r>
            <a:endParaRPr sz="15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4" name="Shape 7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" name="Google Shape;7055;p10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056" name="Google Shape;7056;p100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57" name="Google Shape;7057;p100"/>
          <p:cNvSpPr txBox="1"/>
          <p:nvPr>
            <p:ph idx="4294967295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58" name="Google Shape;7058;p100"/>
          <p:cNvSpPr txBox="1"/>
          <p:nvPr>
            <p:ph idx="1" type="body"/>
          </p:nvPr>
        </p:nvSpPr>
        <p:spPr>
          <a:xfrm>
            <a:off x="13085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systems typically use parallel shared file systems.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1" i="0" lang="en-US" sz="2000" u="none" cap="none" strike="noStrike">
                <a:solidFill>
                  <a:srgbClr val="434343"/>
                </a:solidFill>
              </a:rPr>
              <a:t>Parallel file system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one file can be distributed over many physical disks, to increase I/O bandwidth.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9" name="Google Shape;7059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4740" y="3334685"/>
            <a:ext cx="6137280" cy="271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3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4" name="Google Shape;7064;p10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065" name="Google Shape;7065;p101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66" name="Google Shape;7066;p101"/>
          <p:cNvSpPr txBox="1"/>
          <p:nvPr>
            <p:ph idx="4294967295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67" name="Google Shape;7067;p101"/>
          <p:cNvSpPr txBox="1"/>
          <p:nvPr>
            <p:ph idx="1" type="body"/>
          </p:nvPr>
        </p:nvSpPr>
        <p:spPr>
          <a:xfrm>
            <a:off x="9996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main types of parallel filesystems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6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200"/>
              <a:buChar char="•"/>
            </a:pPr>
            <a:r>
              <a:rPr b="1" i="0" lang="en-US" sz="2200" u="none" cap="none" strike="noStrike">
                <a:solidFill>
                  <a:srgbClr val="434343"/>
                </a:solidFill>
              </a:rPr>
              <a:t>Lustre</a:t>
            </a:r>
            <a:endParaRPr b="1" i="0" sz="2200" u="none" cap="none" strike="noStrike">
              <a:solidFill>
                <a:srgbClr val="434343"/>
              </a:solidFill>
            </a:endParaRPr>
          </a:p>
          <a:p>
            <a:pPr indent="-270000" lvl="1" marL="52056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(filename, size, location, etc) stored on separate server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2056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Storage Target (OST) stores actual file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2056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over multiple OSTs can be managed by user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000"/>
              <a:buChar char="•"/>
            </a:pPr>
            <a:r>
              <a:rPr b="1" i="0" lang="en-US" sz="2000" u="none" cap="none" strike="noStrike">
                <a:solidFill>
                  <a:srgbClr val="434343"/>
                </a:solidFill>
              </a:rPr>
              <a:t>GPFS (Snellius)</a:t>
            </a:r>
            <a:endParaRPr b="1" i="0" sz="2000" u="none" cap="none" strike="noStrike">
              <a:solidFill>
                <a:srgbClr val="434343"/>
              </a:solidFill>
            </a:endParaRPr>
          </a:p>
          <a:p>
            <a:pPr indent="-270000" lvl="1" marL="52056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and actual file stored on the same server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2056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is managed automatically, by file system. User has no control.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1" name="Shape 7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2" name="Google Shape;7072;p10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073" name="Google Shape;7073;p102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74" name="Google Shape;7074;p102"/>
          <p:cNvSpPr txBox="1"/>
          <p:nvPr>
            <p:ph idx="4294967295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75" name="Google Shape;7075;p102"/>
          <p:cNvSpPr txBox="1"/>
          <p:nvPr>
            <p:ph idx="1" type="body"/>
          </p:nvPr>
        </p:nvSpPr>
        <p:spPr>
          <a:xfrm>
            <a:off x="953750" y="1652700"/>
            <a:ext cx="103152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optimized for </a:t>
            </a:r>
            <a:r>
              <a:rPr b="1" i="1" lang="en-US" sz="2400" u="none" cap="none" strike="noStrike">
                <a:solidFill>
                  <a:schemeClr val="dk1"/>
                </a:solidFill>
              </a:rPr>
              <a:t>bandwidth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I/O operations per second (IOPS)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Snellius GPFS: up to 10 GB/s write, 20 GB/s read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when e.g. a 100 node job needs to start from the same 20 GB input file…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typically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good at AI / data science workloads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workloads are generally: reading lots of small files / parts of a file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9" name="Shape 7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0" name="Google Shape;7080;p103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081" name="Google Shape;7081;p103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82" name="Google Shape;7082;p103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83" name="Google Shape;7083;p103"/>
          <p:cNvSpPr txBox="1"/>
          <p:nvPr>
            <p:ph idx="1" type="body"/>
          </p:nvPr>
        </p:nvSpPr>
        <p:spPr>
          <a:xfrm>
            <a:off x="907165" y="1467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inode stores all information about a linux file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etc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inode quota, in addition to a size quota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inodes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7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104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089" name="Google Shape;7089;p104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0" name="Google Shape;7090;p104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1" name="Google Shape;7091;p104"/>
          <p:cNvSpPr txBox="1"/>
          <p:nvPr>
            <p:ph idx="1" type="body"/>
          </p:nvPr>
        </p:nvSpPr>
        <p:spPr>
          <a:xfrm>
            <a:off x="907165" y="1467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inode stores all information about a linux file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etc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inode quota, in addition to a size quota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inodes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Seems we’ll run out of inodes before we run out of space on e.g. our home1 filesystem: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df -ih /gpfs/home1/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Filesystem     Inodes IUsed IFree IUse% Mounted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home1            287M  141M  146M   50% /gpfs/home1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df -h /gpfs/home1/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Filesystem      Size  Used Avail Use% Mounted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home1           121T   56T   66T  46% /gpfs/home1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5" name="Shape 7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" name="Google Shape;7096;p105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097" name="Google Shape;7097;p105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8" name="Google Shape;7098;p105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9" name="Google Shape;7099;p105"/>
          <p:cNvSpPr txBox="1"/>
          <p:nvPr>
            <p:ph idx="1" type="body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0" name="Google Shape;7100;p105"/>
          <p:cNvPicPr preferRelativeResize="0"/>
          <p:nvPr/>
        </p:nvPicPr>
        <p:blipFill rotWithShape="1">
          <a:blip r:embed="rId4">
            <a:alphaModFix/>
          </a:blip>
          <a:srcRect b="0" l="0" r="60955" t="0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4" name="Shape 7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5" name="Google Shape;7105;p106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HPC File System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106" name="Google Shape;7106;p106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07" name="Google Shape;7107;p106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08" name="Google Shape;7108;p106"/>
          <p:cNvSpPr txBox="1"/>
          <p:nvPr>
            <p:ph idx="1" type="body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run 100 epochs, you’ll do 1M I/O operations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sysadmin won’t like you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fellow users won’t like you: everyone suffers slow I/O because of your job!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shouldn’t like you: your I/O might be holding back your training performance…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9" name="Google Shape;7109;p106"/>
          <p:cNvPicPr preferRelativeResize="0"/>
          <p:nvPr/>
        </p:nvPicPr>
        <p:blipFill rotWithShape="1">
          <a:blip r:embed="rId4">
            <a:alphaModFix/>
          </a:blip>
          <a:srcRect b="0" l="0" r="60955" t="0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3" name="Shape 7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4" name="Google Shape;7114;p107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Packed Data Format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115" name="Google Shape;7115;p107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16" name="Google Shape;7116;p107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17" name="Google Shape;7117;p107"/>
          <p:cNvSpPr txBox="1"/>
          <p:nvPr>
            <p:ph idx="1" type="body"/>
          </p:nvPr>
        </p:nvSpPr>
        <p:spPr>
          <a:xfrm>
            <a:off x="714365" y="129193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‘packed data format’?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8" name="Google Shape;7118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8975" y="2054375"/>
            <a:ext cx="8052348" cy="45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2" name="Shape 7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3" name="Google Shape;7123;p108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24" name="Google Shape;7124;p108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25" name="Google Shape;7125;p108"/>
          <p:cNvSpPr txBox="1"/>
          <p:nvPr>
            <p:ph idx="1" type="body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What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etc.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1" marL="56987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slow to decompress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26" name="Google Shape;7126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3975450"/>
            <a:ext cx="5124525" cy="2882551"/>
          </a:xfrm>
          <a:prstGeom prst="rect">
            <a:avLst/>
          </a:prstGeom>
          <a:noFill/>
          <a:ln>
            <a:noFill/>
          </a:ln>
        </p:spPr>
      </p:pic>
      <p:sp>
        <p:nvSpPr>
          <p:cNvPr id="7127" name="Google Shape;7127;p108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Packed Data Format</a:t>
            </a:r>
            <a:endParaRPr b="1" sz="3700">
              <a:solidFill>
                <a:srgbClr val="A914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1" name="Shape 7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2" name="Google Shape;7132;p109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33" name="Google Shape;7133;p109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34" name="Google Shape;7134;p109"/>
          <p:cNvSpPr txBox="1"/>
          <p:nvPr>
            <p:ph idx="1" type="body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What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etc.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1" marL="56987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slow to decompress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5" name="Google Shape;7135;p109"/>
          <p:cNvSpPr txBox="1"/>
          <p:nvPr>
            <p:ph idx="1" type="body"/>
          </p:nvPr>
        </p:nvSpPr>
        <p:spPr>
          <a:xfrm>
            <a:off x="606865" y="4177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400"/>
              <a:t>Why </a:t>
            </a:r>
            <a:r>
              <a:rPr lang="en-US" sz="2000"/>
              <a:t>packed data format</a:t>
            </a:r>
            <a:br>
              <a:rPr lang="en-US" sz="2000"/>
            </a:br>
            <a:endParaRPr sz="2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HPC systems use a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filesystem. Packed data formats…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inode consumption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number of I/O operations/s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slowdown for yourself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other users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6" name="Google Shape;7136;p109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Packed Data Format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137" name="Google Shape;7137;p109"/>
          <p:cNvSpPr txBox="1"/>
          <p:nvPr/>
        </p:nvSpPr>
        <p:spPr>
          <a:xfrm>
            <a:off x="7488575" y="5585875"/>
            <a:ext cx="321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https://servicedesk.surf.nl/wiki/spaces/WIKI/pages/56295498/Best+Practice+for+Data+Formats+in+Deep+Learning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1" name="Shape 7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2" name="Google Shape;7142;p11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Local Scratch Disks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143" name="Google Shape;7143;p110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44" name="Google Shape;7144;p110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45" name="Google Shape;7145;p110"/>
          <p:cNvSpPr txBox="1"/>
          <p:nvPr>
            <p:ph idx="1" type="body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b="1" i="0" lang="en-US" sz="2000" u="none" cap="none" strike="noStrike">
                <a:solidFill>
                  <a:srgbClr val="000000"/>
                </a:solidFill>
              </a:rPr>
              <a:t>local disks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Snellius, these can be requested by adding </a:t>
            </a:r>
            <a:br>
              <a:rPr b="0" i="0" lang="en-US" sz="2000" u="none" cap="none" strike="noStrike"/>
            </a:b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about half our GPU nodes have local scratch disk. You might be in the queue longer if you request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only do it if you think you benefit from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9" name="Shape 7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Google Shape;7150;p11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Local Scratch Disks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151" name="Google Shape;7151;p111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52" name="Google Shape;7152;p111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53" name="Google Shape;7153;p111"/>
          <p:cNvSpPr txBox="1"/>
          <p:nvPr>
            <p:ph idx="1" type="body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b="1" i="0" lang="en-US" sz="2000" u="none" cap="none" strike="noStrike">
                <a:solidFill>
                  <a:srgbClr val="000000"/>
                </a:solidFill>
              </a:rPr>
              <a:t>local disks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Snellius, these can be requested by adding </a:t>
            </a:r>
            <a:br>
              <a:rPr b="0" i="0" lang="en-US" sz="2000" u="none" cap="none" strike="noStrike"/>
            </a:b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about half our GPU nodes have local scratch disk. You might be in the queue longer if you request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only do it if you think you benefit from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can usually handle much more IOPs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are </a:t>
            </a:r>
            <a:r>
              <a:rPr b="1" i="0" lang="en-US" sz="2000" u="none" cap="none" strike="noStrike">
                <a:solidFill>
                  <a:srgbClr val="000000"/>
                </a:solidFill>
              </a:rPr>
              <a:t>shared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all users in a node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0000" lvl="1" marL="51264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on the same node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still experience some effects when you ‘hammer’ local scratch with I/O,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it’s way less bad than on a shared filesystem!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7" name="Shape 7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11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A9145E"/>
                </a:solidFill>
              </a:rPr>
              <a:t>Local Scratch Disks</a:t>
            </a:r>
            <a:endParaRPr b="1" sz="3700">
              <a:solidFill>
                <a:srgbClr val="A9145E"/>
              </a:solidFill>
            </a:endParaRPr>
          </a:p>
        </p:txBody>
      </p:sp>
      <p:sp>
        <p:nvSpPr>
          <p:cNvPr id="7159" name="Google Shape;7159;p112"/>
          <p:cNvSpPr/>
          <p:nvPr/>
        </p:nvSpPr>
        <p:spPr>
          <a:xfrm>
            <a:off x="720007" y="580399"/>
            <a:ext cx="36000" cy="612810"/>
          </a:xfrm>
          <a:custGeom>
            <a:rect b="b" l="l" r="r" t="t"/>
            <a:pathLst>
              <a:path extrusionOk="0" h="396000" w="3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b="0" i="0" lang="en-US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60" name="Google Shape;7160;p112"/>
          <p:cNvSpPr txBox="1"/>
          <p:nvPr>
            <p:ph idx="4294967295" type="body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1" name="Google Shape;7161;p112"/>
          <p:cNvSpPr txBox="1"/>
          <p:nvPr>
            <p:ph idx="1" type="body"/>
          </p:nvPr>
        </p:nvSpPr>
        <p:spPr>
          <a:xfrm>
            <a:off x="719990" y="15379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local disks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really need to use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 instead of a packed file format, use local scratch disks in the following way: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2" name="Google Shape;7162;p112"/>
          <p:cNvSpPr txBox="1"/>
          <p:nvPr/>
        </p:nvSpPr>
        <p:spPr>
          <a:xfrm>
            <a:off x="2497450" y="3429000"/>
            <a:ext cx="5800500" cy="16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zip/tar on shared parallel Filesystem.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start of job: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local scratch dir (for every node, if you use multiple)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further I/O from that local scratch dir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7" name="Shape 7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" name="Google Shape;7168;p113"/>
          <p:cNvSpPr txBox="1"/>
          <p:nvPr>
            <p:ph idx="2" type="body"/>
          </p:nvPr>
        </p:nvSpPr>
        <p:spPr>
          <a:xfrm>
            <a:off x="960000" y="8080715"/>
            <a:ext cx="1243200" cy="6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9" name="Google Shape;7169;p113"/>
          <p:cNvSpPr txBox="1"/>
          <p:nvPr>
            <p:ph idx="3" type="body"/>
          </p:nvPr>
        </p:nvSpPr>
        <p:spPr>
          <a:xfrm>
            <a:off x="944276" y="943727"/>
            <a:ext cx="48000" cy="5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70" name="Google Shape;7170;p113"/>
          <p:cNvSpPr txBox="1"/>
          <p:nvPr>
            <p:ph type="title"/>
          </p:nvPr>
        </p:nvSpPr>
        <p:spPr>
          <a:xfrm>
            <a:off x="1153551" y="963084"/>
            <a:ext cx="141423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/>
              <a:t>Want to learn more? </a:t>
            </a:r>
            <a:endParaRPr/>
          </a:p>
        </p:txBody>
      </p:sp>
      <p:sp>
        <p:nvSpPr>
          <p:cNvPr id="7171" name="Google Shape;7171;p113"/>
          <p:cNvSpPr txBox="1"/>
          <p:nvPr>
            <p:ph idx="1" type="body"/>
          </p:nvPr>
        </p:nvSpPr>
        <p:spPr>
          <a:xfrm>
            <a:off x="714375" y="1752875"/>
            <a:ext cx="8973600" cy="4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More info </a:t>
            </a:r>
            <a:r>
              <a:rPr b="0" i="0" lang="en-US" sz="2000" u="sng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https://servicedesk.surf.nl/wiki/display/WIKI/Best+Practice+for+Data+Formats+in+Deep+Learning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https://github.com/sara-nl/Packed-Data-Formats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6" name="Shape 7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Google Shape;7177;p114"/>
          <p:cNvSpPr/>
          <p:nvPr/>
        </p:nvSpPr>
        <p:spPr>
          <a:xfrm>
            <a:off x="193040" y="216852"/>
            <a:ext cx="11805900" cy="6424500"/>
          </a:xfrm>
          <a:prstGeom prst="roundRect">
            <a:avLst>
              <a:gd fmla="val 3563" name="adj"/>
            </a:avLst>
          </a:prstGeom>
          <a:solidFill>
            <a:schemeClr val="accent3">
              <a:alpha val="466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609600" lvl="0" marL="426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4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r>
              <a:rPr b="1"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00"/>
          </a:p>
        </p:txBody>
      </p:sp>
      <p:sp>
        <p:nvSpPr>
          <p:cNvPr id="7178" name="Google Shape;7178;p114"/>
          <p:cNvSpPr txBox="1"/>
          <p:nvPr>
            <p:ph idx="1" type="body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79" name="Google Shape;7179;p114"/>
          <p:cNvSpPr txBox="1"/>
          <p:nvPr>
            <p:ph idx="2" type="body"/>
          </p:nvPr>
        </p:nvSpPr>
        <p:spPr>
          <a:xfrm>
            <a:off x="804332" y="3033012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80" name="Google Shape;7180;p114"/>
          <p:cNvSpPr txBox="1"/>
          <p:nvPr>
            <p:ph type="title"/>
          </p:nvPr>
        </p:nvSpPr>
        <p:spPr>
          <a:xfrm>
            <a:off x="1086473" y="3059850"/>
            <a:ext cx="10996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U</a:t>
            </a:r>
            <a:r>
              <a:rPr lang="en-US" sz="3200"/>
              <a:t>sing and benchmarking a packed file format dataloader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URF">
  <a:themeElements>
    <a:clrScheme name="Aangepast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