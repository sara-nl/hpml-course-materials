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 id="2147483674" r:id="rId2"/>
  </p:sldMasterIdLst>
  <p:notesMasterIdLst>
    <p:notesMasterId r:id="rId50"/>
  </p:notesMasterIdLst>
  <p:handoutMasterIdLst>
    <p:handoutMasterId r:id="rId51"/>
  </p:handoutMasterIdLst>
  <p:sldIdLst>
    <p:sldId id="312" r:id="rId3"/>
    <p:sldId id="573" r:id="rId4"/>
    <p:sldId id="570" r:id="rId5"/>
    <p:sldId id="571" r:id="rId6"/>
    <p:sldId id="484" r:id="rId7"/>
    <p:sldId id="533" r:id="rId8"/>
    <p:sldId id="535" r:id="rId9"/>
    <p:sldId id="549" r:id="rId10"/>
    <p:sldId id="537" r:id="rId11"/>
    <p:sldId id="545" r:id="rId12"/>
    <p:sldId id="546" r:id="rId13"/>
    <p:sldId id="536" r:id="rId14"/>
    <p:sldId id="539" r:id="rId15"/>
    <p:sldId id="547" r:id="rId16"/>
    <p:sldId id="538" r:id="rId17"/>
    <p:sldId id="540" r:id="rId18"/>
    <p:sldId id="572" r:id="rId19"/>
    <p:sldId id="564" r:id="rId20"/>
    <p:sldId id="550" r:id="rId21"/>
    <p:sldId id="541" r:id="rId22"/>
    <p:sldId id="551" r:id="rId23"/>
    <p:sldId id="529" r:id="rId24"/>
    <p:sldId id="576" r:id="rId25"/>
    <p:sldId id="531" r:id="rId26"/>
    <p:sldId id="552" r:id="rId27"/>
    <p:sldId id="527" r:id="rId28"/>
    <p:sldId id="575" r:id="rId29"/>
    <p:sldId id="577" r:id="rId30"/>
    <p:sldId id="578" r:id="rId31"/>
    <p:sldId id="528" r:id="rId32"/>
    <p:sldId id="556" r:id="rId33"/>
    <p:sldId id="555" r:id="rId34"/>
    <p:sldId id="579" r:id="rId35"/>
    <p:sldId id="554" r:id="rId36"/>
    <p:sldId id="558" r:id="rId37"/>
    <p:sldId id="557" r:id="rId38"/>
    <p:sldId id="532" r:id="rId39"/>
    <p:sldId id="561" r:id="rId40"/>
    <p:sldId id="559" r:id="rId41"/>
    <p:sldId id="565" r:id="rId42"/>
    <p:sldId id="566" r:id="rId43"/>
    <p:sldId id="567" r:id="rId44"/>
    <p:sldId id="569" r:id="rId45"/>
    <p:sldId id="563" r:id="rId46"/>
    <p:sldId id="548" r:id="rId47"/>
    <p:sldId id="498" r:id="rId48"/>
    <p:sldId id="542" r:id="rId49"/>
  </p:sldIdLst>
  <p:sldSz cx="12192000" cy="6858000"/>
  <p:notesSz cx="6858000" cy="9144000"/>
  <p:custDataLst>
    <p:tags r:id="rId52"/>
  </p:custDataLst>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set voorbeeld indelingen" id="{130FA196-B901-4748-8A24-CE4C5D292687}">
          <p14:sldIdLst>
            <p14:sldId id="312"/>
            <p14:sldId id="573"/>
            <p14:sldId id="570"/>
            <p14:sldId id="571"/>
            <p14:sldId id="484"/>
            <p14:sldId id="533"/>
            <p14:sldId id="535"/>
            <p14:sldId id="549"/>
            <p14:sldId id="537"/>
            <p14:sldId id="545"/>
            <p14:sldId id="546"/>
            <p14:sldId id="536"/>
            <p14:sldId id="539"/>
            <p14:sldId id="547"/>
            <p14:sldId id="538"/>
            <p14:sldId id="540"/>
            <p14:sldId id="572"/>
            <p14:sldId id="564"/>
            <p14:sldId id="550"/>
            <p14:sldId id="541"/>
            <p14:sldId id="551"/>
            <p14:sldId id="529"/>
            <p14:sldId id="576"/>
            <p14:sldId id="531"/>
            <p14:sldId id="552"/>
            <p14:sldId id="527"/>
            <p14:sldId id="575"/>
            <p14:sldId id="577"/>
            <p14:sldId id="578"/>
            <p14:sldId id="528"/>
            <p14:sldId id="556"/>
            <p14:sldId id="555"/>
            <p14:sldId id="579"/>
            <p14:sldId id="554"/>
            <p14:sldId id="558"/>
            <p14:sldId id="557"/>
            <p14:sldId id="532"/>
            <p14:sldId id="561"/>
            <p14:sldId id="559"/>
            <p14:sldId id="565"/>
            <p14:sldId id="566"/>
            <p14:sldId id="567"/>
            <p14:sldId id="569"/>
            <p14:sldId id="563"/>
            <p14:sldId id="548"/>
            <p14:sldId id="498"/>
            <p14:sldId id="542"/>
          </p14:sldIdLst>
        </p14:section>
        <p14:section name="Instructies" id="{875E3A6B-19CF-4943-B4B3-BDBE4022238D}">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se de Groot" initials="IdG" lastIdx="12" clrIdx="0">
    <p:extLst>
      <p:ext uri="{19B8F6BF-5375-455C-9EA6-DF929625EA0E}">
        <p15:presenceInfo xmlns:p15="http://schemas.microsoft.com/office/powerpoint/2012/main" userId="S-1-5-21-2890558824-3927818043-3374662254-1188" providerId="AD"/>
      </p:ext>
    </p:extLst>
  </p:cmAuthor>
  <p:cmAuthor id="2" name="Tess Hoogenraad" initials="TH" lastIdx="1" clrIdx="1">
    <p:extLst>
      <p:ext uri="{19B8F6BF-5375-455C-9EA6-DF929625EA0E}">
        <p15:presenceInfo xmlns:p15="http://schemas.microsoft.com/office/powerpoint/2012/main" userId="S-1-5-21-2890558824-3927818043-3374662254-1209" providerId="AD"/>
      </p:ext>
    </p:extLst>
  </p:cmAuthor>
  <p:cmAuthor id="3" name="PPT Solutions" initials="PS" lastIdx="20" clrIdx="2">
    <p:extLst>
      <p:ext uri="{19B8F6BF-5375-455C-9EA6-DF929625EA0E}">
        <p15:presenceInfo xmlns:p15="http://schemas.microsoft.com/office/powerpoint/2012/main" userId="PPT Solutions" providerId="None"/>
      </p:ext>
    </p:extLst>
  </p:cmAuthor>
  <p:cmAuthor id="4" name="Kelly Kok" initials="KK" lastIdx="7" clrIdx="3">
    <p:extLst>
      <p:ext uri="{19B8F6BF-5375-455C-9EA6-DF929625EA0E}">
        <p15:presenceInfo xmlns:p15="http://schemas.microsoft.com/office/powerpoint/2012/main" userId="S-1-5-21-2890558824-3927818043-3374662254-1238" providerId="AD"/>
      </p:ext>
    </p:extLst>
  </p:cmAuthor>
  <p:cmAuthor id="5" name="Marjolijn de Kruijff" initials="MdK" lastIdx="40" clrIdx="4">
    <p:extLst>
      <p:ext uri="{19B8F6BF-5375-455C-9EA6-DF929625EA0E}">
        <p15:presenceInfo xmlns:p15="http://schemas.microsoft.com/office/powerpoint/2012/main" userId="S-1-5-21-2890558824-3927818043-3374662254-1222" providerId="AD"/>
      </p:ext>
    </p:extLst>
  </p:cmAuthor>
  <p:cmAuthor id="6" name="Microsoft Office User" initials="MOU" lastIdx="1" clrIdx="5">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02A33E"/>
    <a:srgbClr val="1E63A9"/>
    <a:srgbClr val="00A3ED"/>
    <a:srgbClr val="FF0101"/>
    <a:srgbClr val="FBA638"/>
    <a:srgbClr val="FFCC00"/>
    <a:srgbClr val="7693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p:scale>
          <a:sx n="130" d="100"/>
          <a:sy n="130" d="100"/>
        </p:scale>
        <p:origin x="42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ommentAuthors" Target="commentAuthor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AC98AC25-4A32-4075-AA3C-3DCF4F621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EA63CC90-5761-4E4D-B50A-D607A56B09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5E3D1E-5615-46D1-96C4-ABA4000F4F11}" type="datetimeFigureOut">
              <a:rPr lang="nl-NL" smtClean="0"/>
              <a:t>03-02-2025</a:t>
            </a:fld>
            <a:endParaRPr lang="nl-NL"/>
          </a:p>
        </p:txBody>
      </p:sp>
      <p:sp>
        <p:nvSpPr>
          <p:cNvPr id="4" name="Tijdelijke aanduiding voor voettekst 3">
            <a:extLst>
              <a:ext uri="{FF2B5EF4-FFF2-40B4-BE49-F238E27FC236}">
                <a16:creationId xmlns:a16="http://schemas.microsoft.com/office/drawing/2014/main" id="{66C10707-9097-4F7F-9E9C-CFC233DA4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E2507002-0427-45CE-9E16-40BA0BD287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89EB24-5BCB-40EE-913C-A4E03839A772}" type="slidenum">
              <a:rPr lang="nl-NL" smtClean="0"/>
              <a:t>‹#›</a:t>
            </a:fld>
            <a:endParaRPr lang="nl-NL"/>
          </a:p>
        </p:txBody>
      </p:sp>
    </p:spTree>
    <p:extLst>
      <p:ext uri="{BB962C8B-B14F-4D97-AF65-F5344CB8AC3E}">
        <p14:creationId xmlns:p14="http://schemas.microsoft.com/office/powerpoint/2010/main" val="1834848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96BC-FA37-459B-A0D2-0B7FE8790135}" type="datetimeFigureOut">
              <a:rPr lang="nl-NL" smtClean="0"/>
              <a:t>03-02-2025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4D7F65-5299-4383-99A9-3EF851E1080D}" type="slidenum">
              <a:rPr lang="nl-NL" smtClean="0"/>
              <a:t>‹#›</a:t>
            </a:fld>
            <a:endParaRPr lang="nl-NL"/>
          </a:p>
        </p:txBody>
      </p:sp>
    </p:spTree>
    <p:extLst>
      <p:ext uri="{BB962C8B-B14F-4D97-AF65-F5344CB8AC3E}">
        <p14:creationId xmlns:p14="http://schemas.microsoft.com/office/powerpoint/2010/main" val="2631312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544D7F65-5299-4383-99A9-3EF851E1080D}" type="slidenum">
              <a:rPr lang="nl-NL" smtClean="0"/>
              <a:t>1</a:t>
            </a:fld>
            <a:endParaRPr lang="nl-NL"/>
          </a:p>
        </p:txBody>
      </p:sp>
    </p:spTree>
    <p:extLst>
      <p:ext uri="{BB962C8B-B14F-4D97-AF65-F5344CB8AC3E}">
        <p14:creationId xmlns:p14="http://schemas.microsoft.com/office/powerpoint/2010/main" val="2823740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pptsolutions.nl/" TargetMode="External"/><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Master" Target="../slideMasters/slideMaster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youtu.be/09yTK-OTEPA" TargetMode="External"/><Relationship Id="rId7" Type="http://schemas.openxmlformats.org/officeDocument/2006/relationships/hyperlink" Target="http://www.pptsolutions.nl/" TargetMode="External"/><Relationship Id="rId2" Type="http://schemas.openxmlformats.org/officeDocument/2006/relationships/hyperlink" Target="https://youtu.be/hM16rifWsjU" TargetMode="External"/><Relationship Id="rId1" Type="http://schemas.openxmlformats.org/officeDocument/2006/relationships/slideMaster" Target="../slideMasters/slideMaster2.xml"/><Relationship Id="rId6" Type="http://schemas.openxmlformats.org/officeDocument/2006/relationships/hyperlink" Target="https://youtu.be/H_4HH09zxC0" TargetMode="External"/><Relationship Id="rId5" Type="http://schemas.openxmlformats.org/officeDocument/2006/relationships/hyperlink" Target="https://youtu.be/IIjbiKAotek" TargetMode="External"/><Relationship Id="rId4" Type="http://schemas.openxmlformats.org/officeDocument/2006/relationships/hyperlink" Target="https://youtu.be/fbByse1_RSY" TargetMode="External"/></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pptsolutions.nl/" TargetMode="External"/><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blad">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8C867F64-C16A-4958-8FCE-A2FB9753FA85}" type="datetime1">
              <a:rPr lang="nl-NL" smtClean="0"/>
              <a:t>03-02-2025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5432772" y="-885712"/>
            <a:ext cx="132649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Titelblad</a:t>
            </a:r>
          </a:p>
        </p:txBody>
      </p:sp>
      <p:grpSp>
        <p:nvGrpSpPr>
          <p:cNvPr id="60" name="Groep 59">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86" name="wolk">
            <a:extLst>
              <a:ext uri="{FF2B5EF4-FFF2-40B4-BE49-F238E27FC236}">
                <a16:creationId xmlns:a16="http://schemas.microsoft.com/office/drawing/2014/main" id="{7BD14135-453A-4E43-96D6-867167DD967F}"/>
              </a:ext>
            </a:extLst>
          </p:cNvPr>
          <p:cNvSpPr>
            <a:spLocks noGrp="1"/>
          </p:cNvSpPr>
          <p:nvPr>
            <p:ph type="body" sz="quarter" idx="61" hasCustomPrompt="1"/>
          </p:nvPr>
        </p:nvSpPr>
        <p:spPr>
          <a:xfrm>
            <a:off x="423435" y="524498"/>
            <a:ext cx="5556741" cy="2645107"/>
          </a:xfrm>
          <a:blipFill dpi="0" rotWithShape="1">
            <a:blip r:embed="rId3" cstate="email">
              <a:alphaModFix amt="90000"/>
              <a:extLst>
                <a:ext uri="{28A0092B-C50C-407E-A947-70E740481C1C}">
                  <a14:useLocalDpi xmlns:a14="http://schemas.microsoft.com/office/drawing/2010/main"/>
                </a:ext>
              </a:extLst>
            </a:blip>
            <a:srcRect/>
            <a:stretch>
              <a:fillRect l="1580" r="1580"/>
            </a:stretch>
          </a:blipFill>
        </p:spPr>
        <p:txBody>
          <a:bodyPr wrap="square" lIns="900000" tIns="720000" rIns="288000" bIns="1800000" anchor="t"/>
          <a:lstStyle>
            <a:lvl1pPr marL="0" marR="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sz="3400" b="1" cap="all" baseline="0">
                <a:solidFill>
                  <a:schemeClr val="tx1"/>
                </a:solidFill>
                <a:effectLst/>
                <a:latin typeface="+mj-lt"/>
              </a:defRPr>
            </a:lvl1pPr>
          </a:lstStyle>
          <a:p>
            <a:pPr marL="0" marR="0" lvl="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a:pPr>
            <a:r>
              <a:rPr lang="nl-NL" noProof="0"/>
              <a:t>Plaats hier de titel van de presentatie</a:t>
            </a:r>
            <a:endParaRPr lang="en-US"/>
          </a:p>
        </p:txBody>
      </p:sp>
      <p:sp>
        <p:nvSpPr>
          <p:cNvPr id="87" name="tekst">
            <a:extLst>
              <a:ext uri="{FF2B5EF4-FFF2-40B4-BE49-F238E27FC236}">
                <a16:creationId xmlns:a16="http://schemas.microsoft.com/office/drawing/2014/main" id="{95CEE5E6-3AA7-411A-9A5D-B22740BCD27D}"/>
              </a:ext>
            </a:extLst>
          </p:cNvPr>
          <p:cNvSpPr>
            <a:spLocks noGrp="1"/>
          </p:cNvSpPr>
          <p:nvPr>
            <p:ph type="body" sz="quarter" idx="53" hasCustomPrompt="1"/>
          </p:nvPr>
        </p:nvSpPr>
        <p:spPr>
          <a:xfrm>
            <a:off x="1013091" y="2183753"/>
            <a:ext cx="4875645" cy="974116"/>
          </a:xfrm>
        </p:spPr>
        <p:txBody>
          <a:bodyPr lIns="324000" rIns="252000" anchor="t"/>
          <a:lstStyle>
            <a:lvl1pPr marL="0" indent="0" algn="l">
              <a:lnSpc>
                <a:spcPct val="90000"/>
              </a:lnSpc>
              <a:spcBef>
                <a:spcPts val="100"/>
              </a:spcBef>
              <a:spcAft>
                <a:spcPts val="100"/>
              </a:spcAft>
              <a:buNone/>
              <a:defRPr sz="1800" b="0" cap="none" baseline="0">
                <a:solidFill>
                  <a:schemeClr val="tx1"/>
                </a:solidFill>
                <a:effectLst/>
                <a:latin typeface="+mj-lt"/>
              </a:defRPr>
            </a:lvl1pPr>
          </a:lstStyle>
          <a:p>
            <a:pPr lvl="0"/>
            <a:r>
              <a:rPr lang="nl-NL"/>
              <a:t>Plaats hier de naam van </a:t>
            </a:r>
            <a:br>
              <a:rPr lang="nl-NL"/>
            </a:br>
            <a:r>
              <a:rPr lang="nl-NL"/>
              <a:t>De spreker óf subtitel</a:t>
            </a:r>
            <a:endParaRPr lang="en-US"/>
          </a:p>
        </p:txBody>
      </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4"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104" name="Tijdelijke aanduiding voor tekst 103">
            <a:extLst>
              <a:ext uri="{FF2B5EF4-FFF2-40B4-BE49-F238E27FC236}">
                <a16:creationId xmlns:a16="http://schemas.microsoft.com/office/drawing/2014/main" id="{C95E6A41-0DB4-405A-B296-ED86636C6275}"/>
              </a:ext>
            </a:extLst>
          </p:cNvPr>
          <p:cNvSpPr>
            <a:spLocks noGrp="1"/>
          </p:cNvSpPr>
          <p:nvPr>
            <p:ph type="body" sz="quarter" idx="65"/>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96" name="Tijdelijke aanduiding voor dianummer 5">
            <a:extLst>
              <a:ext uri="{FF2B5EF4-FFF2-40B4-BE49-F238E27FC236}">
                <a16:creationId xmlns:a16="http://schemas.microsoft.com/office/drawing/2014/main" id="{D6A528FE-D3FB-4684-8AA2-43392FC2038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0510337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DIA (100%)">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282E6B19-C172-4760-8A97-D66BFBC0201A}"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tIns="72000"/>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06470" y="0"/>
            <a:ext cx="1480516"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77CA6B8A-BEB2-49FD-AE28-FD442722680E}"/>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6730695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KST DIA (100%) (2)">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8" name="Rechthoek 27">
              <a:extLst>
                <a:ext uri="{FF2B5EF4-FFF2-40B4-BE49-F238E27FC236}">
                  <a16:creationId xmlns:a16="http://schemas.microsoft.com/office/drawing/2014/main" id="{A3AEE279-B9C9-47AF-B390-560A26DDE35A}"/>
                </a:ext>
              </a:extLst>
            </p:cNvPr>
            <p:cNvSpPr/>
            <p:nvPr userDrawn="1"/>
          </p:nvSpPr>
          <p:spPr>
            <a:xfrm>
              <a:off x="485712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4B9DCFDA-5821-4714-A7A4-43465064099D}"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8" y="1400483"/>
            <a:ext cx="4320000"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6" name="tekst">
            <a:extLst>
              <a:ext uri="{FF2B5EF4-FFF2-40B4-BE49-F238E27FC236}">
                <a16:creationId xmlns:a16="http://schemas.microsoft.com/office/drawing/2014/main" id="{B8C88FFE-EF7A-4AB4-BA5A-008DBDC15DA4}"/>
              </a:ext>
            </a:extLst>
          </p:cNvPr>
          <p:cNvSpPr>
            <a:spLocks noGrp="1"/>
          </p:cNvSpPr>
          <p:nvPr>
            <p:ph type="body" orient="vert" idx="66" hasCustomPrompt="1"/>
          </p:nvPr>
        </p:nvSpPr>
        <p:spPr>
          <a:xfrm>
            <a:off x="5156423" y="1385957"/>
            <a:ext cx="4320000"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29" name="Tijdelijke aanduiding voor dianummer 5">
            <a:extLst>
              <a:ext uri="{FF2B5EF4-FFF2-40B4-BE49-F238E27FC236}">
                <a16:creationId xmlns:a16="http://schemas.microsoft.com/office/drawing/2014/main" id="{E8C4C3C6-686A-490D-B361-C02FAC648BFC}"/>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30"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86032" y="0"/>
            <a:ext cx="1400953"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Tree>
    <p:extLst>
      <p:ext uri="{BB962C8B-B14F-4D97-AF65-F5344CB8AC3E}">
        <p14:creationId xmlns:p14="http://schemas.microsoft.com/office/powerpoint/2010/main" val="16310430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MET FOTO (50% / 50%)">
    <p:spTree>
      <p:nvGrpSpPr>
        <p:cNvPr id="1" name=""/>
        <p:cNvGrpSpPr/>
        <p:nvPr/>
      </p:nvGrpSpPr>
      <p:grpSpPr>
        <a:xfrm>
          <a:off x="0" y="0"/>
          <a:ext cx="0" cy="0"/>
          <a:chOff x="0" y="0"/>
          <a:chExt cx="0" cy="0"/>
        </a:xfrm>
      </p:grpSpPr>
      <p:grpSp>
        <p:nvGrpSpPr>
          <p:cNvPr id="114" name="GRID" hidden="1">
            <a:extLst>
              <a:ext uri="{FF2B5EF4-FFF2-40B4-BE49-F238E27FC236}">
                <a16:creationId xmlns:a16="http://schemas.microsoft.com/office/drawing/2014/main" id="{C2A45CA0-1358-48B6-9E48-303D89490780}"/>
              </a:ext>
            </a:extLst>
          </p:cNvPr>
          <p:cNvGrpSpPr/>
          <p:nvPr userDrawn="1"/>
        </p:nvGrpSpPr>
        <p:grpSpPr>
          <a:xfrm>
            <a:off x="0" y="0"/>
            <a:ext cx="12192000" cy="6858000"/>
            <a:chOff x="0" y="0"/>
            <a:chExt cx="12192000" cy="6858000"/>
          </a:xfrm>
        </p:grpSpPr>
        <p:sp>
          <p:nvSpPr>
            <p:cNvPr id="115" name="Rechthoek 114">
              <a:extLst>
                <a:ext uri="{FF2B5EF4-FFF2-40B4-BE49-F238E27FC236}">
                  <a16:creationId xmlns:a16="http://schemas.microsoft.com/office/drawing/2014/main" id="{94FEA51A-4C32-44E3-AC61-EDC99F0769AA}"/>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6" name="Rechthoek 115">
              <a:extLst>
                <a:ext uri="{FF2B5EF4-FFF2-40B4-BE49-F238E27FC236}">
                  <a16:creationId xmlns:a16="http://schemas.microsoft.com/office/drawing/2014/main" id="{03EE3AEF-44B8-4223-9C77-0E2127CED24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7" name="Rechthoek 116">
              <a:extLst>
                <a:ext uri="{FF2B5EF4-FFF2-40B4-BE49-F238E27FC236}">
                  <a16:creationId xmlns:a16="http://schemas.microsoft.com/office/drawing/2014/main" id="{D5E7D763-288B-488C-9031-77784358A6A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8" name="Rechthoek 117">
              <a:extLst>
                <a:ext uri="{FF2B5EF4-FFF2-40B4-BE49-F238E27FC236}">
                  <a16:creationId xmlns:a16="http://schemas.microsoft.com/office/drawing/2014/main" id="{642B446A-0298-4E14-8348-7FA75F33B885}"/>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7EE50644-4155-4D50-A90D-5C7D37B4F735}"/>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0A4B7EEE-2920-40A2-8623-02C666C7EA13}"/>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B6ADDAAD-37B7-4932-8284-8CA1B65A834F}"/>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9E67493A-5BA0-4DF1-9B84-F8F83E520824}"/>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3" name="Rechthoek 122">
              <a:extLst>
                <a:ext uri="{FF2B5EF4-FFF2-40B4-BE49-F238E27FC236}">
                  <a16:creationId xmlns:a16="http://schemas.microsoft.com/office/drawing/2014/main" id="{B88026CC-8DA0-48DB-940A-DB85A4CA706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4" name="Rechthoek 123">
              <a:extLst>
                <a:ext uri="{FF2B5EF4-FFF2-40B4-BE49-F238E27FC236}">
                  <a16:creationId xmlns:a16="http://schemas.microsoft.com/office/drawing/2014/main" id="{6BD45FED-6518-48FC-8244-888D5D4D1A4E}"/>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5" name="Rechthoek 124">
              <a:extLst>
                <a:ext uri="{FF2B5EF4-FFF2-40B4-BE49-F238E27FC236}">
                  <a16:creationId xmlns:a16="http://schemas.microsoft.com/office/drawing/2014/main" id="{51DD2445-94EA-4A3A-97C8-776EC4562D42}"/>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6" name="Rechthoek 125">
              <a:extLst>
                <a:ext uri="{FF2B5EF4-FFF2-40B4-BE49-F238E27FC236}">
                  <a16:creationId xmlns:a16="http://schemas.microsoft.com/office/drawing/2014/main" id="{6407C404-EE88-46C2-9A32-2ECE9764CA7E}"/>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29" name="Onder balkje">
            <a:extLst>
              <a:ext uri="{FF2B5EF4-FFF2-40B4-BE49-F238E27FC236}">
                <a16:creationId xmlns:a16="http://schemas.microsoft.com/office/drawing/2014/main" id="{93B821B0-D9C3-453C-B3CB-E51133442ABC}"/>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98BFDA63-73B4-4601-904F-E0AB02FDFF7A}"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5151"/>
            <a:ext cx="7193507" cy="216909"/>
          </a:xfrm>
        </p:spPr>
        <p:txBody>
          <a:bodyPr/>
          <a:lstStyle/>
          <a:p>
            <a:r>
              <a:rPr lang="nl-NL"/>
              <a:t>&lt;Plaats hier je voettekst&gt;</a:t>
            </a:r>
          </a:p>
        </p:txBody>
      </p:sp>
      <p:sp>
        <p:nvSpPr>
          <p:cNvPr id="17" name="foto">
            <a:extLst>
              <a:ext uri="{FF2B5EF4-FFF2-40B4-BE49-F238E27FC236}">
                <a16:creationId xmlns:a16="http://schemas.microsoft.com/office/drawing/2014/main" id="{9A29AFAD-46EE-42D3-AE33-64CC662FC00A}"/>
              </a:ext>
            </a:extLst>
          </p:cNvPr>
          <p:cNvSpPr>
            <a:spLocks noGrp="1"/>
          </p:cNvSpPr>
          <p:nvPr>
            <p:ph type="pic" sz="quarter" idx="14" hasCustomPrompt="1"/>
          </p:nvPr>
        </p:nvSpPr>
        <p:spPr>
          <a:xfrm>
            <a:off x="6227400" y="259477"/>
            <a:ext cx="6078361" cy="6526464"/>
          </a:xfrm>
          <a:prstGeom prst="round2SameRect">
            <a:avLst>
              <a:gd name="adj1" fmla="val 2120"/>
              <a:gd name="adj2" fmla="val 0"/>
            </a:avLst>
          </a:prstGeom>
          <a:solidFill>
            <a:schemeClr val="bg1">
              <a:lumMod val="95000"/>
            </a:schemeClr>
          </a:solidFill>
        </p:spPr>
        <p:txBody>
          <a:bodyPr tIns="2880000"/>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5424706" cy="600744"/>
          </a:xfrm>
        </p:spPr>
        <p:txBody>
          <a:bodyPr/>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133" y="1396613"/>
            <a:ext cx="5424706" cy="446934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624023" y="-885712"/>
            <a:ext cx="2943985"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FOTO (50% / 50%)</a:t>
            </a:r>
          </a:p>
        </p:txBody>
      </p:sp>
      <p:grpSp>
        <p:nvGrpSpPr>
          <p:cNvPr id="53" name="Instructies">
            <a:extLst>
              <a:ext uri="{FF2B5EF4-FFF2-40B4-BE49-F238E27FC236}">
                <a16:creationId xmlns:a16="http://schemas.microsoft.com/office/drawing/2014/main" id="{C78CB953-7AC8-4C76-B70C-B4341CD578B5}"/>
              </a:ext>
            </a:extLst>
          </p:cNvPr>
          <p:cNvGrpSpPr/>
          <p:nvPr userDrawn="1"/>
        </p:nvGrpSpPr>
        <p:grpSpPr>
          <a:xfrm>
            <a:off x="12391601" y="0"/>
            <a:ext cx="3183678" cy="6589569"/>
            <a:chOff x="12391601" y="0"/>
            <a:chExt cx="3183678" cy="6589569"/>
          </a:xfrm>
        </p:grpSpPr>
        <p:grpSp>
          <p:nvGrpSpPr>
            <p:cNvPr id="54" name="Groep 53">
              <a:extLst>
                <a:ext uri="{FF2B5EF4-FFF2-40B4-BE49-F238E27FC236}">
                  <a16:creationId xmlns:a16="http://schemas.microsoft.com/office/drawing/2014/main" id="{0FB13C0E-6A45-4CF7-BCAD-A3EC4D99032E}"/>
                </a:ext>
              </a:extLst>
            </p:cNvPr>
            <p:cNvGrpSpPr/>
            <p:nvPr userDrawn="1"/>
          </p:nvGrpSpPr>
          <p:grpSpPr>
            <a:xfrm>
              <a:off x="12757282" y="3100116"/>
              <a:ext cx="1499406" cy="678267"/>
              <a:chOff x="12757283" y="3120781"/>
              <a:chExt cx="1499406" cy="678267"/>
            </a:xfrm>
          </p:grpSpPr>
          <p:sp>
            <p:nvSpPr>
              <p:cNvPr id="99" name="Rechthoek 98">
                <a:extLst>
                  <a:ext uri="{FF2B5EF4-FFF2-40B4-BE49-F238E27FC236}">
                    <a16:creationId xmlns:a16="http://schemas.microsoft.com/office/drawing/2014/main" id="{04CCC6A4-C9F1-4CE6-AAB0-80DE7C432FD0}"/>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0" name="Rechthoek 99">
                <a:extLst>
                  <a:ext uri="{FF2B5EF4-FFF2-40B4-BE49-F238E27FC236}">
                    <a16:creationId xmlns:a16="http://schemas.microsoft.com/office/drawing/2014/main" id="{EB98EA50-0E55-4EF6-9D8A-22E4C2F79E6E}"/>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1" name="Tekstvak 100">
                <a:extLst>
                  <a:ext uri="{FF2B5EF4-FFF2-40B4-BE49-F238E27FC236}">
                    <a16:creationId xmlns:a16="http://schemas.microsoft.com/office/drawing/2014/main" id="{E1E749AA-9B45-4626-997F-C6A50B3336FD}"/>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2" name="Tekstvak 101">
                <a:extLst>
                  <a:ext uri="{FF2B5EF4-FFF2-40B4-BE49-F238E27FC236}">
                    <a16:creationId xmlns:a16="http://schemas.microsoft.com/office/drawing/2014/main" id="{7DE5A2AA-47EC-4F72-AC73-252B98993AE2}"/>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3" name="Picture 3">
                <a:extLst>
                  <a:ext uri="{FF2B5EF4-FFF2-40B4-BE49-F238E27FC236}">
                    <a16:creationId xmlns:a16="http://schemas.microsoft.com/office/drawing/2014/main" id="{40E7DD23-B1EA-431E-8035-49D0FA5A5D6E}"/>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Gelijkbenige driehoek 103">
                <a:extLst>
                  <a:ext uri="{FF2B5EF4-FFF2-40B4-BE49-F238E27FC236}">
                    <a16:creationId xmlns:a16="http://schemas.microsoft.com/office/drawing/2014/main" id="{00ADC6F2-9DE9-4F3D-88AA-320CE87CAAC0}"/>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5" name="Groep 104">
                <a:extLst>
                  <a:ext uri="{FF2B5EF4-FFF2-40B4-BE49-F238E27FC236}">
                    <a16:creationId xmlns:a16="http://schemas.microsoft.com/office/drawing/2014/main" id="{A8ED3291-7B27-4A9E-AE75-A9ACCCD14380}"/>
                  </a:ext>
                </a:extLst>
              </p:cNvPr>
              <p:cNvGrpSpPr/>
              <p:nvPr userDrawn="1"/>
            </p:nvGrpSpPr>
            <p:grpSpPr>
              <a:xfrm>
                <a:off x="12822311" y="3178534"/>
                <a:ext cx="182309" cy="163794"/>
                <a:chOff x="12832541" y="3162395"/>
                <a:chExt cx="219532" cy="197236"/>
              </a:xfrm>
            </p:grpSpPr>
            <p:sp>
              <p:nvSpPr>
                <p:cNvPr id="110" name="Rechthoek 109">
                  <a:extLst>
                    <a:ext uri="{FF2B5EF4-FFF2-40B4-BE49-F238E27FC236}">
                      <a16:creationId xmlns:a16="http://schemas.microsoft.com/office/drawing/2014/main" id="{B9FE3F69-5FAB-4125-95D0-A7E0A4705BBA}"/>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1" name="Rechthoek 110">
                  <a:extLst>
                    <a:ext uri="{FF2B5EF4-FFF2-40B4-BE49-F238E27FC236}">
                      <a16:creationId xmlns:a16="http://schemas.microsoft.com/office/drawing/2014/main" id="{E2183DEB-B1D6-420A-9354-8654B3BB1E53}"/>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2" name="Rechthoek 111">
                  <a:extLst>
                    <a:ext uri="{FF2B5EF4-FFF2-40B4-BE49-F238E27FC236}">
                      <a16:creationId xmlns:a16="http://schemas.microsoft.com/office/drawing/2014/main" id="{FE584A5F-B34E-4097-A334-481ADD3A62F9}"/>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06" name="Groep 105">
                <a:extLst>
                  <a:ext uri="{FF2B5EF4-FFF2-40B4-BE49-F238E27FC236}">
                    <a16:creationId xmlns:a16="http://schemas.microsoft.com/office/drawing/2014/main" id="{A3F08D64-D2AA-4B6A-A387-AA09167ED07B}"/>
                  </a:ext>
                </a:extLst>
              </p:cNvPr>
              <p:cNvGrpSpPr/>
              <p:nvPr userDrawn="1"/>
            </p:nvGrpSpPr>
            <p:grpSpPr>
              <a:xfrm>
                <a:off x="12822311" y="3480352"/>
                <a:ext cx="182309" cy="163794"/>
                <a:chOff x="12832541" y="3162395"/>
                <a:chExt cx="219532" cy="197236"/>
              </a:xfrm>
            </p:grpSpPr>
            <p:sp>
              <p:nvSpPr>
                <p:cNvPr id="107" name="Rechthoek 106">
                  <a:extLst>
                    <a:ext uri="{FF2B5EF4-FFF2-40B4-BE49-F238E27FC236}">
                      <a16:creationId xmlns:a16="http://schemas.microsoft.com/office/drawing/2014/main" id="{18D986A8-CB40-4204-937C-6A99FA00BE7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8" name="Rechthoek 107">
                  <a:extLst>
                    <a:ext uri="{FF2B5EF4-FFF2-40B4-BE49-F238E27FC236}">
                      <a16:creationId xmlns:a16="http://schemas.microsoft.com/office/drawing/2014/main" id="{5ACBC428-979F-4629-803C-60FDD89EED63}"/>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9" name="Rechthoek 108">
                  <a:extLst>
                    <a:ext uri="{FF2B5EF4-FFF2-40B4-BE49-F238E27FC236}">
                      <a16:creationId xmlns:a16="http://schemas.microsoft.com/office/drawing/2014/main" id="{739FA060-8121-444D-B1DD-41ADE514D4B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55" name="Meer informatie">
              <a:extLst>
                <a:ext uri="{FF2B5EF4-FFF2-40B4-BE49-F238E27FC236}">
                  <a16:creationId xmlns:a16="http://schemas.microsoft.com/office/drawing/2014/main" id="{B41C59E9-59CF-4C4F-9A8E-332A5A153A52}"/>
                </a:ext>
              </a:extLst>
            </p:cNvPr>
            <p:cNvGrpSpPr/>
            <p:nvPr userDrawn="1"/>
          </p:nvGrpSpPr>
          <p:grpSpPr>
            <a:xfrm>
              <a:off x="12396764" y="5806296"/>
              <a:ext cx="3178515" cy="783273"/>
              <a:chOff x="-3741486" y="3386444"/>
              <a:chExt cx="3178515" cy="783273"/>
            </a:xfrm>
          </p:grpSpPr>
          <p:sp>
            <p:nvSpPr>
              <p:cNvPr id="96" name="Freeform 101">
                <a:extLst>
                  <a:ext uri="{FF2B5EF4-FFF2-40B4-BE49-F238E27FC236}">
                    <a16:creationId xmlns:a16="http://schemas.microsoft.com/office/drawing/2014/main" id="{EB64E5A9-5FFF-4648-BDA6-6E70CB029AE4}"/>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97" name="Rechthoek 96">
                <a:extLst>
                  <a:ext uri="{FF2B5EF4-FFF2-40B4-BE49-F238E27FC236}">
                    <a16:creationId xmlns:a16="http://schemas.microsoft.com/office/drawing/2014/main" id="{6B52F795-A2D6-413B-A960-974B6C3A255A}"/>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98" name="Rechte verbindingslijn 97">
                <a:extLst>
                  <a:ext uri="{FF2B5EF4-FFF2-40B4-BE49-F238E27FC236}">
                    <a16:creationId xmlns:a16="http://schemas.microsoft.com/office/drawing/2014/main" id="{6211734C-E4D3-4D01-AD62-B89EB4A1092D}"/>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56" name="Rechthoek 55">
              <a:extLst>
                <a:ext uri="{FF2B5EF4-FFF2-40B4-BE49-F238E27FC236}">
                  <a16:creationId xmlns:a16="http://schemas.microsoft.com/office/drawing/2014/main" id="{572D796F-777F-40DF-AB4C-E8D4CBC7C90F}"/>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57" name="Ovaal 56">
              <a:extLst>
                <a:ext uri="{FF2B5EF4-FFF2-40B4-BE49-F238E27FC236}">
                  <a16:creationId xmlns:a16="http://schemas.microsoft.com/office/drawing/2014/main" id="{E0022A5A-85B0-404F-9D56-18E15B4DDF3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58" name="Rechte verbindingslijn 57">
              <a:extLst>
                <a:ext uri="{FF2B5EF4-FFF2-40B4-BE49-F238E27FC236}">
                  <a16:creationId xmlns:a16="http://schemas.microsoft.com/office/drawing/2014/main" id="{0B1847A9-5ADF-47B1-8440-C70FA57AEE60}"/>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59" name="Rechte verbindingslijn 58">
              <a:extLst>
                <a:ext uri="{FF2B5EF4-FFF2-40B4-BE49-F238E27FC236}">
                  <a16:creationId xmlns:a16="http://schemas.microsoft.com/office/drawing/2014/main" id="{654E7969-88DA-4944-BD2A-C67BC761072A}"/>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60" name="Rechthoek 59">
              <a:extLst>
                <a:ext uri="{FF2B5EF4-FFF2-40B4-BE49-F238E27FC236}">
                  <a16:creationId xmlns:a16="http://schemas.microsoft.com/office/drawing/2014/main" id="{F0500D62-2CBC-4B9D-B7C1-4D2EFE886FDA}"/>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1" name="Rechte verbindingslijn 60">
              <a:extLst>
                <a:ext uri="{FF2B5EF4-FFF2-40B4-BE49-F238E27FC236}">
                  <a16:creationId xmlns:a16="http://schemas.microsoft.com/office/drawing/2014/main" id="{E27C1EFD-A001-40F3-BB88-8B1B466EB22A}"/>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62" name="Ovaal 61">
              <a:extLst>
                <a:ext uri="{FF2B5EF4-FFF2-40B4-BE49-F238E27FC236}">
                  <a16:creationId xmlns:a16="http://schemas.microsoft.com/office/drawing/2014/main" id="{6C69BAB4-F22C-4CBA-9DA0-C0FFE82D8EB6}"/>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63" name="Rechthoek 62">
              <a:extLst>
                <a:ext uri="{FF2B5EF4-FFF2-40B4-BE49-F238E27FC236}">
                  <a16:creationId xmlns:a16="http://schemas.microsoft.com/office/drawing/2014/main" id="{EF6FDC64-FE1C-43FB-81E6-40A12F849DD0}"/>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64" name="Groep 63">
              <a:extLst>
                <a:ext uri="{FF2B5EF4-FFF2-40B4-BE49-F238E27FC236}">
                  <a16:creationId xmlns:a16="http://schemas.microsoft.com/office/drawing/2014/main" id="{00221C3E-710E-4CBF-889E-F773F2F82C70}"/>
                </a:ext>
              </a:extLst>
            </p:cNvPr>
            <p:cNvGrpSpPr/>
            <p:nvPr userDrawn="1"/>
          </p:nvGrpSpPr>
          <p:grpSpPr>
            <a:xfrm>
              <a:off x="12757282" y="2184550"/>
              <a:ext cx="825500" cy="209550"/>
              <a:chOff x="13504624" y="2482850"/>
              <a:chExt cx="825500" cy="209550"/>
            </a:xfrm>
          </p:grpSpPr>
          <p:sp>
            <p:nvSpPr>
              <p:cNvPr id="93" name="Rechthoek 92">
                <a:extLst>
                  <a:ext uri="{FF2B5EF4-FFF2-40B4-BE49-F238E27FC236}">
                    <a16:creationId xmlns:a16="http://schemas.microsoft.com/office/drawing/2014/main" id="{DDBEB7FD-E8F8-4E65-A647-486E503576D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94" name="Rechte verbindingslijn 93">
                <a:extLst>
                  <a:ext uri="{FF2B5EF4-FFF2-40B4-BE49-F238E27FC236}">
                    <a16:creationId xmlns:a16="http://schemas.microsoft.com/office/drawing/2014/main" id="{322E8E44-6361-4245-9863-9D6242A1BB1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5" name="Gelijkbenige driehoek 94">
                <a:extLst>
                  <a:ext uri="{FF2B5EF4-FFF2-40B4-BE49-F238E27FC236}">
                    <a16:creationId xmlns:a16="http://schemas.microsoft.com/office/drawing/2014/main" id="{6C9BEC24-B376-4095-AC04-119A469E65F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65" name="Groep 64">
              <a:extLst>
                <a:ext uri="{FF2B5EF4-FFF2-40B4-BE49-F238E27FC236}">
                  <a16:creationId xmlns:a16="http://schemas.microsoft.com/office/drawing/2014/main" id="{9F75C778-B918-402E-A7BB-51305D6F3556}"/>
                </a:ext>
              </a:extLst>
            </p:cNvPr>
            <p:cNvGrpSpPr/>
            <p:nvPr userDrawn="1"/>
          </p:nvGrpSpPr>
          <p:grpSpPr>
            <a:xfrm>
              <a:off x="12757282" y="1141626"/>
              <a:ext cx="294789" cy="318834"/>
              <a:chOff x="14466489" y="1001522"/>
              <a:chExt cx="290627" cy="314333"/>
            </a:xfrm>
          </p:grpSpPr>
          <p:sp>
            <p:nvSpPr>
              <p:cNvPr id="87" name="Rechthoek 86">
                <a:extLst>
                  <a:ext uri="{FF2B5EF4-FFF2-40B4-BE49-F238E27FC236}">
                    <a16:creationId xmlns:a16="http://schemas.microsoft.com/office/drawing/2014/main" id="{24F6F8B5-7969-4AC5-9426-510AA67C693B}"/>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8" name="Ovaal 87">
                <a:extLst>
                  <a:ext uri="{FF2B5EF4-FFF2-40B4-BE49-F238E27FC236}">
                    <a16:creationId xmlns:a16="http://schemas.microsoft.com/office/drawing/2014/main" id="{464895BF-576C-4006-8C7C-D23C77699A07}"/>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9" name="Vrije vorm: vorm 88">
                <a:extLst>
                  <a:ext uri="{FF2B5EF4-FFF2-40B4-BE49-F238E27FC236}">
                    <a16:creationId xmlns:a16="http://schemas.microsoft.com/office/drawing/2014/main" id="{B049A9F4-D7A4-4D5A-9718-D3F1A55694C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0" name="Rechthoek: afgeronde hoeken 89">
                <a:extLst>
                  <a:ext uri="{FF2B5EF4-FFF2-40B4-BE49-F238E27FC236}">
                    <a16:creationId xmlns:a16="http://schemas.microsoft.com/office/drawing/2014/main" id="{9DDB06FF-C555-437D-AC8B-66B9621EF66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1" name="Rechte verbindingslijn 90">
                <a:extLst>
                  <a:ext uri="{FF2B5EF4-FFF2-40B4-BE49-F238E27FC236}">
                    <a16:creationId xmlns:a16="http://schemas.microsoft.com/office/drawing/2014/main" id="{F068C0F7-C62E-4EEC-9E5E-49FC7086452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Rechte verbindingslijn 91">
                <a:extLst>
                  <a:ext uri="{FF2B5EF4-FFF2-40B4-BE49-F238E27FC236}">
                    <a16:creationId xmlns:a16="http://schemas.microsoft.com/office/drawing/2014/main" id="{A679EF66-67EB-4C52-AF2A-7AB6B5D8A50E}"/>
                  </a:ext>
                </a:extLst>
              </p:cNvPr>
              <p:cNvCxnSpPr>
                <a:cxnSpLocks/>
                <a:stCxn id="9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6" name="Ovaal 65">
              <a:extLst>
                <a:ext uri="{FF2B5EF4-FFF2-40B4-BE49-F238E27FC236}">
                  <a16:creationId xmlns:a16="http://schemas.microsoft.com/office/drawing/2014/main" id="{ABD34FAB-9D32-4FD0-8ABE-B5E3394DE2A7}"/>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67" name="Rechthoek 66">
              <a:extLst>
                <a:ext uri="{FF2B5EF4-FFF2-40B4-BE49-F238E27FC236}">
                  <a16:creationId xmlns:a16="http://schemas.microsoft.com/office/drawing/2014/main" id="{4C2B9AFA-5979-4269-AB90-EAC548E800FB}"/>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8" name="Rechte verbindingslijn 67">
              <a:extLst>
                <a:ext uri="{FF2B5EF4-FFF2-40B4-BE49-F238E27FC236}">
                  <a16:creationId xmlns:a16="http://schemas.microsoft.com/office/drawing/2014/main" id="{66B5580D-B116-43F0-8EC8-0F2E3209DAB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69" name="Groep 68">
              <a:extLst>
                <a:ext uri="{FF2B5EF4-FFF2-40B4-BE49-F238E27FC236}">
                  <a16:creationId xmlns:a16="http://schemas.microsoft.com/office/drawing/2014/main" id="{8F788CA4-CF7C-4B1C-A39F-E5653B491DDD}"/>
                </a:ext>
              </a:extLst>
            </p:cNvPr>
            <p:cNvGrpSpPr/>
            <p:nvPr userDrawn="1"/>
          </p:nvGrpSpPr>
          <p:grpSpPr>
            <a:xfrm>
              <a:off x="12757282" y="4967075"/>
              <a:ext cx="1499406" cy="580946"/>
              <a:chOff x="12757283" y="3120781"/>
              <a:chExt cx="1499406" cy="580946"/>
            </a:xfrm>
          </p:grpSpPr>
          <p:sp>
            <p:nvSpPr>
              <p:cNvPr id="73" name="Rechthoek 72">
                <a:extLst>
                  <a:ext uri="{FF2B5EF4-FFF2-40B4-BE49-F238E27FC236}">
                    <a16:creationId xmlns:a16="http://schemas.microsoft.com/office/drawing/2014/main" id="{47BE0BC2-87FD-4161-8BF7-A868E119CE6B}"/>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74" name="Rechthoek 73">
                <a:extLst>
                  <a:ext uri="{FF2B5EF4-FFF2-40B4-BE49-F238E27FC236}">
                    <a16:creationId xmlns:a16="http://schemas.microsoft.com/office/drawing/2014/main" id="{3EB9547E-B291-4198-81C5-F22D774BDB56}"/>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75" name="Tekstvak 74">
                <a:extLst>
                  <a:ext uri="{FF2B5EF4-FFF2-40B4-BE49-F238E27FC236}">
                    <a16:creationId xmlns:a16="http://schemas.microsoft.com/office/drawing/2014/main" id="{CBC8FEB4-9920-4082-9E4C-0E65648BFDAF}"/>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76" name="Tekstvak 75">
                <a:extLst>
                  <a:ext uri="{FF2B5EF4-FFF2-40B4-BE49-F238E27FC236}">
                    <a16:creationId xmlns:a16="http://schemas.microsoft.com/office/drawing/2014/main" id="{88316C1A-8330-4913-B669-729975C06AE0}"/>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77" name="Picture 3">
                <a:extLst>
                  <a:ext uri="{FF2B5EF4-FFF2-40B4-BE49-F238E27FC236}">
                    <a16:creationId xmlns:a16="http://schemas.microsoft.com/office/drawing/2014/main" id="{518C41E3-ED28-402C-9A72-9A60A0EF81BE}"/>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Gelijkbenige driehoek 77">
                <a:extLst>
                  <a:ext uri="{FF2B5EF4-FFF2-40B4-BE49-F238E27FC236}">
                    <a16:creationId xmlns:a16="http://schemas.microsoft.com/office/drawing/2014/main" id="{E706970C-15CD-48A7-9A59-4A1E414DA893}"/>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79" name="Groep 78">
                <a:extLst>
                  <a:ext uri="{FF2B5EF4-FFF2-40B4-BE49-F238E27FC236}">
                    <a16:creationId xmlns:a16="http://schemas.microsoft.com/office/drawing/2014/main" id="{4FCAE65E-DC79-40B6-B4C5-80F5335565E1}"/>
                  </a:ext>
                </a:extLst>
              </p:cNvPr>
              <p:cNvGrpSpPr/>
              <p:nvPr userDrawn="1"/>
            </p:nvGrpSpPr>
            <p:grpSpPr>
              <a:xfrm>
                <a:off x="12822311" y="3178534"/>
                <a:ext cx="182309" cy="163794"/>
                <a:chOff x="12832541" y="3162395"/>
                <a:chExt cx="219532" cy="197236"/>
              </a:xfrm>
            </p:grpSpPr>
            <p:sp>
              <p:nvSpPr>
                <p:cNvPr id="84" name="Rechthoek 83">
                  <a:extLst>
                    <a:ext uri="{FF2B5EF4-FFF2-40B4-BE49-F238E27FC236}">
                      <a16:creationId xmlns:a16="http://schemas.microsoft.com/office/drawing/2014/main" id="{3F0B40DA-4E24-4FC7-B312-EB73D4B3C8B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5" name="Rechthoek 84">
                  <a:extLst>
                    <a:ext uri="{FF2B5EF4-FFF2-40B4-BE49-F238E27FC236}">
                      <a16:creationId xmlns:a16="http://schemas.microsoft.com/office/drawing/2014/main" id="{7249057B-B5AA-4B3D-A7DF-7FEAE2CA1F29}"/>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6" name="Rechthoek 85">
                  <a:extLst>
                    <a:ext uri="{FF2B5EF4-FFF2-40B4-BE49-F238E27FC236}">
                      <a16:creationId xmlns:a16="http://schemas.microsoft.com/office/drawing/2014/main" id="{022141BE-B3AA-42ED-B672-F0BF1A0C45B8}"/>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80" name="Groep 79">
                <a:extLst>
                  <a:ext uri="{FF2B5EF4-FFF2-40B4-BE49-F238E27FC236}">
                    <a16:creationId xmlns:a16="http://schemas.microsoft.com/office/drawing/2014/main" id="{27C4DEA3-8AEE-46B2-912B-2E3D83752D91}"/>
                  </a:ext>
                </a:extLst>
              </p:cNvPr>
              <p:cNvGrpSpPr/>
              <p:nvPr userDrawn="1"/>
            </p:nvGrpSpPr>
            <p:grpSpPr>
              <a:xfrm>
                <a:off x="12822311" y="3480352"/>
                <a:ext cx="182309" cy="163794"/>
                <a:chOff x="12832541" y="3162395"/>
                <a:chExt cx="219532" cy="197236"/>
              </a:xfrm>
            </p:grpSpPr>
            <p:sp>
              <p:nvSpPr>
                <p:cNvPr id="81" name="Rechthoek 80">
                  <a:extLst>
                    <a:ext uri="{FF2B5EF4-FFF2-40B4-BE49-F238E27FC236}">
                      <a16:creationId xmlns:a16="http://schemas.microsoft.com/office/drawing/2014/main" id="{575B3DE1-78D6-4445-9B8B-4D9AAD358998}"/>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2" name="Rechthoek 81">
                  <a:extLst>
                    <a:ext uri="{FF2B5EF4-FFF2-40B4-BE49-F238E27FC236}">
                      <a16:creationId xmlns:a16="http://schemas.microsoft.com/office/drawing/2014/main" id="{953D29B4-26F3-4FE9-93B7-94D3B279E0C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3" name="Rechthoek 82">
                  <a:extLst>
                    <a:ext uri="{FF2B5EF4-FFF2-40B4-BE49-F238E27FC236}">
                      <a16:creationId xmlns:a16="http://schemas.microsoft.com/office/drawing/2014/main" id="{C4DC1EB7-6BDA-4EAE-AF9D-A6C36D57AAB8}"/>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70" name="Ovaal 69">
              <a:extLst>
                <a:ext uri="{FF2B5EF4-FFF2-40B4-BE49-F238E27FC236}">
                  <a16:creationId xmlns:a16="http://schemas.microsoft.com/office/drawing/2014/main" id="{E8421EA3-A62A-4BE1-BAF6-27A4542A884F}"/>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71" name="Rechthoek 70">
              <a:extLst>
                <a:ext uri="{FF2B5EF4-FFF2-40B4-BE49-F238E27FC236}">
                  <a16:creationId xmlns:a16="http://schemas.microsoft.com/office/drawing/2014/main" id="{68C66A47-D732-4F15-AC4C-6E77C6309645}"/>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2" name="Rechte verbindingslijn 71">
              <a:extLst>
                <a:ext uri="{FF2B5EF4-FFF2-40B4-BE49-F238E27FC236}">
                  <a16:creationId xmlns:a16="http://schemas.microsoft.com/office/drawing/2014/main" id="{583A8211-DFDF-4E6A-917E-9E928E3FDAF4}"/>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133" name="logo">
            <a:extLst>
              <a:ext uri="{FF2B5EF4-FFF2-40B4-BE49-F238E27FC236}">
                <a16:creationId xmlns:a16="http://schemas.microsoft.com/office/drawing/2014/main" id="{090D5C26-76BF-4649-B5F3-50FF33F7EE57}"/>
              </a:ext>
            </a:extLst>
          </p:cNvPr>
          <p:cNvSpPr>
            <a:spLocks noGrp="1"/>
          </p:cNvSpPr>
          <p:nvPr>
            <p:ph type="body" sz="quarter" idx="67" hasCustomPrompt="1"/>
          </p:nvPr>
        </p:nvSpPr>
        <p:spPr>
          <a:xfrm>
            <a:off x="10987512" y="6122285"/>
            <a:ext cx="954000" cy="482400"/>
          </a:xfrm>
          <a:blipFill>
            <a:blip r:embed="rId3" cstate="email">
              <a:extLst>
                <a:ext uri="{28A0092B-C50C-407E-A947-70E740481C1C}">
                  <a14:useLocalDpi xmlns:a14="http://schemas.microsoft.com/office/drawing/2010/main"/>
                </a:ext>
              </a:extLst>
            </a:blip>
            <a:srcRect/>
            <a:stretch>
              <a:fillRect l="99" r="99"/>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113" name="Tijdelijke aanduiding voor dianummer 5">
            <a:extLst>
              <a:ext uri="{FF2B5EF4-FFF2-40B4-BE49-F238E27FC236}">
                <a16:creationId xmlns:a16="http://schemas.microsoft.com/office/drawing/2014/main" id="{6101DB38-4A0C-405C-9E38-7AF00EC152C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127"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86032" y="0"/>
            <a:ext cx="1400953"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Tree>
    <p:extLst>
      <p:ext uri="{BB962C8B-B14F-4D97-AF65-F5344CB8AC3E}">
        <p14:creationId xmlns:p14="http://schemas.microsoft.com/office/powerpoint/2010/main" val="3804972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 MET FOTO ANDERSOM (70% / 30%)">
    <p:spTree>
      <p:nvGrpSpPr>
        <p:cNvPr id="1" name=""/>
        <p:cNvGrpSpPr/>
        <p:nvPr/>
      </p:nvGrpSpPr>
      <p:grpSpPr>
        <a:xfrm>
          <a:off x="0" y="0"/>
          <a:ext cx="0" cy="0"/>
          <a:chOff x="0" y="0"/>
          <a:chExt cx="0" cy="0"/>
        </a:xfrm>
      </p:grpSpPr>
      <p:sp>
        <p:nvSpPr>
          <p:cNvPr id="129" name="foto">
            <a:extLst>
              <a:ext uri="{FF2B5EF4-FFF2-40B4-BE49-F238E27FC236}">
                <a16:creationId xmlns:a16="http://schemas.microsoft.com/office/drawing/2014/main" id="{8675B554-5CE7-4D5E-8A45-11A43EE64C70}"/>
              </a:ext>
            </a:extLst>
          </p:cNvPr>
          <p:cNvSpPr>
            <a:spLocks noGrp="1"/>
          </p:cNvSpPr>
          <p:nvPr>
            <p:ph type="pic" sz="quarter" idx="14" hasCustomPrompt="1"/>
          </p:nvPr>
        </p:nvSpPr>
        <p:spPr>
          <a:xfrm>
            <a:off x="-199601" y="276939"/>
            <a:ext cx="4766416" cy="6508904"/>
          </a:xfrm>
          <a:prstGeom prst="round2SameRect">
            <a:avLst>
              <a:gd name="adj1" fmla="val 2120"/>
              <a:gd name="adj2" fmla="val 0"/>
            </a:avLst>
          </a:prstGeom>
          <a:solidFill>
            <a:schemeClr val="bg1">
              <a:lumMod val="95000"/>
            </a:schemeClr>
          </a:solidFill>
        </p:spPr>
        <p:txBody>
          <a:bodyPr tIns="2880000"/>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128" name="Onder balkje">
            <a:extLst>
              <a:ext uri="{FF2B5EF4-FFF2-40B4-BE49-F238E27FC236}">
                <a16:creationId xmlns:a16="http://schemas.microsoft.com/office/drawing/2014/main" id="{18DBE45D-5F2E-411F-8A68-CD9CD5B31DE9}"/>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113" name="GRID" hidden="1">
            <a:extLst>
              <a:ext uri="{FF2B5EF4-FFF2-40B4-BE49-F238E27FC236}">
                <a16:creationId xmlns:a16="http://schemas.microsoft.com/office/drawing/2014/main" id="{5C8A23F1-1E75-4A10-AD96-B836E7052487}"/>
              </a:ext>
            </a:extLst>
          </p:cNvPr>
          <p:cNvGrpSpPr/>
          <p:nvPr userDrawn="1"/>
        </p:nvGrpSpPr>
        <p:grpSpPr>
          <a:xfrm>
            <a:off x="0" y="0"/>
            <a:ext cx="12192000" cy="6858000"/>
            <a:chOff x="0" y="0"/>
            <a:chExt cx="12192000" cy="6858000"/>
          </a:xfrm>
        </p:grpSpPr>
        <p:sp>
          <p:nvSpPr>
            <p:cNvPr id="114" name="Rechthoek 113">
              <a:extLst>
                <a:ext uri="{FF2B5EF4-FFF2-40B4-BE49-F238E27FC236}">
                  <a16:creationId xmlns:a16="http://schemas.microsoft.com/office/drawing/2014/main" id="{963F726C-6740-4A59-9FA5-9654F83EC49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5" name="Rechthoek 114">
              <a:extLst>
                <a:ext uri="{FF2B5EF4-FFF2-40B4-BE49-F238E27FC236}">
                  <a16:creationId xmlns:a16="http://schemas.microsoft.com/office/drawing/2014/main" id="{F3D46D3D-79D3-4FDB-9AC4-637F1FE5A1D7}"/>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6" name="Rechthoek 115">
              <a:extLst>
                <a:ext uri="{FF2B5EF4-FFF2-40B4-BE49-F238E27FC236}">
                  <a16:creationId xmlns:a16="http://schemas.microsoft.com/office/drawing/2014/main" id="{1098B5C1-F44D-41BE-8E84-2C506CDBDD72}"/>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7" name="Rechthoek 116">
              <a:extLst>
                <a:ext uri="{FF2B5EF4-FFF2-40B4-BE49-F238E27FC236}">
                  <a16:creationId xmlns:a16="http://schemas.microsoft.com/office/drawing/2014/main" id="{BC3B9193-76E6-4709-A725-37C6173B1204}"/>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8" name="Rechthoek 117">
              <a:extLst>
                <a:ext uri="{FF2B5EF4-FFF2-40B4-BE49-F238E27FC236}">
                  <a16:creationId xmlns:a16="http://schemas.microsoft.com/office/drawing/2014/main" id="{AF14CAD4-BF2D-465D-8F23-5AED86C43E27}"/>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6714C93A-6652-4C11-BCCF-E7355E8CA401}"/>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801317D9-2071-472C-91D6-C94E915D4C3D}"/>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41F3BD06-A397-4A44-9685-0328ADAD026F}"/>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30EF1DE9-5821-4EA8-B9BB-893E2349664E}"/>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3" name="Rechthoek 122">
              <a:extLst>
                <a:ext uri="{FF2B5EF4-FFF2-40B4-BE49-F238E27FC236}">
                  <a16:creationId xmlns:a16="http://schemas.microsoft.com/office/drawing/2014/main" id="{ADE29A6C-68D5-442D-9137-4901FBA476AB}"/>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4" name="Rechthoek 123">
              <a:extLst>
                <a:ext uri="{FF2B5EF4-FFF2-40B4-BE49-F238E27FC236}">
                  <a16:creationId xmlns:a16="http://schemas.microsoft.com/office/drawing/2014/main" id="{1BEA619E-1B3D-4737-967B-BFA76C4342A3}"/>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5" name="Rechthoek 124">
              <a:extLst>
                <a:ext uri="{FF2B5EF4-FFF2-40B4-BE49-F238E27FC236}">
                  <a16:creationId xmlns:a16="http://schemas.microsoft.com/office/drawing/2014/main" id="{5BBB84AE-9171-41E7-8081-615B6A2B87DC}"/>
                </a:ext>
              </a:extLst>
            </p:cNvPr>
            <p:cNvSpPr/>
            <p:nvPr userDrawn="1"/>
          </p:nvSpPr>
          <p:spPr>
            <a:xfrm>
              <a:off x="4572418"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3172A3D0-8B64-4718-89CF-CC414EA98B08}"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7532"/>
            <a:ext cx="719350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4852135" y="272177"/>
            <a:ext cx="7076234" cy="600744"/>
          </a:xfrm>
        </p:spPr>
        <p:txBody>
          <a:bodyPr/>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4852135" y="1399433"/>
            <a:ext cx="6815952" cy="447889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299323" y="-885712"/>
            <a:ext cx="3593393"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FOTO ANDERSOM (70% / 30%)</a:t>
            </a:r>
          </a:p>
        </p:txBody>
      </p:sp>
      <p:grpSp>
        <p:nvGrpSpPr>
          <p:cNvPr id="53" name="Groep 52">
            <a:extLst>
              <a:ext uri="{FF2B5EF4-FFF2-40B4-BE49-F238E27FC236}">
                <a16:creationId xmlns:a16="http://schemas.microsoft.com/office/drawing/2014/main" id="{EAA174CE-7517-49A5-923A-21D80CE3DCCB}"/>
              </a:ext>
            </a:extLst>
          </p:cNvPr>
          <p:cNvGrpSpPr/>
          <p:nvPr userDrawn="1"/>
        </p:nvGrpSpPr>
        <p:grpSpPr>
          <a:xfrm>
            <a:off x="12391601" y="0"/>
            <a:ext cx="3183678" cy="6589569"/>
            <a:chOff x="12391601" y="0"/>
            <a:chExt cx="3183678" cy="6589569"/>
          </a:xfrm>
        </p:grpSpPr>
        <p:grpSp>
          <p:nvGrpSpPr>
            <p:cNvPr id="54" name="Groep 53">
              <a:extLst>
                <a:ext uri="{FF2B5EF4-FFF2-40B4-BE49-F238E27FC236}">
                  <a16:creationId xmlns:a16="http://schemas.microsoft.com/office/drawing/2014/main" id="{C4F53567-A556-401C-B626-11693C73B9A8}"/>
                </a:ext>
              </a:extLst>
            </p:cNvPr>
            <p:cNvGrpSpPr/>
            <p:nvPr userDrawn="1"/>
          </p:nvGrpSpPr>
          <p:grpSpPr>
            <a:xfrm>
              <a:off x="12757282" y="3100116"/>
              <a:ext cx="1499406" cy="678267"/>
              <a:chOff x="12757283" y="3120781"/>
              <a:chExt cx="1499406" cy="678267"/>
            </a:xfrm>
          </p:grpSpPr>
          <p:sp>
            <p:nvSpPr>
              <p:cNvPr id="99" name="Rechthoek 98">
                <a:extLst>
                  <a:ext uri="{FF2B5EF4-FFF2-40B4-BE49-F238E27FC236}">
                    <a16:creationId xmlns:a16="http://schemas.microsoft.com/office/drawing/2014/main" id="{A83A254A-5683-4BF6-A966-9820D560BA1E}"/>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0" name="Rechthoek 99">
                <a:extLst>
                  <a:ext uri="{FF2B5EF4-FFF2-40B4-BE49-F238E27FC236}">
                    <a16:creationId xmlns:a16="http://schemas.microsoft.com/office/drawing/2014/main" id="{B1CA2C3C-6159-4210-88E3-756C236B4C75}"/>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1" name="Tekstvak 100">
                <a:extLst>
                  <a:ext uri="{FF2B5EF4-FFF2-40B4-BE49-F238E27FC236}">
                    <a16:creationId xmlns:a16="http://schemas.microsoft.com/office/drawing/2014/main" id="{D71FDAE9-5FC9-4745-9DDC-B85E58DD66A6}"/>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2" name="Tekstvak 101">
                <a:extLst>
                  <a:ext uri="{FF2B5EF4-FFF2-40B4-BE49-F238E27FC236}">
                    <a16:creationId xmlns:a16="http://schemas.microsoft.com/office/drawing/2014/main" id="{05190549-D27A-484E-8BBA-360ACF702C32}"/>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3" name="Picture 3">
                <a:extLst>
                  <a:ext uri="{FF2B5EF4-FFF2-40B4-BE49-F238E27FC236}">
                    <a16:creationId xmlns:a16="http://schemas.microsoft.com/office/drawing/2014/main" id="{CDD5C37B-BFB6-4A23-B7FC-0344FC8E9164}"/>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Gelijkbenige driehoek 103">
                <a:extLst>
                  <a:ext uri="{FF2B5EF4-FFF2-40B4-BE49-F238E27FC236}">
                    <a16:creationId xmlns:a16="http://schemas.microsoft.com/office/drawing/2014/main" id="{628440A2-BEFB-435F-9013-8BEF2C830469}"/>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5" name="Groep 104">
                <a:extLst>
                  <a:ext uri="{FF2B5EF4-FFF2-40B4-BE49-F238E27FC236}">
                    <a16:creationId xmlns:a16="http://schemas.microsoft.com/office/drawing/2014/main" id="{D3DC29F3-6362-4DE0-A4E1-45CCCE19FC11}"/>
                  </a:ext>
                </a:extLst>
              </p:cNvPr>
              <p:cNvGrpSpPr/>
              <p:nvPr userDrawn="1"/>
            </p:nvGrpSpPr>
            <p:grpSpPr>
              <a:xfrm>
                <a:off x="12822311" y="3178534"/>
                <a:ext cx="182309" cy="163794"/>
                <a:chOff x="12832541" y="3162395"/>
                <a:chExt cx="219532" cy="197236"/>
              </a:xfrm>
            </p:grpSpPr>
            <p:sp>
              <p:nvSpPr>
                <p:cNvPr id="110" name="Rechthoek 109">
                  <a:extLst>
                    <a:ext uri="{FF2B5EF4-FFF2-40B4-BE49-F238E27FC236}">
                      <a16:creationId xmlns:a16="http://schemas.microsoft.com/office/drawing/2014/main" id="{6E5BF282-2A3F-4291-A880-28FA08D6A5B0}"/>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1" name="Rechthoek 110">
                  <a:extLst>
                    <a:ext uri="{FF2B5EF4-FFF2-40B4-BE49-F238E27FC236}">
                      <a16:creationId xmlns:a16="http://schemas.microsoft.com/office/drawing/2014/main" id="{9CC2ACF3-3802-403E-B0C5-8EF6F8ECDBCF}"/>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2" name="Rechthoek 111">
                  <a:extLst>
                    <a:ext uri="{FF2B5EF4-FFF2-40B4-BE49-F238E27FC236}">
                      <a16:creationId xmlns:a16="http://schemas.microsoft.com/office/drawing/2014/main" id="{15FAD060-A55C-47DF-9A59-23A8C0B0BAA4}"/>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06" name="Groep 105">
                <a:extLst>
                  <a:ext uri="{FF2B5EF4-FFF2-40B4-BE49-F238E27FC236}">
                    <a16:creationId xmlns:a16="http://schemas.microsoft.com/office/drawing/2014/main" id="{6BDF7D75-E06B-4C39-8B8A-22C2D65A64B6}"/>
                  </a:ext>
                </a:extLst>
              </p:cNvPr>
              <p:cNvGrpSpPr/>
              <p:nvPr userDrawn="1"/>
            </p:nvGrpSpPr>
            <p:grpSpPr>
              <a:xfrm>
                <a:off x="12822311" y="3480352"/>
                <a:ext cx="182309" cy="163794"/>
                <a:chOff x="12832541" y="3162395"/>
                <a:chExt cx="219532" cy="197236"/>
              </a:xfrm>
            </p:grpSpPr>
            <p:sp>
              <p:nvSpPr>
                <p:cNvPr id="107" name="Rechthoek 106">
                  <a:extLst>
                    <a:ext uri="{FF2B5EF4-FFF2-40B4-BE49-F238E27FC236}">
                      <a16:creationId xmlns:a16="http://schemas.microsoft.com/office/drawing/2014/main" id="{81583AC6-CF71-42E9-A085-6621BE76DFF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8" name="Rechthoek 107">
                  <a:extLst>
                    <a:ext uri="{FF2B5EF4-FFF2-40B4-BE49-F238E27FC236}">
                      <a16:creationId xmlns:a16="http://schemas.microsoft.com/office/drawing/2014/main" id="{70F1DF87-BDE4-4799-A9B4-3FF188E56760}"/>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9" name="Rechthoek 108">
                  <a:extLst>
                    <a:ext uri="{FF2B5EF4-FFF2-40B4-BE49-F238E27FC236}">
                      <a16:creationId xmlns:a16="http://schemas.microsoft.com/office/drawing/2014/main" id="{79467046-78AD-4170-A083-85E1EDF4CBDC}"/>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55" name="Meer informatie">
              <a:extLst>
                <a:ext uri="{FF2B5EF4-FFF2-40B4-BE49-F238E27FC236}">
                  <a16:creationId xmlns:a16="http://schemas.microsoft.com/office/drawing/2014/main" id="{D601B2F3-3B16-42C0-8C99-57FC335AA253}"/>
                </a:ext>
              </a:extLst>
            </p:cNvPr>
            <p:cNvGrpSpPr/>
            <p:nvPr userDrawn="1"/>
          </p:nvGrpSpPr>
          <p:grpSpPr>
            <a:xfrm>
              <a:off x="12396764" y="5806296"/>
              <a:ext cx="3178515" cy="783273"/>
              <a:chOff x="-3741486" y="3386444"/>
              <a:chExt cx="3178515" cy="783273"/>
            </a:xfrm>
          </p:grpSpPr>
          <p:sp>
            <p:nvSpPr>
              <p:cNvPr id="96" name="Freeform 101">
                <a:extLst>
                  <a:ext uri="{FF2B5EF4-FFF2-40B4-BE49-F238E27FC236}">
                    <a16:creationId xmlns:a16="http://schemas.microsoft.com/office/drawing/2014/main" id="{5BA0A9D9-5FC2-45BE-B752-DAB789B37D86}"/>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97" name="Rechthoek 96">
                <a:extLst>
                  <a:ext uri="{FF2B5EF4-FFF2-40B4-BE49-F238E27FC236}">
                    <a16:creationId xmlns:a16="http://schemas.microsoft.com/office/drawing/2014/main" id="{8F8985AC-F625-4B04-B3C1-9E284F5140F8}"/>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98" name="Rechte verbindingslijn 97">
                <a:extLst>
                  <a:ext uri="{FF2B5EF4-FFF2-40B4-BE49-F238E27FC236}">
                    <a16:creationId xmlns:a16="http://schemas.microsoft.com/office/drawing/2014/main" id="{4410758E-138D-4273-9B9E-3E72B50230EE}"/>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56" name="Rechthoek 55">
              <a:extLst>
                <a:ext uri="{FF2B5EF4-FFF2-40B4-BE49-F238E27FC236}">
                  <a16:creationId xmlns:a16="http://schemas.microsoft.com/office/drawing/2014/main" id="{7874FD59-A20E-433A-8313-E57E00695AEF}"/>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57" name="Ovaal 56">
              <a:extLst>
                <a:ext uri="{FF2B5EF4-FFF2-40B4-BE49-F238E27FC236}">
                  <a16:creationId xmlns:a16="http://schemas.microsoft.com/office/drawing/2014/main" id="{557C4C7A-2B7B-40B1-8FCE-BA14B81218B6}"/>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58" name="Rechte verbindingslijn 57">
              <a:extLst>
                <a:ext uri="{FF2B5EF4-FFF2-40B4-BE49-F238E27FC236}">
                  <a16:creationId xmlns:a16="http://schemas.microsoft.com/office/drawing/2014/main" id="{510E934D-2422-4FF0-AACF-217E8515876D}"/>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59" name="Rechte verbindingslijn 58">
              <a:extLst>
                <a:ext uri="{FF2B5EF4-FFF2-40B4-BE49-F238E27FC236}">
                  <a16:creationId xmlns:a16="http://schemas.microsoft.com/office/drawing/2014/main" id="{80477909-00F0-4A1F-B540-BCA5FD517C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60" name="Rechthoek 59">
              <a:extLst>
                <a:ext uri="{FF2B5EF4-FFF2-40B4-BE49-F238E27FC236}">
                  <a16:creationId xmlns:a16="http://schemas.microsoft.com/office/drawing/2014/main" id="{6960CE26-B85B-4000-BD2F-541E65044FA8}"/>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1" name="Rechte verbindingslijn 60">
              <a:extLst>
                <a:ext uri="{FF2B5EF4-FFF2-40B4-BE49-F238E27FC236}">
                  <a16:creationId xmlns:a16="http://schemas.microsoft.com/office/drawing/2014/main" id="{A2534C93-5B2C-44FF-BA58-7F92FD7C058D}"/>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62" name="Ovaal 61">
              <a:extLst>
                <a:ext uri="{FF2B5EF4-FFF2-40B4-BE49-F238E27FC236}">
                  <a16:creationId xmlns:a16="http://schemas.microsoft.com/office/drawing/2014/main" id="{441DB6A8-DC59-49F6-BFE9-1B5D5EE76AED}"/>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63" name="Rechthoek 62">
              <a:extLst>
                <a:ext uri="{FF2B5EF4-FFF2-40B4-BE49-F238E27FC236}">
                  <a16:creationId xmlns:a16="http://schemas.microsoft.com/office/drawing/2014/main" id="{05C113F6-1D45-4584-93DA-E58E333945CA}"/>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64" name="Groep 63">
              <a:extLst>
                <a:ext uri="{FF2B5EF4-FFF2-40B4-BE49-F238E27FC236}">
                  <a16:creationId xmlns:a16="http://schemas.microsoft.com/office/drawing/2014/main" id="{4055D273-62C7-46D2-A165-2505C44C8A40}"/>
                </a:ext>
              </a:extLst>
            </p:cNvPr>
            <p:cNvGrpSpPr/>
            <p:nvPr userDrawn="1"/>
          </p:nvGrpSpPr>
          <p:grpSpPr>
            <a:xfrm>
              <a:off x="12757282" y="2184550"/>
              <a:ext cx="825500" cy="209550"/>
              <a:chOff x="13504624" y="2482850"/>
              <a:chExt cx="825500" cy="209550"/>
            </a:xfrm>
          </p:grpSpPr>
          <p:sp>
            <p:nvSpPr>
              <p:cNvPr id="93" name="Rechthoek 92">
                <a:extLst>
                  <a:ext uri="{FF2B5EF4-FFF2-40B4-BE49-F238E27FC236}">
                    <a16:creationId xmlns:a16="http://schemas.microsoft.com/office/drawing/2014/main" id="{B1C0E312-9BF5-4B49-BC53-2242EED7FF7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94" name="Rechte verbindingslijn 93">
                <a:extLst>
                  <a:ext uri="{FF2B5EF4-FFF2-40B4-BE49-F238E27FC236}">
                    <a16:creationId xmlns:a16="http://schemas.microsoft.com/office/drawing/2014/main" id="{8479EFE0-8635-4DB1-B778-F943116E9FC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5" name="Gelijkbenige driehoek 94">
                <a:extLst>
                  <a:ext uri="{FF2B5EF4-FFF2-40B4-BE49-F238E27FC236}">
                    <a16:creationId xmlns:a16="http://schemas.microsoft.com/office/drawing/2014/main" id="{AECDC201-3FA6-4E86-9DEA-A30268D1787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65" name="Groep 64">
              <a:extLst>
                <a:ext uri="{FF2B5EF4-FFF2-40B4-BE49-F238E27FC236}">
                  <a16:creationId xmlns:a16="http://schemas.microsoft.com/office/drawing/2014/main" id="{73D96032-2A04-4E69-B143-57D145DCF7C2}"/>
                </a:ext>
              </a:extLst>
            </p:cNvPr>
            <p:cNvGrpSpPr/>
            <p:nvPr userDrawn="1"/>
          </p:nvGrpSpPr>
          <p:grpSpPr>
            <a:xfrm>
              <a:off x="12757282" y="1141626"/>
              <a:ext cx="294789" cy="318834"/>
              <a:chOff x="14466489" y="1001522"/>
              <a:chExt cx="290627" cy="314333"/>
            </a:xfrm>
          </p:grpSpPr>
          <p:sp>
            <p:nvSpPr>
              <p:cNvPr id="87" name="Rechthoek 86">
                <a:extLst>
                  <a:ext uri="{FF2B5EF4-FFF2-40B4-BE49-F238E27FC236}">
                    <a16:creationId xmlns:a16="http://schemas.microsoft.com/office/drawing/2014/main" id="{74C9B7FC-0AB1-4DE5-A874-565F1C4CB20A}"/>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8" name="Ovaal 87">
                <a:extLst>
                  <a:ext uri="{FF2B5EF4-FFF2-40B4-BE49-F238E27FC236}">
                    <a16:creationId xmlns:a16="http://schemas.microsoft.com/office/drawing/2014/main" id="{FAE8FE3A-D752-4344-8AF3-AEF4DCE36C5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9" name="Vrije vorm: vorm 88">
                <a:extLst>
                  <a:ext uri="{FF2B5EF4-FFF2-40B4-BE49-F238E27FC236}">
                    <a16:creationId xmlns:a16="http://schemas.microsoft.com/office/drawing/2014/main" id="{68CAA4A5-6391-499D-AE6E-D9494792B07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0" name="Rechthoek: afgeronde hoeken 89">
                <a:extLst>
                  <a:ext uri="{FF2B5EF4-FFF2-40B4-BE49-F238E27FC236}">
                    <a16:creationId xmlns:a16="http://schemas.microsoft.com/office/drawing/2014/main" id="{C0AB7A02-3DD6-4EFA-9FA9-4463DED1F134}"/>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1" name="Rechte verbindingslijn 90">
                <a:extLst>
                  <a:ext uri="{FF2B5EF4-FFF2-40B4-BE49-F238E27FC236}">
                    <a16:creationId xmlns:a16="http://schemas.microsoft.com/office/drawing/2014/main" id="{1695E653-F215-4B1F-ABFF-75134A40D4F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Rechte verbindingslijn 91">
                <a:extLst>
                  <a:ext uri="{FF2B5EF4-FFF2-40B4-BE49-F238E27FC236}">
                    <a16:creationId xmlns:a16="http://schemas.microsoft.com/office/drawing/2014/main" id="{BCA56E40-B027-4D6D-84D0-E5B62B4CD791}"/>
                  </a:ext>
                </a:extLst>
              </p:cNvPr>
              <p:cNvCxnSpPr>
                <a:cxnSpLocks/>
                <a:stCxn id="9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6" name="Ovaal 65">
              <a:extLst>
                <a:ext uri="{FF2B5EF4-FFF2-40B4-BE49-F238E27FC236}">
                  <a16:creationId xmlns:a16="http://schemas.microsoft.com/office/drawing/2014/main" id="{58A27B51-EF04-4624-A8E1-23DC583F26A7}"/>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67" name="Rechthoek 66">
              <a:extLst>
                <a:ext uri="{FF2B5EF4-FFF2-40B4-BE49-F238E27FC236}">
                  <a16:creationId xmlns:a16="http://schemas.microsoft.com/office/drawing/2014/main" id="{9F6F3146-2772-4377-B140-65B5A9EDC878}"/>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8" name="Rechte verbindingslijn 67">
              <a:extLst>
                <a:ext uri="{FF2B5EF4-FFF2-40B4-BE49-F238E27FC236}">
                  <a16:creationId xmlns:a16="http://schemas.microsoft.com/office/drawing/2014/main" id="{01738F76-82D6-4FA0-9698-3163A5BA39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69" name="Groep 68">
              <a:extLst>
                <a:ext uri="{FF2B5EF4-FFF2-40B4-BE49-F238E27FC236}">
                  <a16:creationId xmlns:a16="http://schemas.microsoft.com/office/drawing/2014/main" id="{F270236B-9D84-46D9-8280-FE13BEB476D6}"/>
                </a:ext>
              </a:extLst>
            </p:cNvPr>
            <p:cNvGrpSpPr/>
            <p:nvPr userDrawn="1"/>
          </p:nvGrpSpPr>
          <p:grpSpPr>
            <a:xfrm>
              <a:off x="12757282" y="4967075"/>
              <a:ext cx="1499406" cy="580946"/>
              <a:chOff x="12757283" y="3120781"/>
              <a:chExt cx="1499406" cy="580946"/>
            </a:xfrm>
          </p:grpSpPr>
          <p:sp>
            <p:nvSpPr>
              <p:cNvPr id="73" name="Rechthoek 72">
                <a:extLst>
                  <a:ext uri="{FF2B5EF4-FFF2-40B4-BE49-F238E27FC236}">
                    <a16:creationId xmlns:a16="http://schemas.microsoft.com/office/drawing/2014/main" id="{F281A87E-D248-40DC-AD90-1DF2EB2AFF97}"/>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74" name="Rechthoek 73">
                <a:extLst>
                  <a:ext uri="{FF2B5EF4-FFF2-40B4-BE49-F238E27FC236}">
                    <a16:creationId xmlns:a16="http://schemas.microsoft.com/office/drawing/2014/main" id="{1D7826FD-2D45-45A0-B459-357DAAF50B79}"/>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75" name="Tekstvak 74">
                <a:extLst>
                  <a:ext uri="{FF2B5EF4-FFF2-40B4-BE49-F238E27FC236}">
                    <a16:creationId xmlns:a16="http://schemas.microsoft.com/office/drawing/2014/main" id="{C6C1CEF3-EB75-46EE-9A2A-501EE846A3B4}"/>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76" name="Tekstvak 75">
                <a:extLst>
                  <a:ext uri="{FF2B5EF4-FFF2-40B4-BE49-F238E27FC236}">
                    <a16:creationId xmlns:a16="http://schemas.microsoft.com/office/drawing/2014/main" id="{13266105-05B3-4350-9A3E-80A1808869A3}"/>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77" name="Picture 3">
                <a:extLst>
                  <a:ext uri="{FF2B5EF4-FFF2-40B4-BE49-F238E27FC236}">
                    <a16:creationId xmlns:a16="http://schemas.microsoft.com/office/drawing/2014/main" id="{6CA297B1-4E52-4277-BFA8-8CC06C3BF4A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Gelijkbenige driehoek 77">
                <a:extLst>
                  <a:ext uri="{FF2B5EF4-FFF2-40B4-BE49-F238E27FC236}">
                    <a16:creationId xmlns:a16="http://schemas.microsoft.com/office/drawing/2014/main" id="{44932BA7-C72C-43E3-9B17-546A83674776}"/>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79" name="Groep 78">
                <a:extLst>
                  <a:ext uri="{FF2B5EF4-FFF2-40B4-BE49-F238E27FC236}">
                    <a16:creationId xmlns:a16="http://schemas.microsoft.com/office/drawing/2014/main" id="{CE76BEC3-94A8-424B-880C-90B490615237}"/>
                  </a:ext>
                </a:extLst>
              </p:cNvPr>
              <p:cNvGrpSpPr/>
              <p:nvPr userDrawn="1"/>
            </p:nvGrpSpPr>
            <p:grpSpPr>
              <a:xfrm>
                <a:off x="12822311" y="3178534"/>
                <a:ext cx="182309" cy="163794"/>
                <a:chOff x="12832541" y="3162395"/>
                <a:chExt cx="219532" cy="197236"/>
              </a:xfrm>
            </p:grpSpPr>
            <p:sp>
              <p:nvSpPr>
                <p:cNvPr id="84" name="Rechthoek 83">
                  <a:extLst>
                    <a:ext uri="{FF2B5EF4-FFF2-40B4-BE49-F238E27FC236}">
                      <a16:creationId xmlns:a16="http://schemas.microsoft.com/office/drawing/2014/main" id="{B6B33279-769C-4A58-8BF9-FC9F47184ED4}"/>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5" name="Rechthoek 84">
                  <a:extLst>
                    <a:ext uri="{FF2B5EF4-FFF2-40B4-BE49-F238E27FC236}">
                      <a16:creationId xmlns:a16="http://schemas.microsoft.com/office/drawing/2014/main" id="{FE7BBA67-1C6C-4FC8-B51A-817EB082490A}"/>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6" name="Rechthoek 85">
                  <a:extLst>
                    <a:ext uri="{FF2B5EF4-FFF2-40B4-BE49-F238E27FC236}">
                      <a16:creationId xmlns:a16="http://schemas.microsoft.com/office/drawing/2014/main" id="{787C9042-5693-4EDA-8CA0-E6602F27839A}"/>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80" name="Groep 79">
                <a:extLst>
                  <a:ext uri="{FF2B5EF4-FFF2-40B4-BE49-F238E27FC236}">
                    <a16:creationId xmlns:a16="http://schemas.microsoft.com/office/drawing/2014/main" id="{B4AC4E55-355C-4332-B5D5-AB29177B7680}"/>
                  </a:ext>
                </a:extLst>
              </p:cNvPr>
              <p:cNvGrpSpPr/>
              <p:nvPr userDrawn="1"/>
            </p:nvGrpSpPr>
            <p:grpSpPr>
              <a:xfrm>
                <a:off x="12822311" y="3480352"/>
                <a:ext cx="182309" cy="163794"/>
                <a:chOff x="12832541" y="3162395"/>
                <a:chExt cx="219532" cy="197236"/>
              </a:xfrm>
            </p:grpSpPr>
            <p:sp>
              <p:nvSpPr>
                <p:cNvPr id="81" name="Rechthoek 80">
                  <a:extLst>
                    <a:ext uri="{FF2B5EF4-FFF2-40B4-BE49-F238E27FC236}">
                      <a16:creationId xmlns:a16="http://schemas.microsoft.com/office/drawing/2014/main" id="{525FEEB2-A267-4C46-8FD8-D17EC069A42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2" name="Rechthoek 81">
                  <a:extLst>
                    <a:ext uri="{FF2B5EF4-FFF2-40B4-BE49-F238E27FC236}">
                      <a16:creationId xmlns:a16="http://schemas.microsoft.com/office/drawing/2014/main" id="{18829EEE-77AE-4E06-B27F-92CE391B3AC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3" name="Rechthoek 82">
                  <a:extLst>
                    <a:ext uri="{FF2B5EF4-FFF2-40B4-BE49-F238E27FC236}">
                      <a16:creationId xmlns:a16="http://schemas.microsoft.com/office/drawing/2014/main" id="{BE5810B9-0716-46BA-988E-C5685B51DB0D}"/>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70" name="Ovaal 69">
              <a:extLst>
                <a:ext uri="{FF2B5EF4-FFF2-40B4-BE49-F238E27FC236}">
                  <a16:creationId xmlns:a16="http://schemas.microsoft.com/office/drawing/2014/main" id="{7AFFA373-9126-43A8-A2EA-3FF212C6CA9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71" name="Rechthoek 70">
              <a:extLst>
                <a:ext uri="{FF2B5EF4-FFF2-40B4-BE49-F238E27FC236}">
                  <a16:creationId xmlns:a16="http://schemas.microsoft.com/office/drawing/2014/main" id="{C94AD153-3045-47D6-955C-F6869E081F18}"/>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2" name="Rechte verbindingslijn 71">
              <a:extLst>
                <a:ext uri="{FF2B5EF4-FFF2-40B4-BE49-F238E27FC236}">
                  <a16:creationId xmlns:a16="http://schemas.microsoft.com/office/drawing/2014/main" id="{EC1A5CAE-9F30-439F-9FCE-0201BA2080C6}"/>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127" name="Tijdelijke aanduiding voor tekst 126">
            <a:extLst>
              <a:ext uri="{FF2B5EF4-FFF2-40B4-BE49-F238E27FC236}">
                <a16:creationId xmlns:a16="http://schemas.microsoft.com/office/drawing/2014/main" id="{6C3BBCF6-5BDB-47A2-8C5B-A3011553378E}"/>
              </a:ext>
            </a:extLst>
          </p:cNvPr>
          <p:cNvSpPr>
            <a:spLocks noGrp="1"/>
          </p:cNvSpPr>
          <p:nvPr>
            <p:ph type="body" sz="quarter" idx="65"/>
          </p:nvPr>
        </p:nvSpPr>
        <p:spPr>
          <a:xfrm>
            <a:off x="265647"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130" name="Tijdelijke aanduiding voor dianummer 5">
            <a:extLst>
              <a:ext uri="{FF2B5EF4-FFF2-40B4-BE49-F238E27FC236}">
                <a16:creationId xmlns:a16="http://schemas.microsoft.com/office/drawing/2014/main" id="{B420AA81-754B-45EB-8942-AF665B88BD94}"/>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64968468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MET GRAFIEK (50%/ 50%)">
    <p:spTree>
      <p:nvGrpSpPr>
        <p:cNvPr id="1" name=""/>
        <p:cNvGrpSpPr/>
        <p:nvPr/>
      </p:nvGrpSpPr>
      <p:grpSpPr>
        <a:xfrm>
          <a:off x="0" y="0"/>
          <a:ext cx="0" cy="0"/>
          <a:chOff x="0" y="0"/>
          <a:chExt cx="0" cy="0"/>
        </a:xfrm>
      </p:grpSpPr>
      <p:grpSp>
        <p:nvGrpSpPr>
          <p:cNvPr id="72" name="GRID" hidden="1">
            <a:extLst>
              <a:ext uri="{FF2B5EF4-FFF2-40B4-BE49-F238E27FC236}">
                <a16:creationId xmlns:a16="http://schemas.microsoft.com/office/drawing/2014/main" id="{D8098A61-1797-4AB0-A023-CD4B7C6E863E}"/>
              </a:ext>
            </a:extLst>
          </p:cNvPr>
          <p:cNvGrpSpPr/>
          <p:nvPr userDrawn="1"/>
        </p:nvGrpSpPr>
        <p:grpSpPr>
          <a:xfrm>
            <a:off x="0" y="0"/>
            <a:ext cx="12192000" cy="6858000"/>
            <a:chOff x="0" y="0"/>
            <a:chExt cx="12192000" cy="6858000"/>
          </a:xfrm>
        </p:grpSpPr>
        <p:sp>
          <p:nvSpPr>
            <p:cNvPr id="73" name="Rechthoek 72">
              <a:extLst>
                <a:ext uri="{FF2B5EF4-FFF2-40B4-BE49-F238E27FC236}">
                  <a16:creationId xmlns:a16="http://schemas.microsoft.com/office/drawing/2014/main" id="{4398C623-ABDD-483E-9286-CAFBD5DABFDA}"/>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Rechthoek 73">
              <a:extLst>
                <a:ext uri="{FF2B5EF4-FFF2-40B4-BE49-F238E27FC236}">
                  <a16:creationId xmlns:a16="http://schemas.microsoft.com/office/drawing/2014/main" id="{B8001D40-9B45-4E7F-8DBE-87EA71A36B48}"/>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BE80029F-0D70-40DB-843E-34A3A952CF57}"/>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hthoek 75">
              <a:extLst>
                <a:ext uri="{FF2B5EF4-FFF2-40B4-BE49-F238E27FC236}">
                  <a16:creationId xmlns:a16="http://schemas.microsoft.com/office/drawing/2014/main" id="{0346A7F8-30E3-4F08-A234-B6D2FD8C8252}"/>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B68540D6-690A-4197-A9DB-58EB90C01F2D}"/>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7D97E9F9-A31B-46E8-88FC-FE7984C7F74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5AD708E2-A7E2-4D52-A0F7-9CB23122CA63}"/>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0" name="Rechthoek 79">
              <a:extLst>
                <a:ext uri="{FF2B5EF4-FFF2-40B4-BE49-F238E27FC236}">
                  <a16:creationId xmlns:a16="http://schemas.microsoft.com/office/drawing/2014/main" id="{071E772C-68F0-46A2-A7A8-F9A1ED98AC53}"/>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1" name="Rechthoek 80">
              <a:extLst>
                <a:ext uri="{FF2B5EF4-FFF2-40B4-BE49-F238E27FC236}">
                  <a16:creationId xmlns:a16="http://schemas.microsoft.com/office/drawing/2014/main" id="{A5D98152-DA71-4196-8DC7-35B274E6821C}"/>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2" name="Rechthoek 81">
              <a:extLst>
                <a:ext uri="{FF2B5EF4-FFF2-40B4-BE49-F238E27FC236}">
                  <a16:creationId xmlns:a16="http://schemas.microsoft.com/office/drawing/2014/main" id="{246655AC-E1BC-477D-B554-C586E3DCACF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hthoek 82">
              <a:extLst>
                <a:ext uri="{FF2B5EF4-FFF2-40B4-BE49-F238E27FC236}">
                  <a16:creationId xmlns:a16="http://schemas.microsoft.com/office/drawing/2014/main" id="{EA42BD67-1553-4AAB-81A1-AF7CA6030C13}"/>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4" name="Rechthoek 83">
              <a:extLst>
                <a:ext uri="{FF2B5EF4-FFF2-40B4-BE49-F238E27FC236}">
                  <a16:creationId xmlns:a16="http://schemas.microsoft.com/office/drawing/2014/main" id="{9C912707-9497-401A-BF0A-0E2FC2B1C018}"/>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14546"/>
            <a:ext cx="3140325" cy="216909"/>
          </a:xfrm>
        </p:spPr>
        <p:txBody>
          <a:bodyPr/>
          <a:lstStyle/>
          <a:p>
            <a:fld id="{81B33066-8D2A-4A75-BFF1-CF44C8C09CE9}"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14546"/>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11407336" cy="600744"/>
          </a:xfrm>
        </p:spPr>
        <p:txBody>
          <a:bodyPr/>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1864" y="1401494"/>
            <a:ext cx="5426486" cy="4451377"/>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530247" y="-885712"/>
            <a:ext cx="3131537"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GRAFIEK (50%/ 50%)</a:t>
            </a:r>
          </a:p>
        </p:txBody>
      </p:sp>
      <p:sp>
        <p:nvSpPr>
          <p:cNvPr id="91" name="grafiek">
            <a:extLst>
              <a:ext uri="{FF2B5EF4-FFF2-40B4-BE49-F238E27FC236}">
                <a16:creationId xmlns:a16="http://schemas.microsoft.com/office/drawing/2014/main" id="{BDED734F-E8EE-4A40-A3B0-CCDA1D102C45}"/>
              </a:ext>
            </a:extLst>
          </p:cNvPr>
          <p:cNvSpPr>
            <a:spLocks noGrp="1"/>
          </p:cNvSpPr>
          <p:nvPr>
            <p:ph type="chart" sz="quarter" idx="14" hasCustomPrompt="1"/>
          </p:nvPr>
        </p:nvSpPr>
        <p:spPr>
          <a:xfrm>
            <a:off x="6227400" y="1401494"/>
            <a:ext cx="5437991" cy="4422432"/>
          </a:xfrm>
          <a:solidFill>
            <a:schemeClr val="bg1">
              <a:lumMod val="95000"/>
            </a:schemeClr>
          </a:solidFill>
        </p:spPr>
        <p:txBody>
          <a:bodyPr tIns="1620000"/>
          <a:lstStyle>
            <a:lvl1pPr marL="0" indent="0" algn="ctr">
              <a:spcBef>
                <a:spcPts val="0"/>
              </a:spcBef>
              <a:spcAft>
                <a:spcPts val="0"/>
              </a:spcAft>
              <a:buNone/>
              <a:defRPr sz="1050" b="1" baseline="0"/>
            </a:lvl1pPr>
          </a:lstStyle>
          <a:p>
            <a:r>
              <a:rPr lang="nl-NL"/>
              <a:t>Klik op onderstaand pictogram</a:t>
            </a:r>
            <a:br>
              <a:rPr lang="nl-NL"/>
            </a:br>
            <a:r>
              <a:rPr lang="nl-NL"/>
              <a:t>om een grafiek in te voegen</a:t>
            </a:r>
          </a:p>
        </p:txBody>
      </p:sp>
      <p:grpSp>
        <p:nvGrpSpPr>
          <p:cNvPr id="93" name="Instructie">
            <a:extLst>
              <a:ext uri="{FF2B5EF4-FFF2-40B4-BE49-F238E27FC236}">
                <a16:creationId xmlns:a16="http://schemas.microsoft.com/office/drawing/2014/main" id="{C9E001F6-3FBC-45DC-8207-6548440F7712}"/>
              </a:ext>
            </a:extLst>
          </p:cNvPr>
          <p:cNvGrpSpPr/>
          <p:nvPr userDrawn="1"/>
        </p:nvGrpSpPr>
        <p:grpSpPr>
          <a:xfrm>
            <a:off x="12389714" y="3046306"/>
            <a:ext cx="3183677" cy="2546619"/>
            <a:chOff x="12389714" y="4327164"/>
            <a:chExt cx="3183677" cy="2546619"/>
          </a:xfrm>
        </p:grpSpPr>
        <p:grpSp>
          <p:nvGrpSpPr>
            <p:cNvPr id="94" name="Meer informatie">
              <a:extLst>
                <a:ext uri="{FF2B5EF4-FFF2-40B4-BE49-F238E27FC236}">
                  <a16:creationId xmlns:a16="http://schemas.microsoft.com/office/drawing/2014/main" id="{7A1C1B78-6E2D-43F3-86BB-D14987A8AA27}"/>
                </a:ext>
              </a:extLst>
            </p:cNvPr>
            <p:cNvGrpSpPr/>
            <p:nvPr userDrawn="1"/>
          </p:nvGrpSpPr>
          <p:grpSpPr>
            <a:xfrm>
              <a:off x="12394875" y="6090510"/>
              <a:ext cx="3178515" cy="783273"/>
              <a:chOff x="-3741486" y="3359148"/>
              <a:chExt cx="3178515" cy="783273"/>
            </a:xfrm>
          </p:grpSpPr>
          <p:sp>
            <p:nvSpPr>
              <p:cNvPr id="132" name="Freeform 101">
                <a:extLst>
                  <a:ext uri="{FF2B5EF4-FFF2-40B4-BE49-F238E27FC236}">
                    <a16:creationId xmlns:a16="http://schemas.microsoft.com/office/drawing/2014/main" id="{16A53905-2267-4835-AA50-6145FC3B3FC9}"/>
                  </a:ext>
                </a:extLst>
              </p:cNvPr>
              <p:cNvSpPr>
                <a:spLocks noEditPoints="1"/>
              </p:cNvSpPr>
              <p:nvPr/>
            </p:nvSpPr>
            <p:spPr bwMode="auto">
              <a:xfrm>
                <a:off x="-3741486" y="3359148"/>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33" name="Rechthoek 132">
                <a:extLst>
                  <a:ext uri="{FF2B5EF4-FFF2-40B4-BE49-F238E27FC236}">
                    <a16:creationId xmlns:a16="http://schemas.microsoft.com/office/drawing/2014/main" id="{BBC55B4F-53EC-4FA0-9FA4-A2BA84E90F87}"/>
                  </a:ext>
                </a:extLst>
              </p:cNvPr>
              <p:cNvSpPr/>
              <p:nvPr userDrawn="1"/>
            </p:nvSpPr>
            <p:spPr>
              <a:xfrm>
                <a:off x="-3380966" y="3431177"/>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34" name="Rechte verbindingslijn 133">
                <a:extLst>
                  <a:ext uri="{FF2B5EF4-FFF2-40B4-BE49-F238E27FC236}">
                    <a16:creationId xmlns:a16="http://schemas.microsoft.com/office/drawing/2014/main" id="{501C72D5-9204-4357-8F61-286786591090}"/>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cxnSp>
          <p:nvCxnSpPr>
            <p:cNvPr id="95" name="Rechte verbindingslijn 94">
              <a:extLst>
                <a:ext uri="{FF2B5EF4-FFF2-40B4-BE49-F238E27FC236}">
                  <a16:creationId xmlns:a16="http://schemas.microsoft.com/office/drawing/2014/main" id="{E73A71B5-D298-408B-B81A-669EDBCB715C}"/>
                </a:ext>
              </a:extLst>
            </p:cNvPr>
            <p:cNvCxnSpPr>
              <a:cxnSpLocks/>
            </p:cNvCxnSpPr>
            <p:nvPr userDrawn="1"/>
          </p:nvCxnSpPr>
          <p:spPr>
            <a:xfrm>
              <a:off x="12395374" y="5963729"/>
              <a:ext cx="3178017" cy="0"/>
            </a:xfrm>
            <a:prstGeom prst="line">
              <a:avLst/>
            </a:prstGeom>
            <a:noFill/>
            <a:ln w="3175" cap="flat" cmpd="sng" algn="ctr">
              <a:solidFill>
                <a:schemeClr val="accent1"/>
              </a:solidFill>
              <a:prstDash val="solid"/>
            </a:ln>
            <a:effectLst/>
          </p:spPr>
        </p:cxnSp>
        <p:sp>
          <p:nvSpPr>
            <p:cNvPr id="96" name="Rechthoek 95">
              <a:extLst>
                <a:ext uri="{FF2B5EF4-FFF2-40B4-BE49-F238E27FC236}">
                  <a16:creationId xmlns:a16="http://schemas.microsoft.com/office/drawing/2014/main" id="{4F090187-74DB-4F08-B9D2-5A2495208D4F}"/>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Data van de Grafiek Bewerken</a:t>
              </a:r>
            </a:p>
          </p:txBody>
        </p:sp>
        <p:sp>
          <p:nvSpPr>
            <p:cNvPr id="97" name="Ovaal 96">
              <a:extLst>
                <a:ext uri="{FF2B5EF4-FFF2-40B4-BE49-F238E27FC236}">
                  <a16:creationId xmlns:a16="http://schemas.microsoft.com/office/drawing/2014/main" id="{56242B33-BB1A-4AC4-A7AF-6695B08F87DE}"/>
                </a:ext>
              </a:extLst>
            </p:cNvPr>
            <p:cNvSpPr/>
            <p:nvPr userDrawn="1"/>
          </p:nvSpPr>
          <p:spPr>
            <a:xfrm>
              <a:off x="12389714" y="470625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98" name="Rechte verbindingslijn 97">
              <a:extLst>
                <a:ext uri="{FF2B5EF4-FFF2-40B4-BE49-F238E27FC236}">
                  <a16:creationId xmlns:a16="http://schemas.microsoft.com/office/drawing/2014/main" id="{7E3C0BF9-E98E-44A9-8118-80E0DAB7D10E}"/>
                </a:ext>
              </a:extLst>
            </p:cNvPr>
            <p:cNvCxnSpPr>
              <a:cxnSpLocks/>
            </p:cNvCxnSpPr>
            <p:nvPr userDrawn="1"/>
          </p:nvCxnSpPr>
          <p:spPr>
            <a:xfrm>
              <a:off x="12395374" y="4584932"/>
              <a:ext cx="3178017" cy="0"/>
            </a:xfrm>
            <a:prstGeom prst="line">
              <a:avLst/>
            </a:prstGeom>
            <a:noFill/>
            <a:ln w="3175" cap="flat" cmpd="sng" algn="ctr">
              <a:solidFill>
                <a:schemeClr val="accent1"/>
              </a:solidFill>
              <a:prstDash val="solid"/>
            </a:ln>
            <a:effectLst/>
          </p:spPr>
        </p:cxnSp>
        <p:sp>
          <p:nvSpPr>
            <p:cNvPr id="99" name="Rechthoek 98">
              <a:extLst>
                <a:ext uri="{FF2B5EF4-FFF2-40B4-BE49-F238E27FC236}">
                  <a16:creationId xmlns:a16="http://schemas.microsoft.com/office/drawing/2014/main" id="{7CFB252F-FA08-4A37-88FC-077A1F4CE170}"/>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0" name="Groep 99">
              <a:extLst>
                <a:ext uri="{FF2B5EF4-FFF2-40B4-BE49-F238E27FC236}">
                  <a16:creationId xmlns:a16="http://schemas.microsoft.com/office/drawing/2014/main" id="{5149F826-5473-4D84-B11A-B8FCED0BC60B}"/>
                </a:ext>
              </a:extLst>
            </p:cNvPr>
            <p:cNvGrpSpPr/>
            <p:nvPr userDrawn="1"/>
          </p:nvGrpSpPr>
          <p:grpSpPr>
            <a:xfrm>
              <a:off x="12755394" y="5222855"/>
              <a:ext cx="1714530" cy="639425"/>
              <a:chOff x="12757283" y="4365594"/>
              <a:chExt cx="1714530" cy="639425"/>
            </a:xfrm>
          </p:grpSpPr>
          <p:sp>
            <p:nvSpPr>
              <p:cNvPr id="101" name="Rechthoek 100">
                <a:extLst>
                  <a:ext uri="{FF2B5EF4-FFF2-40B4-BE49-F238E27FC236}">
                    <a16:creationId xmlns:a16="http://schemas.microsoft.com/office/drawing/2014/main" id="{4DBEFDC8-2B58-429A-A80F-BECE302BD12E}"/>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2" name="Rechthoek 101">
                <a:extLst>
                  <a:ext uri="{FF2B5EF4-FFF2-40B4-BE49-F238E27FC236}">
                    <a16:creationId xmlns:a16="http://schemas.microsoft.com/office/drawing/2014/main" id="{D9C13CA8-362E-419F-8E5B-5423F1B8C43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3" name="Tekstvak 102">
                <a:extLst>
                  <a:ext uri="{FF2B5EF4-FFF2-40B4-BE49-F238E27FC236}">
                    <a16:creationId xmlns:a16="http://schemas.microsoft.com/office/drawing/2014/main" id="{38A87954-6B96-4840-99EE-473A13BF08BB}"/>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4" name="Tekstvak 103">
                <a:extLst>
                  <a:ext uri="{FF2B5EF4-FFF2-40B4-BE49-F238E27FC236}">
                    <a16:creationId xmlns:a16="http://schemas.microsoft.com/office/drawing/2014/main" id="{64EAE2DA-E998-42D4-AF66-6DC0D991A79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5" name="Picture 3">
                <a:extLst>
                  <a:ext uri="{FF2B5EF4-FFF2-40B4-BE49-F238E27FC236}">
                    <a16:creationId xmlns:a16="http://schemas.microsoft.com/office/drawing/2014/main" id="{2637CA94-7489-4D59-BA7C-0072F03D779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6" name="Groep 105">
                <a:extLst>
                  <a:ext uri="{FF2B5EF4-FFF2-40B4-BE49-F238E27FC236}">
                    <a16:creationId xmlns:a16="http://schemas.microsoft.com/office/drawing/2014/main" id="{E0F65D8A-932C-4FFE-8A7C-FCD741C254C1}"/>
                  </a:ext>
                </a:extLst>
              </p:cNvPr>
              <p:cNvGrpSpPr/>
              <p:nvPr userDrawn="1"/>
            </p:nvGrpSpPr>
            <p:grpSpPr>
              <a:xfrm>
                <a:off x="12831198" y="4432250"/>
                <a:ext cx="139861" cy="152244"/>
                <a:chOff x="12574450" y="6053892"/>
                <a:chExt cx="169232" cy="184215"/>
              </a:xfrm>
            </p:grpSpPr>
            <p:sp>
              <p:nvSpPr>
                <p:cNvPr id="129" name="Rechthoek 128">
                  <a:extLst>
                    <a:ext uri="{FF2B5EF4-FFF2-40B4-BE49-F238E27FC236}">
                      <a16:creationId xmlns:a16="http://schemas.microsoft.com/office/drawing/2014/main" id="{E4F2CAC6-C286-4619-9A46-94AF0F3B481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0" name="Rechthoek 129">
                  <a:extLst>
                    <a:ext uri="{FF2B5EF4-FFF2-40B4-BE49-F238E27FC236}">
                      <a16:creationId xmlns:a16="http://schemas.microsoft.com/office/drawing/2014/main" id="{FF309A0B-5266-403E-A702-BE9F65D2475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1" name="Rechthoek 130">
                  <a:extLst>
                    <a:ext uri="{FF2B5EF4-FFF2-40B4-BE49-F238E27FC236}">
                      <a16:creationId xmlns:a16="http://schemas.microsoft.com/office/drawing/2014/main" id="{6473A50E-AE4B-43CE-8EC8-1620785C8D6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07" name="Groep 106">
                <a:extLst>
                  <a:ext uri="{FF2B5EF4-FFF2-40B4-BE49-F238E27FC236}">
                    <a16:creationId xmlns:a16="http://schemas.microsoft.com/office/drawing/2014/main" id="{A10A86B2-4771-4F86-94AC-EE55D2392979}"/>
                  </a:ext>
                </a:extLst>
              </p:cNvPr>
              <p:cNvGrpSpPr/>
              <p:nvPr userDrawn="1"/>
            </p:nvGrpSpPr>
            <p:grpSpPr>
              <a:xfrm>
                <a:off x="12831198" y="4748585"/>
                <a:ext cx="184916" cy="120210"/>
                <a:chOff x="8815516" y="1076284"/>
                <a:chExt cx="503174" cy="327105"/>
              </a:xfrm>
            </p:grpSpPr>
            <p:sp>
              <p:nvSpPr>
                <p:cNvPr id="108" name="Rechthoek 107">
                  <a:extLst>
                    <a:ext uri="{FF2B5EF4-FFF2-40B4-BE49-F238E27FC236}">
                      <a16:creationId xmlns:a16="http://schemas.microsoft.com/office/drawing/2014/main" id="{47F3F537-AC54-4DE4-9350-4910FCF53CE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09" name="Groep 108">
                  <a:extLst>
                    <a:ext uri="{FF2B5EF4-FFF2-40B4-BE49-F238E27FC236}">
                      <a16:creationId xmlns:a16="http://schemas.microsoft.com/office/drawing/2014/main" id="{E845CEF2-5548-4E42-8AF4-6F14ED3A3499}"/>
                    </a:ext>
                  </a:extLst>
                </p:cNvPr>
                <p:cNvGrpSpPr/>
                <p:nvPr userDrawn="1"/>
              </p:nvGrpSpPr>
              <p:grpSpPr>
                <a:xfrm>
                  <a:off x="8815517" y="1076284"/>
                  <a:ext cx="503173" cy="327105"/>
                  <a:chOff x="1351248" y="-683635"/>
                  <a:chExt cx="503173" cy="327105"/>
                </a:xfrm>
              </p:grpSpPr>
              <p:grpSp>
                <p:nvGrpSpPr>
                  <p:cNvPr id="110" name="Groep 109">
                    <a:extLst>
                      <a:ext uri="{FF2B5EF4-FFF2-40B4-BE49-F238E27FC236}">
                        <a16:creationId xmlns:a16="http://schemas.microsoft.com/office/drawing/2014/main" id="{E9E726B1-A7C6-4F14-9CAC-F4CD04BDDDF0}"/>
                      </a:ext>
                    </a:extLst>
                  </p:cNvPr>
                  <p:cNvGrpSpPr/>
                  <p:nvPr userDrawn="1"/>
                </p:nvGrpSpPr>
                <p:grpSpPr>
                  <a:xfrm>
                    <a:off x="1351248" y="-683635"/>
                    <a:ext cx="375186" cy="293652"/>
                    <a:chOff x="1094874" y="-884923"/>
                    <a:chExt cx="884668" cy="692417"/>
                  </a:xfrm>
                </p:grpSpPr>
                <p:sp>
                  <p:nvSpPr>
                    <p:cNvPr id="115" name="Rechthoek 114">
                      <a:extLst>
                        <a:ext uri="{FF2B5EF4-FFF2-40B4-BE49-F238E27FC236}">
                          <a16:creationId xmlns:a16="http://schemas.microsoft.com/office/drawing/2014/main" id="{CB7A4333-9006-4DEC-8C05-AB8BA2C89A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16" name="Groep 115">
                      <a:extLst>
                        <a:ext uri="{FF2B5EF4-FFF2-40B4-BE49-F238E27FC236}">
                          <a16:creationId xmlns:a16="http://schemas.microsoft.com/office/drawing/2014/main" id="{BBDB74E0-95DA-4B1B-B0B5-526EB6020035}"/>
                        </a:ext>
                      </a:extLst>
                    </p:cNvPr>
                    <p:cNvGrpSpPr/>
                    <p:nvPr userDrawn="1"/>
                  </p:nvGrpSpPr>
                  <p:grpSpPr>
                    <a:xfrm>
                      <a:off x="1094874" y="-878306"/>
                      <a:ext cx="867364" cy="685800"/>
                      <a:chOff x="1094874" y="-878306"/>
                      <a:chExt cx="867364" cy="613611"/>
                    </a:xfrm>
                  </p:grpSpPr>
                  <p:cxnSp>
                    <p:nvCxnSpPr>
                      <p:cNvPr id="122" name="Rechte verbindingslijn 121">
                        <a:extLst>
                          <a:ext uri="{FF2B5EF4-FFF2-40B4-BE49-F238E27FC236}">
                            <a16:creationId xmlns:a16="http://schemas.microsoft.com/office/drawing/2014/main" id="{1F5CA13D-6259-465D-A375-8AADDDE629C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F761B7E8-C0D2-4D72-A278-8D0AB0AC27A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4E325CC0-D128-44F7-A915-260996265FAB}"/>
                          </a:ext>
                        </a:extLst>
                      </p:cNvPr>
                      <p:cNvGrpSpPr/>
                      <p:nvPr userDrawn="1"/>
                    </p:nvGrpSpPr>
                    <p:grpSpPr>
                      <a:xfrm>
                        <a:off x="1270535" y="-878306"/>
                        <a:ext cx="526983" cy="613611"/>
                        <a:chOff x="1270535" y="-745959"/>
                        <a:chExt cx="526983" cy="481264"/>
                      </a:xfrm>
                    </p:grpSpPr>
                    <p:cxnSp>
                      <p:nvCxnSpPr>
                        <p:cNvPr id="125" name="Rechte verbindingslijn 124">
                          <a:extLst>
                            <a:ext uri="{FF2B5EF4-FFF2-40B4-BE49-F238E27FC236}">
                              <a16:creationId xmlns:a16="http://schemas.microsoft.com/office/drawing/2014/main" id="{C7638D50-02D3-4B9D-A6A4-D1014B950C3B}"/>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FC25F6D1-67A7-4D32-8D54-D5234326E52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3D5DF2D7-D0A1-4107-A507-0C75344A26E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8" name="Rechte verbindingslijn 127">
                          <a:extLst>
                            <a:ext uri="{FF2B5EF4-FFF2-40B4-BE49-F238E27FC236}">
                              <a16:creationId xmlns:a16="http://schemas.microsoft.com/office/drawing/2014/main" id="{521D8DF3-8251-4453-9315-AC24AD6A8ADD}"/>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7" name="Rechte verbindingslijn 116">
                      <a:extLst>
                        <a:ext uri="{FF2B5EF4-FFF2-40B4-BE49-F238E27FC236}">
                          <a16:creationId xmlns:a16="http://schemas.microsoft.com/office/drawing/2014/main" id="{28098B12-E9CD-4E38-8F60-278A86109DF3}"/>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8" name="Groep 117">
                      <a:extLst>
                        <a:ext uri="{FF2B5EF4-FFF2-40B4-BE49-F238E27FC236}">
                          <a16:creationId xmlns:a16="http://schemas.microsoft.com/office/drawing/2014/main" id="{162FE508-906F-49AE-A86E-44E52136004B}"/>
                        </a:ext>
                      </a:extLst>
                    </p:cNvPr>
                    <p:cNvGrpSpPr/>
                    <p:nvPr userDrawn="1"/>
                  </p:nvGrpSpPr>
                  <p:grpSpPr>
                    <a:xfrm>
                      <a:off x="1094874" y="-607596"/>
                      <a:ext cx="878306" cy="276726"/>
                      <a:chOff x="1106905" y="-607596"/>
                      <a:chExt cx="878307" cy="276726"/>
                    </a:xfrm>
                  </p:grpSpPr>
                  <p:cxnSp>
                    <p:nvCxnSpPr>
                      <p:cNvPr id="119" name="Rechte verbindingslijn 118">
                        <a:extLst>
                          <a:ext uri="{FF2B5EF4-FFF2-40B4-BE49-F238E27FC236}">
                            <a16:creationId xmlns:a16="http://schemas.microsoft.com/office/drawing/2014/main" id="{5503EED9-B041-4F8A-B272-009E252CCF53}"/>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94E33E19-C581-40C2-ABEB-4BD42A33E9C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7BD10776-A3E1-48E1-86CD-8CDD6A102B0F}"/>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1" name="Groep 110">
                    <a:extLst>
                      <a:ext uri="{FF2B5EF4-FFF2-40B4-BE49-F238E27FC236}">
                        <a16:creationId xmlns:a16="http://schemas.microsoft.com/office/drawing/2014/main" id="{8B5AFAAA-DAD1-4662-9C8D-62732563B290}"/>
                      </a:ext>
                    </a:extLst>
                  </p:cNvPr>
                  <p:cNvGrpSpPr/>
                  <p:nvPr userDrawn="1"/>
                </p:nvGrpSpPr>
                <p:grpSpPr>
                  <a:xfrm rot="2700000">
                    <a:off x="1605871" y="-605080"/>
                    <a:ext cx="90079" cy="407021"/>
                    <a:chOff x="3130062" y="-817193"/>
                    <a:chExt cx="131884" cy="595920"/>
                  </a:xfrm>
                  <a:solidFill>
                    <a:srgbClr val="3399FF"/>
                  </a:solidFill>
                </p:grpSpPr>
                <p:sp>
                  <p:nvSpPr>
                    <p:cNvPr id="112" name="Rechthoek 111">
                      <a:extLst>
                        <a:ext uri="{FF2B5EF4-FFF2-40B4-BE49-F238E27FC236}">
                          <a16:creationId xmlns:a16="http://schemas.microsoft.com/office/drawing/2014/main" id="{880B84C0-5DE3-42E3-9EF9-49216969E428}"/>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3" name="Rechthoek: afgeronde bovenhoeken 112">
                      <a:extLst>
                        <a:ext uri="{FF2B5EF4-FFF2-40B4-BE49-F238E27FC236}">
                          <a16:creationId xmlns:a16="http://schemas.microsoft.com/office/drawing/2014/main" id="{FE1C688C-1D06-4343-A0F7-B7B214ECF33A}"/>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4" name="Gelijkbenige driehoek 113">
                      <a:extLst>
                        <a:ext uri="{FF2B5EF4-FFF2-40B4-BE49-F238E27FC236}">
                          <a16:creationId xmlns:a16="http://schemas.microsoft.com/office/drawing/2014/main" id="{26A48251-B39F-43D2-A5B4-8579A5A464C2}"/>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grpSp>
      </p:grpSp>
      <p:grpSp>
        <p:nvGrpSpPr>
          <p:cNvPr id="135" name="Instructie">
            <a:extLst>
              <a:ext uri="{FF2B5EF4-FFF2-40B4-BE49-F238E27FC236}">
                <a16:creationId xmlns:a16="http://schemas.microsoft.com/office/drawing/2014/main" id="{015A3A78-3E5D-474B-8118-23BEB68D7F72}"/>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1EF28382-F5DA-4222-B10F-3C1A3B1D4D1B}"/>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E71F8945-6688-42DC-B6BB-F5523F38EAF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E37094F8-B57D-4C64-B920-796D1AFC858E}"/>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39" name="Rechte verbindingslijn 138">
              <a:extLst>
                <a:ext uri="{FF2B5EF4-FFF2-40B4-BE49-F238E27FC236}">
                  <a16:creationId xmlns:a16="http://schemas.microsoft.com/office/drawing/2014/main" id="{82D6A188-7533-4E36-BA8C-7CFBBF1DFD9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40" name="Rechthoek 139">
              <a:extLst>
                <a:ext uri="{FF2B5EF4-FFF2-40B4-BE49-F238E27FC236}">
                  <a16:creationId xmlns:a16="http://schemas.microsoft.com/office/drawing/2014/main" id="{03F6F256-BAED-42AD-B7CD-CD74E7CB538D}"/>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97A56B35-5EF6-4088-816C-CB973DBB0871}"/>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1107F6C4-83ED-4B0A-BA8C-C2D85F7CD015}"/>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099C7953-056F-4CF9-B984-08C5D0BB378B}"/>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7128E767-D7C4-4F0A-A11C-C36D78ABCA5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0313D5C2-5876-407F-9A6B-82883BF4BF8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81923B41-E4FE-4FEA-906E-82B89458B5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8EB43433-97DE-4461-9FAE-0E382BE65E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45" name="Groep 144">
              <a:extLst>
                <a:ext uri="{FF2B5EF4-FFF2-40B4-BE49-F238E27FC236}">
                  <a16:creationId xmlns:a16="http://schemas.microsoft.com/office/drawing/2014/main" id="{F96A3E84-258C-4FDC-B46B-F7D1B2F335BB}"/>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01475AE3-376C-47EE-83D5-684D16F7774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D4EE6DCE-B63B-434C-91ED-1587AF755CD2}"/>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8" name="Rechthoek 147">
                <a:extLst>
                  <a:ext uri="{FF2B5EF4-FFF2-40B4-BE49-F238E27FC236}">
                    <a16:creationId xmlns:a16="http://schemas.microsoft.com/office/drawing/2014/main" id="{792EC821-EC1B-45CD-AA31-A5174D9AEE25}"/>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152" name="logo">
            <a:extLst>
              <a:ext uri="{FF2B5EF4-FFF2-40B4-BE49-F238E27FC236}">
                <a16:creationId xmlns:a16="http://schemas.microsoft.com/office/drawing/2014/main" id="{6E7B684F-DA32-4F63-9FF5-BE1122AA898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87093" y="6122145"/>
            <a:ext cx="952038" cy="482540"/>
          </a:xfrm>
          <a:prstGeom prst="rect">
            <a:avLst/>
          </a:prstGeom>
        </p:spPr>
      </p:pic>
      <p:sp>
        <p:nvSpPr>
          <p:cNvPr id="71" name="Onder balkje">
            <a:extLst>
              <a:ext uri="{FF2B5EF4-FFF2-40B4-BE49-F238E27FC236}">
                <a16:creationId xmlns:a16="http://schemas.microsoft.com/office/drawing/2014/main" id="{A4B100AB-4F9B-4A64-908F-0A386EE51625}"/>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Tijdelijke aanduiding voor dianummer 5">
            <a:extLst>
              <a:ext uri="{FF2B5EF4-FFF2-40B4-BE49-F238E27FC236}">
                <a16:creationId xmlns:a16="http://schemas.microsoft.com/office/drawing/2014/main" id="{FF854FE4-B0F5-4BD8-9188-4DC0CF882BB6}"/>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51911082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FIEK (10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87129"/>
            <a:ext cx="3140325" cy="216909"/>
          </a:xfrm>
        </p:spPr>
        <p:txBody>
          <a:bodyPr/>
          <a:lstStyle/>
          <a:p>
            <a:fld id="{A1B00CF6-CBF8-4891-A1EF-BA979A9524BF}"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87129"/>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3" y="272177"/>
            <a:ext cx="11146224" cy="600744"/>
          </a:xfrm>
        </p:spPr>
        <p:txBody>
          <a:bodyPr/>
          <a:lstStyle>
            <a:lvl1pPr>
              <a:defRPr/>
            </a:lvl1pPr>
          </a:lstStyle>
          <a:p>
            <a:r>
              <a:rPr lang="nl-NL" noProof="0"/>
              <a:t>Plaats hier je titel</a:t>
            </a:r>
            <a:endParaRPr lang="nl-NL"/>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110534" y="-885712"/>
            <a:ext cx="1970962"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GRAFIEK (100%)</a:t>
            </a:r>
          </a:p>
        </p:txBody>
      </p:sp>
      <p:sp>
        <p:nvSpPr>
          <p:cNvPr id="91" name="grafiek">
            <a:extLst>
              <a:ext uri="{FF2B5EF4-FFF2-40B4-BE49-F238E27FC236}">
                <a16:creationId xmlns:a16="http://schemas.microsoft.com/office/drawing/2014/main" id="{BDED734F-E8EE-4A40-A3B0-CCDA1D102C45}"/>
              </a:ext>
            </a:extLst>
          </p:cNvPr>
          <p:cNvSpPr>
            <a:spLocks noGrp="1"/>
          </p:cNvSpPr>
          <p:nvPr>
            <p:ph type="chart" sz="quarter" idx="14" hasCustomPrompt="1"/>
          </p:nvPr>
        </p:nvSpPr>
        <p:spPr>
          <a:xfrm>
            <a:off x="521863" y="1388794"/>
            <a:ext cx="11133275" cy="4469349"/>
          </a:xfrm>
          <a:solidFill>
            <a:schemeClr val="bg1">
              <a:lumMod val="95000"/>
            </a:schemeClr>
          </a:solidFill>
        </p:spPr>
        <p:txBody>
          <a:bodyPr tIns="1620000"/>
          <a:lstStyle>
            <a:lvl1pPr marL="0" indent="0" algn="ctr">
              <a:spcBef>
                <a:spcPts val="0"/>
              </a:spcBef>
              <a:spcAft>
                <a:spcPts val="0"/>
              </a:spcAft>
              <a:buNone/>
              <a:defRPr sz="1050" b="1" baseline="0"/>
            </a:lvl1pPr>
          </a:lstStyle>
          <a:p>
            <a:r>
              <a:rPr lang="nl-NL"/>
              <a:t>Klik op onderstaand pictogram</a:t>
            </a:r>
            <a:br>
              <a:rPr lang="nl-NL"/>
            </a:br>
            <a:r>
              <a:rPr lang="nl-NL"/>
              <a:t>om een grafiek in te voegen</a:t>
            </a:r>
          </a:p>
        </p:txBody>
      </p:sp>
      <p:grpSp>
        <p:nvGrpSpPr>
          <p:cNvPr id="93" name="Instructie">
            <a:extLst>
              <a:ext uri="{FF2B5EF4-FFF2-40B4-BE49-F238E27FC236}">
                <a16:creationId xmlns:a16="http://schemas.microsoft.com/office/drawing/2014/main" id="{C9E001F6-3FBC-45DC-8207-6548440F7712}"/>
              </a:ext>
            </a:extLst>
          </p:cNvPr>
          <p:cNvGrpSpPr/>
          <p:nvPr userDrawn="1"/>
        </p:nvGrpSpPr>
        <p:grpSpPr>
          <a:xfrm>
            <a:off x="12389714" y="3046306"/>
            <a:ext cx="3183677" cy="2546619"/>
            <a:chOff x="12389714" y="4327164"/>
            <a:chExt cx="3183677" cy="2546619"/>
          </a:xfrm>
        </p:grpSpPr>
        <p:grpSp>
          <p:nvGrpSpPr>
            <p:cNvPr id="94" name="Meer informatie">
              <a:extLst>
                <a:ext uri="{FF2B5EF4-FFF2-40B4-BE49-F238E27FC236}">
                  <a16:creationId xmlns:a16="http://schemas.microsoft.com/office/drawing/2014/main" id="{7A1C1B78-6E2D-43F3-86BB-D14987A8AA27}"/>
                </a:ext>
              </a:extLst>
            </p:cNvPr>
            <p:cNvGrpSpPr/>
            <p:nvPr userDrawn="1"/>
          </p:nvGrpSpPr>
          <p:grpSpPr>
            <a:xfrm>
              <a:off x="12394875" y="6090510"/>
              <a:ext cx="3178515" cy="783273"/>
              <a:chOff x="-3741486" y="3359148"/>
              <a:chExt cx="3178515" cy="783273"/>
            </a:xfrm>
          </p:grpSpPr>
          <p:sp>
            <p:nvSpPr>
              <p:cNvPr id="132" name="Freeform 101">
                <a:extLst>
                  <a:ext uri="{FF2B5EF4-FFF2-40B4-BE49-F238E27FC236}">
                    <a16:creationId xmlns:a16="http://schemas.microsoft.com/office/drawing/2014/main" id="{16A53905-2267-4835-AA50-6145FC3B3FC9}"/>
                  </a:ext>
                </a:extLst>
              </p:cNvPr>
              <p:cNvSpPr>
                <a:spLocks noEditPoints="1"/>
              </p:cNvSpPr>
              <p:nvPr/>
            </p:nvSpPr>
            <p:spPr bwMode="auto">
              <a:xfrm>
                <a:off x="-3741486" y="3359148"/>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33" name="Rechthoek 132">
                <a:extLst>
                  <a:ext uri="{FF2B5EF4-FFF2-40B4-BE49-F238E27FC236}">
                    <a16:creationId xmlns:a16="http://schemas.microsoft.com/office/drawing/2014/main" id="{BBC55B4F-53EC-4FA0-9FA4-A2BA84E90F87}"/>
                  </a:ext>
                </a:extLst>
              </p:cNvPr>
              <p:cNvSpPr/>
              <p:nvPr userDrawn="1"/>
            </p:nvSpPr>
            <p:spPr>
              <a:xfrm>
                <a:off x="-3380966" y="3431177"/>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34" name="Rechte verbindingslijn 133">
                <a:extLst>
                  <a:ext uri="{FF2B5EF4-FFF2-40B4-BE49-F238E27FC236}">
                    <a16:creationId xmlns:a16="http://schemas.microsoft.com/office/drawing/2014/main" id="{501C72D5-9204-4357-8F61-286786591090}"/>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cxnSp>
          <p:nvCxnSpPr>
            <p:cNvPr id="95" name="Rechte verbindingslijn 94">
              <a:extLst>
                <a:ext uri="{FF2B5EF4-FFF2-40B4-BE49-F238E27FC236}">
                  <a16:creationId xmlns:a16="http://schemas.microsoft.com/office/drawing/2014/main" id="{E73A71B5-D298-408B-B81A-669EDBCB715C}"/>
                </a:ext>
              </a:extLst>
            </p:cNvPr>
            <p:cNvCxnSpPr>
              <a:cxnSpLocks/>
            </p:cNvCxnSpPr>
            <p:nvPr userDrawn="1"/>
          </p:nvCxnSpPr>
          <p:spPr>
            <a:xfrm>
              <a:off x="12395374" y="5963729"/>
              <a:ext cx="3178017" cy="0"/>
            </a:xfrm>
            <a:prstGeom prst="line">
              <a:avLst/>
            </a:prstGeom>
            <a:noFill/>
            <a:ln w="3175" cap="flat" cmpd="sng" algn="ctr">
              <a:solidFill>
                <a:schemeClr val="accent1"/>
              </a:solidFill>
              <a:prstDash val="solid"/>
            </a:ln>
            <a:effectLst/>
          </p:spPr>
        </p:cxnSp>
        <p:sp>
          <p:nvSpPr>
            <p:cNvPr id="96" name="Rechthoek 95">
              <a:extLst>
                <a:ext uri="{FF2B5EF4-FFF2-40B4-BE49-F238E27FC236}">
                  <a16:creationId xmlns:a16="http://schemas.microsoft.com/office/drawing/2014/main" id="{4F090187-74DB-4F08-B9D2-5A2495208D4F}"/>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Data van de Grafiek Bewerken</a:t>
              </a:r>
            </a:p>
          </p:txBody>
        </p:sp>
        <p:sp>
          <p:nvSpPr>
            <p:cNvPr id="97" name="Ovaal 96">
              <a:extLst>
                <a:ext uri="{FF2B5EF4-FFF2-40B4-BE49-F238E27FC236}">
                  <a16:creationId xmlns:a16="http://schemas.microsoft.com/office/drawing/2014/main" id="{56242B33-BB1A-4AC4-A7AF-6695B08F87DE}"/>
                </a:ext>
              </a:extLst>
            </p:cNvPr>
            <p:cNvSpPr/>
            <p:nvPr userDrawn="1"/>
          </p:nvSpPr>
          <p:spPr>
            <a:xfrm>
              <a:off x="12389714" y="470625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98" name="Rechte verbindingslijn 97">
              <a:extLst>
                <a:ext uri="{FF2B5EF4-FFF2-40B4-BE49-F238E27FC236}">
                  <a16:creationId xmlns:a16="http://schemas.microsoft.com/office/drawing/2014/main" id="{7E3C0BF9-E98E-44A9-8118-80E0DAB7D10E}"/>
                </a:ext>
              </a:extLst>
            </p:cNvPr>
            <p:cNvCxnSpPr>
              <a:cxnSpLocks/>
            </p:cNvCxnSpPr>
            <p:nvPr userDrawn="1"/>
          </p:nvCxnSpPr>
          <p:spPr>
            <a:xfrm>
              <a:off x="12395374" y="4584932"/>
              <a:ext cx="3178017" cy="0"/>
            </a:xfrm>
            <a:prstGeom prst="line">
              <a:avLst/>
            </a:prstGeom>
            <a:noFill/>
            <a:ln w="3175" cap="flat" cmpd="sng" algn="ctr">
              <a:solidFill>
                <a:schemeClr val="accent1"/>
              </a:solidFill>
              <a:prstDash val="solid"/>
            </a:ln>
            <a:effectLst/>
          </p:spPr>
        </p:cxnSp>
        <p:sp>
          <p:nvSpPr>
            <p:cNvPr id="99" name="Rechthoek 98">
              <a:extLst>
                <a:ext uri="{FF2B5EF4-FFF2-40B4-BE49-F238E27FC236}">
                  <a16:creationId xmlns:a16="http://schemas.microsoft.com/office/drawing/2014/main" id="{7CFB252F-FA08-4A37-88FC-077A1F4CE170}"/>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0" name="Groep 99">
              <a:extLst>
                <a:ext uri="{FF2B5EF4-FFF2-40B4-BE49-F238E27FC236}">
                  <a16:creationId xmlns:a16="http://schemas.microsoft.com/office/drawing/2014/main" id="{5149F826-5473-4D84-B11A-B8FCED0BC60B}"/>
                </a:ext>
              </a:extLst>
            </p:cNvPr>
            <p:cNvGrpSpPr/>
            <p:nvPr userDrawn="1"/>
          </p:nvGrpSpPr>
          <p:grpSpPr>
            <a:xfrm>
              <a:off x="12755394" y="5222855"/>
              <a:ext cx="1714530" cy="639425"/>
              <a:chOff x="12757283" y="4365594"/>
              <a:chExt cx="1714530" cy="639425"/>
            </a:xfrm>
          </p:grpSpPr>
          <p:sp>
            <p:nvSpPr>
              <p:cNvPr id="101" name="Rechthoek 100">
                <a:extLst>
                  <a:ext uri="{FF2B5EF4-FFF2-40B4-BE49-F238E27FC236}">
                    <a16:creationId xmlns:a16="http://schemas.microsoft.com/office/drawing/2014/main" id="{4DBEFDC8-2B58-429A-A80F-BECE302BD12E}"/>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2" name="Rechthoek 101">
                <a:extLst>
                  <a:ext uri="{FF2B5EF4-FFF2-40B4-BE49-F238E27FC236}">
                    <a16:creationId xmlns:a16="http://schemas.microsoft.com/office/drawing/2014/main" id="{D9C13CA8-362E-419F-8E5B-5423F1B8C43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3" name="Tekstvak 102">
                <a:extLst>
                  <a:ext uri="{FF2B5EF4-FFF2-40B4-BE49-F238E27FC236}">
                    <a16:creationId xmlns:a16="http://schemas.microsoft.com/office/drawing/2014/main" id="{38A87954-6B96-4840-99EE-473A13BF08BB}"/>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4" name="Tekstvak 103">
                <a:extLst>
                  <a:ext uri="{FF2B5EF4-FFF2-40B4-BE49-F238E27FC236}">
                    <a16:creationId xmlns:a16="http://schemas.microsoft.com/office/drawing/2014/main" id="{64EAE2DA-E998-42D4-AF66-6DC0D991A79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5" name="Picture 3">
                <a:extLst>
                  <a:ext uri="{FF2B5EF4-FFF2-40B4-BE49-F238E27FC236}">
                    <a16:creationId xmlns:a16="http://schemas.microsoft.com/office/drawing/2014/main" id="{2637CA94-7489-4D59-BA7C-0072F03D779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6" name="Groep 105">
                <a:extLst>
                  <a:ext uri="{FF2B5EF4-FFF2-40B4-BE49-F238E27FC236}">
                    <a16:creationId xmlns:a16="http://schemas.microsoft.com/office/drawing/2014/main" id="{E0F65D8A-932C-4FFE-8A7C-FCD741C254C1}"/>
                  </a:ext>
                </a:extLst>
              </p:cNvPr>
              <p:cNvGrpSpPr/>
              <p:nvPr userDrawn="1"/>
            </p:nvGrpSpPr>
            <p:grpSpPr>
              <a:xfrm>
                <a:off x="12831198" y="4432250"/>
                <a:ext cx="139861" cy="152244"/>
                <a:chOff x="12574450" y="6053892"/>
                <a:chExt cx="169232" cy="184215"/>
              </a:xfrm>
            </p:grpSpPr>
            <p:sp>
              <p:nvSpPr>
                <p:cNvPr id="129" name="Rechthoek 128">
                  <a:extLst>
                    <a:ext uri="{FF2B5EF4-FFF2-40B4-BE49-F238E27FC236}">
                      <a16:creationId xmlns:a16="http://schemas.microsoft.com/office/drawing/2014/main" id="{E4F2CAC6-C286-4619-9A46-94AF0F3B481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0" name="Rechthoek 129">
                  <a:extLst>
                    <a:ext uri="{FF2B5EF4-FFF2-40B4-BE49-F238E27FC236}">
                      <a16:creationId xmlns:a16="http://schemas.microsoft.com/office/drawing/2014/main" id="{FF309A0B-5266-403E-A702-BE9F65D2475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1" name="Rechthoek 130">
                  <a:extLst>
                    <a:ext uri="{FF2B5EF4-FFF2-40B4-BE49-F238E27FC236}">
                      <a16:creationId xmlns:a16="http://schemas.microsoft.com/office/drawing/2014/main" id="{6473A50E-AE4B-43CE-8EC8-1620785C8D6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07" name="Groep 106">
                <a:extLst>
                  <a:ext uri="{FF2B5EF4-FFF2-40B4-BE49-F238E27FC236}">
                    <a16:creationId xmlns:a16="http://schemas.microsoft.com/office/drawing/2014/main" id="{A10A86B2-4771-4F86-94AC-EE55D2392979}"/>
                  </a:ext>
                </a:extLst>
              </p:cNvPr>
              <p:cNvGrpSpPr/>
              <p:nvPr userDrawn="1"/>
            </p:nvGrpSpPr>
            <p:grpSpPr>
              <a:xfrm>
                <a:off x="12831198" y="4748585"/>
                <a:ext cx="184916" cy="120210"/>
                <a:chOff x="8815516" y="1076284"/>
                <a:chExt cx="503174" cy="327105"/>
              </a:xfrm>
            </p:grpSpPr>
            <p:sp>
              <p:nvSpPr>
                <p:cNvPr id="108" name="Rechthoek 107">
                  <a:extLst>
                    <a:ext uri="{FF2B5EF4-FFF2-40B4-BE49-F238E27FC236}">
                      <a16:creationId xmlns:a16="http://schemas.microsoft.com/office/drawing/2014/main" id="{47F3F537-AC54-4DE4-9350-4910FCF53CE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09" name="Groep 108">
                  <a:extLst>
                    <a:ext uri="{FF2B5EF4-FFF2-40B4-BE49-F238E27FC236}">
                      <a16:creationId xmlns:a16="http://schemas.microsoft.com/office/drawing/2014/main" id="{E845CEF2-5548-4E42-8AF4-6F14ED3A3499}"/>
                    </a:ext>
                  </a:extLst>
                </p:cNvPr>
                <p:cNvGrpSpPr/>
                <p:nvPr userDrawn="1"/>
              </p:nvGrpSpPr>
              <p:grpSpPr>
                <a:xfrm>
                  <a:off x="8815517" y="1076284"/>
                  <a:ext cx="503173" cy="327105"/>
                  <a:chOff x="1351248" y="-683635"/>
                  <a:chExt cx="503173" cy="327105"/>
                </a:xfrm>
              </p:grpSpPr>
              <p:grpSp>
                <p:nvGrpSpPr>
                  <p:cNvPr id="110" name="Groep 109">
                    <a:extLst>
                      <a:ext uri="{FF2B5EF4-FFF2-40B4-BE49-F238E27FC236}">
                        <a16:creationId xmlns:a16="http://schemas.microsoft.com/office/drawing/2014/main" id="{E9E726B1-A7C6-4F14-9CAC-F4CD04BDDDF0}"/>
                      </a:ext>
                    </a:extLst>
                  </p:cNvPr>
                  <p:cNvGrpSpPr/>
                  <p:nvPr userDrawn="1"/>
                </p:nvGrpSpPr>
                <p:grpSpPr>
                  <a:xfrm>
                    <a:off x="1351248" y="-683635"/>
                    <a:ext cx="375186" cy="293652"/>
                    <a:chOff x="1094874" y="-884923"/>
                    <a:chExt cx="884668" cy="692417"/>
                  </a:xfrm>
                </p:grpSpPr>
                <p:sp>
                  <p:nvSpPr>
                    <p:cNvPr id="115" name="Rechthoek 114">
                      <a:extLst>
                        <a:ext uri="{FF2B5EF4-FFF2-40B4-BE49-F238E27FC236}">
                          <a16:creationId xmlns:a16="http://schemas.microsoft.com/office/drawing/2014/main" id="{CB7A4333-9006-4DEC-8C05-AB8BA2C89A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16" name="Groep 115">
                      <a:extLst>
                        <a:ext uri="{FF2B5EF4-FFF2-40B4-BE49-F238E27FC236}">
                          <a16:creationId xmlns:a16="http://schemas.microsoft.com/office/drawing/2014/main" id="{BBDB74E0-95DA-4B1B-B0B5-526EB6020035}"/>
                        </a:ext>
                      </a:extLst>
                    </p:cNvPr>
                    <p:cNvGrpSpPr/>
                    <p:nvPr userDrawn="1"/>
                  </p:nvGrpSpPr>
                  <p:grpSpPr>
                    <a:xfrm>
                      <a:off x="1094874" y="-878306"/>
                      <a:ext cx="867364" cy="685800"/>
                      <a:chOff x="1094874" y="-878306"/>
                      <a:chExt cx="867364" cy="613611"/>
                    </a:xfrm>
                  </p:grpSpPr>
                  <p:cxnSp>
                    <p:nvCxnSpPr>
                      <p:cNvPr id="122" name="Rechte verbindingslijn 121">
                        <a:extLst>
                          <a:ext uri="{FF2B5EF4-FFF2-40B4-BE49-F238E27FC236}">
                            <a16:creationId xmlns:a16="http://schemas.microsoft.com/office/drawing/2014/main" id="{1F5CA13D-6259-465D-A375-8AADDDE629C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F761B7E8-C0D2-4D72-A278-8D0AB0AC27A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4E325CC0-D128-44F7-A915-260996265FAB}"/>
                          </a:ext>
                        </a:extLst>
                      </p:cNvPr>
                      <p:cNvGrpSpPr/>
                      <p:nvPr userDrawn="1"/>
                    </p:nvGrpSpPr>
                    <p:grpSpPr>
                      <a:xfrm>
                        <a:off x="1270535" y="-878306"/>
                        <a:ext cx="526983" cy="613611"/>
                        <a:chOff x="1270535" y="-745959"/>
                        <a:chExt cx="526983" cy="481264"/>
                      </a:xfrm>
                    </p:grpSpPr>
                    <p:cxnSp>
                      <p:nvCxnSpPr>
                        <p:cNvPr id="125" name="Rechte verbindingslijn 124">
                          <a:extLst>
                            <a:ext uri="{FF2B5EF4-FFF2-40B4-BE49-F238E27FC236}">
                              <a16:creationId xmlns:a16="http://schemas.microsoft.com/office/drawing/2014/main" id="{C7638D50-02D3-4B9D-A6A4-D1014B950C3B}"/>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FC25F6D1-67A7-4D32-8D54-D5234326E52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3D5DF2D7-D0A1-4107-A507-0C75344A26E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8" name="Rechte verbindingslijn 127">
                          <a:extLst>
                            <a:ext uri="{FF2B5EF4-FFF2-40B4-BE49-F238E27FC236}">
                              <a16:creationId xmlns:a16="http://schemas.microsoft.com/office/drawing/2014/main" id="{521D8DF3-8251-4453-9315-AC24AD6A8ADD}"/>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7" name="Rechte verbindingslijn 116">
                      <a:extLst>
                        <a:ext uri="{FF2B5EF4-FFF2-40B4-BE49-F238E27FC236}">
                          <a16:creationId xmlns:a16="http://schemas.microsoft.com/office/drawing/2014/main" id="{28098B12-E9CD-4E38-8F60-278A86109DF3}"/>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8" name="Groep 117">
                      <a:extLst>
                        <a:ext uri="{FF2B5EF4-FFF2-40B4-BE49-F238E27FC236}">
                          <a16:creationId xmlns:a16="http://schemas.microsoft.com/office/drawing/2014/main" id="{162FE508-906F-49AE-A86E-44E52136004B}"/>
                        </a:ext>
                      </a:extLst>
                    </p:cNvPr>
                    <p:cNvGrpSpPr/>
                    <p:nvPr userDrawn="1"/>
                  </p:nvGrpSpPr>
                  <p:grpSpPr>
                    <a:xfrm>
                      <a:off x="1094874" y="-607596"/>
                      <a:ext cx="878306" cy="276726"/>
                      <a:chOff x="1106905" y="-607596"/>
                      <a:chExt cx="878307" cy="276726"/>
                    </a:xfrm>
                  </p:grpSpPr>
                  <p:cxnSp>
                    <p:nvCxnSpPr>
                      <p:cNvPr id="119" name="Rechte verbindingslijn 118">
                        <a:extLst>
                          <a:ext uri="{FF2B5EF4-FFF2-40B4-BE49-F238E27FC236}">
                            <a16:creationId xmlns:a16="http://schemas.microsoft.com/office/drawing/2014/main" id="{5503EED9-B041-4F8A-B272-009E252CCF53}"/>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94E33E19-C581-40C2-ABEB-4BD42A33E9C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7BD10776-A3E1-48E1-86CD-8CDD6A102B0F}"/>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1" name="Groep 110">
                    <a:extLst>
                      <a:ext uri="{FF2B5EF4-FFF2-40B4-BE49-F238E27FC236}">
                        <a16:creationId xmlns:a16="http://schemas.microsoft.com/office/drawing/2014/main" id="{8B5AFAAA-DAD1-4662-9C8D-62732563B290}"/>
                      </a:ext>
                    </a:extLst>
                  </p:cNvPr>
                  <p:cNvGrpSpPr/>
                  <p:nvPr userDrawn="1"/>
                </p:nvGrpSpPr>
                <p:grpSpPr>
                  <a:xfrm rot="2700000">
                    <a:off x="1605871" y="-605080"/>
                    <a:ext cx="90079" cy="407021"/>
                    <a:chOff x="3130062" y="-817193"/>
                    <a:chExt cx="131884" cy="595920"/>
                  </a:xfrm>
                  <a:solidFill>
                    <a:srgbClr val="3399FF"/>
                  </a:solidFill>
                </p:grpSpPr>
                <p:sp>
                  <p:nvSpPr>
                    <p:cNvPr id="112" name="Rechthoek 111">
                      <a:extLst>
                        <a:ext uri="{FF2B5EF4-FFF2-40B4-BE49-F238E27FC236}">
                          <a16:creationId xmlns:a16="http://schemas.microsoft.com/office/drawing/2014/main" id="{880B84C0-5DE3-42E3-9EF9-49216969E428}"/>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3" name="Rechthoek: afgeronde bovenhoeken 112">
                      <a:extLst>
                        <a:ext uri="{FF2B5EF4-FFF2-40B4-BE49-F238E27FC236}">
                          <a16:creationId xmlns:a16="http://schemas.microsoft.com/office/drawing/2014/main" id="{FE1C688C-1D06-4343-A0F7-B7B214ECF33A}"/>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4" name="Gelijkbenige driehoek 113">
                      <a:extLst>
                        <a:ext uri="{FF2B5EF4-FFF2-40B4-BE49-F238E27FC236}">
                          <a16:creationId xmlns:a16="http://schemas.microsoft.com/office/drawing/2014/main" id="{26A48251-B39F-43D2-A5B4-8579A5A464C2}"/>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grpSp>
      </p:grpSp>
      <p:grpSp>
        <p:nvGrpSpPr>
          <p:cNvPr id="73" name="GRID" hidden="1">
            <a:extLst>
              <a:ext uri="{FF2B5EF4-FFF2-40B4-BE49-F238E27FC236}">
                <a16:creationId xmlns:a16="http://schemas.microsoft.com/office/drawing/2014/main" id="{A42AA2CB-EB2C-4371-99B2-FFE1C7ABC653}"/>
              </a:ext>
            </a:extLst>
          </p:cNvPr>
          <p:cNvGrpSpPr/>
          <p:nvPr userDrawn="1"/>
        </p:nvGrpSpPr>
        <p:grpSpPr>
          <a:xfrm>
            <a:off x="0" y="0"/>
            <a:ext cx="12192000" cy="6858000"/>
            <a:chOff x="0" y="0"/>
            <a:chExt cx="12192000" cy="6858000"/>
          </a:xfrm>
        </p:grpSpPr>
        <p:sp>
          <p:nvSpPr>
            <p:cNvPr id="74" name="Rechthoek 73">
              <a:extLst>
                <a:ext uri="{FF2B5EF4-FFF2-40B4-BE49-F238E27FC236}">
                  <a16:creationId xmlns:a16="http://schemas.microsoft.com/office/drawing/2014/main" id="{1B148C1F-0DC3-40A3-9ABA-60E3F85AE7F2}"/>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73E3192B-3823-4A68-84E9-3C984563ED0B}"/>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hthoek 75">
              <a:extLst>
                <a:ext uri="{FF2B5EF4-FFF2-40B4-BE49-F238E27FC236}">
                  <a16:creationId xmlns:a16="http://schemas.microsoft.com/office/drawing/2014/main" id="{9155171A-1727-48A0-9D0A-0D7C94E29723}"/>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CED705F7-47C7-4D84-B9A4-EF4160028016}"/>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51564711-4802-42AE-A003-604DAFEC66D6}"/>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A33B453C-82AE-43AA-B3DA-4A9B0925A942}"/>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0" name="Rechthoek 79">
              <a:extLst>
                <a:ext uri="{FF2B5EF4-FFF2-40B4-BE49-F238E27FC236}">
                  <a16:creationId xmlns:a16="http://schemas.microsoft.com/office/drawing/2014/main" id="{C261EECC-4C34-4F17-AFB5-3CB1CC9E52EB}"/>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1" name="Rechthoek 80">
              <a:extLst>
                <a:ext uri="{FF2B5EF4-FFF2-40B4-BE49-F238E27FC236}">
                  <a16:creationId xmlns:a16="http://schemas.microsoft.com/office/drawing/2014/main" id="{DB7F3834-98C1-4824-95C1-84A4AD0BB102}"/>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2" name="Rechthoek 81">
              <a:extLst>
                <a:ext uri="{FF2B5EF4-FFF2-40B4-BE49-F238E27FC236}">
                  <a16:creationId xmlns:a16="http://schemas.microsoft.com/office/drawing/2014/main" id="{F3EA1BE1-E41D-4388-9B5A-48435EF2F41E}"/>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hthoek 82">
              <a:extLst>
                <a:ext uri="{FF2B5EF4-FFF2-40B4-BE49-F238E27FC236}">
                  <a16:creationId xmlns:a16="http://schemas.microsoft.com/office/drawing/2014/main" id="{9B706927-B552-461D-8CAB-7D27387C4669}"/>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4" name="Rechthoek 83">
              <a:extLst>
                <a:ext uri="{FF2B5EF4-FFF2-40B4-BE49-F238E27FC236}">
                  <a16:creationId xmlns:a16="http://schemas.microsoft.com/office/drawing/2014/main" id="{C1979472-D81B-43AA-9831-B5D13FD80B6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5" name="Rechthoek 84">
              <a:extLst>
                <a:ext uri="{FF2B5EF4-FFF2-40B4-BE49-F238E27FC236}">
                  <a16:creationId xmlns:a16="http://schemas.microsoft.com/office/drawing/2014/main" id="{ED3B4A7B-F5C0-4103-8E58-E0D3779A2B72}"/>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grpSp>
        <p:nvGrpSpPr>
          <p:cNvPr id="135" name="Instructie">
            <a:extLst>
              <a:ext uri="{FF2B5EF4-FFF2-40B4-BE49-F238E27FC236}">
                <a16:creationId xmlns:a16="http://schemas.microsoft.com/office/drawing/2014/main" id="{015A3A78-3E5D-474B-8118-23BEB68D7F72}"/>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1EF28382-F5DA-4222-B10F-3C1A3B1D4D1B}"/>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E71F8945-6688-42DC-B6BB-F5523F38EAF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E37094F8-B57D-4C64-B920-796D1AFC858E}"/>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39" name="Rechte verbindingslijn 138">
              <a:extLst>
                <a:ext uri="{FF2B5EF4-FFF2-40B4-BE49-F238E27FC236}">
                  <a16:creationId xmlns:a16="http://schemas.microsoft.com/office/drawing/2014/main" id="{82D6A188-7533-4E36-BA8C-7CFBBF1DFD9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40" name="Rechthoek 139">
              <a:extLst>
                <a:ext uri="{FF2B5EF4-FFF2-40B4-BE49-F238E27FC236}">
                  <a16:creationId xmlns:a16="http://schemas.microsoft.com/office/drawing/2014/main" id="{03F6F256-BAED-42AD-B7CD-CD74E7CB538D}"/>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97A56B35-5EF6-4088-816C-CB973DBB0871}"/>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1107F6C4-83ED-4B0A-BA8C-C2D85F7CD015}"/>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099C7953-056F-4CF9-B984-08C5D0BB378B}"/>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7128E767-D7C4-4F0A-A11C-C36D78ABCA5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0313D5C2-5876-407F-9A6B-82883BF4BF8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81923B41-E4FE-4FEA-906E-82B89458B5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8EB43433-97DE-4461-9FAE-0E382BE65E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45" name="Groep 144">
              <a:extLst>
                <a:ext uri="{FF2B5EF4-FFF2-40B4-BE49-F238E27FC236}">
                  <a16:creationId xmlns:a16="http://schemas.microsoft.com/office/drawing/2014/main" id="{F96A3E84-258C-4FDC-B46B-F7D1B2F335BB}"/>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01475AE3-376C-47EE-83D5-684D16F7774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D4EE6DCE-B63B-434C-91ED-1587AF755CD2}"/>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8" name="Rechthoek 147">
                <a:extLst>
                  <a:ext uri="{FF2B5EF4-FFF2-40B4-BE49-F238E27FC236}">
                    <a16:creationId xmlns:a16="http://schemas.microsoft.com/office/drawing/2014/main" id="{792EC821-EC1B-45CD-AA31-A5174D9AEE25}"/>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69" name="logo">
            <a:extLst>
              <a:ext uri="{FF2B5EF4-FFF2-40B4-BE49-F238E27FC236}">
                <a16:creationId xmlns:a16="http://schemas.microsoft.com/office/drawing/2014/main" id="{42489D6E-7153-4D41-A3CA-45094A5775A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87093" y="6122145"/>
            <a:ext cx="952038" cy="482540"/>
          </a:xfrm>
          <a:prstGeom prst="rect">
            <a:avLst/>
          </a:prstGeom>
        </p:spPr>
      </p:pic>
      <p:sp>
        <p:nvSpPr>
          <p:cNvPr id="71" name="Onder balkje">
            <a:extLst>
              <a:ext uri="{FF2B5EF4-FFF2-40B4-BE49-F238E27FC236}">
                <a16:creationId xmlns:a16="http://schemas.microsoft.com/office/drawing/2014/main" id="{A43B3275-0DAA-46DF-AA83-74A0CD51782F}"/>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7" name="Tijdelijke aanduiding voor dianummer 5">
            <a:extLst>
              <a:ext uri="{FF2B5EF4-FFF2-40B4-BE49-F238E27FC236}">
                <a16:creationId xmlns:a16="http://schemas.microsoft.com/office/drawing/2014/main" id="{59A8263C-BADD-4468-84A9-1E09DB414ECB}"/>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206098355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MET TABEL (50%/ 5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20856"/>
            <a:ext cx="3140325" cy="216909"/>
          </a:xfrm>
        </p:spPr>
        <p:txBody>
          <a:bodyPr/>
          <a:lstStyle/>
          <a:p>
            <a:fld id="{C8226F51-BA4F-47DD-BB27-1D52D814875C}"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20856"/>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11146223" cy="600744"/>
          </a:xfrm>
        </p:spPr>
        <p:txBody>
          <a:bodyPr/>
          <a:lstStyle>
            <a:lvl1pPr>
              <a:defRPr/>
            </a:lvl1pPr>
          </a:lstStyle>
          <a:p>
            <a:r>
              <a:rPr lang="nl-NL" noProof="0"/>
              <a:t>Plaats hier je titel</a:t>
            </a:r>
            <a:endParaRPr lang="nl-NL"/>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639252" y="-885712"/>
            <a:ext cx="2913528"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TABEL (50%/ 50%)</a:t>
            </a:r>
          </a:p>
        </p:txBody>
      </p:sp>
      <p:sp>
        <p:nvSpPr>
          <p:cNvPr id="152" name="tabel">
            <a:extLst>
              <a:ext uri="{FF2B5EF4-FFF2-40B4-BE49-F238E27FC236}">
                <a16:creationId xmlns:a16="http://schemas.microsoft.com/office/drawing/2014/main" id="{A53CAFF0-6C2E-4CED-9470-8DA99266AE50}"/>
              </a:ext>
            </a:extLst>
          </p:cNvPr>
          <p:cNvSpPr>
            <a:spLocks noGrp="1"/>
          </p:cNvSpPr>
          <p:nvPr>
            <p:ph type="tbl" sz="quarter" idx="14" hasCustomPrompt="1"/>
          </p:nvPr>
        </p:nvSpPr>
        <p:spPr>
          <a:xfrm>
            <a:off x="6247711" y="1407861"/>
            <a:ext cx="5412132" cy="4454808"/>
          </a:xfrm>
          <a:solidFill>
            <a:schemeClr val="bg1">
              <a:lumMod val="95000"/>
            </a:schemeClr>
          </a:solidFill>
        </p:spPr>
        <p:txBody>
          <a:bodyPr tIns="1620000"/>
          <a:lstStyle>
            <a:lvl1pPr marL="0" indent="0" algn="ctr">
              <a:spcBef>
                <a:spcPts val="0"/>
              </a:spcBef>
              <a:spcAft>
                <a:spcPts val="0"/>
              </a:spcAft>
              <a:buNone/>
              <a:defRPr sz="1050" b="1"/>
            </a:lvl1pPr>
          </a:lstStyle>
          <a:p>
            <a:r>
              <a:rPr lang="nl-NL"/>
              <a:t>Klik op onderstaand pictogram</a:t>
            </a:r>
            <a:br>
              <a:rPr lang="nl-NL"/>
            </a:br>
            <a:r>
              <a:rPr lang="nl-NL"/>
              <a:t>om een tabel in te voegen</a:t>
            </a:r>
          </a:p>
        </p:txBody>
      </p:sp>
      <p:grpSp>
        <p:nvGrpSpPr>
          <p:cNvPr id="153" name="Instructie">
            <a:extLst>
              <a:ext uri="{FF2B5EF4-FFF2-40B4-BE49-F238E27FC236}">
                <a16:creationId xmlns:a16="http://schemas.microsoft.com/office/drawing/2014/main" id="{D8FA1774-32C6-44BB-B330-6554B0E7E12D}"/>
              </a:ext>
            </a:extLst>
          </p:cNvPr>
          <p:cNvGrpSpPr/>
          <p:nvPr userDrawn="1"/>
        </p:nvGrpSpPr>
        <p:grpSpPr>
          <a:xfrm>
            <a:off x="12391601" y="0"/>
            <a:ext cx="3183678" cy="3418198"/>
            <a:chOff x="12391601" y="0"/>
            <a:chExt cx="3183678" cy="3418198"/>
          </a:xfrm>
        </p:grpSpPr>
        <p:grpSp>
          <p:nvGrpSpPr>
            <p:cNvPr id="154" name="Meer informatie">
              <a:extLst>
                <a:ext uri="{FF2B5EF4-FFF2-40B4-BE49-F238E27FC236}">
                  <a16:creationId xmlns:a16="http://schemas.microsoft.com/office/drawing/2014/main" id="{7D53CC9C-CDBE-4DFB-AE21-4160803B4CD1}"/>
                </a:ext>
              </a:extLst>
            </p:cNvPr>
            <p:cNvGrpSpPr/>
            <p:nvPr userDrawn="1"/>
          </p:nvGrpSpPr>
          <p:grpSpPr>
            <a:xfrm>
              <a:off x="12396764" y="2622893"/>
              <a:ext cx="3178515" cy="795305"/>
              <a:chOff x="-3741486" y="3347116"/>
              <a:chExt cx="3178515" cy="795305"/>
            </a:xfrm>
          </p:grpSpPr>
          <p:sp>
            <p:nvSpPr>
              <p:cNvPr id="176" name="Freeform 101">
                <a:extLst>
                  <a:ext uri="{FF2B5EF4-FFF2-40B4-BE49-F238E27FC236}">
                    <a16:creationId xmlns:a16="http://schemas.microsoft.com/office/drawing/2014/main" id="{B78FDC53-F231-49E7-A154-56F81091116F}"/>
                  </a:ext>
                </a:extLst>
              </p:cNvPr>
              <p:cNvSpPr>
                <a:spLocks noEditPoints="1"/>
              </p:cNvSpPr>
              <p:nvPr/>
            </p:nvSpPr>
            <p:spPr bwMode="auto">
              <a:xfrm>
                <a:off x="-3741486" y="3347116"/>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77" name="Rechthoek 176">
                <a:extLst>
                  <a:ext uri="{FF2B5EF4-FFF2-40B4-BE49-F238E27FC236}">
                    <a16:creationId xmlns:a16="http://schemas.microsoft.com/office/drawing/2014/main" id="{D40104D5-463A-4C56-920E-DB709D9672FD}"/>
                  </a:ext>
                </a:extLst>
              </p:cNvPr>
              <p:cNvSpPr/>
              <p:nvPr userDrawn="1"/>
            </p:nvSpPr>
            <p:spPr>
              <a:xfrm>
                <a:off x="-3380966" y="3419145"/>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78" name="Rechte verbindingslijn 177">
                <a:extLst>
                  <a:ext uri="{FF2B5EF4-FFF2-40B4-BE49-F238E27FC236}">
                    <a16:creationId xmlns:a16="http://schemas.microsoft.com/office/drawing/2014/main" id="{E9CD1AE4-DA73-4EC4-81C0-1F75EE829AA5}"/>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sp>
          <p:nvSpPr>
            <p:cNvPr id="155" name="Rechthoek 154">
              <a:extLst>
                <a:ext uri="{FF2B5EF4-FFF2-40B4-BE49-F238E27FC236}">
                  <a16:creationId xmlns:a16="http://schemas.microsoft.com/office/drawing/2014/main" id="{1D0DA284-6D84-4D36-B1B6-DB37B4EE58D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Tabel invoegen/veranderen</a:t>
              </a:r>
            </a:p>
          </p:txBody>
        </p:sp>
        <p:sp>
          <p:nvSpPr>
            <p:cNvPr id="156" name="Ovaal 155">
              <a:extLst>
                <a:ext uri="{FF2B5EF4-FFF2-40B4-BE49-F238E27FC236}">
                  <a16:creationId xmlns:a16="http://schemas.microsoft.com/office/drawing/2014/main" id="{9F53628B-F530-4001-99B6-93A0F44C1D48}"/>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57" name="Rechte verbindingslijn 156">
              <a:extLst>
                <a:ext uri="{FF2B5EF4-FFF2-40B4-BE49-F238E27FC236}">
                  <a16:creationId xmlns:a16="http://schemas.microsoft.com/office/drawing/2014/main" id="{BA5E46A7-E4C0-420C-BD1B-206B69E2B01B}"/>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58" name="Rechte verbindingslijn 157">
              <a:extLst>
                <a:ext uri="{FF2B5EF4-FFF2-40B4-BE49-F238E27FC236}">
                  <a16:creationId xmlns:a16="http://schemas.microsoft.com/office/drawing/2014/main" id="{59953485-194D-42FF-82E6-0F30D398DD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59" name="Rechthoek 158">
              <a:extLst>
                <a:ext uri="{FF2B5EF4-FFF2-40B4-BE49-F238E27FC236}">
                  <a16:creationId xmlns:a16="http://schemas.microsoft.com/office/drawing/2014/main" id="{74094B7F-E9F2-4748-9700-863C8ED5247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tabel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tabel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60" name="Ovaal 159">
              <a:extLst>
                <a:ext uri="{FF2B5EF4-FFF2-40B4-BE49-F238E27FC236}">
                  <a16:creationId xmlns:a16="http://schemas.microsoft.com/office/drawing/2014/main" id="{234F4CA7-6E68-48F7-90A9-EA8ADB6F2D62}"/>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61" name="Rechthoek 160">
              <a:extLst>
                <a:ext uri="{FF2B5EF4-FFF2-40B4-BE49-F238E27FC236}">
                  <a16:creationId xmlns:a16="http://schemas.microsoft.com/office/drawing/2014/main" id="{79CA1389-B637-4556-96EE-0093988A463D}"/>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het gewenste aantal rijen en kolommen 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‘OK’</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62" name="Groep 161">
              <a:extLst>
                <a:ext uri="{FF2B5EF4-FFF2-40B4-BE49-F238E27FC236}">
                  <a16:creationId xmlns:a16="http://schemas.microsoft.com/office/drawing/2014/main" id="{36D3135C-9114-41E0-ACB5-71D213B1A776}"/>
                </a:ext>
              </a:extLst>
            </p:cNvPr>
            <p:cNvGrpSpPr/>
            <p:nvPr userDrawn="1"/>
          </p:nvGrpSpPr>
          <p:grpSpPr>
            <a:xfrm>
              <a:off x="12757282" y="2184550"/>
              <a:ext cx="825500" cy="209550"/>
              <a:chOff x="13504624" y="2482850"/>
              <a:chExt cx="825500" cy="209550"/>
            </a:xfrm>
          </p:grpSpPr>
          <p:sp>
            <p:nvSpPr>
              <p:cNvPr id="173" name="Rechthoek 172">
                <a:extLst>
                  <a:ext uri="{FF2B5EF4-FFF2-40B4-BE49-F238E27FC236}">
                    <a16:creationId xmlns:a16="http://schemas.microsoft.com/office/drawing/2014/main" id="{F466C695-CD09-4087-A78D-68D7B0B7730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2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OK</a:t>
                </a:r>
              </a:p>
            </p:txBody>
          </p:sp>
          <p:cxnSp>
            <p:nvCxnSpPr>
              <p:cNvPr id="174" name="Rechte verbindingslijn 173">
                <a:extLst>
                  <a:ext uri="{FF2B5EF4-FFF2-40B4-BE49-F238E27FC236}">
                    <a16:creationId xmlns:a16="http://schemas.microsoft.com/office/drawing/2014/main" id="{D78B9D92-55AF-410D-9537-D703025B8E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75" name="Gelijkbenige driehoek 174">
                <a:extLst>
                  <a:ext uri="{FF2B5EF4-FFF2-40B4-BE49-F238E27FC236}">
                    <a16:creationId xmlns:a16="http://schemas.microsoft.com/office/drawing/2014/main" id="{7A520EAA-77FA-4ED5-A4D4-3DE2F828530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63" name="Rechte verbindingslijn 162">
              <a:extLst>
                <a:ext uri="{FF2B5EF4-FFF2-40B4-BE49-F238E27FC236}">
                  <a16:creationId xmlns:a16="http://schemas.microsoft.com/office/drawing/2014/main" id="{65918623-D162-4D5A-9A47-3A7D5A1E091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64" name="Tabel icoon">
              <a:extLst>
                <a:ext uri="{FF2B5EF4-FFF2-40B4-BE49-F238E27FC236}">
                  <a16:creationId xmlns:a16="http://schemas.microsoft.com/office/drawing/2014/main" id="{A6113588-03B7-4533-ADB2-D0A1084B39F1}"/>
                </a:ext>
              </a:extLst>
            </p:cNvPr>
            <p:cNvGrpSpPr/>
            <p:nvPr userDrawn="1"/>
          </p:nvGrpSpPr>
          <p:grpSpPr>
            <a:xfrm>
              <a:off x="12757283" y="1133664"/>
              <a:ext cx="375500" cy="339168"/>
              <a:chOff x="6072040" y="3376043"/>
              <a:chExt cx="1227920" cy="1109109"/>
            </a:xfrm>
          </p:grpSpPr>
          <p:sp>
            <p:nvSpPr>
              <p:cNvPr id="165" name="Rechthoek 164">
                <a:extLst>
                  <a:ext uri="{FF2B5EF4-FFF2-40B4-BE49-F238E27FC236}">
                    <a16:creationId xmlns:a16="http://schemas.microsoft.com/office/drawing/2014/main" id="{4AFCC203-FD5B-468F-99FB-D1E8E80EFAB9}"/>
                  </a:ext>
                </a:extLst>
              </p:cNvPr>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6" name="Rechthoek 165">
                <a:extLst>
                  <a:ext uri="{FF2B5EF4-FFF2-40B4-BE49-F238E27FC236}">
                    <a16:creationId xmlns:a16="http://schemas.microsoft.com/office/drawing/2014/main" id="{41EFEE30-7FFC-401F-8547-9FBDA36DE4AC}"/>
                  </a:ext>
                </a:extLst>
              </p:cNvPr>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cxnSp>
            <p:nvCxnSpPr>
              <p:cNvPr id="167" name="Rechte verbindingslijn 166">
                <a:extLst>
                  <a:ext uri="{FF2B5EF4-FFF2-40B4-BE49-F238E27FC236}">
                    <a16:creationId xmlns:a16="http://schemas.microsoft.com/office/drawing/2014/main" id="{B8972847-4D20-4203-B318-E85BAC05ED5B}"/>
                  </a:ext>
                </a:extLst>
              </p:cNvPr>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8" name="Rechte verbindingslijn 167">
                <a:extLst>
                  <a:ext uri="{FF2B5EF4-FFF2-40B4-BE49-F238E27FC236}">
                    <a16:creationId xmlns:a16="http://schemas.microsoft.com/office/drawing/2014/main" id="{F1C4E8A1-E26F-447E-9920-D066950EFDCE}"/>
                  </a:ext>
                </a:extLst>
              </p:cNvPr>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9" name="Rechte verbindingslijn 168">
                <a:extLst>
                  <a:ext uri="{FF2B5EF4-FFF2-40B4-BE49-F238E27FC236}">
                    <a16:creationId xmlns:a16="http://schemas.microsoft.com/office/drawing/2014/main" id="{92C262A0-EBDF-4F9B-BF6B-E48D21785575}"/>
                  </a:ext>
                </a:extLst>
              </p:cNvPr>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0" name="Rechte verbindingslijn 169">
                <a:extLst>
                  <a:ext uri="{FF2B5EF4-FFF2-40B4-BE49-F238E27FC236}">
                    <a16:creationId xmlns:a16="http://schemas.microsoft.com/office/drawing/2014/main" id="{D4FE1558-6BE7-4FB4-BCDD-2FC1300DE2CE}"/>
                  </a:ext>
                </a:extLst>
              </p:cNvPr>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1" name="Rechte verbindingslijn 170">
                <a:extLst>
                  <a:ext uri="{FF2B5EF4-FFF2-40B4-BE49-F238E27FC236}">
                    <a16:creationId xmlns:a16="http://schemas.microsoft.com/office/drawing/2014/main" id="{77DE6BDA-6F53-4F6F-883C-D71B322CD5EA}"/>
                  </a:ext>
                </a:extLst>
              </p:cNvPr>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172" name="Rechthoek 171">
                <a:extLst>
                  <a:ext uri="{FF2B5EF4-FFF2-40B4-BE49-F238E27FC236}">
                    <a16:creationId xmlns:a16="http://schemas.microsoft.com/office/drawing/2014/main" id="{917903B9-C840-4B22-8332-0F6FF4E12BCE}"/>
                  </a:ext>
                </a:extLst>
              </p:cNvPr>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110" name="logo">
            <a:extLst>
              <a:ext uri="{FF2B5EF4-FFF2-40B4-BE49-F238E27FC236}">
                <a16:creationId xmlns:a16="http://schemas.microsoft.com/office/drawing/2014/main" id="{5A08214E-DF57-48EA-84B2-CA6EE2CD7BF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091A87-E469-4741-AFAE-D9FE9D31606F}"/>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5A6E0E6B-9076-4747-B72A-CE6754E64B56}"/>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76726127-9718-42DE-8B36-ACFA6484CDAD}"/>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5C7B464E-EB02-44DE-B0EA-1B24AF5D234F}"/>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73496353-1240-4E64-BED4-2A49E624408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A67ABC18-63E9-4A12-8233-B9211B2E9B3A}"/>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89377A1B-9100-4765-8EBA-772D65451901}"/>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99204BCB-084E-4A74-AFCC-C7FBCC2939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ADD40E2F-10B1-4CA7-9ED6-3F3F72DF520E}"/>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426073FA-9DF6-4303-80AD-06336912AA18}"/>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9252037A-C515-44C2-A220-ABB721F5C4A5}"/>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A06BB989-B0BE-45A8-8D37-EB49821A29C7}"/>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7EE64E67-40EE-4FF9-AA93-4EDDC2C9A948}"/>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ekst">
            <a:extLst>
              <a:ext uri="{FF2B5EF4-FFF2-40B4-BE49-F238E27FC236}">
                <a16:creationId xmlns:a16="http://schemas.microsoft.com/office/drawing/2014/main" id="{2277963E-BB3D-4657-8FDB-59BC2A5ACE82}"/>
              </a:ext>
            </a:extLst>
          </p:cNvPr>
          <p:cNvSpPr>
            <a:spLocks noGrp="1"/>
          </p:cNvSpPr>
          <p:nvPr>
            <p:ph type="body" orient="vert" idx="1" hasCustomPrompt="1"/>
          </p:nvPr>
        </p:nvSpPr>
        <p:spPr>
          <a:xfrm>
            <a:off x="521864" y="1401494"/>
            <a:ext cx="5426486" cy="4451377"/>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53" name="Onder balkje">
            <a:extLst>
              <a:ext uri="{FF2B5EF4-FFF2-40B4-BE49-F238E27FC236}">
                <a16:creationId xmlns:a16="http://schemas.microsoft.com/office/drawing/2014/main" id="{11CB7B56-D687-4517-BBBD-5752B48393E8}"/>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4" name="Tijdelijke aanduiding voor dianummer 5">
            <a:extLst>
              <a:ext uri="{FF2B5EF4-FFF2-40B4-BE49-F238E27FC236}">
                <a16:creationId xmlns:a16="http://schemas.microsoft.com/office/drawing/2014/main" id="{96F150C4-E3A4-40F1-9ED4-DC76B003B2EC}"/>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410426545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10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07893"/>
            <a:ext cx="3140325" cy="216909"/>
          </a:xfrm>
        </p:spPr>
        <p:txBody>
          <a:bodyPr/>
          <a:lstStyle/>
          <a:p>
            <a:fld id="{45804E2F-6799-4914-A5D0-6B51B35EFB93}"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07893"/>
            <a:ext cx="6718797" cy="216909"/>
          </a:xfrm>
        </p:spPr>
        <p:txBody>
          <a:bodyPr/>
          <a:lstStyle/>
          <a:p>
            <a:r>
              <a:rPr lang="nl-NL"/>
              <a:t>&lt;Plaats hier je voettekst&gt;</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219539" y="-885712"/>
            <a:ext cx="175295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TABEL (100%)</a:t>
            </a:r>
          </a:p>
        </p:txBody>
      </p:sp>
      <p:sp>
        <p:nvSpPr>
          <p:cNvPr id="152" name="tabel">
            <a:extLst>
              <a:ext uri="{FF2B5EF4-FFF2-40B4-BE49-F238E27FC236}">
                <a16:creationId xmlns:a16="http://schemas.microsoft.com/office/drawing/2014/main" id="{A53CAFF0-6C2E-4CED-9470-8DA99266AE50}"/>
              </a:ext>
            </a:extLst>
          </p:cNvPr>
          <p:cNvSpPr>
            <a:spLocks noGrp="1"/>
          </p:cNvSpPr>
          <p:nvPr>
            <p:ph type="tbl" sz="quarter" idx="14" hasCustomPrompt="1"/>
          </p:nvPr>
        </p:nvSpPr>
        <p:spPr>
          <a:xfrm>
            <a:off x="516221" y="1395160"/>
            <a:ext cx="11143622" cy="4471547"/>
          </a:xfrm>
          <a:solidFill>
            <a:schemeClr val="bg1">
              <a:lumMod val="95000"/>
            </a:schemeClr>
          </a:solidFill>
        </p:spPr>
        <p:txBody>
          <a:bodyPr tIns="1620000"/>
          <a:lstStyle>
            <a:lvl1pPr marL="0" indent="0" algn="ctr">
              <a:spcBef>
                <a:spcPts val="0"/>
              </a:spcBef>
              <a:spcAft>
                <a:spcPts val="0"/>
              </a:spcAft>
              <a:buNone/>
              <a:defRPr sz="1050" b="1"/>
            </a:lvl1pPr>
          </a:lstStyle>
          <a:p>
            <a:r>
              <a:rPr lang="nl-NL"/>
              <a:t>Klik op onderstaand pictogram</a:t>
            </a:r>
            <a:br>
              <a:rPr lang="nl-NL"/>
            </a:br>
            <a:r>
              <a:rPr lang="nl-NL"/>
              <a:t>om een tabel in te voegen</a:t>
            </a:r>
          </a:p>
        </p:txBody>
      </p:sp>
      <p:grpSp>
        <p:nvGrpSpPr>
          <p:cNvPr id="153" name="Instructie">
            <a:extLst>
              <a:ext uri="{FF2B5EF4-FFF2-40B4-BE49-F238E27FC236}">
                <a16:creationId xmlns:a16="http://schemas.microsoft.com/office/drawing/2014/main" id="{D8FA1774-32C6-44BB-B330-6554B0E7E12D}"/>
              </a:ext>
            </a:extLst>
          </p:cNvPr>
          <p:cNvGrpSpPr/>
          <p:nvPr userDrawn="1"/>
        </p:nvGrpSpPr>
        <p:grpSpPr>
          <a:xfrm>
            <a:off x="12391601" y="0"/>
            <a:ext cx="3183678" cy="3418198"/>
            <a:chOff x="12391601" y="0"/>
            <a:chExt cx="3183678" cy="3418198"/>
          </a:xfrm>
        </p:grpSpPr>
        <p:grpSp>
          <p:nvGrpSpPr>
            <p:cNvPr id="154" name="Meer informatie">
              <a:extLst>
                <a:ext uri="{FF2B5EF4-FFF2-40B4-BE49-F238E27FC236}">
                  <a16:creationId xmlns:a16="http://schemas.microsoft.com/office/drawing/2014/main" id="{7D53CC9C-CDBE-4DFB-AE21-4160803B4CD1}"/>
                </a:ext>
              </a:extLst>
            </p:cNvPr>
            <p:cNvGrpSpPr/>
            <p:nvPr userDrawn="1"/>
          </p:nvGrpSpPr>
          <p:grpSpPr>
            <a:xfrm>
              <a:off x="12396764" y="2622893"/>
              <a:ext cx="3178515" cy="795305"/>
              <a:chOff x="-3741486" y="3347116"/>
              <a:chExt cx="3178515" cy="795305"/>
            </a:xfrm>
          </p:grpSpPr>
          <p:sp>
            <p:nvSpPr>
              <p:cNvPr id="176" name="Freeform 101">
                <a:extLst>
                  <a:ext uri="{FF2B5EF4-FFF2-40B4-BE49-F238E27FC236}">
                    <a16:creationId xmlns:a16="http://schemas.microsoft.com/office/drawing/2014/main" id="{B78FDC53-F231-49E7-A154-56F81091116F}"/>
                  </a:ext>
                </a:extLst>
              </p:cNvPr>
              <p:cNvSpPr>
                <a:spLocks noEditPoints="1"/>
              </p:cNvSpPr>
              <p:nvPr/>
            </p:nvSpPr>
            <p:spPr bwMode="auto">
              <a:xfrm>
                <a:off x="-3741486" y="3347116"/>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77" name="Rechthoek 176">
                <a:extLst>
                  <a:ext uri="{FF2B5EF4-FFF2-40B4-BE49-F238E27FC236}">
                    <a16:creationId xmlns:a16="http://schemas.microsoft.com/office/drawing/2014/main" id="{D40104D5-463A-4C56-920E-DB709D9672FD}"/>
                  </a:ext>
                </a:extLst>
              </p:cNvPr>
              <p:cNvSpPr/>
              <p:nvPr userDrawn="1"/>
            </p:nvSpPr>
            <p:spPr>
              <a:xfrm>
                <a:off x="-3380966" y="3419145"/>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78" name="Rechte verbindingslijn 177">
                <a:extLst>
                  <a:ext uri="{FF2B5EF4-FFF2-40B4-BE49-F238E27FC236}">
                    <a16:creationId xmlns:a16="http://schemas.microsoft.com/office/drawing/2014/main" id="{E9CD1AE4-DA73-4EC4-81C0-1F75EE829AA5}"/>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sp>
          <p:nvSpPr>
            <p:cNvPr id="155" name="Rechthoek 154">
              <a:extLst>
                <a:ext uri="{FF2B5EF4-FFF2-40B4-BE49-F238E27FC236}">
                  <a16:creationId xmlns:a16="http://schemas.microsoft.com/office/drawing/2014/main" id="{1D0DA284-6D84-4D36-B1B6-DB37B4EE58D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Tabel invoegen/veranderen</a:t>
              </a:r>
            </a:p>
          </p:txBody>
        </p:sp>
        <p:sp>
          <p:nvSpPr>
            <p:cNvPr id="156" name="Ovaal 155">
              <a:extLst>
                <a:ext uri="{FF2B5EF4-FFF2-40B4-BE49-F238E27FC236}">
                  <a16:creationId xmlns:a16="http://schemas.microsoft.com/office/drawing/2014/main" id="{9F53628B-F530-4001-99B6-93A0F44C1D48}"/>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57" name="Rechte verbindingslijn 156">
              <a:extLst>
                <a:ext uri="{FF2B5EF4-FFF2-40B4-BE49-F238E27FC236}">
                  <a16:creationId xmlns:a16="http://schemas.microsoft.com/office/drawing/2014/main" id="{BA5E46A7-E4C0-420C-BD1B-206B69E2B01B}"/>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58" name="Rechte verbindingslijn 157">
              <a:extLst>
                <a:ext uri="{FF2B5EF4-FFF2-40B4-BE49-F238E27FC236}">
                  <a16:creationId xmlns:a16="http://schemas.microsoft.com/office/drawing/2014/main" id="{59953485-194D-42FF-82E6-0F30D398DD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59" name="Rechthoek 158">
              <a:extLst>
                <a:ext uri="{FF2B5EF4-FFF2-40B4-BE49-F238E27FC236}">
                  <a16:creationId xmlns:a16="http://schemas.microsoft.com/office/drawing/2014/main" id="{74094B7F-E9F2-4748-9700-863C8ED5247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tabel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tabel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60" name="Ovaal 159">
              <a:extLst>
                <a:ext uri="{FF2B5EF4-FFF2-40B4-BE49-F238E27FC236}">
                  <a16:creationId xmlns:a16="http://schemas.microsoft.com/office/drawing/2014/main" id="{234F4CA7-6E68-48F7-90A9-EA8ADB6F2D62}"/>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61" name="Rechthoek 160">
              <a:extLst>
                <a:ext uri="{FF2B5EF4-FFF2-40B4-BE49-F238E27FC236}">
                  <a16:creationId xmlns:a16="http://schemas.microsoft.com/office/drawing/2014/main" id="{79CA1389-B637-4556-96EE-0093988A463D}"/>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het gewenste aantal rijen en kolommen 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‘OK’</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62" name="Groep 161">
              <a:extLst>
                <a:ext uri="{FF2B5EF4-FFF2-40B4-BE49-F238E27FC236}">
                  <a16:creationId xmlns:a16="http://schemas.microsoft.com/office/drawing/2014/main" id="{36D3135C-9114-41E0-ACB5-71D213B1A776}"/>
                </a:ext>
              </a:extLst>
            </p:cNvPr>
            <p:cNvGrpSpPr/>
            <p:nvPr userDrawn="1"/>
          </p:nvGrpSpPr>
          <p:grpSpPr>
            <a:xfrm>
              <a:off x="12757282" y="2184550"/>
              <a:ext cx="825500" cy="209550"/>
              <a:chOff x="13504624" y="2482850"/>
              <a:chExt cx="825500" cy="209550"/>
            </a:xfrm>
          </p:grpSpPr>
          <p:sp>
            <p:nvSpPr>
              <p:cNvPr id="173" name="Rechthoek 172">
                <a:extLst>
                  <a:ext uri="{FF2B5EF4-FFF2-40B4-BE49-F238E27FC236}">
                    <a16:creationId xmlns:a16="http://schemas.microsoft.com/office/drawing/2014/main" id="{F466C695-CD09-4087-A78D-68D7B0B7730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2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OK</a:t>
                </a:r>
              </a:p>
            </p:txBody>
          </p:sp>
          <p:cxnSp>
            <p:nvCxnSpPr>
              <p:cNvPr id="174" name="Rechte verbindingslijn 173">
                <a:extLst>
                  <a:ext uri="{FF2B5EF4-FFF2-40B4-BE49-F238E27FC236}">
                    <a16:creationId xmlns:a16="http://schemas.microsoft.com/office/drawing/2014/main" id="{D78B9D92-55AF-410D-9537-D703025B8E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75" name="Gelijkbenige driehoek 174">
                <a:extLst>
                  <a:ext uri="{FF2B5EF4-FFF2-40B4-BE49-F238E27FC236}">
                    <a16:creationId xmlns:a16="http://schemas.microsoft.com/office/drawing/2014/main" id="{7A520EAA-77FA-4ED5-A4D4-3DE2F828530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63" name="Rechte verbindingslijn 162">
              <a:extLst>
                <a:ext uri="{FF2B5EF4-FFF2-40B4-BE49-F238E27FC236}">
                  <a16:creationId xmlns:a16="http://schemas.microsoft.com/office/drawing/2014/main" id="{65918623-D162-4D5A-9A47-3A7D5A1E091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64" name="Tabel icoon">
              <a:extLst>
                <a:ext uri="{FF2B5EF4-FFF2-40B4-BE49-F238E27FC236}">
                  <a16:creationId xmlns:a16="http://schemas.microsoft.com/office/drawing/2014/main" id="{A6113588-03B7-4533-ADB2-D0A1084B39F1}"/>
                </a:ext>
              </a:extLst>
            </p:cNvPr>
            <p:cNvGrpSpPr/>
            <p:nvPr userDrawn="1"/>
          </p:nvGrpSpPr>
          <p:grpSpPr>
            <a:xfrm>
              <a:off x="12757283" y="1133664"/>
              <a:ext cx="375500" cy="339168"/>
              <a:chOff x="6072040" y="3376043"/>
              <a:chExt cx="1227920" cy="1109109"/>
            </a:xfrm>
          </p:grpSpPr>
          <p:sp>
            <p:nvSpPr>
              <p:cNvPr id="165" name="Rechthoek 164">
                <a:extLst>
                  <a:ext uri="{FF2B5EF4-FFF2-40B4-BE49-F238E27FC236}">
                    <a16:creationId xmlns:a16="http://schemas.microsoft.com/office/drawing/2014/main" id="{4AFCC203-FD5B-468F-99FB-D1E8E80EFAB9}"/>
                  </a:ext>
                </a:extLst>
              </p:cNvPr>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6" name="Rechthoek 165">
                <a:extLst>
                  <a:ext uri="{FF2B5EF4-FFF2-40B4-BE49-F238E27FC236}">
                    <a16:creationId xmlns:a16="http://schemas.microsoft.com/office/drawing/2014/main" id="{41EFEE30-7FFC-401F-8547-9FBDA36DE4AC}"/>
                  </a:ext>
                </a:extLst>
              </p:cNvPr>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cxnSp>
            <p:nvCxnSpPr>
              <p:cNvPr id="167" name="Rechte verbindingslijn 166">
                <a:extLst>
                  <a:ext uri="{FF2B5EF4-FFF2-40B4-BE49-F238E27FC236}">
                    <a16:creationId xmlns:a16="http://schemas.microsoft.com/office/drawing/2014/main" id="{B8972847-4D20-4203-B318-E85BAC05ED5B}"/>
                  </a:ext>
                </a:extLst>
              </p:cNvPr>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8" name="Rechte verbindingslijn 167">
                <a:extLst>
                  <a:ext uri="{FF2B5EF4-FFF2-40B4-BE49-F238E27FC236}">
                    <a16:creationId xmlns:a16="http://schemas.microsoft.com/office/drawing/2014/main" id="{F1C4E8A1-E26F-447E-9920-D066950EFDCE}"/>
                  </a:ext>
                </a:extLst>
              </p:cNvPr>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9" name="Rechte verbindingslijn 168">
                <a:extLst>
                  <a:ext uri="{FF2B5EF4-FFF2-40B4-BE49-F238E27FC236}">
                    <a16:creationId xmlns:a16="http://schemas.microsoft.com/office/drawing/2014/main" id="{92C262A0-EBDF-4F9B-BF6B-E48D21785575}"/>
                  </a:ext>
                </a:extLst>
              </p:cNvPr>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0" name="Rechte verbindingslijn 169">
                <a:extLst>
                  <a:ext uri="{FF2B5EF4-FFF2-40B4-BE49-F238E27FC236}">
                    <a16:creationId xmlns:a16="http://schemas.microsoft.com/office/drawing/2014/main" id="{D4FE1558-6BE7-4FB4-BCDD-2FC1300DE2CE}"/>
                  </a:ext>
                </a:extLst>
              </p:cNvPr>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1" name="Rechte verbindingslijn 170">
                <a:extLst>
                  <a:ext uri="{FF2B5EF4-FFF2-40B4-BE49-F238E27FC236}">
                    <a16:creationId xmlns:a16="http://schemas.microsoft.com/office/drawing/2014/main" id="{77DE6BDA-6F53-4F6F-883C-D71B322CD5EA}"/>
                  </a:ext>
                </a:extLst>
              </p:cNvPr>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172" name="Rechthoek 171">
                <a:extLst>
                  <a:ext uri="{FF2B5EF4-FFF2-40B4-BE49-F238E27FC236}">
                    <a16:creationId xmlns:a16="http://schemas.microsoft.com/office/drawing/2014/main" id="{917903B9-C840-4B22-8332-0F6FF4E12BCE}"/>
                  </a:ext>
                </a:extLst>
              </p:cNvPr>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36" name="logo">
            <a:extLst>
              <a:ext uri="{FF2B5EF4-FFF2-40B4-BE49-F238E27FC236}">
                <a16:creationId xmlns:a16="http://schemas.microsoft.com/office/drawing/2014/main" id="{26B97214-EB17-4B4C-A83C-2409CD416F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9A76BF-A163-4EFD-8CFF-4BFA25D0FEBC}"/>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D00E6290-8C9C-4F77-93B2-6502D3515E1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2C27B0A1-76DD-46F5-91B4-0E59C6218A45}"/>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FACD1F38-57BF-4C6E-9241-DE4C2D895E41}"/>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589FA1D8-466C-4112-ADD7-5B535CDFB77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3FD6F558-5E20-4BB5-8466-ABF62A84CBDE}"/>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D167014A-79D1-475C-B572-0DD0EBEA4FC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5310A694-C177-48B0-9637-F7F43795911E}"/>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244BF96B-7A55-44DD-A11B-2729D6D08EF7}"/>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8CF30CC7-24F4-486B-BE5E-9178BF47AA8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0D3D758D-F5D7-4981-9C91-0751CE0A3D7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905494EE-D0BB-48C9-98FE-C0CE5007967B}"/>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CF4AC7A3-CF6E-4270-A7DC-8EFDC6DBA286}"/>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itel 1">
            <a:extLst>
              <a:ext uri="{FF2B5EF4-FFF2-40B4-BE49-F238E27FC236}">
                <a16:creationId xmlns:a16="http://schemas.microsoft.com/office/drawing/2014/main" id="{8EEC04D4-F0CA-43BD-BFB9-58F71B9D4F2E}"/>
              </a:ext>
            </a:extLst>
          </p:cNvPr>
          <p:cNvSpPr>
            <a:spLocks noGrp="1"/>
          </p:cNvSpPr>
          <p:nvPr>
            <p:ph type="title" hasCustomPrompt="1"/>
          </p:nvPr>
        </p:nvSpPr>
        <p:spPr>
          <a:xfrm>
            <a:off x="521863" y="272177"/>
            <a:ext cx="11146224" cy="600744"/>
          </a:xfrm>
        </p:spPr>
        <p:txBody>
          <a:bodyPr/>
          <a:lstStyle>
            <a:lvl1pPr>
              <a:defRPr/>
            </a:lvl1pPr>
          </a:lstStyle>
          <a:p>
            <a:r>
              <a:rPr lang="nl-NL" noProof="0"/>
              <a:t>Plaats hier je titel</a:t>
            </a:r>
            <a:endParaRPr lang="nl-NL"/>
          </a:p>
        </p:txBody>
      </p:sp>
      <p:sp>
        <p:nvSpPr>
          <p:cNvPr id="52" name="Onder balkje">
            <a:extLst>
              <a:ext uri="{FF2B5EF4-FFF2-40B4-BE49-F238E27FC236}">
                <a16:creationId xmlns:a16="http://schemas.microsoft.com/office/drawing/2014/main" id="{B2ACF3EC-2949-48DB-9FF3-371DCF60586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4" name="Tijdelijke aanduiding voor dianummer 5">
            <a:extLst>
              <a:ext uri="{FF2B5EF4-FFF2-40B4-BE49-F238E27FC236}">
                <a16:creationId xmlns:a16="http://schemas.microsoft.com/office/drawing/2014/main" id="{6AF92EA9-37D8-4C42-88F3-48205D95F9C2}"/>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53133009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TO 100%">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A9F8B797-7D29-405C-AA62-7DA8D2E9F83B}" type="datetime1">
              <a:rPr lang="nl-NL" smtClean="0"/>
              <a:t>03-02-2025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5289370" y="-885712"/>
            <a:ext cx="161330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87" name="Tijdelijke aanduiding voor dianummer 5">
            <a:extLst>
              <a:ext uri="{FF2B5EF4-FFF2-40B4-BE49-F238E27FC236}">
                <a16:creationId xmlns:a16="http://schemas.microsoft.com/office/drawing/2014/main" id="{1ADB3DF9-1775-4B02-BB3B-7CA5D78347E5}"/>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296529493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ITAAT - ZWART (100% FOTO)">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B7BF963E-A335-4EFC-96E2-BC5DDD288207}" type="datetime1">
              <a:rPr lang="nl-NL" smtClean="0"/>
              <a:t>03-02-2025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55462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548696"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Rechthoek 85">
              <a:extLst>
                <a:ext uri="{FF2B5EF4-FFF2-40B4-BE49-F238E27FC236}">
                  <a16:creationId xmlns:a16="http://schemas.microsoft.com/office/drawing/2014/main" id="{AAB64408-F9F2-48A3-9D2A-956BA628C6D4}"/>
                </a:ext>
              </a:extLst>
            </p:cNvPr>
            <p:cNvSpPr/>
            <p:nvPr userDrawn="1"/>
          </p:nvSpPr>
          <p:spPr>
            <a:xfrm>
              <a:off x="0" y="6074199"/>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4728033" y="-885712"/>
            <a:ext cx="2735979"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CITAAT - ZWART (FOTO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5" name="Tijdelijke aanduiding voor tekst 4">
            <a:extLst>
              <a:ext uri="{FF2B5EF4-FFF2-40B4-BE49-F238E27FC236}">
                <a16:creationId xmlns:a16="http://schemas.microsoft.com/office/drawing/2014/main" id="{7AF0307D-613D-4A4A-87F3-837BD313BCE6}"/>
              </a:ext>
            </a:extLst>
          </p:cNvPr>
          <p:cNvSpPr>
            <a:spLocks noGrp="1"/>
          </p:cNvSpPr>
          <p:nvPr>
            <p:ph type="body" sz="quarter" idx="65" hasCustomPrompt="1"/>
          </p:nvPr>
        </p:nvSpPr>
        <p:spPr>
          <a:xfrm>
            <a:off x="820498" y="824593"/>
            <a:ext cx="4448188" cy="5233988"/>
          </a:xfrm>
          <a:prstGeom prst="roundRect">
            <a:avLst>
              <a:gd name="adj" fmla="val 3255"/>
            </a:avLst>
          </a:prstGeom>
          <a:solidFill>
            <a:schemeClr val="bg1">
              <a:alpha val="70000"/>
            </a:schemeClr>
          </a:solidFill>
          <a:ln w="12700">
            <a:noFill/>
          </a:ln>
        </p:spPr>
        <p:txBody>
          <a:bodyPr lIns="180000" tIns="252000" rIns="180000" bIns="252000" anchor="ctr" anchorCtr="0"/>
          <a:lstStyle>
            <a:lvl1pPr marL="0" indent="0" algn="ctr">
              <a:buFont typeface="Arial" panose="020B0604020202020204" pitchFamily="34" charset="0"/>
              <a:buNone/>
              <a:defRPr sz="4000"/>
            </a:lvl1pPr>
            <a:lvl2pPr marL="0" indent="0" algn="ctr">
              <a:buFont typeface="Arial" panose="020B0604020202020204" pitchFamily="34" charset="0"/>
              <a:buNone/>
              <a:defRPr/>
            </a:lvl2pPr>
            <a:lvl3pPr marL="0" indent="0" algn="ctr">
              <a:buFont typeface="Arial" panose="020B0604020202020204" pitchFamily="34" charset="0"/>
              <a:buNone/>
              <a:defRPr/>
            </a:lvl3pPr>
            <a:lvl4pPr marL="0" indent="0" algn="ctr">
              <a:buFont typeface="Arial" panose="020B0604020202020204" pitchFamily="34" charset="0"/>
              <a:buNone/>
              <a:defRPr/>
            </a:lvl4pPr>
            <a:lvl5pPr marL="0" indent="0" algn="ctr">
              <a:buFont typeface="Arial" panose="020B0604020202020204" pitchFamily="34" charset="0"/>
              <a:buNone/>
              <a:defRPr/>
            </a:lvl5pPr>
            <a:lvl6pPr algn="ctr">
              <a:defRPr sz="4000" b="0"/>
            </a:lvl6pPr>
          </a:lstStyle>
          <a:p>
            <a:pPr lvl="0"/>
            <a:r>
              <a:rPr lang="nl-NL"/>
              <a:t>‘’Plaats hier </a:t>
            </a:r>
            <a:br>
              <a:rPr lang="nl-NL"/>
            </a:br>
            <a:r>
              <a:rPr lang="nl-NL"/>
              <a:t>de citaat’’</a:t>
            </a:r>
          </a:p>
          <a:p>
            <a:pPr lvl="0"/>
            <a:r>
              <a:rPr lang="nl-NL"/>
              <a:t>JU-LEVEL1=Citaat</a:t>
            </a:r>
          </a:p>
        </p:txBody>
      </p:sp>
      <p:sp>
        <p:nvSpPr>
          <p:cNvPr id="95" name="Tijdelijke aanduiding voor dianummer 5">
            <a:extLst>
              <a:ext uri="{FF2B5EF4-FFF2-40B4-BE49-F238E27FC236}">
                <a16:creationId xmlns:a16="http://schemas.microsoft.com/office/drawing/2014/main" id="{CC4936A4-A609-4DB4-B771-319DE3996ABF}"/>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01229574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TAAT - WIT (100% FOTO)">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715CEF43-AFAE-4401-A83A-77818006065C}" type="datetime1">
              <a:rPr lang="nl-NL" smtClean="0"/>
              <a:t>03-02-2025</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55462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548696"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Rechthoek 85">
              <a:extLst>
                <a:ext uri="{FF2B5EF4-FFF2-40B4-BE49-F238E27FC236}">
                  <a16:creationId xmlns:a16="http://schemas.microsoft.com/office/drawing/2014/main" id="{AAB64408-F9F2-48A3-9D2A-956BA628C6D4}"/>
                </a:ext>
              </a:extLst>
            </p:cNvPr>
            <p:cNvSpPr/>
            <p:nvPr userDrawn="1"/>
          </p:nvSpPr>
          <p:spPr>
            <a:xfrm>
              <a:off x="0" y="6074199"/>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4833351" y="-885712"/>
            <a:ext cx="252534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CITAAT - WIT (FOTO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5" name="Tijdelijke aanduiding voor tekst 4">
            <a:extLst>
              <a:ext uri="{FF2B5EF4-FFF2-40B4-BE49-F238E27FC236}">
                <a16:creationId xmlns:a16="http://schemas.microsoft.com/office/drawing/2014/main" id="{7AF0307D-613D-4A4A-87F3-837BD313BCE6}"/>
              </a:ext>
            </a:extLst>
          </p:cNvPr>
          <p:cNvSpPr>
            <a:spLocks noGrp="1"/>
          </p:cNvSpPr>
          <p:nvPr>
            <p:ph type="body" sz="quarter" idx="65" hasCustomPrompt="1"/>
          </p:nvPr>
        </p:nvSpPr>
        <p:spPr>
          <a:xfrm>
            <a:off x="820498" y="824593"/>
            <a:ext cx="4448188" cy="5233988"/>
          </a:xfrm>
          <a:prstGeom prst="roundRect">
            <a:avLst>
              <a:gd name="adj" fmla="val 3255"/>
            </a:avLst>
          </a:prstGeom>
          <a:solidFill>
            <a:schemeClr val="bg1">
              <a:alpha val="70000"/>
            </a:schemeClr>
          </a:solidFill>
          <a:ln w="12700">
            <a:noFill/>
          </a:ln>
        </p:spPr>
        <p:txBody>
          <a:bodyPr lIns="180000" tIns="252000" rIns="180000" bIns="252000" anchor="ctr" anchorCtr="0"/>
          <a:lstStyle>
            <a:lvl1pPr marL="0" indent="0" algn="ctr">
              <a:buFont typeface="Arial" panose="020B0604020202020204" pitchFamily="34" charset="0"/>
              <a:buNone/>
              <a:defRPr sz="4000" b="0">
                <a:solidFill>
                  <a:schemeClr val="tx1"/>
                </a:solidFill>
              </a:defRPr>
            </a:lvl1pPr>
            <a:lvl2pPr marL="0" indent="0" algn="ctr">
              <a:buFont typeface="Arial" panose="020B0604020202020204" pitchFamily="34" charset="0"/>
              <a:buNone/>
              <a:defRPr>
                <a:solidFill>
                  <a:schemeClr val="bg1"/>
                </a:solidFill>
              </a:defRPr>
            </a:lvl2pPr>
            <a:lvl3pPr marL="0" indent="0" algn="ctr">
              <a:buFont typeface="Arial" panose="020B0604020202020204" pitchFamily="34" charset="0"/>
              <a:buNone/>
              <a:defRPr>
                <a:solidFill>
                  <a:schemeClr val="bg1"/>
                </a:solidFill>
              </a:defRPr>
            </a:lvl3pPr>
            <a:lvl4pPr marL="0" indent="0" algn="ctr">
              <a:buFont typeface="Arial" panose="020B0604020202020204" pitchFamily="34" charset="0"/>
              <a:buNone/>
              <a:defRPr>
                <a:solidFill>
                  <a:schemeClr val="bg1"/>
                </a:solidFill>
              </a:defRPr>
            </a:lvl4pPr>
            <a:lvl5pPr marL="0" indent="0" algn="ctr">
              <a:buFont typeface="Arial" panose="020B0604020202020204" pitchFamily="34" charset="0"/>
              <a:buNone/>
              <a:defRPr>
                <a:solidFill>
                  <a:schemeClr val="bg1"/>
                </a:solidFill>
              </a:defRPr>
            </a:lvl5pPr>
          </a:lstStyle>
          <a:p>
            <a:pPr lvl="0"/>
            <a:r>
              <a:rPr lang="nl-NL"/>
              <a:t>‘’Plaats hier </a:t>
            </a:r>
            <a:br>
              <a:rPr lang="nl-NL"/>
            </a:br>
            <a:r>
              <a:rPr lang="nl-NL"/>
              <a:t>de citaat’’</a:t>
            </a:r>
          </a:p>
          <a:p>
            <a:pPr lvl="0"/>
            <a:r>
              <a:rPr lang="nl-NL"/>
              <a:t>JU-LEVEL1=Citaat</a:t>
            </a:r>
          </a:p>
        </p:txBody>
      </p:sp>
      <p:sp>
        <p:nvSpPr>
          <p:cNvPr id="95" name="Tijdelijke aanduiding voor dianummer 5">
            <a:extLst>
              <a:ext uri="{FF2B5EF4-FFF2-40B4-BE49-F238E27FC236}">
                <a16:creationId xmlns:a16="http://schemas.microsoft.com/office/drawing/2014/main" id="{621E4A0F-D5B5-4E58-B6EA-4A7F4DFB61E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84923179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07893"/>
            <a:ext cx="3140325" cy="216909"/>
          </a:xfrm>
        </p:spPr>
        <p:txBody>
          <a:bodyPr/>
          <a:lstStyle/>
          <a:p>
            <a:fld id="{83364D3C-7064-4347-94A0-F2074AB9AB5B}"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07893"/>
            <a:ext cx="6718797" cy="216909"/>
          </a:xfrm>
        </p:spPr>
        <p:txBody>
          <a:bodyPr/>
          <a:lstStyle/>
          <a:p>
            <a:r>
              <a:rPr lang="nl-NL"/>
              <a:t>&lt;Plaats hier je voettekst&gt;</a:t>
            </a:r>
          </a:p>
        </p:txBody>
      </p:sp>
      <p:sp>
        <p:nvSpPr>
          <p:cNvPr id="6" name="Tijdelijke aanduiding voor dianummer 5">
            <a:extLst>
              <a:ext uri="{FF2B5EF4-FFF2-40B4-BE49-F238E27FC236}">
                <a16:creationId xmlns:a16="http://schemas.microsoft.com/office/drawing/2014/main" id="{4D6B08DF-E31D-400F-9D49-014B2090B3C2}"/>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278050" y="-885712"/>
            <a:ext cx="163593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ALLEEN TITEL</a:t>
            </a:r>
          </a:p>
        </p:txBody>
      </p:sp>
      <p:pic>
        <p:nvPicPr>
          <p:cNvPr id="36" name="logo">
            <a:extLst>
              <a:ext uri="{FF2B5EF4-FFF2-40B4-BE49-F238E27FC236}">
                <a16:creationId xmlns:a16="http://schemas.microsoft.com/office/drawing/2014/main" id="{26B97214-EB17-4B4C-A83C-2409CD416F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9A76BF-A163-4EFD-8CFF-4BFA25D0FEBC}"/>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D00E6290-8C9C-4F77-93B2-6502D3515E1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2C27B0A1-76DD-46F5-91B4-0E59C6218A45}"/>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FACD1F38-57BF-4C6E-9241-DE4C2D895E41}"/>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589FA1D8-466C-4112-ADD7-5B535CDFB77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3FD6F558-5E20-4BB5-8466-ABF62A84CBDE}"/>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D167014A-79D1-475C-B572-0DD0EBEA4FC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5310A694-C177-48B0-9637-F7F43795911E}"/>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244BF96B-7A55-44DD-A11B-2729D6D08EF7}"/>
                </a:ext>
              </a:extLst>
            </p:cNvPr>
            <p:cNvSpPr/>
            <p:nvPr userDrawn="1"/>
          </p:nvSpPr>
          <p:spPr>
            <a:xfrm>
              <a:off x="926910" y="6337267"/>
              <a:ext cx="1126509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8CF30CC7-24F4-486B-BE5E-9178BF47AA8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0D3D758D-F5D7-4981-9C91-0751CE0A3D7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905494EE-D0BB-48C9-98FE-C0CE5007967B}"/>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CF4AC7A3-CF6E-4270-A7DC-8EFDC6DBA286}"/>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itel 1">
            <a:extLst>
              <a:ext uri="{FF2B5EF4-FFF2-40B4-BE49-F238E27FC236}">
                <a16:creationId xmlns:a16="http://schemas.microsoft.com/office/drawing/2014/main" id="{8EEC04D4-F0CA-43BD-BFB9-58F71B9D4F2E}"/>
              </a:ext>
            </a:extLst>
          </p:cNvPr>
          <p:cNvSpPr>
            <a:spLocks noGrp="1"/>
          </p:cNvSpPr>
          <p:nvPr>
            <p:ph type="title" hasCustomPrompt="1"/>
          </p:nvPr>
        </p:nvSpPr>
        <p:spPr>
          <a:xfrm>
            <a:off x="521863" y="272177"/>
            <a:ext cx="11146224" cy="600744"/>
          </a:xfrm>
        </p:spPr>
        <p:txBody>
          <a:bodyPr/>
          <a:lstStyle>
            <a:lvl1pPr>
              <a:defRPr/>
            </a:lvl1pPr>
          </a:lstStyle>
          <a:p>
            <a:r>
              <a:rPr lang="nl-NL" noProof="0"/>
              <a:t>Plaats hier je titel</a:t>
            </a:r>
            <a:endParaRPr lang="nl-NL"/>
          </a:p>
        </p:txBody>
      </p:sp>
      <p:sp>
        <p:nvSpPr>
          <p:cNvPr id="52" name="Onder balkje">
            <a:extLst>
              <a:ext uri="{FF2B5EF4-FFF2-40B4-BE49-F238E27FC236}">
                <a16:creationId xmlns:a16="http://schemas.microsoft.com/office/drawing/2014/main" id="{B2ACF3EC-2949-48DB-9FF3-371DCF60586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5778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ORSTELLEN">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53EE96EE-7724-42F6-A3E5-18EEB734E169}"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5151"/>
            <a:ext cx="7193507" cy="216909"/>
          </a:xfrm>
        </p:spPr>
        <p:txBody>
          <a:bodyPr/>
          <a:lstStyle/>
          <a:p>
            <a:r>
              <a:rPr lang="nl-NL"/>
              <a:t>&lt;Plaats hier je voettekst&gt;</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128974" y="-885712"/>
            <a:ext cx="1934093"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VOORSTELLEN</a:t>
            </a:r>
          </a:p>
        </p:txBody>
      </p:sp>
      <p:grpSp>
        <p:nvGrpSpPr>
          <p:cNvPr id="164" name="Instructie">
            <a:extLst>
              <a:ext uri="{FF2B5EF4-FFF2-40B4-BE49-F238E27FC236}">
                <a16:creationId xmlns:a16="http://schemas.microsoft.com/office/drawing/2014/main" id="{37026B65-6948-43CC-8024-F1D2036974B0}"/>
              </a:ext>
            </a:extLst>
          </p:cNvPr>
          <p:cNvGrpSpPr/>
          <p:nvPr userDrawn="1"/>
        </p:nvGrpSpPr>
        <p:grpSpPr>
          <a:xfrm>
            <a:off x="12391601" y="0"/>
            <a:ext cx="3389661" cy="4934293"/>
            <a:chOff x="12391601" y="0"/>
            <a:chExt cx="3389661" cy="4934293"/>
          </a:xfrm>
        </p:grpSpPr>
        <p:grpSp>
          <p:nvGrpSpPr>
            <p:cNvPr id="165" name="Groep 164">
              <a:extLst>
                <a:ext uri="{FF2B5EF4-FFF2-40B4-BE49-F238E27FC236}">
                  <a16:creationId xmlns:a16="http://schemas.microsoft.com/office/drawing/2014/main" id="{C9B20113-4759-48C1-9881-247CCBE98DD8}"/>
                </a:ext>
              </a:extLst>
            </p:cNvPr>
            <p:cNvGrpSpPr/>
            <p:nvPr userDrawn="1"/>
          </p:nvGrpSpPr>
          <p:grpSpPr>
            <a:xfrm>
              <a:off x="12757282" y="3250242"/>
              <a:ext cx="1499406" cy="678267"/>
              <a:chOff x="12757283" y="3120781"/>
              <a:chExt cx="1499406" cy="678267"/>
            </a:xfrm>
          </p:grpSpPr>
          <p:sp>
            <p:nvSpPr>
              <p:cNvPr id="192" name="Rechthoek 191">
                <a:extLst>
                  <a:ext uri="{FF2B5EF4-FFF2-40B4-BE49-F238E27FC236}">
                    <a16:creationId xmlns:a16="http://schemas.microsoft.com/office/drawing/2014/main" id="{70DE0F46-9A43-45A3-8280-BC629B8D4CC1}"/>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93" name="Rechthoek 192">
                <a:extLst>
                  <a:ext uri="{FF2B5EF4-FFF2-40B4-BE49-F238E27FC236}">
                    <a16:creationId xmlns:a16="http://schemas.microsoft.com/office/drawing/2014/main" id="{72B758CA-6448-4B27-B22A-73FD81A231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94" name="Tekstvak 193">
                <a:extLst>
                  <a:ext uri="{FF2B5EF4-FFF2-40B4-BE49-F238E27FC236}">
                    <a16:creationId xmlns:a16="http://schemas.microsoft.com/office/drawing/2014/main" id="{59C2BBDD-97DB-440D-B3CB-54C597D3A0BD}"/>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95" name="Tekstvak 194">
                <a:extLst>
                  <a:ext uri="{FF2B5EF4-FFF2-40B4-BE49-F238E27FC236}">
                    <a16:creationId xmlns:a16="http://schemas.microsoft.com/office/drawing/2014/main" id="{771169D2-EFDC-4694-999E-2025DE9EE1B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96" name="Picture 3">
                <a:extLst>
                  <a:ext uri="{FF2B5EF4-FFF2-40B4-BE49-F238E27FC236}">
                    <a16:creationId xmlns:a16="http://schemas.microsoft.com/office/drawing/2014/main" id="{CEE1DA5C-2467-4252-BF64-A9345864D9D1}"/>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7" name="Gelijkbenige driehoek 196">
                <a:extLst>
                  <a:ext uri="{FF2B5EF4-FFF2-40B4-BE49-F238E27FC236}">
                    <a16:creationId xmlns:a16="http://schemas.microsoft.com/office/drawing/2014/main" id="{2FBBEC4F-CD14-491C-B9AA-9B1D29FDF150}"/>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98" name="Groep 197">
                <a:extLst>
                  <a:ext uri="{FF2B5EF4-FFF2-40B4-BE49-F238E27FC236}">
                    <a16:creationId xmlns:a16="http://schemas.microsoft.com/office/drawing/2014/main" id="{F41E19F4-1ADB-48EB-B67D-27A2AF6F1D63}"/>
                  </a:ext>
                </a:extLst>
              </p:cNvPr>
              <p:cNvGrpSpPr/>
              <p:nvPr userDrawn="1"/>
            </p:nvGrpSpPr>
            <p:grpSpPr>
              <a:xfrm>
                <a:off x="12822311" y="3178534"/>
                <a:ext cx="182309" cy="163794"/>
                <a:chOff x="12832541" y="3162395"/>
                <a:chExt cx="219532" cy="197236"/>
              </a:xfrm>
            </p:grpSpPr>
            <p:sp>
              <p:nvSpPr>
                <p:cNvPr id="203" name="Rechthoek 202">
                  <a:extLst>
                    <a:ext uri="{FF2B5EF4-FFF2-40B4-BE49-F238E27FC236}">
                      <a16:creationId xmlns:a16="http://schemas.microsoft.com/office/drawing/2014/main" id="{D5FC398C-269A-49E8-8A64-64AABDADF7AA}"/>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4" name="Rechthoek 203">
                  <a:extLst>
                    <a:ext uri="{FF2B5EF4-FFF2-40B4-BE49-F238E27FC236}">
                      <a16:creationId xmlns:a16="http://schemas.microsoft.com/office/drawing/2014/main" id="{04ED29EE-FBE0-4481-BE52-B2AB359E877E}"/>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5" name="Rechthoek 204">
                  <a:extLst>
                    <a:ext uri="{FF2B5EF4-FFF2-40B4-BE49-F238E27FC236}">
                      <a16:creationId xmlns:a16="http://schemas.microsoft.com/office/drawing/2014/main" id="{D33C010D-13CC-40D2-989B-508ADF8E07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99" name="Groep 198">
                <a:extLst>
                  <a:ext uri="{FF2B5EF4-FFF2-40B4-BE49-F238E27FC236}">
                    <a16:creationId xmlns:a16="http://schemas.microsoft.com/office/drawing/2014/main" id="{C875A591-EBA0-45D6-870D-3BECA0D0F7B5}"/>
                  </a:ext>
                </a:extLst>
              </p:cNvPr>
              <p:cNvGrpSpPr/>
              <p:nvPr userDrawn="1"/>
            </p:nvGrpSpPr>
            <p:grpSpPr>
              <a:xfrm>
                <a:off x="12822311" y="3480352"/>
                <a:ext cx="182309" cy="163794"/>
                <a:chOff x="12832541" y="3162395"/>
                <a:chExt cx="219532" cy="197236"/>
              </a:xfrm>
            </p:grpSpPr>
            <p:sp>
              <p:nvSpPr>
                <p:cNvPr id="200" name="Rechthoek 199">
                  <a:extLst>
                    <a:ext uri="{FF2B5EF4-FFF2-40B4-BE49-F238E27FC236}">
                      <a16:creationId xmlns:a16="http://schemas.microsoft.com/office/drawing/2014/main" id="{ED9CEDED-7608-4099-B0F2-67CBCC83AEAA}"/>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1" name="Rechthoek 200">
                  <a:extLst>
                    <a:ext uri="{FF2B5EF4-FFF2-40B4-BE49-F238E27FC236}">
                      <a16:creationId xmlns:a16="http://schemas.microsoft.com/office/drawing/2014/main" id="{CCE29130-9E34-487F-9106-B5FDF5C21508}"/>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2" name="Rechthoek 201">
                  <a:extLst>
                    <a:ext uri="{FF2B5EF4-FFF2-40B4-BE49-F238E27FC236}">
                      <a16:creationId xmlns:a16="http://schemas.microsoft.com/office/drawing/2014/main" id="{2033FAF5-9A0C-4D5C-8A37-39CD78C82A83}"/>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166" name="Meer informatie">
              <a:extLst>
                <a:ext uri="{FF2B5EF4-FFF2-40B4-BE49-F238E27FC236}">
                  <a16:creationId xmlns:a16="http://schemas.microsoft.com/office/drawing/2014/main" id="{5526D891-AD8C-44F9-B187-13E5DCB2E139}"/>
                </a:ext>
              </a:extLst>
            </p:cNvPr>
            <p:cNvGrpSpPr/>
            <p:nvPr userDrawn="1"/>
          </p:nvGrpSpPr>
          <p:grpSpPr>
            <a:xfrm>
              <a:off x="12396764" y="4151020"/>
              <a:ext cx="3178515" cy="783273"/>
              <a:chOff x="-3741486" y="3386444"/>
              <a:chExt cx="3178515" cy="783273"/>
            </a:xfrm>
          </p:grpSpPr>
          <p:sp>
            <p:nvSpPr>
              <p:cNvPr id="189" name="Freeform 101">
                <a:extLst>
                  <a:ext uri="{FF2B5EF4-FFF2-40B4-BE49-F238E27FC236}">
                    <a16:creationId xmlns:a16="http://schemas.microsoft.com/office/drawing/2014/main" id="{59822D6C-2DC3-4442-8B3C-6AB767BA813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90" name="Rechthoek 189">
                <a:extLst>
                  <a:ext uri="{FF2B5EF4-FFF2-40B4-BE49-F238E27FC236}">
                    <a16:creationId xmlns:a16="http://schemas.microsoft.com/office/drawing/2014/main" id="{C017B7CB-D89E-4BF0-9B2B-E247BA82C30C}"/>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91" name="Rechte verbindingslijn 190">
                <a:extLst>
                  <a:ext uri="{FF2B5EF4-FFF2-40B4-BE49-F238E27FC236}">
                    <a16:creationId xmlns:a16="http://schemas.microsoft.com/office/drawing/2014/main" id="{2A731424-3861-43C3-84BC-130DD7142DE1}"/>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167" name="Rechthoek 166">
              <a:extLst>
                <a:ext uri="{FF2B5EF4-FFF2-40B4-BE49-F238E27FC236}">
                  <a16:creationId xmlns:a16="http://schemas.microsoft.com/office/drawing/2014/main" id="{1E86F7E8-EC7E-4A7E-A896-C02C792D470C}"/>
                </a:ext>
              </a:extLst>
            </p:cNvPr>
            <p:cNvSpPr/>
            <p:nvPr userDrawn="1"/>
          </p:nvSpPr>
          <p:spPr>
            <a:xfrm>
              <a:off x="12397262" y="0"/>
              <a:ext cx="3384000"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168" name="Ovaal 167">
              <a:extLst>
                <a:ext uri="{FF2B5EF4-FFF2-40B4-BE49-F238E27FC236}">
                  <a16:creationId xmlns:a16="http://schemas.microsoft.com/office/drawing/2014/main" id="{28E9221C-8038-4B14-ACE9-D6013B120CB4}"/>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69" name="Rechte verbindingslijn 168">
              <a:extLst>
                <a:ext uri="{FF2B5EF4-FFF2-40B4-BE49-F238E27FC236}">
                  <a16:creationId xmlns:a16="http://schemas.microsoft.com/office/drawing/2014/main" id="{FE1259F2-AEF7-4D9F-AE3A-6934AB5C5D67}"/>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70" name="Rechte verbindingslijn 169">
              <a:extLst>
                <a:ext uri="{FF2B5EF4-FFF2-40B4-BE49-F238E27FC236}">
                  <a16:creationId xmlns:a16="http://schemas.microsoft.com/office/drawing/2014/main" id="{CEE20EEE-ED28-4052-A0AD-3A088A2B7352}"/>
                </a:ext>
              </a:extLst>
            </p:cNvPr>
            <p:cNvCxnSpPr>
              <a:cxnSpLocks/>
            </p:cNvCxnSpPr>
            <p:nvPr userDrawn="1"/>
          </p:nvCxnSpPr>
          <p:spPr>
            <a:xfrm>
              <a:off x="12397261" y="1728059"/>
              <a:ext cx="3178017" cy="0"/>
            </a:xfrm>
            <a:prstGeom prst="line">
              <a:avLst/>
            </a:prstGeom>
            <a:noFill/>
            <a:ln w="3175" cap="flat" cmpd="sng" algn="ctr">
              <a:solidFill>
                <a:schemeClr val="accent1"/>
              </a:solidFill>
              <a:prstDash val="solid"/>
            </a:ln>
            <a:effectLst/>
          </p:spPr>
        </p:cxnSp>
        <p:sp>
          <p:nvSpPr>
            <p:cNvPr id="171" name="Rechthoek 170">
              <a:extLst>
                <a:ext uri="{FF2B5EF4-FFF2-40B4-BE49-F238E27FC236}">
                  <a16:creationId xmlns:a16="http://schemas.microsoft.com/office/drawing/2014/main" id="{DFC1C346-65E6-4243-9117-B1B682C8F071}"/>
                </a:ext>
              </a:extLst>
            </p:cNvPr>
            <p:cNvSpPr/>
            <p:nvPr userDrawn="1"/>
          </p:nvSpPr>
          <p:spPr>
            <a:xfrm>
              <a:off x="12757282" y="432552"/>
              <a:ext cx="2817995" cy="7386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72" name="Rechte verbindingslijn 171">
              <a:extLst>
                <a:ext uri="{FF2B5EF4-FFF2-40B4-BE49-F238E27FC236}">
                  <a16:creationId xmlns:a16="http://schemas.microsoft.com/office/drawing/2014/main" id="{AB8010CD-67EB-4078-9600-B83E44233637}"/>
                </a:ext>
              </a:extLst>
            </p:cNvPr>
            <p:cNvCxnSpPr>
              <a:cxnSpLocks/>
            </p:cNvCxnSpPr>
            <p:nvPr userDrawn="1"/>
          </p:nvCxnSpPr>
          <p:spPr>
            <a:xfrm>
              <a:off x="12397261" y="4033137"/>
              <a:ext cx="3178017" cy="0"/>
            </a:xfrm>
            <a:prstGeom prst="line">
              <a:avLst/>
            </a:prstGeom>
            <a:noFill/>
            <a:ln w="3175" cap="flat" cmpd="sng" algn="ctr">
              <a:solidFill>
                <a:schemeClr val="accent1"/>
              </a:solidFill>
              <a:prstDash val="solid"/>
            </a:ln>
            <a:effectLst/>
          </p:spPr>
        </p:cxnSp>
        <p:sp>
          <p:nvSpPr>
            <p:cNvPr id="173" name="Ovaal 172">
              <a:extLst>
                <a:ext uri="{FF2B5EF4-FFF2-40B4-BE49-F238E27FC236}">
                  <a16:creationId xmlns:a16="http://schemas.microsoft.com/office/drawing/2014/main" id="{595461CD-F1F7-4393-9666-BF029B65570F}"/>
                </a:ext>
              </a:extLst>
            </p:cNvPr>
            <p:cNvSpPr/>
            <p:nvPr userDrawn="1"/>
          </p:nvSpPr>
          <p:spPr>
            <a:xfrm>
              <a:off x="12391601" y="185652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74" name="Rechthoek 173">
              <a:extLst>
                <a:ext uri="{FF2B5EF4-FFF2-40B4-BE49-F238E27FC236}">
                  <a16:creationId xmlns:a16="http://schemas.microsoft.com/office/drawing/2014/main" id="{40FDAC91-C6BF-4FDE-A982-5EA89D20698D}"/>
                </a:ext>
              </a:extLst>
            </p:cNvPr>
            <p:cNvSpPr/>
            <p:nvPr userDrawn="1"/>
          </p:nvSpPr>
          <p:spPr>
            <a:xfrm>
              <a:off x="12757282" y="1922587"/>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75" name="Groep 174">
              <a:extLst>
                <a:ext uri="{FF2B5EF4-FFF2-40B4-BE49-F238E27FC236}">
                  <a16:creationId xmlns:a16="http://schemas.microsoft.com/office/drawing/2014/main" id="{58971AB1-AAD1-4B9D-A465-C72AE3198278}"/>
                </a:ext>
              </a:extLst>
            </p:cNvPr>
            <p:cNvGrpSpPr/>
            <p:nvPr userDrawn="1"/>
          </p:nvGrpSpPr>
          <p:grpSpPr>
            <a:xfrm>
              <a:off x="12757282" y="1291752"/>
              <a:ext cx="294789" cy="318834"/>
              <a:chOff x="14466489" y="1001522"/>
              <a:chExt cx="290627" cy="314333"/>
            </a:xfrm>
          </p:grpSpPr>
          <p:sp>
            <p:nvSpPr>
              <p:cNvPr id="183" name="Rechthoek 182">
                <a:extLst>
                  <a:ext uri="{FF2B5EF4-FFF2-40B4-BE49-F238E27FC236}">
                    <a16:creationId xmlns:a16="http://schemas.microsoft.com/office/drawing/2014/main" id="{B446B015-10CC-489B-8D8A-B269FA37F780}"/>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84" name="Ovaal 183">
                <a:extLst>
                  <a:ext uri="{FF2B5EF4-FFF2-40B4-BE49-F238E27FC236}">
                    <a16:creationId xmlns:a16="http://schemas.microsoft.com/office/drawing/2014/main" id="{BEC7E7E7-6D1E-452C-A973-0161B7FF3D0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85" name="Vrije vorm: vorm 184">
                <a:extLst>
                  <a:ext uri="{FF2B5EF4-FFF2-40B4-BE49-F238E27FC236}">
                    <a16:creationId xmlns:a16="http://schemas.microsoft.com/office/drawing/2014/main" id="{F476E58C-DA17-4829-9639-45B1E5C23737}"/>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86" name="Rechthoek: afgeronde hoeken 185">
                <a:extLst>
                  <a:ext uri="{FF2B5EF4-FFF2-40B4-BE49-F238E27FC236}">
                    <a16:creationId xmlns:a16="http://schemas.microsoft.com/office/drawing/2014/main" id="{1E88231B-ED42-41DF-9817-10466535CD5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87" name="Rechte verbindingslijn 186">
                <a:extLst>
                  <a:ext uri="{FF2B5EF4-FFF2-40B4-BE49-F238E27FC236}">
                    <a16:creationId xmlns:a16="http://schemas.microsoft.com/office/drawing/2014/main" id="{08D7C14C-0155-485C-BF6F-813CD9CA03E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8" name="Rechte verbindingslijn 187">
                <a:extLst>
                  <a:ext uri="{FF2B5EF4-FFF2-40B4-BE49-F238E27FC236}">
                    <a16:creationId xmlns:a16="http://schemas.microsoft.com/office/drawing/2014/main" id="{8EDE9A61-58F5-4B13-81DA-763FA00A2BA9}"/>
                  </a:ext>
                </a:extLst>
              </p:cNvPr>
              <p:cNvCxnSpPr>
                <a:cxnSpLocks/>
                <a:stCxn id="186"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76" name="Ovaal 175">
              <a:extLst>
                <a:ext uri="{FF2B5EF4-FFF2-40B4-BE49-F238E27FC236}">
                  <a16:creationId xmlns:a16="http://schemas.microsoft.com/office/drawing/2014/main" id="{98693FD5-5435-465A-B94B-B97EA03C476E}"/>
                </a:ext>
              </a:extLst>
            </p:cNvPr>
            <p:cNvSpPr/>
            <p:nvPr userDrawn="1"/>
          </p:nvSpPr>
          <p:spPr>
            <a:xfrm>
              <a:off x="12391601" y="2768077"/>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177" name="Rechthoek 176">
              <a:extLst>
                <a:ext uri="{FF2B5EF4-FFF2-40B4-BE49-F238E27FC236}">
                  <a16:creationId xmlns:a16="http://schemas.microsoft.com/office/drawing/2014/main" id="{4996E550-739C-44E7-BC89-8B6A974E3931}"/>
                </a:ext>
              </a:extLst>
            </p:cNvPr>
            <p:cNvSpPr/>
            <p:nvPr userDrawn="1"/>
          </p:nvSpPr>
          <p:spPr>
            <a:xfrm>
              <a:off x="12757283" y="2834141"/>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78" name="Rechte verbindingslijn 177">
              <a:extLst>
                <a:ext uri="{FF2B5EF4-FFF2-40B4-BE49-F238E27FC236}">
                  <a16:creationId xmlns:a16="http://schemas.microsoft.com/office/drawing/2014/main" id="{60CBD64B-9E24-4FA3-8AD0-F6F9D151F94E}"/>
                </a:ext>
              </a:extLst>
            </p:cNvPr>
            <p:cNvCxnSpPr>
              <a:cxnSpLocks/>
            </p:cNvCxnSpPr>
            <p:nvPr userDrawn="1"/>
          </p:nvCxnSpPr>
          <p:spPr>
            <a:xfrm>
              <a:off x="12397261" y="2649915"/>
              <a:ext cx="3178017" cy="0"/>
            </a:xfrm>
            <a:prstGeom prst="line">
              <a:avLst/>
            </a:prstGeom>
            <a:noFill/>
            <a:ln w="3175" cap="flat" cmpd="sng" algn="ctr">
              <a:solidFill>
                <a:schemeClr val="accent1"/>
              </a:solidFill>
              <a:prstDash val="solid"/>
            </a:ln>
            <a:effectLst/>
          </p:spPr>
        </p:cxnSp>
        <p:grpSp>
          <p:nvGrpSpPr>
            <p:cNvPr id="179" name="Groep 178">
              <a:extLst>
                <a:ext uri="{FF2B5EF4-FFF2-40B4-BE49-F238E27FC236}">
                  <a16:creationId xmlns:a16="http://schemas.microsoft.com/office/drawing/2014/main" id="{7683C293-9728-42E5-9ABE-07277D2DF1E8}"/>
                </a:ext>
              </a:extLst>
            </p:cNvPr>
            <p:cNvGrpSpPr/>
            <p:nvPr userDrawn="1"/>
          </p:nvGrpSpPr>
          <p:grpSpPr>
            <a:xfrm>
              <a:off x="12757282" y="2296644"/>
              <a:ext cx="825500" cy="209550"/>
              <a:chOff x="13504624" y="2444818"/>
              <a:chExt cx="825500" cy="209550"/>
            </a:xfrm>
          </p:grpSpPr>
          <p:sp>
            <p:nvSpPr>
              <p:cNvPr id="180" name="Rechthoek 179">
                <a:extLst>
                  <a:ext uri="{FF2B5EF4-FFF2-40B4-BE49-F238E27FC236}">
                    <a16:creationId xmlns:a16="http://schemas.microsoft.com/office/drawing/2014/main" id="{8D5780D4-F5E0-407B-963C-7404D8CC4966}"/>
                  </a:ext>
                </a:extLst>
              </p:cNvPr>
              <p:cNvSpPr/>
              <p:nvPr userDrawn="1"/>
            </p:nvSpPr>
            <p:spPr>
              <a:xfrm>
                <a:off x="13504624" y="2444818"/>
                <a:ext cx="825500" cy="209550"/>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81" name="Rechte verbindingslijn 180">
                <a:extLst>
                  <a:ext uri="{FF2B5EF4-FFF2-40B4-BE49-F238E27FC236}">
                    <a16:creationId xmlns:a16="http://schemas.microsoft.com/office/drawing/2014/main" id="{3F7F962C-6A38-48ED-A896-E0092FDF5886}"/>
                  </a:ext>
                </a:extLst>
              </p:cNvPr>
              <p:cNvCxnSpPr/>
              <p:nvPr userDrawn="1"/>
            </p:nvCxnSpPr>
            <p:spPr>
              <a:xfrm>
                <a:off x="14155269" y="2477218"/>
                <a:ext cx="0" cy="142717"/>
              </a:xfrm>
              <a:prstGeom prst="line">
                <a:avLst/>
              </a:prstGeom>
              <a:noFill/>
              <a:ln w="3175" cap="flat" cmpd="sng" algn="ctr">
                <a:solidFill>
                  <a:srgbClr val="44546A"/>
                </a:solidFill>
                <a:prstDash val="solid"/>
              </a:ln>
              <a:effectLst/>
            </p:spPr>
          </p:cxnSp>
          <p:sp>
            <p:nvSpPr>
              <p:cNvPr id="182" name="Gelijkbenige driehoek 181">
                <a:extLst>
                  <a:ext uri="{FF2B5EF4-FFF2-40B4-BE49-F238E27FC236}">
                    <a16:creationId xmlns:a16="http://schemas.microsoft.com/office/drawing/2014/main" id="{57C24AA2-E954-4575-9CA2-228AE45A5E70}"/>
                  </a:ext>
                </a:extLst>
              </p:cNvPr>
              <p:cNvSpPr/>
              <p:nvPr userDrawn="1"/>
            </p:nvSpPr>
            <p:spPr>
              <a:xfrm rot="10800000">
                <a:off x="14196089" y="2528872"/>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sp>
        <p:nvSpPr>
          <p:cNvPr id="206" name="foto">
            <a:extLst>
              <a:ext uri="{FF2B5EF4-FFF2-40B4-BE49-F238E27FC236}">
                <a16:creationId xmlns:a16="http://schemas.microsoft.com/office/drawing/2014/main" id="{CB6B8576-11F8-41EC-8333-F7B206A9E57C}"/>
              </a:ext>
            </a:extLst>
          </p:cNvPr>
          <p:cNvSpPr>
            <a:spLocks noGrp="1"/>
          </p:cNvSpPr>
          <p:nvPr>
            <p:ph type="pic" sz="quarter" idx="14" hasCustomPrompt="1"/>
          </p:nvPr>
        </p:nvSpPr>
        <p:spPr>
          <a:xfrm>
            <a:off x="525244"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7" name="foto">
            <a:extLst>
              <a:ext uri="{FF2B5EF4-FFF2-40B4-BE49-F238E27FC236}">
                <a16:creationId xmlns:a16="http://schemas.microsoft.com/office/drawing/2014/main" id="{93B9B46A-56EE-4744-A5B8-9CD0C972CCD3}"/>
              </a:ext>
            </a:extLst>
          </p:cNvPr>
          <p:cNvSpPr>
            <a:spLocks noGrp="1"/>
          </p:cNvSpPr>
          <p:nvPr>
            <p:ph type="pic" sz="quarter" idx="56" hasCustomPrompt="1"/>
          </p:nvPr>
        </p:nvSpPr>
        <p:spPr>
          <a:xfrm>
            <a:off x="3377953"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8" name="foto">
            <a:extLst>
              <a:ext uri="{FF2B5EF4-FFF2-40B4-BE49-F238E27FC236}">
                <a16:creationId xmlns:a16="http://schemas.microsoft.com/office/drawing/2014/main" id="{147DEBB2-F750-4BC5-8734-F564106F3DB4}"/>
              </a:ext>
            </a:extLst>
          </p:cNvPr>
          <p:cNvSpPr>
            <a:spLocks noGrp="1"/>
          </p:cNvSpPr>
          <p:nvPr>
            <p:ph type="pic" sz="quarter" idx="57" hasCustomPrompt="1"/>
          </p:nvPr>
        </p:nvSpPr>
        <p:spPr>
          <a:xfrm>
            <a:off x="6226121"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9" name="foto">
            <a:extLst>
              <a:ext uri="{FF2B5EF4-FFF2-40B4-BE49-F238E27FC236}">
                <a16:creationId xmlns:a16="http://schemas.microsoft.com/office/drawing/2014/main" id="{92997DD6-3C3E-4D4F-A561-2FBB6E2CB16F}"/>
              </a:ext>
            </a:extLst>
          </p:cNvPr>
          <p:cNvSpPr>
            <a:spLocks noGrp="1"/>
          </p:cNvSpPr>
          <p:nvPr>
            <p:ph type="pic" sz="quarter" idx="58" hasCustomPrompt="1"/>
          </p:nvPr>
        </p:nvSpPr>
        <p:spPr>
          <a:xfrm>
            <a:off x="9074288"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11" name="tekst">
            <a:extLst>
              <a:ext uri="{FF2B5EF4-FFF2-40B4-BE49-F238E27FC236}">
                <a16:creationId xmlns:a16="http://schemas.microsoft.com/office/drawing/2014/main" id="{A2E8DCEB-4330-49AA-A7C5-2DAED7A4A97B}"/>
              </a:ext>
            </a:extLst>
          </p:cNvPr>
          <p:cNvSpPr>
            <a:spLocks noGrp="1"/>
          </p:cNvSpPr>
          <p:nvPr>
            <p:ph type="body" orient="vert" idx="59" hasCustomPrompt="1"/>
          </p:nvPr>
        </p:nvSpPr>
        <p:spPr>
          <a:xfrm>
            <a:off x="525244"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voor een </a:t>
            </a:r>
            <a:br>
              <a:rPr lang="nl-NL" noProof="0"/>
            </a:br>
            <a:r>
              <a:rPr lang="nl-NL" noProof="0"/>
              <a:t>extra toevoeging</a:t>
            </a:r>
          </a:p>
        </p:txBody>
      </p:sp>
      <p:sp>
        <p:nvSpPr>
          <p:cNvPr id="216" name="tekst">
            <a:extLst>
              <a:ext uri="{FF2B5EF4-FFF2-40B4-BE49-F238E27FC236}">
                <a16:creationId xmlns:a16="http://schemas.microsoft.com/office/drawing/2014/main" id="{44DC3E61-1D5A-478B-BF82-E05E5C3AB0A1}"/>
              </a:ext>
            </a:extLst>
          </p:cNvPr>
          <p:cNvSpPr>
            <a:spLocks noGrp="1"/>
          </p:cNvSpPr>
          <p:nvPr>
            <p:ph type="body" orient="vert" idx="61" hasCustomPrompt="1"/>
          </p:nvPr>
        </p:nvSpPr>
        <p:spPr>
          <a:xfrm>
            <a:off x="3368870"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voor een </a:t>
            </a:r>
            <a:br>
              <a:rPr lang="nl-NL" noProof="0"/>
            </a:br>
            <a:r>
              <a:rPr lang="nl-NL" noProof="0"/>
              <a:t>extra toevoeging</a:t>
            </a:r>
          </a:p>
        </p:txBody>
      </p:sp>
      <p:sp>
        <p:nvSpPr>
          <p:cNvPr id="218" name="tekst">
            <a:extLst>
              <a:ext uri="{FF2B5EF4-FFF2-40B4-BE49-F238E27FC236}">
                <a16:creationId xmlns:a16="http://schemas.microsoft.com/office/drawing/2014/main" id="{C12A6F54-7562-4C5D-846B-87E626458C4F}"/>
              </a:ext>
            </a:extLst>
          </p:cNvPr>
          <p:cNvSpPr>
            <a:spLocks noGrp="1"/>
          </p:cNvSpPr>
          <p:nvPr>
            <p:ph type="body" orient="vert" idx="63" hasCustomPrompt="1"/>
          </p:nvPr>
        </p:nvSpPr>
        <p:spPr>
          <a:xfrm>
            <a:off x="6217038"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voor een </a:t>
            </a:r>
            <a:br>
              <a:rPr lang="nl-NL" noProof="0"/>
            </a:br>
            <a:r>
              <a:rPr lang="nl-NL" noProof="0"/>
              <a:t>extra toevoeging</a:t>
            </a:r>
          </a:p>
        </p:txBody>
      </p:sp>
      <p:sp>
        <p:nvSpPr>
          <p:cNvPr id="220" name="tekst">
            <a:extLst>
              <a:ext uri="{FF2B5EF4-FFF2-40B4-BE49-F238E27FC236}">
                <a16:creationId xmlns:a16="http://schemas.microsoft.com/office/drawing/2014/main" id="{ABCBA0F9-0F97-45BB-B6DE-999D743635EB}"/>
              </a:ext>
            </a:extLst>
          </p:cNvPr>
          <p:cNvSpPr>
            <a:spLocks noGrp="1"/>
          </p:cNvSpPr>
          <p:nvPr>
            <p:ph type="body" orient="vert" idx="65" hasCustomPrompt="1"/>
          </p:nvPr>
        </p:nvSpPr>
        <p:spPr>
          <a:xfrm>
            <a:off x="9069747"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voor een </a:t>
            </a:r>
            <a:br>
              <a:rPr lang="nl-NL" noProof="0"/>
            </a:br>
            <a:r>
              <a:rPr lang="nl-NL" noProof="0"/>
              <a:t>extra toevoeging</a:t>
            </a:r>
          </a:p>
        </p:txBody>
      </p:sp>
      <p:sp>
        <p:nvSpPr>
          <p:cNvPr id="221" name="Titel 1">
            <a:extLst>
              <a:ext uri="{FF2B5EF4-FFF2-40B4-BE49-F238E27FC236}">
                <a16:creationId xmlns:a16="http://schemas.microsoft.com/office/drawing/2014/main" id="{6B210676-552F-4B28-9F20-5CBEE02DAE84}"/>
              </a:ext>
            </a:extLst>
          </p:cNvPr>
          <p:cNvSpPr>
            <a:spLocks noGrp="1"/>
          </p:cNvSpPr>
          <p:nvPr>
            <p:ph type="title" hasCustomPrompt="1"/>
          </p:nvPr>
        </p:nvSpPr>
        <p:spPr>
          <a:xfrm>
            <a:off x="510562" y="272177"/>
            <a:ext cx="11166334" cy="600744"/>
          </a:xfrm>
        </p:spPr>
        <p:txBody>
          <a:bodyPr/>
          <a:lstStyle>
            <a:lvl1pPr>
              <a:defRPr/>
            </a:lvl1pPr>
          </a:lstStyle>
          <a:p>
            <a:r>
              <a:rPr lang="nl-NL" noProof="0"/>
              <a:t>Plaats hier je titel</a:t>
            </a:r>
            <a:endParaRPr lang="nl-NL"/>
          </a:p>
        </p:txBody>
      </p:sp>
      <p:sp>
        <p:nvSpPr>
          <p:cNvPr id="63" name="Onder balkje">
            <a:extLst>
              <a:ext uri="{FF2B5EF4-FFF2-40B4-BE49-F238E27FC236}">
                <a16:creationId xmlns:a16="http://schemas.microsoft.com/office/drawing/2014/main" id="{EB382FCD-9C8B-4F18-B37B-29CA0F43C41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64" name="GRID" hidden="1">
            <a:extLst>
              <a:ext uri="{FF2B5EF4-FFF2-40B4-BE49-F238E27FC236}">
                <a16:creationId xmlns:a16="http://schemas.microsoft.com/office/drawing/2014/main" id="{EB75E045-9B2F-4037-8D43-019C3B8DAD0C}"/>
              </a:ext>
            </a:extLst>
          </p:cNvPr>
          <p:cNvGrpSpPr/>
          <p:nvPr userDrawn="1"/>
        </p:nvGrpSpPr>
        <p:grpSpPr>
          <a:xfrm>
            <a:off x="0" y="0"/>
            <a:ext cx="12192000" cy="6858000"/>
            <a:chOff x="0" y="0"/>
            <a:chExt cx="12192000" cy="6858000"/>
          </a:xfrm>
        </p:grpSpPr>
        <p:sp>
          <p:nvSpPr>
            <p:cNvPr id="65" name="Rechthoek 64">
              <a:extLst>
                <a:ext uri="{FF2B5EF4-FFF2-40B4-BE49-F238E27FC236}">
                  <a16:creationId xmlns:a16="http://schemas.microsoft.com/office/drawing/2014/main" id="{9DA70BBF-1A70-4CE9-B92D-91AAD3DF13D4}"/>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hthoek 65">
              <a:extLst>
                <a:ext uri="{FF2B5EF4-FFF2-40B4-BE49-F238E27FC236}">
                  <a16:creationId xmlns:a16="http://schemas.microsoft.com/office/drawing/2014/main" id="{550D5FBA-5290-4AF6-AA22-20F04180A377}"/>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7" name="Rechthoek 66">
              <a:extLst>
                <a:ext uri="{FF2B5EF4-FFF2-40B4-BE49-F238E27FC236}">
                  <a16:creationId xmlns:a16="http://schemas.microsoft.com/office/drawing/2014/main" id="{2FE5C9DA-7391-4773-96D0-665A34E0478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echthoek 67">
              <a:extLst>
                <a:ext uri="{FF2B5EF4-FFF2-40B4-BE49-F238E27FC236}">
                  <a16:creationId xmlns:a16="http://schemas.microsoft.com/office/drawing/2014/main" id="{38AD4748-BAAA-4B2B-B4E6-3A1492B4BCF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hthoek 68">
              <a:extLst>
                <a:ext uri="{FF2B5EF4-FFF2-40B4-BE49-F238E27FC236}">
                  <a16:creationId xmlns:a16="http://schemas.microsoft.com/office/drawing/2014/main" id="{A9941525-5D0D-4509-8ECE-B747140CB04A}"/>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hthoek 69">
              <a:extLst>
                <a:ext uri="{FF2B5EF4-FFF2-40B4-BE49-F238E27FC236}">
                  <a16:creationId xmlns:a16="http://schemas.microsoft.com/office/drawing/2014/main" id="{B681D3A7-95CC-4CEF-BFAB-79DF1FCD556E}"/>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Rechthoek 70">
              <a:extLst>
                <a:ext uri="{FF2B5EF4-FFF2-40B4-BE49-F238E27FC236}">
                  <a16:creationId xmlns:a16="http://schemas.microsoft.com/office/drawing/2014/main" id="{60A5F06F-78F5-4257-84E5-7835A22AE4B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hthoek 71">
              <a:extLst>
                <a:ext uri="{FF2B5EF4-FFF2-40B4-BE49-F238E27FC236}">
                  <a16:creationId xmlns:a16="http://schemas.microsoft.com/office/drawing/2014/main" id="{13835FFF-2F9E-4252-9978-9DB584EF03B9}"/>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Rechthoek 72">
              <a:extLst>
                <a:ext uri="{FF2B5EF4-FFF2-40B4-BE49-F238E27FC236}">
                  <a16:creationId xmlns:a16="http://schemas.microsoft.com/office/drawing/2014/main" id="{877A95CF-E943-452F-98FE-320623CE6607}"/>
                </a:ext>
              </a:extLst>
            </p:cNvPr>
            <p:cNvSpPr/>
            <p:nvPr userDrawn="1"/>
          </p:nvSpPr>
          <p:spPr>
            <a:xfrm>
              <a:off x="8828730" y="0"/>
              <a:ext cx="24555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Rechthoek 73">
              <a:extLst>
                <a:ext uri="{FF2B5EF4-FFF2-40B4-BE49-F238E27FC236}">
                  <a16:creationId xmlns:a16="http://schemas.microsoft.com/office/drawing/2014/main" id="{98B73A68-CF05-4530-9622-5D3A615F068E}"/>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55A617AD-4F36-41FD-AF6E-A16FCEFFA382}"/>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DA7579D0-E164-4569-B5C8-5731FCF6986E}"/>
                </a:ext>
              </a:extLst>
            </p:cNvPr>
            <p:cNvSpPr/>
            <p:nvPr userDrawn="1"/>
          </p:nvSpPr>
          <p:spPr>
            <a:xfrm>
              <a:off x="5980561" y="0"/>
              <a:ext cx="23821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21553237-0241-4E78-B12B-1AC9DE9554B5}"/>
                </a:ext>
              </a:extLst>
            </p:cNvPr>
            <p:cNvSpPr/>
            <p:nvPr userDrawn="1"/>
          </p:nvSpPr>
          <p:spPr>
            <a:xfrm>
              <a:off x="3136756" y="0"/>
              <a:ext cx="23821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042FC887-2C74-4586-A11E-0965BADF5F84}"/>
                </a:ext>
              </a:extLst>
            </p:cNvPr>
            <p:cNvSpPr/>
            <p:nvPr userDrawn="1"/>
          </p:nvSpPr>
          <p:spPr>
            <a:xfrm>
              <a:off x="0" y="4284370"/>
              <a:ext cx="12192000" cy="24647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6" name="Tijdelijke aanduiding voor dianummer 5">
            <a:extLst>
              <a:ext uri="{FF2B5EF4-FFF2-40B4-BE49-F238E27FC236}">
                <a16:creationId xmlns:a16="http://schemas.microsoft.com/office/drawing/2014/main" id="{3CFA51F5-599C-4898-83AB-6D5F2884DFAA}"/>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04592778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C-BY">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8516D6A5-529C-4A2F-9EF7-A2B647F1C54E}"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Plaats hier de CC-BY tekst</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534272" y="-885712"/>
            <a:ext cx="1123486"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CC-BY</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8" name="Tijdelijke aanduiding voor tekst 44">
            <a:extLst>
              <a:ext uri="{FF2B5EF4-FFF2-40B4-BE49-F238E27FC236}">
                <a16:creationId xmlns:a16="http://schemas.microsoft.com/office/drawing/2014/main" id="{2625E133-5B44-43E9-8CFC-FA46765B91E9}"/>
              </a:ext>
            </a:extLst>
          </p:cNvPr>
          <p:cNvSpPr>
            <a:spLocks noGrp="1"/>
          </p:cNvSpPr>
          <p:nvPr>
            <p:ph type="body" sz="quarter" idx="68"/>
          </p:nvPr>
        </p:nvSpPr>
        <p:spPr>
          <a:xfrm>
            <a:off x="10691963" y="5463172"/>
            <a:ext cx="899703" cy="394157"/>
          </a:xfrm>
          <a:blipFill>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l="2307" r="2307"/>
            </a:stretch>
          </a:blipFill>
        </p:spPr>
        <p:txBody>
          <a:bodyPr/>
          <a:lstStyle>
            <a:lvl1pPr marL="0" indent="0">
              <a:buNone/>
              <a:defRPr sz="100"/>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E6A3CE52-E5F7-4B4F-85AC-CD549AB4D496}"/>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9033712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FSLUITING">
    <p:spTree>
      <p:nvGrpSpPr>
        <p:cNvPr id="1" name=""/>
        <p:cNvGrpSpPr/>
        <p:nvPr/>
      </p:nvGrpSpPr>
      <p:grpSpPr>
        <a:xfrm>
          <a:off x="0" y="0"/>
          <a:ext cx="0" cy="0"/>
          <a:chOff x="0" y="0"/>
          <a:chExt cx="0" cy="0"/>
        </a:xfrm>
      </p:grpSpPr>
      <p:sp>
        <p:nvSpPr>
          <p:cNvPr id="49" name="Cover Logo">
            <a:extLst>
              <a:ext uri="{FF2B5EF4-FFF2-40B4-BE49-F238E27FC236}">
                <a16:creationId xmlns:a16="http://schemas.microsoft.com/office/drawing/2014/main" id="{BFE3F2DF-F973-4BC9-A966-72782954493A}"/>
              </a:ext>
            </a:extLst>
          </p:cNvPr>
          <p:cNvSpPr/>
          <p:nvPr userDrawn="1"/>
        </p:nvSpPr>
        <p:spPr>
          <a:xfrm>
            <a:off x="10464800" y="5725024"/>
            <a:ext cx="1727200" cy="1060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foto">
            <a:extLst>
              <a:ext uri="{FF2B5EF4-FFF2-40B4-BE49-F238E27FC236}">
                <a16:creationId xmlns:a16="http://schemas.microsoft.com/office/drawing/2014/main" id="{9FA4FBC7-DF59-4250-B300-46C73F538778}"/>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FC73CD82-1D46-4D68-A265-F825BBCF0C74}" type="datetime1">
              <a:rPr lang="nl-NL" smtClean="0"/>
              <a:t>03-02-2025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331301" y="-885712"/>
            <a:ext cx="152943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AFSLUITING</a:t>
            </a:r>
          </a:p>
        </p:txBody>
      </p:sp>
      <p:sp>
        <p:nvSpPr>
          <p:cNvPr id="41" name="Tijdelijke aanduiding voor tekst 4">
            <a:extLst>
              <a:ext uri="{FF2B5EF4-FFF2-40B4-BE49-F238E27FC236}">
                <a16:creationId xmlns:a16="http://schemas.microsoft.com/office/drawing/2014/main" id="{97D94EDB-F9CC-42E2-BBE0-51B1FA517548}"/>
              </a:ext>
            </a:extLst>
          </p:cNvPr>
          <p:cNvSpPr>
            <a:spLocks noGrp="1"/>
          </p:cNvSpPr>
          <p:nvPr>
            <p:ph type="body" sz="quarter" idx="65"/>
          </p:nvPr>
        </p:nvSpPr>
        <p:spPr>
          <a:xfrm>
            <a:off x="870839" y="3264255"/>
            <a:ext cx="4347528" cy="2135167"/>
          </a:xfrm>
          <a:prstGeom prst="roundRect">
            <a:avLst>
              <a:gd name="adj" fmla="val 7360"/>
            </a:avLst>
          </a:prstGeom>
          <a:solidFill>
            <a:schemeClr val="accent1"/>
          </a:solidFill>
          <a:ln w="12700">
            <a:solidFill>
              <a:schemeClr val="accent1"/>
            </a:solidFill>
          </a:ln>
        </p:spPr>
        <p:txBody>
          <a:bodyPr lIns="612000" tIns="180000" rIns="180000" bIns="252000" anchor="ctr" anchorCtr="0"/>
          <a:lstStyle>
            <a:lvl1pPr marL="0" indent="0" algn="l">
              <a:lnSpc>
                <a:spcPct val="150000"/>
              </a:lnSpc>
              <a:buFont typeface="Arial" panose="020B0604020202020204" pitchFamily="34" charset="0"/>
              <a:buNone/>
              <a:defRPr sz="1600" b="1">
                <a:solidFill>
                  <a:schemeClr val="accent1"/>
                </a:solidFill>
              </a:defRPr>
            </a:lvl1pPr>
            <a:lvl2pPr marL="0" indent="0" algn="ctr">
              <a:buFont typeface="Arial" panose="020B0604020202020204" pitchFamily="34" charset="0"/>
              <a:buNone/>
              <a:defRPr>
                <a:solidFill>
                  <a:schemeClr val="bg1"/>
                </a:solidFill>
              </a:defRPr>
            </a:lvl2pPr>
            <a:lvl3pPr marL="0" indent="0" algn="ctr">
              <a:buFont typeface="Arial" panose="020B0604020202020204" pitchFamily="34" charset="0"/>
              <a:buNone/>
              <a:defRPr>
                <a:solidFill>
                  <a:schemeClr val="bg1"/>
                </a:solidFill>
              </a:defRPr>
            </a:lvl3pPr>
            <a:lvl4pPr marL="0" indent="0" algn="ctr">
              <a:buFont typeface="Arial" panose="020B0604020202020204" pitchFamily="34" charset="0"/>
              <a:buNone/>
              <a:defRPr>
                <a:solidFill>
                  <a:schemeClr val="bg1"/>
                </a:solidFill>
              </a:defRPr>
            </a:lvl4pPr>
            <a:lvl5pPr marL="0" indent="0" algn="ctr">
              <a:buFont typeface="Arial" panose="020B0604020202020204" pitchFamily="34" charset="0"/>
              <a:buNone/>
              <a:defRPr>
                <a:solidFill>
                  <a:schemeClr val="bg1"/>
                </a:solidFill>
              </a:defRPr>
            </a:lvl5pPr>
          </a:lstStyle>
          <a:p>
            <a:pPr lvl="0"/>
            <a:r>
              <a:rPr lang="en-US"/>
              <a:t>Edit Master text styles</a:t>
            </a:r>
          </a:p>
        </p:txBody>
      </p:sp>
      <p:sp>
        <p:nvSpPr>
          <p:cNvPr id="42" name="Tijdelijke aanduiding voor tekst 41">
            <a:extLst>
              <a:ext uri="{FF2B5EF4-FFF2-40B4-BE49-F238E27FC236}">
                <a16:creationId xmlns:a16="http://schemas.microsoft.com/office/drawing/2014/main" id="{B9D02996-54AC-4166-B627-2F4362DC0176}"/>
              </a:ext>
            </a:extLst>
          </p:cNvPr>
          <p:cNvSpPr>
            <a:spLocks noGrp="1"/>
          </p:cNvSpPr>
          <p:nvPr>
            <p:ph type="body" sz="quarter" idx="67"/>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47" name="logo">
            <a:extLst>
              <a:ext uri="{FF2B5EF4-FFF2-40B4-BE49-F238E27FC236}">
                <a16:creationId xmlns:a16="http://schemas.microsoft.com/office/drawing/2014/main" id="{D5F74550-17D3-4535-94BC-8922C0155B1C}"/>
              </a:ext>
            </a:extLst>
          </p:cNvPr>
          <p:cNvSpPr>
            <a:spLocks noGrp="1"/>
          </p:cNvSpPr>
          <p:nvPr>
            <p:ph type="body" sz="quarter" idx="64" hasCustomPrompt="1"/>
          </p:nvPr>
        </p:nvSpPr>
        <p:spPr>
          <a:xfrm>
            <a:off x="10691963" y="5852007"/>
            <a:ext cx="991742" cy="486603"/>
          </a:xfrm>
          <a:blipFill>
            <a:blip r:embed="rId2"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26" name="wolk">
            <a:extLst>
              <a:ext uri="{FF2B5EF4-FFF2-40B4-BE49-F238E27FC236}">
                <a16:creationId xmlns:a16="http://schemas.microsoft.com/office/drawing/2014/main" id="{2E9579D3-4F63-4CAB-810A-D59D90415FF1}"/>
              </a:ext>
            </a:extLst>
          </p:cNvPr>
          <p:cNvSpPr>
            <a:spLocks noGrp="1"/>
          </p:cNvSpPr>
          <p:nvPr>
            <p:ph type="body" sz="quarter" idx="61" hasCustomPrompt="1"/>
          </p:nvPr>
        </p:nvSpPr>
        <p:spPr>
          <a:xfrm>
            <a:off x="423435" y="524498"/>
            <a:ext cx="4875645" cy="2320893"/>
          </a:xfrm>
          <a:blipFill dpi="0" rotWithShape="1">
            <a:blip r:embed="rId3" cstate="email">
              <a:alphaModFix amt="90000"/>
              <a:extLst>
                <a:ext uri="{28A0092B-C50C-407E-A947-70E740481C1C}">
                  <a14:useLocalDpi xmlns:a14="http://schemas.microsoft.com/office/drawing/2010/main"/>
                </a:ext>
              </a:extLst>
            </a:blip>
            <a:srcRect/>
            <a:stretch>
              <a:fillRect l="1580" r="1580"/>
            </a:stretch>
          </a:blipFill>
        </p:spPr>
        <p:txBody>
          <a:bodyPr wrap="square" lIns="900000" tIns="720000" rIns="288000" bIns="1800000" anchor="t"/>
          <a:lstStyle>
            <a:lvl1pPr marL="0" marR="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sz="3400" b="1" cap="all" baseline="0">
                <a:solidFill>
                  <a:schemeClr val="tx1"/>
                </a:solidFill>
                <a:effectLst/>
                <a:latin typeface="+mj-lt"/>
              </a:defRPr>
            </a:lvl1pPr>
          </a:lstStyle>
          <a:p>
            <a:r>
              <a:rPr lang="nl-NL"/>
              <a:t>Plaats hier de afsluitingszin</a:t>
            </a:r>
          </a:p>
        </p:txBody>
      </p:sp>
      <p:sp>
        <p:nvSpPr>
          <p:cNvPr id="28" name="Tijdelijke aanduiding voor dianummer 5">
            <a:extLst>
              <a:ext uri="{FF2B5EF4-FFF2-40B4-BE49-F238E27FC236}">
                <a16:creationId xmlns:a16="http://schemas.microsoft.com/office/drawing/2014/main" id="{B715D031-E29A-40E5-9F78-94BB56E8BA5B}"/>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27" name="tekst">
            <a:extLst>
              <a:ext uri="{FF2B5EF4-FFF2-40B4-BE49-F238E27FC236}">
                <a16:creationId xmlns:a16="http://schemas.microsoft.com/office/drawing/2014/main" id="{48EC4A08-27AE-4FB4-BF24-48B8321D39D1}"/>
              </a:ext>
            </a:extLst>
          </p:cNvPr>
          <p:cNvSpPr>
            <a:spLocks noGrp="1"/>
          </p:cNvSpPr>
          <p:nvPr>
            <p:ph type="body" orient="vert" idx="1" hasCustomPrompt="1"/>
          </p:nvPr>
        </p:nvSpPr>
        <p:spPr>
          <a:xfrm>
            <a:off x="1571062" y="3443305"/>
            <a:ext cx="3200400" cy="261257"/>
          </a:xfrm>
        </p:spPr>
        <p:txBody>
          <a:bodyPr vert="horz" wrap="none" anchor="t"/>
          <a:lstStyle>
            <a:lvl1pPr marL="0" indent="0">
              <a:spcBef>
                <a:spcPts val="0"/>
              </a:spcBef>
              <a:spcAft>
                <a:spcPts val="0"/>
              </a:spcAft>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pPr lvl="0"/>
            <a:r>
              <a:rPr lang="nl-NL" noProof="0"/>
              <a:t>Naam + achternaam</a:t>
            </a:r>
          </a:p>
          <a:p>
            <a:pPr lvl="0"/>
            <a:endParaRPr lang="nl-NL" noProof="0"/>
          </a:p>
        </p:txBody>
      </p:sp>
      <p:sp>
        <p:nvSpPr>
          <p:cNvPr id="31" name="tekst">
            <a:extLst>
              <a:ext uri="{FF2B5EF4-FFF2-40B4-BE49-F238E27FC236}">
                <a16:creationId xmlns:a16="http://schemas.microsoft.com/office/drawing/2014/main" id="{3DD2758F-58F6-46DA-B775-49E492EA5E31}"/>
              </a:ext>
            </a:extLst>
          </p:cNvPr>
          <p:cNvSpPr>
            <a:spLocks noGrp="1"/>
          </p:cNvSpPr>
          <p:nvPr>
            <p:ph type="body" orient="vert" idx="68" hasCustomPrompt="1"/>
          </p:nvPr>
        </p:nvSpPr>
        <p:spPr>
          <a:xfrm>
            <a:off x="1571062" y="3949026"/>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r>
              <a:rPr lang="nl-NL"/>
              <a:t>E-mail:</a:t>
            </a:r>
          </a:p>
        </p:txBody>
      </p:sp>
      <p:sp>
        <p:nvSpPr>
          <p:cNvPr id="32" name="tekst">
            <a:extLst>
              <a:ext uri="{FF2B5EF4-FFF2-40B4-BE49-F238E27FC236}">
                <a16:creationId xmlns:a16="http://schemas.microsoft.com/office/drawing/2014/main" id="{22BAB6AC-1F1A-4629-A2B9-2D3448E852CA}"/>
              </a:ext>
            </a:extLst>
          </p:cNvPr>
          <p:cNvSpPr>
            <a:spLocks noGrp="1"/>
          </p:cNvSpPr>
          <p:nvPr>
            <p:ph type="body" orient="vert" idx="69" hasCustomPrompt="1"/>
          </p:nvPr>
        </p:nvSpPr>
        <p:spPr>
          <a:xfrm>
            <a:off x="1571062" y="4454747"/>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pPr lvl="0"/>
            <a:r>
              <a:rPr lang="nl-NL" noProof="0"/>
              <a:t>Website:</a:t>
            </a:r>
          </a:p>
        </p:txBody>
      </p:sp>
      <p:sp>
        <p:nvSpPr>
          <p:cNvPr id="33" name="tekst">
            <a:extLst>
              <a:ext uri="{FF2B5EF4-FFF2-40B4-BE49-F238E27FC236}">
                <a16:creationId xmlns:a16="http://schemas.microsoft.com/office/drawing/2014/main" id="{7C6CD6BC-119A-49EB-9D8D-3794C25113CE}"/>
              </a:ext>
            </a:extLst>
          </p:cNvPr>
          <p:cNvSpPr>
            <a:spLocks noGrp="1"/>
          </p:cNvSpPr>
          <p:nvPr>
            <p:ph type="body" orient="vert" idx="70" hasCustomPrompt="1"/>
          </p:nvPr>
        </p:nvSpPr>
        <p:spPr>
          <a:xfrm>
            <a:off x="1571062" y="4960468"/>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r>
              <a:rPr lang="nl-NL" err="1"/>
              <a:t>Social</a:t>
            </a:r>
            <a:r>
              <a:rPr lang="nl-NL"/>
              <a:t> media:</a:t>
            </a:r>
          </a:p>
        </p:txBody>
      </p:sp>
      <p:sp>
        <p:nvSpPr>
          <p:cNvPr id="3" name="Tijdelijke aanduiding voor tekst 2">
            <a:extLst>
              <a:ext uri="{FF2B5EF4-FFF2-40B4-BE49-F238E27FC236}">
                <a16:creationId xmlns:a16="http://schemas.microsoft.com/office/drawing/2014/main" id="{69A87B61-A945-41B1-9F67-1FAE779BF38F}"/>
              </a:ext>
            </a:extLst>
          </p:cNvPr>
          <p:cNvSpPr>
            <a:spLocks noGrp="1"/>
          </p:cNvSpPr>
          <p:nvPr>
            <p:ph type="body" sz="quarter" idx="71" hasCustomPrompt="1"/>
          </p:nvPr>
        </p:nvSpPr>
        <p:spPr>
          <a:xfrm>
            <a:off x="883538" y="5681386"/>
            <a:ext cx="8439150" cy="596361"/>
          </a:xfrm>
        </p:spPr>
        <p:txBody>
          <a:bodyPr/>
          <a:lstStyle>
            <a:lvl1pPr marL="0" indent="0">
              <a:buFont typeface="Arial" panose="020B0604020202020204" pitchFamily="34" charset="0"/>
              <a:buNone/>
              <a:defRPr sz="4000" b="1">
                <a:solidFill>
                  <a:schemeClr val="bg1"/>
                </a:solidFill>
              </a:defRPr>
            </a:lvl1pPr>
          </a:lstStyle>
          <a:p>
            <a:pPr lvl="0"/>
            <a:r>
              <a:rPr lang="nl-NL"/>
              <a:t>Samen aanjagen van vernieuwing</a:t>
            </a:r>
          </a:p>
        </p:txBody>
      </p:sp>
    </p:spTree>
    <p:extLst>
      <p:ext uri="{BB962C8B-B14F-4D97-AF65-F5344CB8AC3E}">
        <p14:creationId xmlns:p14="http://schemas.microsoft.com/office/powerpoint/2010/main" val="26114247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fsluiting (2)">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6A109DE8-DE3B-4ABF-AE26-4E37A56FDBF9}"/>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logo">
            <a:extLst>
              <a:ext uri="{FF2B5EF4-FFF2-40B4-BE49-F238E27FC236}">
                <a16:creationId xmlns:a16="http://schemas.microsoft.com/office/drawing/2014/main" id="{980E29EC-4D77-4FE5-9F34-F1B54C0C6410}"/>
              </a:ext>
            </a:extLst>
          </p:cNvPr>
          <p:cNvSpPr>
            <a:spLocks noGrp="1"/>
          </p:cNvSpPr>
          <p:nvPr>
            <p:ph type="body" sz="quarter" idx="64" hasCustomPrompt="1"/>
          </p:nvPr>
        </p:nvSpPr>
        <p:spPr>
          <a:xfrm>
            <a:off x="10691963" y="5852007"/>
            <a:ext cx="991742" cy="486603"/>
          </a:xfrm>
          <a:blipFill>
            <a:blip r:embed="rId2"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p>
        </p:txBody>
      </p:sp>
      <p:sp>
        <p:nvSpPr>
          <p:cNvPr id="10" name="Tekstvak">
            <a:extLst>
              <a:ext uri="{FF2B5EF4-FFF2-40B4-BE49-F238E27FC236}">
                <a16:creationId xmlns:a16="http://schemas.microsoft.com/office/drawing/2014/main" id="{6992082D-EDB3-45DF-96CC-F7B5BC4AC3C2}"/>
              </a:ext>
            </a:extLst>
          </p:cNvPr>
          <p:cNvSpPr txBox="1"/>
          <p:nvPr userDrawn="1"/>
        </p:nvSpPr>
        <p:spPr>
          <a:xfrm>
            <a:off x="5331301" y="-885712"/>
            <a:ext cx="152943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AFSLUITING</a:t>
            </a:r>
          </a:p>
        </p:txBody>
      </p:sp>
      <p:sp>
        <p:nvSpPr>
          <p:cNvPr id="8" name="Tijdelijke aanduiding voor tekst 41">
            <a:extLst>
              <a:ext uri="{FF2B5EF4-FFF2-40B4-BE49-F238E27FC236}">
                <a16:creationId xmlns:a16="http://schemas.microsoft.com/office/drawing/2014/main" id="{9F83E9FC-067F-4F18-B24E-EFC2BDBB5372}"/>
              </a:ext>
            </a:extLst>
          </p:cNvPr>
          <p:cNvSpPr>
            <a:spLocks noGrp="1"/>
          </p:cNvSpPr>
          <p:nvPr>
            <p:ph type="body" sz="quarter" idx="67"/>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11" name="Tijdelijke aanduiding voor tekst 2">
            <a:extLst>
              <a:ext uri="{FF2B5EF4-FFF2-40B4-BE49-F238E27FC236}">
                <a16:creationId xmlns:a16="http://schemas.microsoft.com/office/drawing/2014/main" id="{44C80A36-B777-41EB-8184-7E721556A3DF}"/>
              </a:ext>
            </a:extLst>
          </p:cNvPr>
          <p:cNvSpPr>
            <a:spLocks noGrp="1"/>
          </p:cNvSpPr>
          <p:nvPr>
            <p:ph type="body" sz="quarter" idx="71" hasCustomPrompt="1"/>
          </p:nvPr>
        </p:nvSpPr>
        <p:spPr>
          <a:xfrm>
            <a:off x="883538" y="5681386"/>
            <a:ext cx="8439150" cy="596361"/>
          </a:xfrm>
        </p:spPr>
        <p:txBody>
          <a:bodyPr/>
          <a:lstStyle>
            <a:lvl1pPr marL="0" indent="0">
              <a:buFont typeface="Arial" panose="020B0604020202020204" pitchFamily="34" charset="0"/>
              <a:buNone/>
              <a:defRPr sz="4000" b="1">
                <a:solidFill>
                  <a:schemeClr val="bg1"/>
                </a:solidFill>
              </a:defRPr>
            </a:lvl1pPr>
          </a:lstStyle>
          <a:p>
            <a:pPr lvl="0"/>
            <a:r>
              <a:rPr lang="nl-NL"/>
              <a:t>Samen aanjagen van vernieuwing</a:t>
            </a:r>
          </a:p>
        </p:txBody>
      </p:sp>
    </p:spTree>
    <p:extLst>
      <p:ext uri="{BB962C8B-B14F-4D97-AF65-F5344CB8AC3E}">
        <p14:creationId xmlns:p14="http://schemas.microsoft.com/office/powerpoint/2010/main" val="30887946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INSTRUCTIES: Feedback aanleveren">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D8BDCCE3-C9BF-43FB-A9C6-0E04BD088A9A}"/>
              </a:ext>
            </a:extLst>
          </p:cNvPr>
          <p:cNvSpPr/>
          <p:nvPr userDrawn="1"/>
        </p:nvSpPr>
        <p:spPr>
          <a:xfrm>
            <a:off x="1" y="0"/>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7" name="Rechthoek 6">
            <a:extLst>
              <a:ext uri="{FF2B5EF4-FFF2-40B4-BE49-F238E27FC236}">
                <a16:creationId xmlns:a16="http://schemas.microsoft.com/office/drawing/2014/main" id="{95ECD5CE-F4FE-452A-951F-2EABB08FF745}"/>
              </a:ext>
            </a:extLst>
          </p:cNvPr>
          <p:cNvSpPr/>
          <p:nvPr userDrawn="1"/>
        </p:nvSpPr>
        <p:spPr>
          <a:xfrm>
            <a:off x="701536" y="1571501"/>
            <a:ext cx="10800649" cy="4356494"/>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200" kern="1200" cap="none" baseline="0">
                <a:solidFill>
                  <a:srgbClr val="303E48"/>
                </a:solidFill>
                <a:latin typeface="Calibri" panose="020F0502020204030204" pitchFamily="34" charset="0"/>
                <a:ea typeface="Open Sans" panose="020B0606030504020204" pitchFamily="34" charset="0"/>
                <a:cs typeface="Calibri" panose="020F0502020204030204" pitchFamily="34" charset="0"/>
              </a:rPr>
              <a:t>Beste,</a:t>
            </a:r>
          </a:p>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000" kern="1200" cap="none" baseline="0">
                <a:solidFill>
                  <a:srgbClr val="303E48"/>
                </a:solidFill>
                <a:ea typeface="Open Sans" panose="020B0606030504020204" pitchFamily="34" charset="0"/>
                <a:cs typeface="Open Sans" panose="020B0606030504020204" pitchFamily="34" charset="0"/>
              </a:rPr>
              <a:t>Bij PPT Solutions communiceren we feedback met opmerkingen in PowerPoint.</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Wanneer u feedback heeft wat betrekking heeft op een dia in de presentatie, ga dan naar de desbetreffende dia en volg de volgende stappen:</a:t>
            </a: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br>
              <a:rPr lang="nl-NL" sz="1000" kern="1200" cap="none" baseline="0">
                <a:solidFill>
                  <a:srgbClr val="303E48"/>
                </a:solidFill>
                <a:ea typeface="Open Sans" panose="020B0606030504020204" pitchFamily="34" charset="0"/>
                <a:cs typeface="Open Sans" panose="020B0606030504020204" pitchFamily="34" charset="0"/>
              </a:rPr>
            </a:br>
            <a:br>
              <a:rPr lang="nl-NL" sz="1000" kern="1200" cap="none" baseline="0">
                <a:solidFill>
                  <a:srgbClr val="303E48"/>
                </a:solidFill>
                <a:ea typeface="Open Sans" panose="020B0606030504020204" pitchFamily="34" charset="0"/>
                <a:cs typeface="Open Sans" panose="020B0606030504020204" pitchFamily="34" charset="0"/>
              </a:rPr>
            </a:b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br>
              <a:rPr lang="nl-NL" sz="1000" kern="1200" cap="none" baseline="0">
                <a:solidFill>
                  <a:srgbClr val="303E48"/>
                </a:solidFill>
                <a:ea typeface="Open Sans" panose="020B0606030504020204" pitchFamily="34" charset="0"/>
                <a:cs typeface="Open Sans" panose="020B0606030504020204" pitchFamily="34" charset="0"/>
              </a:rPr>
            </a:br>
            <a:br>
              <a:rPr lang="nl-NL" sz="1000">
                <a:solidFill>
                  <a:srgbClr val="303E48"/>
                </a:solidFill>
                <a:ea typeface="Open Sans" panose="020B0606030504020204" pitchFamily="34" charset="0"/>
                <a:cs typeface="Open Sans" panose="020B0606030504020204" pitchFamily="34" charset="0"/>
              </a:rPr>
            </a:br>
            <a:endParaRPr lang="nl-NL" sz="100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800"/>
              </a:spcAft>
              <a:buFont typeface="Arial" panose="020B0604020202020204" pitchFamily="34" charset="0"/>
              <a:buNone/>
            </a:pPr>
            <a:r>
              <a:rPr lang="nl-NL" sz="600" kern="1200" cap="none" baseline="0">
                <a:solidFill>
                  <a:srgbClr val="303E48"/>
                </a:solidFill>
                <a:ea typeface="Open Sans" panose="020B0606030504020204" pitchFamily="34" charset="0"/>
                <a:cs typeface="Open Sans" panose="020B0606030504020204" pitchFamily="34" charset="0"/>
              </a:rPr>
              <a:t> </a:t>
            </a:r>
            <a:br>
              <a:rPr lang="nl-NL" sz="1000" kern="1200" cap="none" baseline="0">
                <a:solidFill>
                  <a:srgbClr val="303E48"/>
                </a:solidFill>
                <a:ea typeface="Open Sans" panose="020B0606030504020204" pitchFamily="34" charset="0"/>
                <a:cs typeface="Open Sans" panose="020B0606030504020204" pitchFamily="34" charset="0"/>
              </a:rPr>
            </a:br>
            <a:r>
              <a:rPr lang="nl-NL" sz="1200">
                <a:solidFill>
                  <a:srgbClr val="303E48"/>
                </a:solidFill>
                <a:ea typeface="Open Sans" panose="020B0606030504020204" pitchFamily="34" charset="0"/>
                <a:cs typeface="Calibri" panose="020F0502020204030204" pitchFamily="34" charset="0"/>
              </a:rPr>
              <a:t>Antwoorden</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Deze stappen kunt u uitvoeren door de gehele presentatie en eventueel ook antwoord geven op onze communicatie via opmerkingen.</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De volgende stappen kunt u uitvoeren om antwoord te geven op evt. opmerkingen of om naar de vorige/volgende opmerking in de presentatie te gaan:</a:t>
            </a:r>
          </a:p>
        </p:txBody>
      </p:sp>
      <p:sp>
        <p:nvSpPr>
          <p:cNvPr id="8" name="Tekstvak 7">
            <a:extLst>
              <a:ext uri="{FF2B5EF4-FFF2-40B4-BE49-F238E27FC236}">
                <a16:creationId xmlns:a16="http://schemas.microsoft.com/office/drawing/2014/main" id="{91861E7F-88C7-473E-BB0F-FA4E34696DC8}"/>
              </a:ext>
            </a:extLst>
          </p:cNvPr>
          <p:cNvSpPr txBox="1"/>
          <p:nvPr userDrawn="1"/>
        </p:nvSpPr>
        <p:spPr>
          <a:xfrm>
            <a:off x="1110428" y="2257839"/>
            <a:ext cx="4833347" cy="2654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Boven in je scherm, in de werkbalk, selecteer je het tabje </a:t>
            </a:r>
            <a:r>
              <a:rPr lang="nl-NL" sz="1000" b="1">
                <a:solidFill>
                  <a:srgbClr val="44546A"/>
                </a:solidFill>
                <a:ea typeface="Open Sans" panose="020B0606030504020204" pitchFamily="34" charset="0"/>
                <a:cs typeface="Open Sans" panose="020B0606030504020204" pitchFamily="34" charset="0"/>
              </a:rPr>
              <a:t>‘Invoegen’.</a:t>
            </a:r>
          </a:p>
        </p:txBody>
      </p:sp>
      <p:sp>
        <p:nvSpPr>
          <p:cNvPr id="9" name="Ovaal 8">
            <a:extLst>
              <a:ext uri="{FF2B5EF4-FFF2-40B4-BE49-F238E27FC236}">
                <a16:creationId xmlns:a16="http://schemas.microsoft.com/office/drawing/2014/main" id="{ABA1FBF8-EDEA-4039-80A7-6A6D27B61A77}"/>
              </a:ext>
            </a:extLst>
          </p:cNvPr>
          <p:cNvSpPr/>
          <p:nvPr userDrawn="1"/>
        </p:nvSpPr>
        <p:spPr>
          <a:xfrm>
            <a:off x="696791" y="2246539"/>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1</a:t>
            </a:r>
          </a:p>
        </p:txBody>
      </p:sp>
      <p:sp>
        <p:nvSpPr>
          <p:cNvPr id="10" name="Tekstvak 9">
            <a:extLst>
              <a:ext uri="{FF2B5EF4-FFF2-40B4-BE49-F238E27FC236}">
                <a16:creationId xmlns:a16="http://schemas.microsoft.com/office/drawing/2014/main" id="{13F83BE3-9CA0-4122-9961-95A5A0F3FB2F}"/>
              </a:ext>
            </a:extLst>
          </p:cNvPr>
          <p:cNvSpPr txBox="1"/>
          <p:nvPr userDrawn="1"/>
        </p:nvSpPr>
        <p:spPr>
          <a:xfrm>
            <a:off x="1110428" y="2737815"/>
            <a:ext cx="4833347" cy="2880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Klik op de knop </a:t>
            </a:r>
            <a:r>
              <a:rPr lang="nl-NL" sz="1000" b="1">
                <a:solidFill>
                  <a:srgbClr val="44546A"/>
                </a:solidFill>
                <a:ea typeface="Open Sans" panose="020B0606030504020204" pitchFamily="34" charset="0"/>
                <a:cs typeface="Open Sans" panose="020B0606030504020204" pitchFamily="34" charset="0"/>
              </a:rPr>
              <a:t>‘Nieuwe opmerking’.</a:t>
            </a:r>
          </a:p>
        </p:txBody>
      </p:sp>
      <p:sp>
        <p:nvSpPr>
          <p:cNvPr id="11" name="Ovaal 10">
            <a:extLst>
              <a:ext uri="{FF2B5EF4-FFF2-40B4-BE49-F238E27FC236}">
                <a16:creationId xmlns:a16="http://schemas.microsoft.com/office/drawing/2014/main" id="{D3B50A4B-4773-40A6-9AEE-E193D4DB9BD6}"/>
              </a:ext>
            </a:extLst>
          </p:cNvPr>
          <p:cNvSpPr/>
          <p:nvPr userDrawn="1"/>
        </p:nvSpPr>
        <p:spPr>
          <a:xfrm>
            <a:off x="696791" y="2737815"/>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2</a:t>
            </a:r>
          </a:p>
        </p:txBody>
      </p:sp>
      <p:sp>
        <p:nvSpPr>
          <p:cNvPr id="12" name="Tekstvak 11">
            <a:extLst>
              <a:ext uri="{FF2B5EF4-FFF2-40B4-BE49-F238E27FC236}">
                <a16:creationId xmlns:a16="http://schemas.microsoft.com/office/drawing/2014/main" id="{45A583B3-D2D1-4BE9-BBE4-D44D8D9A7829}"/>
              </a:ext>
            </a:extLst>
          </p:cNvPr>
          <p:cNvSpPr txBox="1"/>
          <p:nvPr userDrawn="1"/>
        </p:nvSpPr>
        <p:spPr>
          <a:xfrm>
            <a:off x="1110428" y="3233318"/>
            <a:ext cx="5682125" cy="291423"/>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Er verschijnt nu een klein spreekwolkje op de slide en het venster voor opmerkingen opent zich aan de zijkant.</a:t>
            </a:r>
          </a:p>
          <a:p>
            <a:pPr>
              <a:lnSpc>
                <a:spcPct val="90000"/>
              </a:lnSpc>
            </a:pPr>
            <a:r>
              <a:rPr lang="nl-NL" sz="1000" b="1">
                <a:solidFill>
                  <a:srgbClr val="44546A"/>
                </a:solidFill>
                <a:ea typeface="Open Sans" panose="020B0606030504020204" pitchFamily="34" charset="0"/>
                <a:cs typeface="Open Sans" panose="020B0606030504020204" pitchFamily="34" charset="0"/>
              </a:rPr>
              <a:t>Typ uw feedback in het tekst vak in het venster voor opmerkingen.</a:t>
            </a:r>
          </a:p>
        </p:txBody>
      </p:sp>
      <p:sp>
        <p:nvSpPr>
          <p:cNvPr id="13" name="Ovaal 12">
            <a:extLst>
              <a:ext uri="{FF2B5EF4-FFF2-40B4-BE49-F238E27FC236}">
                <a16:creationId xmlns:a16="http://schemas.microsoft.com/office/drawing/2014/main" id="{60169D40-BEF8-4387-83A6-C6929733956F}"/>
              </a:ext>
            </a:extLst>
          </p:cNvPr>
          <p:cNvSpPr/>
          <p:nvPr userDrawn="1"/>
        </p:nvSpPr>
        <p:spPr>
          <a:xfrm>
            <a:off x="696791" y="3229091"/>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3</a:t>
            </a:r>
          </a:p>
        </p:txBody>
      </p:sp>
      <p:sp>
        <p:nvSpPr>
          <p:cNvPr id="14" name="Tekstvak 13">
            <a:extLst>
              <a:ext uri="{FF2B5EF4-FFF2-40B4-BE49-F238E27FC236}">
                <a16:creationId xmlns:a16="http://schemas.microsoft.com/office/drawing/2014/main" id="{0E13452B-4695-4201-9D3E-FE4710058DAD}"/>
              </a:ext>
            </a:extLst>
          </p:cNvPr>
          <p:cNvSpPr txBox="1"/>
          <p:nvPr userDrawn="1"/>
        </p:nvSpPr>
        <p:spPr>
          <a:xfrm>
            <a:off x="1110428" y="3727984"/>
            <a:ext cx="7306977" cy="2880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Wanneer u dit gedaan heeft, kunt u het spreekwolkje op de juiste plaats op de dia slepen. </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Zo is het voor ons duidelijk op welk deel van de content, op de dia, uw feedback betrekking heeft.</a:t>
            </a:r>
          </a:p>
        </p:txBody>
      </p:sp>
      <p:sp>
        <p:nvSpPr>
          <p:cNvPr id="15" name="Ovaal 14">
            <a:extLst>
              <a:ext uri="{FF2B5EF4-FFF2-40B4-BE49-F238E27FC236}">
                <a16:creationId xmlns:a16="http://schemas.microsoft.com/office/drawing/2014/main" id="{0430919E-F44F-41DD-AA27-86E0AF4DA393}"/>
              </a:ext>
            </a:extLst>
          </p:cNvPr>
          <p:cNvSpPr/>
          <p:nvPr userDrawn="1"/>
        </p:nvSpPr>
        <p:spPr>
          <a:xfrm>
            <a:off x="696791" y="3720367"/>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4</a:t>
            </a:r>
          </a:p>
        </p:txBody>
      </p:sp>
      <p:pic>
        <p:nvPicPr>
          <p:cNvPr id="16" name="Afbeelding 15">
            <a:extLst>
              <a:ext uri="{FF2B5EF4-FFF2-40B4-BE49-F238E27FC236}">
                <a16:creationId xmlns:a16="http://schemas.microsoft.com/office/drawing/2014/main" id="{587EF602-1221-4BFF-A78D-D21811EEF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648968" y="2277214"/>
            <a:ext cx="1559400" cy="226683"/>
          </a:xfrm>
          <a:prstGeom prst="rect">
            <a:avLst/>
          </a:prstGeom>
          <a:ln w="3175">
            <a:solidFill>
              <a:srgbClr val="E7E6E6"/>
            </a:solidFill>
          </a:ln>
        </p:spPr>
      </p:pic>
      <p:pic>
        <p:nvPicPr>
          <p:cNvPr id="17" name="Afbeelding 16">
            <a:extLst>
              <a:ext uri="{FF2B5EF4-FFF2-40B4-BE49-F238E27FC236}">
                <a16:creationId xmlns:a16="http://schemas.microsoft.com/office/drawing/2014/main" id="{C9FD1223-36F2-4602-9ED2-BF6CE709EAA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648968" y="2742209"/>
            <a:ext cx="320762" cy="279243"/>
          </a:xfrm>
          <a:prstGeom prst="rect">
            <a:avLst/>
          </a:prstGeom>
          <a:ln w="3175">
            <a:solidFill>
              <a:srgbClr val="E7E6E6"/>
            </a:solidFill>
          </a:ln>
        </p:spPr>
      </p:pic>
      <p:pic>
        <p:nvPicPr>
          <p:cNvPr id="18" name="Afbeelding 17">
            <a:extLst>
              <a:ext uri="{FF2B5EF4-FFF2-40B4-BE49-F238E27FC236}">
                <a16:creationId xmlns:a16="http://schemas.microsoft.com/office/drawing/2014/main" id="{A47B09D0-1011-4094-9BD6-47AA32F6E14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648969" y="3722858"/>
            <a:ext cx="1479282" cy="618333"/>
          </a:xfrm>
          <a:prstGeom prst="rect">
            <a:avLst/>
          </a:prstGeom>
          <a:ln w="3175">
            <a:solidFill>
              <a:srgbClr val="E7E6E6"/>
            </a:solidFill>
          </a:ln>
        </p:spPr>
      </p:pic>
      <p:pic>
        <p:nvPicPr>
          <p:cNvPr id="19" name="Afbeelding 18">
            <a:extLst>
              <a:ext uri="{FF2B5EF4-FFF2-40B4-BE49-F238E27FC236}">
                <a16:creationId xmlns:a16="http://schemas.microsoft.com/office/drawing/2014/main" id="{94DDB7AA-B57B-4920-A599-25DFA4AAB105}"/>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648968" y="3220295"/>
            <a:ext cx="320761" cy="305623"/>
          </a:xfrm>
          <a:prstGeom prst="rect">
            <a:avLst/>
          </a:prstGeom>
          <a:ln w="3175">
            <a:solidFill>
              <a:srgbClr val="E7E6E6"/>
            </a:solidFill>
          </a:ln>
        </p:spPr>
      </p:pic>
      <p:grpSp>
        <p:nvGrpSpPr>
          <p:cNvPr id="20" name="Groep 19">
            <a:extLst>
              <a:ext uri="{FF2B5EF4-FFF2-40B4-BE49-F238E27FC236}">
                <a16:creationId xmlns:a16="http://schemas.microsoft.com/office/drawing/2014/main" id="{EE915324-D06A-478B-93D5-83A134A056FD}"/>
              </a:ext>
            </a:extLst>
          </p:cNvPr>
          <p:cNvGrpSpPr/>
          <p:nvPr userDrawn="1"/>
        </p:nvGrpSpPr>
        <p:grpSpPr>
          <a:xfrm>
            <a:off x="1110427" y="5258975"/>
            <a:ext cx="10532368" cy="787562"/>
            <a:chOff x="1020056" y="4938095"/>
            <a:chExt cx="10513169" cy="787562"/>
          </a:xfrm>
        </p:grpSpPr>
        <p:sp>
          <p:nvSpPr>
            <p:cNvPr id="21" name="Tekstvak 20">
              <a:extLst>
                <a:ext uri="{FF2B5EF4-FFF2-40B4-BE49-F238E27FC236}">
                  <a16:creationId xmlns:a16="http://schemas.microsoft.com/office/drawing/2014/main" id="{AB0E6B07-548D-4AEF-98FB-B988F9B5D7B3}"/>
                </a:ext>
              </a:extLst>
            </p:cNvPr>
            <p:cNvSpPr txBox="1"/>
            <p:nvPr/>
          </p:nvSpPr>
          <p:spPr>
            <a:xfrm>
              <a:off x="1020057" y="4938095"/>
              <a:ext cx="10513168" cy="288032"/>
            </a:xfrm>
            <a:prstGeom prst="rect">
              <a:avLst/>
            </a:prstGeom>
            <a:noFill/>
          </p:spPr>
          <p:txBody>
            <a:bodyPr wrap="square" lIns="0" tIns="0" rIns="0" bIns="0" rtlCol="0" anchor="ctr">
              <a:noAutofit/>
            </a:bodyPr>
            <a:lstStyle/>
            <a:p>
              <a:r>
                <a:rPr lang="nl-NL" sz="1000">
                  <a:solidFill>
                    <a:srgbClr val="44546A"/>
                  </a:solidFill>
                  <a:ea typeface="Open Sans" panose="020B0606030504020204" pitchFamily="34" charset="0"/>
                  <a:cs typeface="Open Sans" panose="020B0606030504020204" pitchFamily="34" charset="0"/>
                </a:rPr>
                <a:t>Wanneer het venster voor opmerkingen is geopend en u een opmerking van PPT Solutions ziet staan, Kunt u antwoorden door</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Onder de opmerking, waar een tekst vak staat met de beschrijving ‘Beantwoorden’, uw antwoord te typen.</a:t>
              </a:r>
            </a:p>
          </p:txBody>
        </p:sp>
        <p:sp>
          <p:nvSpPr>
            <p:cNvPr id="22" name="Tekstvak 21">
              <a:extLst>
                <a:ext uri="{FF2B5EF4-FFF2-40B4-BE49-F238E27FC236}">
                  <a16:creationId xmlns:a16="http://schemas.microsoft.com/office/drawing/2014/main" id="{187A5F29-E9CF-4EB3-A213-AD472362AFB1}"/>
                </a:ext>
              </a:extLst>
            </p:cNvPr>
            <p:cNvSpPr txBox="1"/>
            <p:nvPr/>
          </p:nvSpPr>
          <p:spPr>
            <a:xfrm>
              <a:off x="1020056" y="5437625"/>
              <a:ext cx="10513168" cy="288032"/>
            </a:xfrm>
            <a:prstGeom prst="rect">
              <a:avLst/>
            </a:prstGeom>
            <a:noFill/>
          </p:spPr>
          <p:txBody>
            <a:bodyPr wrap="square" lIns="0" tIns="0" rIns="0" bIns="0" rtlCol="0" anchor="ctr">
              <a:noAutofit/>
            </a:bodyPr>
            <a:lstStyle/>
            <a:p>
              <a:r>
                <a:rPr lang="nl-NL" sz="1000">
                  <a:solidFill>
                    <a:srgbClr val="44546A"/>
                  </a:solidFill>
                  <a:ea typeface="Open Sans" panose="020B0606030504020204" pitchFamily="34" charset="0"/>
                  <a:cs typeface="Open Sans" panose="020B0606030504020204" pitchFamily="34" charset="0"/>
                </a:rPr>
                <a:t>Wanneer het venster voor opmerkingen is geopend zijn in de rechter bovenhoek twee knopjes zichtbaar.</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Met het linker knopje gaat u naar de vorige opmerking in de presentatie en met het rechter knopje gaat u naar de volgende.</a:t>
              </a:r>
            </a:p>
          </p:txBody>
        </p:sp>
      </p:grpSp>
      <p:pic>
        <p:nvPicPr>
          <p:cNvPr id="23" name="Afbeelding 22">
            <a:extLst>
              <a:ext uri="{FF2B5EF4-FFF2-40B4-BE49-F238E27FC236}">
                <a16:creationId xmlns:a16="http://schemas.microsoft.com/office/drawing/2014/main" id="{F1F51A0F-D8F8-4EFF-9A8D-768629090D16}"/>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8648968" y="5235698"/>
            <a:ext cx="1086516" cy="342308"/>
          </a:xfrm>
          <a:prstGeom prst="rect">
            <a:avLst/>
          </a:prstGeom>
          <a:ln w="3175">
            <a:solidFill>
              <a:srgbClr val="E7E6E6"/>
            </a:solidFill>
          </a:ln>
        </p:spPr>
      </p:pic>
      <p:pic>
        <p:nvPicPr>
          <p:cNvPr id="24" name="Afbeelding 23">
            <a:extLst>
              <a:ext uri="{FF2B5EF4-FFF2-40B4-BE49-F238E27FC236}">
                <a16:creationId xmlns:a16="http://schemas.microsoft.com/office/drawing/2014/main" id="{E485764C-C5AF-4E48-AAE8-FC597546EDE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8648969" y="5727700"/>
            <a:ext cx="599218" cy="338072"/>
          </a:xfrm>
          <a:prstGeom prst="rect">
            <a:avLst/>
          </a:prstGeom>
          <a:ln w="3175">
            <a:solidFill>
              <a:srgbClr val="E7E6E6"/>
            </a:solidFill>
          </a:ln>
        </p:spPr>
      </p:pic>
      <p:sp>
        <p:nvSpPr>
          <p:cNvPr id="25" name="Tijdelijke aanduiding voor tekst 58">
            <a:extLst>
              <a:ext uri="{FF2B5EF4-FFF2-40B4-BE49-F238E27FC236}">
                <a16:creationId xmlns:a16="http://schemas.microsoft.com/office/drawing/2014/main" id="{B1985646-E81E-4957-B2CC-8894AB5E6FB5}"/>
              </a:ext>
            </a:extLst>
          </p:cNvPr>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a:latin typeface="+mn-lt"/>
            </a:endParaRPr>
          </a:p>
        </p:txBody>
      </p:sp>
      <p:cxnSp>
        <p:nvCxnSpPr>
          <p:cNvPr id="26" name="Rechte verbindingslijn 25">
            <a:extLst>
              <a:ext uri="{FF2B5EF4-FFF2-40B4-BE49-F238E27FC236}">
                <a16:creationId xmlns:a16="http://schemas.microsoft.com/office/drawing/2014/main" id="{58684138-372F-48E9-B7E1-240B06E9D5D5}"/>
              </a:ext>
            </a:extLst>
          </p:cNvPr>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27" name="Ovaal 26">
            <a:extLst>
              <a:ext uri="{FF2B5EF4-FFF2-40B4-BE49-F238E27FC236}">
                <a16:creationId xmlns:a16="http://schemas.microsoft.com/office/drawing/2014/main" id="{4475DE2B-F287-4540-9128-84BFA16D5AD5}"/>
              </a:ext>
            </a:extLst>
          </p:cNvPr>
          <p:cNvSpPr/>
          <p:nvPr userDrawn="1"/>
        </p:nvSpPr>
        <p:spPr>
          <a:xfrm>
            <a:off x="706702" y="5258338"/>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A</a:t>
            </a:r>
          </a:p>
        </p:txBody>
      </p:sp>
      <p:sp>
        <p:nvSpPr>
          <p:cNvPr id="28" name="Ovaal 27">
            <a:extLst>
              <a:ext uri="{FF2B5EF4-FFF2-40B4-BE49-F238E27FC236}">
                <a16:creationId xmlns:a16="http://schemas.microsoft.com/office/drawing/2014/main" id="{ACA1C6D5-4835-4AD0-BD3A-9295F029E75B}"/>
              </a:ext>
            </a:extLst>
          </p:cNvPr>
          <p:cNvSpPr/>
          <p:nvPr userDrawn="1"/>
        </p:nvSpPr>
        <p:spPr>
          <a:xfrm>
            <a:off x="706702" y="5749614"/>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B</a:t>
            </a:r>
          </a:p>
        </p:txBody>
      </p:sp>
      <p:cxnSp>
        <p:nvCxnSpPr>
          <p:cNvPr id="29" name="Rechte verbindingslijn 28">
            <a:extLst>
              <a:ext uri="{FF2B5EF4-FFF2-40B4-BE49-F238E27FC236}">
                <a16:creationId xmlns:a16="http://schemas.microsoft.com/office/drawing/2014/main" id="{A9F6F05C-1320-4D33-9FEF-3A6ACA0B215F}"/>
              </a:ext>
            </a:extLst>
          </p:cNvPr>
          <p:cNvCxnSpPr>
            <a:cxnSpLocks/>
          </p:cNvCxnSpPr>
          <p:nvPr userDrawn="1"/>
        </p:nvCxnSpPr>
        <p:spPr>
          <a:xfrm>
            <a:off x="698500" y="2636193"/>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DFC2F157-26F3-4969-8B80-F6EF53C93B42}"/>
              </a:ext>
            </a:extLst>
          </p:cNvPr>
          <p:cNvCxnSpPr>
            <a:cxnSpLocks/>
          </p:cNvCxnSpPr>
          <p:nvPr userDrawn="1"/>
        </p:nvCxnSpPr>
        <p:spPr>
          <a:xfrm>
            <a:off x="698500" y="3127469"/>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61F68AA0-30E5-40EE-BD98-0F1CEE6D6F18}"/>
              </a:ext>
            </a:extLst>
          </p:cNvPr>
          <p:cNvCxnSpPr>
            <a:cxnSpLocks/>
          </p:cNvCxnSpPr>
          <p:nvPr userDrawn="1"/>
        </p:nvCxnSpPr>
        <p:spPr>
          <a:xfrm>
            <a:off x="698500" y="3618745"/>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EBDC20EA-15F9-4C61-947D-EB6E0BC056DD}"/>
              </a:ext>
            </a:extLst>
          </p:cNvPr>
          <p:cNvCxnSpPr>
            <a:cxnSpLocks/>
          </p:cNvCxnSpPr>
          <p:nvPr userDrawn="1"/>
        </p:nvCxnSpPr>
        <p:spPr>
          <a:xfrm>
            <a:off x="698500" y="4445304"/>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B1267E48-345D-404C-A92D-761EE1D4EAB3}"/>
              </a:ext>
            </a:extLst>
          </p:cNvPr>
          <p:cNvCxnSpPr>
            <a:cxnSpLocks/>
          </p:cNvCxnSpPr>
          <p:nvPr userDrawn="1"/>
        </p:nvCxnSpPr>
        <p:spPr>
          <a:xfrm>
            <a:off x="707612" y="5647992"/>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D458CE1D-651B-4ADC-B561-1BC3F3C45D82}"/>
              </a:ext>
            </a:extLst>
          </p:cNvPr>
          <p:cNvCxnSpPr>
            <a:cxnSpLocks/>
          </p:cNvCxnSpPr>
          <p:nvPr userDrawn="1"/>
        </p:nvCxnSpPr>
        <p:spPr>
          <a:xfrm>
            <a:off x="707612" y="6139268"/>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sp>
        <p:nvSpPr>
          <p:cNvPr id="36" name="Tekstvak 35">
            <a:extLst>
              <a:ext uri="{FF2B5EF4-FFF2-40B4-BE49-F238E27FC236}">
                <a16:creationId xmlns:a16="http://schemas.microsoft.com/office/drawing/2014/main" id="{505E2C39-D0C8-4180-83C4-69FC98D3B3E7}"/>
              </a:ext>
            </a:extLst>
          </p:cNvPr>
          <p:cNvSpPr txBox="1"/>
          <p:nvPr userDrawn="1"/>
        </p:nvSpPr>
        <p:spPr>
          <a:xfrm>
            <a:off x="693962" y="701501"/>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r>
              <a:rPr lang="nl-NL" sz="2400" b="0">
                <a:solidFill>
                  <a:srgbClr val="0096A5"/>
                </a:solidFill>
                <a:latin typeface="+mj-lt"/>
              </a:rPr>
              <a:t>Feedback aanleveren</a:t>
            </a:r>
            <a:endParaRPr lang="en-US" sz="2400" b="0">
              <a:solidFill>
                <a:srgbClr val="0096A5"/>
              </a:solidFill>
              <a:latin typeface="+mj-lt"/>
            </a:endParaRPr>
          </a:p>
        </p:txBody>
      </p:sp>
      <p:sp>
        <p:nvSpPr>
          <p:cNvPr id="39" name="Vrije vorm 308">
            <a:extLst>
              <a:ext uri="{FF2B5EF4-FFF2-40B4-BE49-F238E27FC236}">
                <a16:creationId xmlns:a16="http://schemas.microsoft.com/office/drawing/2014/main" id="{6750858D-5CE8-4E8F-913D-B7E3DD4F2446}"/>
              </a:ext>
            </a:extLst>
          </p:cNvPr>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noProof="0">
              <a:solidFill>
                <a:prstClr val="black"/>
              </a:solidFill>
            </a:endParaRPr>
          </a:p>
        </p:txBody>
      </p:sp>
      <p:sp>
        <p:nvSpPr>
          <p:cNvPr id="35" name="Rechthoek 34">
            <a:hlinkClick r:id="rId8"/>
            <a:extLst>
              <a:ext uri="{FF2B5EF4-FFF2-40B4-BE49-F238E27FC236}">
                <a16:creationId xmlns:a16="http://schemas.microsoft.com/office/drawing/2014/main" id="{B785C515-30AB-4B34-97F6-6198ACD43D90}"/>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Tekstvak 39">
            <a:extLst>
              <a:ext uri="{FF2B5EF4-FFF2-40B4-BE49-F238E27FC236}">
                <a16:creationId xmlns:a16="http://schemas.microsoft.com/office/drawing/2014/main" id="{4A462FA7-CAC1-4228-B85C-1CAE28159A26}"/>
              </a:ext>
            </a:extLst>
          </p:cNvPr>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Feedback aanleveren</a:t>
            </a:r>
          </a:p>
        </p:txBody>
      </p:sp>
    </p:spTree>
    <p:extLst>
      <p:ext uri="{BB962C8B-B14F-4D97-AF65-F5344CB8AC3E}">
        <p14:creationId xmlns:p14="http://schemas.microsoft.com/office/powerpoint/2010/main" val="2200966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STRUCTIES: Video instructies">
    <p:spTree>
      <p:nvGrpSpPr>
        <p:cNvPr id="1" name=""/>
        <p:cNvGrpSpPr/>
        <p:nvPr/>
      </p:nvGrpSpPr>
      <p:grpSpPr>
        <a:xfrm>
          <a:off x="0" y="0"/>
          <a:ext cx="0" cy="0"/>
          <a:chOff x="0" y="0"/>
          <a:chExt cx="0" cy="0"/>
        </a:xfrm>
      </p:grpSpPr>
      <p:sp>
        <p:nvSpPr>
          <p:cNvPr id="102" name="Rechthoek 101"/>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8" name="Tekstvak 7"/>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YouTube links</a:t>
            </a:r>
          </a:p>
        </p:txBody>
      </p:sp>
      <p:grpSp>
        <p:nvGrpSpPr>
          <p:cNvPr id="9" name="GRID" hidden="1"/>
          <p:cNvGrpSpPr/>
          <p:nvPr userDrawn="1"/>
        </p:nvGrpSpPr>
        <p:grpSpPr>
          <a:xfrm>
            <a:off x="0" y="0"/>
            <a:ext cx="12191999" cy="6858000"/>
            <a:chOff x="0" y="0"/>
            <a:chExt cx="12169774" cy="6858000"/>
          </a:xfrm>
        </p:grpSpPr>
        <p:sp>
          <p:nvSpPr>
            <p:cNvPr id="10" name="Rechthoek 9"/>
            <p:cNvSpPr/>
            <p:nvPr userDrawn="1"/>
          </p:nvSpPr>
          <p:spPr>
            <a:xfrm>
              <a:off x="0" y="6057304"/>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1" name="Rechthoek 10"/>
            <p:cNvSpPr/>
            <p:nvPr userDrawn="1"/>
          </p:nvSpPr>
          <p:spPr>
            <a:xfrm>
              <a:off x="0" y="0"/>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2" name="Rechthoek 11"/>
            <p:cNvSpPr/>
            <p:nvPr userDrawn="1"/>
          </p:nvSpPr>
          <p:spPr>
            <a:xfrm rot="5400000">
              <a:off x="-3082652"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3" name="Rechthoek 12"/>
            <p:cNvSpPr/>
            <p:nvPr userDrawn="1"/>
          </p:nvSpPr>
          <p:spPr>
            <a:xfrm rot="5400000">
              <a:off x="8391004"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4" name="Rechthoek 13"/>
            <p:cNvSpPr/>
            <p:nvPr userDrawn="1"/>
          </p:nvSpPr>
          <p:spPr>
            <a:xfrm>
              <a:off x="0" y="1124808"/>
              <a:ext cx="12169774" cy="576002"/>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95" name="Rechthoek 94"/>
            <p:cNvSpPr/>
            <p:nvPr userDrawn="1"/>
          </p:nvSpPr>
          <p:spPr>
            <a:xfrm>
              <a:off x="0" y="2582251"/>
              <a:ext cx="12169774" cy="21352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96" name="Rechthoek 95"/>
            <p:cNvSpPr/>
            <p:nvPr userDrawn="1"/>
          </p:nvSpPr>
          <p:spPr>
            <a:xfrm>
              <a:off x="0" y="4795817"/>
              <a:ext cx="12169774" cy="21352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grpSp>
      <p:sp>
        <p:nvSpPr>
          <p:cNvPr id="7" name="Tekstvak 6"/>
          <p:cNvSpPr txBox="1"/>
          <p:nvPr userDrawn="1"/>
        </p:nvSpPr>
        <p:spPr>
          <a:xfrm>
            <a:off x="693962" y="692697"/>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pPr marL="0" lvl="0" algn="l" defTabSz="914400" rtl="0" eaLnBrk="1" latinLnBrk="0" hangingPunct="1">
              <a:lnSpc>
                <a:spcPct val="90000"/>
              </a:lnSpc>
              <a:spcBef>
                <a:spcPts val="600"/>
              </a:spcBef>
              <a:spcAft>
                <a:spcPts val="600"/>
              </a:spcAft>
              <a:buNone/>
            </a:pPr>
            <a:r>
              <a:rPr lang="nl-NL" sz="2400" b="0" kern="1200" cap="all" baseline="0" noProof="0">
                <a:solidFill>
                  <a:srgbClr val="0096A5"/>
                </a:solidFill>
                <a:latin typeface="+mj-lt"/>
                <a:ea typeface="+mj-ea"/>
                <a:cs typeface="+mj-cs"/>
              </a:rPr>
              <a:t>Video instructies – YouTube links</a:t>
            </a:r>
          </a:p>
        </p:txBody>
      </p:sp>
      <p:cxnSp>
        <p:nvCxnSpPr>
          <p:cNvPr id="49" name="Rechte verbindingslijn 48"/>
          <p:cNvCxnSpPr/>
          <p:nvPr userDrawn="1"/>
        </p:nvCxnSpPr>
        <p:spPr>
          <a:xfrm>
            <a:off x="3394123" y="1700810"/>
            <a:ext cx="0" cy="4356494"/>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cxnSp>
        <p:nvCxnSpPr>
          <p:cNvPr id="50" name="Rechte verbindingslijn 49"/>
          <p:cNvCxnSpPr/>
          <p:nvPr userDrawn="1"/>
        </p:nvCxnSpPr>
        <p:spPr>
          <a:xfrm>
            <a:off x="6094285" y="1700810"/>
            <a:ext cx="0" cy="4356494"/>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cxnSp>
        <p:nvCxnSpPr>
          <p:cNvPr id="59" name="Rechte verbindingslijn 58"/>
          <p:cNvCxnSpPr>
            <a:cxnSpLocks/>
          </p:cNvCxnSpPr>
          <p:nvPr userDrawn="1"/>
        </p:nvCxnSpPr>
        <p:spPr>
          <a:xfrm flipH="1">
            <a:off x="672268" y="3879057"/>
            <a:ext cx="8122180" cy="0"/>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sp>
        <p:nvSpPr>
          <p:cNvPr id="70" name="H2">
            <a:hlinkClick r:id="" action="ppaction://noaction"/>
          </p:cNvPr>
          <p:cNvSpPr txBox="1"/>
          <p:nvPr userDrawn="1"/>
        </p:nvSpPr>
        <p:spPr>
          <a:xfrm>
            <a:off x="1031406"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noProof="0">
                <a:solidFill>
                  <a:srgbClr val="44546A"/>
                </a:solidFill>
                <a:latin typeface="Oswald" panose="02000503000000000000" pitchFamily="2" charset="0"/>
              </a:rPr>
              <a:t>Werken met Tekst Niveaus</a:t>
            </a:r>
          </a:p>
          <a:p>
            <a:pPr algn="ctr">
              <a:spcBef>
                <a:spcPts val="600"/>
              </a:spcBef>
              <a:spcAft>
                <a:spcPts val="600"/>
              </a:spcAft>
            </a:pPr>
            <a:r>
              <a:rPr lang="nl-NL" sz="10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https://youtu.be/hM16rifWsjU</a:t>
            </a:r>
          </a:p>
        </p:txBody>
      </p:sp>
      <p:sp>
        <p:nvSpPr>
          <p:cNvPr id="72" name="H2">
            <a:hlinkClick r:id="" action="ppaction://noaction"/>
          </p:cNvPr>
          <p:cNvSpPr txBox="1"/>
          <p:nvPr userDrawn="1"/>
        </p:nvSpPr>
        <p:spPr>
          <a:xfrm>
            <a:off x="3781120"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Afbeeldingen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https://youtu.be/09yTK-OTEPA</a:t>
            </a:r>
          </a:p>
        </p:txBody>
      </p:sp>
      <p:sp>
        <p:nvSpPr>
          <p:cNvPr id="73" name="H2">
            <a:hlinkClick r:id="" action="ppaction://noaction"/>
          </p:cNvPr>
          <p:cNvSpPr txBox="1"/>
          <p:nvPr userDrawn="1"/>
        </p:nvSpPr>
        <p:spPr>
          <a:xfrm>
            <a:off x="6481282"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Grafieken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https://youtu.be/fbByse1_RSY</a:t>
            </a:r>
          </a:p>
        </p:txBody>
      </p:sp>
      <p:grpSp>
        <p:nvGrpSpPr>
          <p:cNvPr id="79" name="Grafiek icoon"/>
          <p:cNvGrpSpPr/>
          <p:nvPr userDrawn="1"/>
        </p:nvGrpSpPr>
        <p:grpSpPr>
          <a:xfrm>
            <a:off x="7264959" y="2184002"/>
            <a:ext cx="358817" cy="389873"/>
            <a:chOff x="12468049" y="1754144"/>
            <a:chExt cx="339072" cy="369091"/>
          </a:xfrm>
        </p:grpSpPr>
        <p:sp>
          <p:nvSpPr>
            <p:cNvPr id="80" name="Rechthoek 79"/>
            <p:cNvSpPr/>
            <p:nvPr/>
          </p:nvSpPr>
          <p:spPr>
            <a:xfrm>
              <a:off x="12468049" y="1869625"/>
              <a:ext cx="92751" cy="253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1" name="Rechthoek 80"/>
            <p:cNvSpPr/>
            <p:nvPr/>
          </p:nvSpPr>
          <p:spPr>
            <a:xfrm>
              <a:off x="12590223" y="1754144"/>
              <a:ext cx="92751" cy="369091"/>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2" name="Rechthoek 81"/>
            <p:cNvSpPr/>
            <p:nvPr/>
          </p:nvSpPr>
          <p:spPr>
            <a:xfrm>
              <a:off x="12714370" y="1836322"/>
              <a:ext cx="92751" cy="286913"/>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sp>
        <p:nvSpPr>
          <p:cNvPr id="83" name="H2">
            <a:hlinkClick r:id="" action="ppaction://noaction"/>
          </p:cNvPr>
          <p:cNvSpPr txBox="1"/>
          <p:nvPr userDrawn="1"/>
        </p:nvSpPr>
        <p:spPr>
          <a:xfrm>
            <a:off x="1066304"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Tabellen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https://youtu.be/IIjbiKAotek</a:t>
            </a:r>
          </a:p>
        </p:txBody>
      </p:sp>
      <p:sp>
        <p:nvSpPr>
          <p:cNvPr id="84" name="H2">
            <a:hlinkClick r:id="" action="ppaction://noaction"/>
          </p:cNvPr>
          <p:cNvSpPr txBox="1"/>
          <p:nvPr userDrawn="1"/>
        </p:nvSpPr>
        <p:spPr>
          <a:xfrm>
            <a:off x="3816019"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Video’s</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https://youtu.be/H_4HH09zxC0</a:t>
            </a:r>
          </a:p>
        </p:txBody>
      </p:sp>
      <p:sp>
        <p:nvSpPr>
          <p:cNvPr id="85" name="H2">
            <a:hlinkClick r:id="" action="ppaction://noaction"/>
          </p:cNvPr>
          <p:cNvSpPr txBox="1"/>
          <p:nvPr userDrawn="1"/>
        </p:nvSpPr>
        <p:spPr>
          <a:xfrm>
            <a:off x="6516180"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chemeClr val="accent2"/>
                </a:solidFill>
                <a:latin typeface="+mj-lt"/>
              </a:rPr>
              <a:t> </a:t>
            </a:r>
            <a:br>
              <a:rPr lang="nl-NL" sz="1200" noProof="0">
                <a:solidFill>
                  <a:schemeClr val="tx2"/>
                </a:solidFill>
                <a:latin typeface="+mj-lt"/>
              </a:rPr>
            </a:br>
            <a:r>
              <a:rPr lang="nl-NL" sz="1200" kern="1200" noProof="0">
                <a:solidFill>
                  <a:srgbClr val="44546A"/>
                </a:solidFill>
                <a:latin typeface="Oswald" panose="02000503000000000000" pitchFamily="2" charset="0"/>
                <a:ea typeface="+mn-ea"/>
                <a:cs typeface="+mn-cs"/>
              </a:rPr>
              <a:t>Meer Tips &amp; Tricks</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www.pptsolutions.nl</a:t>
            </a:r>
          </a:p>
        </p:txBody>
      </p:sp>
      <p:grpSp>
        <p:nvGrpSpPr>
          <p:cNvPr id="86" name="Tabel icoon"/>
          <p:cNvGrpSpPr/>
          <p:nvPr userDrawn="1"/>
        </p:nvGrpSpPr>
        <p:grpSpPr>
          <a:xfrm>
            <a:off x="1808088" y="4385924"/>
            <a:ext cx="447825" cy="403759"/>
            <a:chOff x="6072040" y="3376043"/>
            <a:chExt cx="1227920" cy="1109109"/>
          </a:xfrm>
        </p:grpSpPr>
        <p:sp>
          <p:nvSpPr>
            <p:cNvPr id="87" name="Rechthoek 86"/>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8" name="Rechthoek 87"/>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cxnSp>
          <p:nvCxnSpPr>
            <p:cNvPr id="89" name="Rechte verbindingslijn 88"/>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0" name="Rechte verbindingslijn 89"/>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1" name="Rechte verbindingslijn 90"/>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2" name="Rechte verbindingslijn 91"/>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3" name="Rechte verbindingslijn 92"/>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94" name="Rechthoek 93"/>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grpSp>
        <p:nvGrpSpPr>
          <p:cNvPr id="97" name="Video icoon"/>
          <p:cNvGrpSpPr/>
          <p:nvPr userDrawn="1"/>
        </p:nvGrpSpPr>
        <p:grpSpPr>
          <a:xfrm>
            <a:off x="4603376" y="4392447"/>
            <a:ext cx="401285" cy="403079"/>
            <a:chOff x="8066315" y="1676399"/>
            <a:chExt cx="1371600" cy="1380253"/>
          </a:xfrm>
        </p:grpSpPr>
        <p:sp>
          <p:nvSpPr>
            <p:cNvPr id="98" name="Rechthoek 97"/>
            <p:cNvSpPr/>
            <p:nvPr userDrawn="1"/>
          </p:nvSpPr>
          <p:spPr>
            <a:xfrm>
              <a:off x="8066315" y="1687286"/>
              <a:ext cx="1360714" cy="1360714"/>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99" name="Vrije vorm 112"/>
            <p:cNvSpPr/>
            <p:nvPr userDrawn="1"/>
          </p:nvSpPr>
          <p:spPr>
            <a:xfrm>
              <a:off x="8077201"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100" name="Vrije vorm 113"/>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sp>
        <p:nvSpPr>
          <p:cNvPr id="101" name="Freeform 17"/>
          <p:cNvSpPr>
            <a:spLocks noEditPoints="1"/>
          </p:cNvSpPr>
          <p:nvPr userDrawn="1"/>
        </p:nvSpPr>
        <p:spPr bwMode="auto">
          <a:xfrm>
            <a:off x="7294860" y="4392446"/>
            <a:ext cx="409961" cy="409214"/>
          </a:xfrm>
          <a:custGeom>
            <a:avLst/>
            <a:gdLst>
              <a:gd name="T0" fmla="*/ 281 w 445"/>
              <a:gd name="T1" fmla="*/ 374 h 445"/>
              <a:gd name="T2" fmla="*/ 320 w 445"/>
              <a:gd name="T3" fmla="*/ 366 h 445"/>
              <a:gd name="T4" fmla="*/ 297 w 445"/>
              <a:gd name="T5" fmla="*/ 330 h 445"/>
              <a:gd name="T6" fmla="*/ 98 w 445"/>
              <a:gd name="T7" fmla="*/ 344 h 445"/>
              <a:gd name="T8" fmla="*/ 175 w 445"/>
              <a:gd name="T9" fmla="*/ 390 h 445"/>
              <a:gd name="T10" fmla="*/ 147 w 445"/>
              <a:gd name="T11" fmla="*/ 329 h 445"/>
              <a:gd name="T12" fmla="*/ 171 w 445"/>
              <a:gd name="T13" fmla="*/ 324 h 445"/>
              <a:gd name="T14" fmla="*/ 200 w 445"/>
              <a:gd name="T15" fmla="*/ 384 h 445"/>
              <a:gd name="T16" fmla="*/ 234 w 445"/>
              <a:gd name="T17" fmla="*/ 392 h 445"/>
              <a:gd name="T18" fmla="*/ 265 w 445"/>
              <a:gd name="T19" fmla="*/ 349 h 445"/>
              <a:gd name="T20" fmla="*/ 310 w 445"/>
              <a:gd name="T21" fmla="*/ 232 h 445"/>
              <a:gd name="T22" fmla="*/ 306 w 445"/>
              <a:gd name="T23" fmla="*/ 290 h 445"/>
              <a:gd name="T24" fmla="*/ 358 w 445"/>
              <a:gd name="T25" fmla="*/ 330 h 445"/>
              <a:gd name="T26" fmla="*/ 393 w 445"/>
              <a:gd name="T27" fmla="*/ 260 h 445"/>
              <a:gd name="T28" fmla="*/ 159 w 445"/>
              <a:gd name="T29" fmla="*/ 232 h 445"/>
              <a:gd name="T30" fmla="*/ 201 w 445"/>
              <a:gd name="T31" fmla="*/ 295 h 445"/>
              <a:gd name="T32" fmla="*/ 284 w 445"/>
              <a:gd name="T33" fmla="*/ 268 h 445"/>
              <a:gd name="T34" fmla="*/ 48 w 445"/>
              <a:gd name="T35" fmla="*/ 232 h 445"/>
              <a:gd name="T36" fmla="*/ 62 w 445"/>
              <a:gd name="T37" fmla="*/ 292 h 445"/>
              <a:gd name="T38" fmla="*/ 98 w 445"/>
              <a:gd name="T39" fmla="*/ 317 h 445"/>
              <a:gd name="T40" fmla="*/ 139 w 445"/>
              <a:gd name="T41" fmla="*/ 281 h 445"/>
              <a:gd name="T42" fmla="*/ 48 w 445"/>
              <a:gd name="T43" fmla="*/ 232 h 445"/>
              <a:gd name="T44" fmla="*/ 223 w 445"/>
              <a:gd name="T45" fmla="*/ 148 h 445"/>
              <a:gd name="T46" fmla="*/ 162 w 445"/>
              <a:gd name="T47" fmla="*/ 173 h 445"/>
              <a:gd name="T48" fmla="*/ 284 w 445"/>
              <a:gd name="T49" fmla="*/ 173 h 445"/>
              <a:gd name="T50" fmla="*/ 69 w 445"/>
              <a:gd name="T51" fmla="*/ 138 h 445"/>
              <a:gd name="T52" fmla="*/ 48 w 445"/>
              <a:gd name="T53" fmla="*/ 208 h 445"/>
              <a:gd name="T54" fmla="*/ 143 w 445"/>
              <a:gd name="T55" fmla="*/ 137 h 445"/>
              <a:gd name="T56" fmla="*/ 82 w 445"/>
              <a:gd name="T57" fmla="*/ 117 h 445"/>
              <a:gd name="T58" fmla="*/ 302 w 445"/>
              <a:gd name="T59" fmla="*/ 136 h 445"/>
              <a:gd name="T60" fmla="*/ 396 w 445"/>
              <a:gd name="T61" fmla="*/ 208 h 445"/>
              <a:gd name="T62" fmla="*/ 373 w 445"/>
              <a:gd name="T63" fmla="*/ 133 h 445"/>
              <a:gd name="T64" fmla="*/ 281 w 445"/>
              <a:gd name="T65" fmla="*/ 71 h 445"/>
              <a:gd name="T66" fmla="*/ 319 w 445"/>
              <a:gd name="T67" fmla="*/ 105 h 445"/>
              <a:gd name="T68" fmla="*/ 296 w 445"/>
              <a:gd name="T69" fmla="*/ 64 h 445"/>
              <a:gd name="T70" fmla="*/ 146 w 445"/>
              <a:gd name="T71" fmla="*/ 65 h 445"/>
              <a:gd name="T72" fmla="*/ 121 w 445"/>
              <a:gd name="T73" fmla="*/ 108 h 445"/>
              <a:gd name="T74" fmla="*/ 165 w 445"/>
              <a:gd name="T75" fmla="*/ 72 h 445"/>
              <a:gd name="T76" fmla="*/ 212 w 445"/>
              <a:gd name="T77" fmla="*/ 52 h 445"/>
              <a:gd name="T78" fmla="*/ 180 w 445"/>
              <a:gd name="T79" fmla="*/ 96 h 445"/>
              <a:gd name="T80" fmla="*/ 238 w 445"/>
              <a:gd name="T81" fmla="*/ 124 h 445"/>
              <a:gd name="T82" fmla="*/ 255 w 445"/>
              <a:gd name="T83" fmla="*/ 75 h 445"/>
              <a:gd name="T84" fmla="*/ 223 w 445"/>
              <a:gd name="T85" fmla="*/ 49 h 445"/>
              <a:gd name="T86" fmla="*/ 293 w 445"/>
              <a:gd name="T87" fmla="*/ 11 h 445"/>
              <a:gd name="T88" fmla="*/ 380 w 445"/>
              <a:gd name="T89" fmla="*/ 65 h 445"/>
              <a:gd name="T90" fmla="*/ 433 w 445"/>
              <a:gd name="T91" fmla="*/ 151 h 445"/>
              <a:gd name="T92" fmla="*/ 442 w 445"/>
              <a:gd name="T93" fmla="*/ 258 h 445"/>
              <a:gd name="T94" fmla="*/ 402 w 445"/>
              <a:gd name="T95" fmla="*/ 353 h 445"/>
              <a:gd name="T96" fmla="*/ 325 w 445"/>
              <a:gd name="T97" fmla="*/ 420 h 445"/>
              <a:gd name="T98" fmla="*/ 223 w 445"/>
              <a:gd name="T99" fmla="*/ 445 h 445"/>
              <a:gd name="T100" fmla="*/ 120 w 445"/>
              <a:gd name="T101" fmla="*/ 420 h 445"/>
              <a:gd name="T102" fmla="*/ 43 w 445"/>
              <a:gd name="T103" fmla="*/ 353 h 445"/>
              <a:gd name="T104" fmla="*/ 2 w 445"/>
              <a:gd name="T105" fmla="*/ 258 h 445"/>
              <a:gd name="T106" fmla="*/ 11 w 445"/>
              <a:gd name="T107" fmla="*/ 151 h 445"/>
              <a:gd name="T108" fmla="*/ 66 w 445"/>
              <a:gd name="T109" fmla="*/ 65 h 445"/>
              <a:gd name="T110" fmla="*/ 152 w 445"/>
              <a:gd name="T111" fmla="*/ 11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45" h="445">
                <a:moveTo>
                  <a:pt x="297" y="330"/>
                </a:moveTo>
                <a:lnTo>
                  <a:pt x="289" y="353"/>
                </a:lnTo>
                <a:lnTo>
                  <a:pt x="281" y="374"/>
                </a:lnTo>
                <a:lnTo>
                  <a:pt x="270" y="390"/>
                </a:lnTo>
                <a:lnTo>
                  <a:pt x="296" y="380"/>
                </a:lnTo>
                <a:lnTo>
                  <a:pt x="320" y="366"/>
                </a:lnTo>
                <a:lnTo>
                  <a:pt x="342" y="350"/>
                </a:lnTo>
                <a:lnTo>
                  <a:pt x="319" y="339"/>
                </a:lnTo>
                <a:lnTo>
                  <a:pt x="297" y="330"/>
                </a:lnTo>
                <a:close/>
                <a:moveTo>
                  <a:pt x="147" y="329"/>
                </a:moveTo>
                <a:lnTo>
                  <a:pt x="120" y="337"/>
                </a:lnTo>
                <a:lnTo>
                  <a:pt x="98" y="344"/>
                </a:lnTo>
                <a:lnTo>
                  <a:pt x="121" y="364"/>
                </a:lnTo>
                <a:lnTo>
                  <a:pt x="146" y="379"/>
                </a:lnTo>
                <a:lnTo>
                  <a:pt x="175" y="390"/>
                </a:lnTo>
                <a:lnTo>
                  <a:pt x="165" y="373"/>
                </a:lnTo>
                <a:lnTo>
                  <a:pt x="155" y="352"/>
                </a:lnTo>
                <a:lnTo>
                  <a:pt x="147" y="329"/>
                </a:lnTo>
                <a:close/>
                <a:moveTo>
                  <a:pt x="238" y="320"/>
                </a:moveTo>
                <a:lnTo>
                  <a:pt x="203" y="320"/>
                </a:lnTo>
                <a:lnTo>
                  <a:pt x="171" y="324"/>
                </a:lnTo>
                <a:lnTo>
                  <a:pt x="180" y="349"/>
                </a:lnTo>
                <a:lnTo>
                  <a:pt x="190" y="368"/>
                </a:lnTo>
                <a:lnTo>
                  <a:pt x="200" y="384"/>
                </a:lnTo>
                <a:lnTo>
                  <a:pt x="212" y="392"/>
                </a:lnTo>
                <a:lnTo>
                  <a:pt x="223" y="396"/>
                </a:lnTo>
                <a:lnTo>
                  <a:pt x="234" y="392"/>
                </a:lnTo>
                <a:lnTo>
                  <a:pt x="245" y="384"/>
                </a:lnTo>
                <a:lnTo>
                  <a:pt x="255" y="368"/>
                </a:lnTo>
                <a:lnTo>
                  <a:pt x="265" y="349"/>
                </a:lnTo>
                <a:lnTo>
                  <a:pt x="273" y="325"/>
                </a:lnTo>
                <a:lnTo>
                  <a:pt x="238" y="320"/>
                </a:lnTo>
                <a:close/>
                <a:moveTo>
                  <a:pt x="310" y="232"/>
                </a:moveTo>
                <a:lnTo>
                  <a:pt x="309" y="254"/>
                </a:lnTo>
                <a:lnTo>
                  <a:pt x="308" y="272"/>
                </a:lnTo>
                <a:lnTo>
                  <a:pt x="306" y="290"/>
                </a:lnTo>
                <a:lnTo>
                  <a:pt x="302" y="306"/>
                </a:lnTo>
                <a:lnTo>
                  <a:pt x="331" y="316"/>
                </a:lnTo>
                <a:lnTo>
                  <a:pt x="358" y="330"/>
                </a:lnTo>
                <a:lnTo>
                  <a:pt x="373" y="308"/>
                </a:lnTo>
                <a:lnTo>
                  <a:pt x="385" y="285"/>
                </a:lnTo>
                <a:lnTo>
                  <a:pt x="393" y="260"/>
                </a:lnTo>
                <a:lnTo>
                  <a:pt x="396" y="232"/>
                </a:lnTo>
                <a:lnTo>
                  <a:pt x="310" y="232"/>
                </a:lnTo>
                <a:close/>
                <a:moveTo>
                  <a:pt x="159" y="232"/>
                </a:moveTo>
                <a:lnTo>
                  <a:pt x="162" y="267"/>
                </a:lnTo>
                <a:lnTo>
                  <a:pt x="166" y="299"/>
                </a:lnTo>
                <a:lnTo>
                  <a:pt x="201" y="295"/>
                </a:lnTo>
                <a:lnTo>
                  <a:pt x="239" y="295"/>
                </a:lnTo>
                <a:lnTo>
                  <a:pt x="278" y="301"/>
                </a:lnTo>
                <a:lnTo>
                  <a:pt x="284" y="268"/>
                </a:lnTo>
                <a:lnTo>
                  <a:pt x="286" y="232"/>
                </a:lnTo>
                <a:lnTo>
                  <a:pt x="159" y="232"/>
                </a:lnTo>
                <a:close/>
                <a:moveTo>
                  <a:pt x="48" y="232"/>
                </a:moveTo>
                <a:lnTo>
                  <a:pt x="50" y="255"/>
                </a:lnTo>
                <a:lnTo>
                  <a:pt x="56" y="275"/>
                </a:lnTo>
                <a:lnTo>
                  <a:pt x="62" y="292"/>
                </a:lnTo>
                <a:lnTo>
                  <a:pt x="71" y="308"/>
                </a:lnTo>
                <a:lnTo>
                  <a:pt x="82" y="324"/>
                </a:lnTo>
                <a:lnTo>
                  <a:pt x="98" y="317"/>
                </a:lnTo>
                <a:lnTo>
                  <a:pt x="119" y="311"/>
                </a:lnTo>
                <a:lnTo>
                  <a:pt x="142" y="304"/>
                </a:lnTo>
                <a:lnTo>
                  <a:pt x="139" y="281"/>
                </a:lnTo>
                <a:lnTo>
                  <a:pt x="137" y="257"/>
                </a:lnTo>
                <a:lnTo>
                  <a:pt x="135" y="232"/>
                </a:lnTo>
                <a:lnTo>
                  <a:pt x="48" y="232"/>
                </a:lnTo>
                <a:close/>
                <a:moveTo>
                  <a:pt x="278" y="141"/>
                </a:moveTo>
                <a:lnTo>
                  <a:pt x="250" y="146"/>
                </a:lnTo>
                <a:lnTo>
                  <a:pt x="223" y="148"/>
                </a:lnTo>
                <a:lnTo>
                  <a:pt x="193" y="146"/>
                </a:lnTo>
                <a:lnTo>
                  <a:pt x="166" y="143"/>
                </a:lnTo>
                <a:lnTo>
                  <a:pt x="162" y="173"/>
                </a:lnTo>
                <a:lnTo>
                  <a:pt x="159" y="208"/>
                </a:lnTo>
                <a:lnTo>
                  <a:pt x="286" y="208"/>
                </a:lnTo>
                <a:lnTo>
                  <a:pt x="284" y="173"/>
                </a:lnTo>
                <a:lnTo>
                  <a:pt x="278" y="141"/>
                </a:lnTo>
                <a:close/>
                <a:moveTo>
                  <a:pt x="82" y="117"/>
                </a:moveTo>
                <a:lnTo>
                  <a:pt x="69" y="138"/>
                </a:lnTo>
                <a:lnTo>
                  <a:pt x="59" y="160"/>
                </a:lnTo>
                <a:lnTo>
                  <a:pt x="51" y="184"/>
                </a:lnTo>
                <a:lnTo>
                  <a:pt x="48" y="208"/>
                </a:lnTo>
                <a:lnTo>
                  <a:pt x="135" y="208"/>
                </a:lnTo>
                <a:lnTo>
                  <a:pt x="138" y="172"/>
                </a:lnTo>
                <a:lnTo>
                  <a:pt x="143" y="137"/>
                </a:lnTo>
                <a:lnTo>
                  <a:pt x="119" y="131"/>
                </a:lnTo>
                <a:lnTo>
                  <a:pt x="99" y="124"/>
                </a:lnTo>
                <a:lnTo>
                  <a:pt x="82" y="117"/>
                </a:lnTo>
                <a:close/>
                <a:moveTo>
                  <a:pt x="358" y="111"/>
                </a:moveTo>
                <a:lnTo>
                  <a:pt x="331" y="125"/>
                </a:lnTo>
                <a:lnTo>
                  <a:pt x="302" y="136"/>
                </a:lnTo>
                <a:lnTo>
                  <a:pt x="308" y="171"/>
                </a:lnTo>
                <a:lnTo>
                  <a:pt x="310" y="208"/>
                </a:lnTo>
                <a:lnTo>
                  <a:pt x="396" y="208"/>
                </a:lnTo>
                <a:lnTo>
                  <a:pt x="393" y="183"/>
                </a:lnTo>
                <a:lnTo>
                  <a:pt x="385" y="158"/>
                </a:lnTo>
                <a:lnTo>
                  <a:pt x="373" y="133"/>
                </a:lnTo>
                <a:lnTo>
                  <a:pt x="358" y="111"/>
                </a:lnTo>
                <a:close/>
                <a:moveTo>
                  <a:pt x="270" y="54"/>
                </a:moveTo>
                <a:lnTo>
                  <a:pt x="281" y="71"/>
                </a:lnTo>
                <a:lnTo>
                  <a:pt x="289" y="90"/>
                </a:lnTo>
                <a:lnTo>
                  <a:pt x="297" y="113"/>
                </a:lnTo>
                <a:lnTo>
                  <a:pt x="319" y="105"/>
                </a:lnTo>
                <a:lnTo>
                  <a:pt x="342" y="95"/>
                </a:lnTo>
                <a:lnTo>
                  <a:pt x="320" y="77"/>
                </a:lnTo>
                <a:lnTo>
                  <a:pt x="296" y="64"/>
                </a:lnTo>
                <a:lnTo>
                  <a:pt x="270" y="54"/>
                </a:lnTo>
                <a:close/>
                <a:moveTo>
                  <a:pt x="175" y="54"/>
                </a:moveTo>
                <a:lnTo>
                  <a:pt x="146" y="65"/>
                </a:lnTo>
                <a:lnTo>
                  <a:pt x="121" y="80"/>
                </a:lnTo>
                <a:lnTo>
                  <a:pt x="98" y="99"/>
                </a:lnTo>
                <a:lnTo>
                  <a:pt x="121" y="108"/>
                </a:lnTo>
                <a:lnTo>
                  <a:pt x="149" y="115"/>
                </a:lnTo>
                <a:lnTo>
                  <a:pt x="155" y="91"/>
                </a:lnTo>
                <a:lnTo>
                  <a:pt x="165" y="72"/>
                </a:lnTo>
                <a:lnTo>
                  <a:pt x="175" y="54"/>
                </a:lnTo>
                <a:close/>
                <a:moveTo>
                  <a:pt x="223" y="49"/>
                </a:moveTo>
                <a:lnTo>
                  <a:pt x="212" y="52"/>
                </a:lnTo>
                <a:lnTo>
                  <a:pt x="200" y="61"/>
                </a:lnTo>
                <a:lnTo>
                  <a:pt x="190" y="75"/>
                </a:lnTo>
                <a:lnTo>
                  <a:pt x="180" y="96"/>
                </a:lnTo>
                <a:lnTo>
                  <a:pt x="171" y="120"/>
                </a:lnTo>
                <a:lnTo>
                  <a:pt x="203" y="124"/>
                </a:lnTo>
                <a:lnTo>
                  <a:pt x="238" y="124"/>
                </a:lnTo>
                <a:lnTo>
                  <a:pt x="273" y="120"/>
                </a:lnTo>
                <a:lnTo>
                  <a:pt x="265" y="95"/>
                </a:lnTo>
                <a:lnTo>
                  <a:pt x="255" y="75"/>
                </a:lnTo>
                <a:lnTo>
                  <a:pt x="245" y="61"/>
                </a:lnTo>
                <a:lnTo>
                  <a:pt x="234" y="52"/>
                </a:lnTo>
                <a:lnTo>
                  <a:pt x="223" y="49"/>
                </a:lnTo>
                <a:close/>
                <a:moveTo>
                  <a:pt x="223" y="0"/>
                </a:moveTo>
                <a:lnTo>
                  <a:pt x="259" y="3"/>
                </a:lnTo>
                <a:lnTo>
                  <a:pt x="293" y="11"/>
                </a:lnTo>
                <a:lnTo>
                  <a:pt x="325" y="25"/>
                </a:lnTo>
                <a:lnTo>
                  <a:pt x="354" y="42"/>
                </a:lnTo>
                <a:lnTo>
                  <a:pt x="380" y="65"/>
                </a:lnTo>
                <a:lnTo>
                  <a:pt x="402" y="90"/>
                </a:lnTo>
                <a:lnTo>
                  <a:pt x="420" y="120"/>
                </a:lnTo>
                <a:lnTo>
                  <a:pt x="433" y="151"/>
                </a:lnTo>
                <a:lnTo>
                  <a:pt x="442" y="186"/>
                </a:lnTo>
                <a:lnTo>
                  <a:pt x="445" y="222"/>
                </a:lnTo>
                <a:lnTo>
                  <a:pt x="442" y="258"/>
                </a:lnTo>
                <a:lnTo>
                  <a:pt x="433" y="292"/>
                </a:lnTo>
                <a:lnTo>
                  <a:pt x="420" y="325"/>
                </a:lnTo>
                <a:lnTo>
                  <a:pt x="402" y="353"/>
                </a:lnTo>
                <a:lnTo>
                  <a:pt x="380" y="379"/>
                </a:lnTo>
                <a:lnTo>
                  <a:pt x="354" y="402"/>
                </a:lnTo>
                <a:lnTo>
                  <a:pt x="325" y="420"/>
                </a:lnTo>
                <a:lnTo>
                  <a:pt x="293" y="434"/>
                </a:lnTo>
                <a:lnTo>
                  <a:pt x="259" y="441"/>
                </a:lnTo>
                <a:lnTo>
                  <a:pt x="223" y="445"/>
                </a:lnTo>
                <a:lnTo>
                  <a:pt x="187" y="441"/>
                </a:lnTo>
                <a:lnTo>
                  <a:pt x="152" y="434"/>
                </a:lnTo>
                <a:lnTo>
                  <a:pt x="120" y="420"/>
                </a:lnTo>
                <a:lnTo>
                  <a:pt x="91" y="402"/>
                </a:lnTo>
                <a:lnTo>
                  <a:pt x="66" y="379"/>
                </a:lnTo>
                <a:lnTo>
                  <a:pt x="43" y="353"/>
                </a:lnTo>
                <a:lnTo>
                  <a:pt x="25" y="325"/>
                </a:lnTo>
                <a:lnTo>
                  <a:pt x="11" y="292"/>
                </a:lnTo>
                <a:lnTo>
                  <a:pt x="2" y="258"/>
                </a:lnTo>
                <a:lnTo>
                  <a:pt x="0" y="222"/>
                </a:lnTo>
                <a:lnTo>
                  <a:pt x="2" y="186"/>
                </a:lnTo>
                <a:lnTo>
                  <a:pt x="11" y="151"/>
                </a:lnTo>
                <a:lnTo>
                  <a:pt x="25" y="120"/>
                </a:lnTo>
                <a:lnTo>
                  <a:pt x="43" y="90"/>
                </a:lnTo>
                <a:lnTo>
                  <a:pt x="66" y="65"/>
                </a:lnTo>
                <a:lnTo>
                  <a:pt x="91" y="42"/>
                </a:lnTo>
                <a:lnTo>
                  <a:pt x="120" y="25"/>
                </a:lnTo>
                <a:lnTo>
                  <a:pt x="152" y="11"/>
                </a:lnTo>
                <a:lnTo>
                  <a:pt x="187" y="3"/>
                </a:lnTo>
                <a:lnTo>
                  <a:pt x="223" y="0"/>
                </a:ln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p>
        </p:txBody>
      </p:sp>
      <p:grpSp>
        <p:nvGrpSpPr>
          <p:cNvPr id="120" name="Knop uitleg"/>
          <p:cNvGrpSpPr/>
          <p:nvPr userDrawn="1"/>
        </p:nvGrpSpPr>
        <p:grpSpPr>
          <a:xfrm>
            <a:off x="9508901" y="2860359"/>
            <a:ext cx="1947767" cy="2037397"/>
            <a:chOff x="9275416" y="2755352"/>
            <a:chExt cx="1944216" cy="2037397"/>
          </a:xfrm>
        </p:grpSpPr>
        <p:sp>
          <p:nvSpPr>
            <p:cNvPr id="43" name="Rechthoek: afgeronde hoeken 42"/>
            <p:cNvSpPr/>
            <p:nvPr userDrawn="1"/>
          </p:nvSpPr>
          <p:spPr>
            <a:xfrm>
              <a:off x="9275416" y="2755352"/>
              <a:ext cx="1944216" cy="2037397"/>
            </a:xfrm>
            <a:prstGeom prst="roundRect">
              <a:avLst>
                <a:gd name="adj" fmla="val 3052"/>
              </a:avLst>
            </a:prstGeom>
            <a:solidFill>
              <a:srgbClr val="FF7800"/>
            </a:solidFill>
            <a:ln>
              <a:noFill/>
            </a:ln>
            <a:effectLst>
              <a:outerShdw dist="50800" dir="2700000" algn="tl" rotWithShape="0">
                <a:srgbClr val="767171"/>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42" name="Groep 41"/>
            <p:cNvGrpSpPr/>
            <p:nvPr userDrawn="1"/>
          </p:nvGrpSpPr>
          <p:grpSpPr>
            <a:xfrm>
              <a:off x="9434682" y="3006335"/>
              <a:ext cx="1625685" cy="1701927"/>
              <a:chOff x="9434682" y="3006335"/>
              <a:chExt cx="1625685" cy="1701927"/>
            </a:xfrm>
          </p:grpSpPr>
          <p:sp>
            <p:nvSpPr>
              <p:cNvPr id="36" name="Ovaal 35"/>
              <p:cNvSpPr/>
              <p:nvPr userDrawn="1"/>
            </p:nvSpPr>
            <p:spPr>
              <a:xfrm>
                <a:off x="9815476" y="3006335"/>
                <a:ext cx="864096" cy="86409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16" name="H2">
                <a:hlinkClick r:id="" action="ppaction://noaction"/>
              </p:cNvPr>
              <p:cNvSpPr txBox="1"/>
              <p:nvPr userDrawn="1"/>
            </p:nvSpPr>
            <p:spPr>
              <a:xfrm>
                <a:off x="9434682" y="3998106"/>
                <a:ext cx="1625685" cy="710156"/>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a:solidFill>
                      <a:srgbClr val="FFFFFF"/>
                    </a:solidFill>
                    <a:latin typeface="Oswald" panose="02000503000000000000" pitchFamily="2" charset="0"/>
                    <a:ea typeface="+mn-ea"/>
                    <a:cs typeface="+mn-cs"/>
                  </a:rPr>
                  <a:t>Open deze dia in de diavoorstelling en klik</a:t>
                </a:r>
                <a:br>
                  <a:rPr lang="nl-NL" sz="1200" kern="1200" noProof="0">
                    <a:solidFill>
                      <a:srgbClr val="FFFFFF"/>
                    </a:solidFill>
                    <a:latin typeface="Oswald" panose="02000503000000000000" pitchFamily="2" charset="0"/>
                    <a:ea typeface="+mn-ea"/>
                    <a:cs typeface="+mn-cs"/>
                  </a:rPr>
                </a:br>
                <a:r>
                  <a:rPr lang="nl-NL" sz="1200" kern="1200" noProof="0">
                    <a:solidFill>
                      <a:srgbClr val="FFFFFF"/>
                    </a:solidFill>
                    <a:latin typeface="Oswald" panose="02000503000000000000" pitchFamily="2" charset="0"/>
                    <a:ea typeface="+mn-ea"/>
                    <a:cs typeface="+mn-cs"/>
                  </a:rPr>
                  <a:t>op de YouTube-link</a:t>
                </a:r>
                <a:endParaRPr lang="nl-NL" sz="1000" kern="1200" noProof="0">
                  <a:solidFill>
                    <a:srgbClr val="FFFFFF"/>
                  </a:solidFill>
                  <a:latin typeface="Oswald" panose="02000503000000000000" pitchFamily="2" charset="0"/>
                  <a:ea typeface="+mn-ea"/>
                  <a:cs typeface="+mn-cs"/>
                </a:endParaRPr>
              </a:p>
            </p:txBody>
          </p:sp>
          <p:grpSp>
            <p:nvGrpSpPr>
              <p:cNvPr id="117" name="Groep 116"/>
              <p:cNvGrpSpPr>
                <a:grpSpLocks noChangeAspect="1"/>
              </p:cNvGrpSpPr>
              <p:nvPr userDrawn="1"/>
            </p:nvGrpSpPr>
            <p:grpSpPr>
              <a:xfrm>
                <a:off x="10139574" y="3193941"/>
                <a:ext cx="215900" cy="464820"/>
                <a:chOff x="9836152" y="1052862"/>
                <a:chExt cx="269875" cy="581025"/>
              </a:xfrm>
              <a:solidFill>
                <a:schemeClr val="bg1"/>
              </a:solidFill>
            </p:grpSpPr>
            <p:sp>
              <p:nvSpPr>
                <p:cNvPr id="118" name="Freeform 300"/>
                <p:cNvSpPr>
                  <a:spLocks/>
                </p:cNvSpPr>
                <p:nvPr/>
              </p:nvSpPr>
              <p:spPr bwMode="auto">
                <a:xfrm>
                  <a:off x="9836152" y="1219549"/>
                  <a:ext cx="269875" cy="414338"/>
                </a:xfrm>
                <a:custGeom>
                  <a:avLst/>
                  <a:gdLst>
                    <a:gd name="T0" fmla="*/ 54 w 170"/>
                    <a:gd name="T1" fmla="*/ 0 h 261"/>
                    <a:gd name="T2" fmla="*/ 77 w 170"/>
                    <a:gd name="T3" fmla="*/ 0 h 261"/>
                    <a:gd name="T4" fmla="*/ 77 w 170"/>
                    <a:gd name="T5" fmla="*/ 67 h 261"/>
                    <a:gd name="T6" fmla="*/ 77 w 170"/>
                    <a:gd name="T7" fmla="*/ 73 h 261"/>
                    <a:gd name="T8" fmla="*/ 79 w 170"/>
                    <a:gd name="T9" fmla="*/ 75 h 261"/>
                    <a:gd name="T10" fmla="*/ 85 w 170"/>
                    <a:gd name="T11" fmla="*/ 75 h 261"/>
                    <a:gd name="T12" fmla="*/ 87 w 170"/>
                    <a:gd name="T13" fmla="*/ 75 h 261"/>
                    <a:gd name="T14" fmla="*/ 92 w 170"/>
                    <a:gd name="T15" fmla="*/ 73 h 261"/>
                    <a:gd name="T16" fmla="*/ 92 w 170"/>
                    <a:gd name="T17" fmla="*/ 67 h 261"/>
                    <a:gd name="T18" fmla="*/ 92 w 170"/>
                    <a:gd name="T19" fmla="*/ 0 h 261"/>
                    <a:gd name="T20" fmla="*/ 116 w 170"/>
                    <a:gd name="T21" fmla="*/ 0 h 261"/>
                    <a:gd name="T22" fmla="*/ 136 w 170"/>
                    <a:gd name="T23" fmla="*/ 8 h 261"/>
                    <a:gd name="T24" fmla="*/ 154 w 170"/>
                    <a:gd name="T25" fmla="*/ 21 h 261"/>
                    <a:gd name="T26" fmla="*/ 165 w 170"/>
                    <a:gd name="T27" fmla="*/ 42 h 261"/>
                    <a:gd name="T28" fmla="*/ 170 w 170"/>
                    <a:gd name="T29" fmla="*/ 65 h 261"/>
                    <a:gd name="T30" fmla="*/ 170 w 170"/>
                    <a:gd name="T31" fmla="*/ 160 h 261"/>
                    <a:gd name="T32" fmla="*/ 167 w 170"/>
                    <a:gd name="T33" fmla="*/ 181 h 261"/>
                    <a:gd name="T34" fmla="*/ 159 w 170"/>
                    <a:gd name="T35" fmla="*/ 204 h 261"/>
                    <a:gd name="T36" fmla="*/ 149 w 170"/>
                    <a:gd name="T37" fmla="*/ 225 h 261"/>
                    <a:gd name="T38" fmla="*/ 134 w 170"/>
                    <a:gd name="T39" fmla="*/ 245 h 261"/>
                    <a:gd name="T40" fmla="*/ 110 w 170"/>
                    <a:gd name="T41" fmla="*/ 258 h 261"/>
                    <a:gd name="T42" fmla="*/ 85 w 170"/>
                    <a:gd name="T43" fmla="*/ 261 h 261"/>
                    <a:gd name="T44" fmla="*/ 59 w 170"/>
                    <a:gd name="T45" fmla="*/ 258 h 261"/>
                    <a:gd name="T46" fmla="*/ 36 w 170"/>
                    <a:gd name="T47" fmla="*/ 245 h 261"/>
                    <a:gd name="T48" fmla="*/ 20 w 170"/>
                    <a:gd name="T49" fmla="*/ 225 h 261"/>
                    <a:gd name="T50" fmla="*/ 7 w 170"/>
                    <a:gd name="T51" fmla="*/ 204 h 261"/>
                    <a:gd name="T52" fmla="*/ 2 w 170"/>
                    <a:gd name="T53" fmla="*/ 181 h 261"/>
                    <a:gd name="T54" fmla="*/ 0 w 170"/>
                    <a:gd name="T55" fmla="*/ 160 h 261"/>
                    <a:gd name="T56" fmla="*/ 0 w 170"/>
                    <a:gd name="T57" fmla="*/ 65 h 261"/>
                    <a:gd name="T58" fmla="*/ 5 w 170"/>
                    <a:gd name="T59" fmla="*/ 42 h 261"/>
                    <a:gd name="T60" fmla="*/ 15 w 170"/>
                    <a:gd name="T61" fmla="*/ 21 h 261"/>
                    <a:gd name="T62" fmla="*/ 33 w 170"/>
                    <a:gd name="T63" fmla="*/ 8 h 261"/>
                    <a:gd name="T64" fmla="*/ 54 w 170"/>
                    <a:gd name="T65"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0" h="261">
                      <a:moveTo>
                        <a:pt x="54" y="0"/>
                      </a:moveTo>
                      <a:lnTo>
                        <a:pt x="77" y="0"/>
                      </a:lnTo>
                      <a:lnTo>
                        <a:pt x="77" y="67"/>
                      </a:lnTo>
                      <a:lnTo>
                        <a:pt x="77" y="73"/>
                      </a:lnTo>
                      <a:lnTo>
                        <a:pt x="79" y="75"/>
                      </a:lnTo>
                      <a:lnTo>
                        <a:pt x="85" y="75"/>
                      </a:lnTo>
                      <a:lnTo>
                        <a:pt x="87" y="75"/>
                      </a:lnTo>
                      <a:lnTo>
                        <a:pt x="92" y="73"/>
                      </a:lnTo>
                      <a:lnTo>
                        <a:pt x="92" y="67"/>
                      </a:lnTo>
                      <a:lnTo>
                        <a:pt x="92" y="0"/>
                      </a:lnTo>
                      <a:lnTo>
                        <a:pt x="116" y="0"/>
                      </a:lnTo>
                      <a:lnTo>
                        <a:pt x="136" y="8"/>
                      </a:lnTo>
                      <a:lnTo>
                        <a:pt x="154" y="21"/>
                      </a:lnTo>
                      <a:lnTo>
                        <a:pt x="165" y="42"/>
                      </a:lnTo>
                      <a:lnTo>
                        <a:pt x="170" y="65"/>
                      </a:lnTo>
                      <a:lnTo>
                        <a:pt x="170" y="160"/>
                      </a:lnTo>
                      <a:lnTo>
                        <a:pt x="167" y="181"/>
                      </a:lnTo>
                      <a:lnTo>
                        <a:pt x="159" y="204"/>
                      </a:lnTo>
                      <a:lnTo>
                        <a:pt x="149" y="225"/>
                      </a:lnTo>
                      <a:lnTo>
                        <a:pt x="134" y="245"/>
                      </a:lnTo>
                      <a:lnTo>
                        <a:pt x="110" y="258"/>
                      </a:lnTo>
                      <a:lnTo>
                        <a:pt x="85" y="261"/>
                      </a:lnTo>
                      <a:lnTo>
                        <a:pt x="59" y="258"/>
                      </a:lnTo>
                      <a:lnTo>
                        <a:pt x="36" y="245"/>
                      </a:lnTo>
                      <a:lnTo>
                        <a:pt x="20" y="225"/>
                      </a:lnTo>
                      <a:lnTo>
                        <a:pt x="7" y="204"/>
                      </a:lnTo>
                      <a:lnTo>
                        <a:pt x="2" y="181"/>
                      </a:lnTo>
                      <a:lnTo>
                        <a:pt x="0" y="160"/>
                      </a:lnTo>
                      <a:lnTo>
                        <a:pt x="0" y="65"/>
                      </a:lnTo>
                      <a:lnTo>
                        <a:pt x="5" y="42"/>
                      </a:lnTo>
                      <a:lnTo>
                        <a:pt x="15" y="21"/>
                      </a:lnTo>
                      <a:lnTo>
                        <a:pt x="33" y="8"/>
                      </a:lnTo>
                      <a:lnTo>
                        <a:pt x="54" y="0"/>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solidFill>
                      <a:schemeClr val="bg1"/>
                    </a:solidFill>
                  </a:endParaRPr>
                </a:p>
              </p:txBody>
            </p:sp>
            <p:sp>
              <p:nvSpPr>
                <p:cNvPr id="119" name="Freeform 301"/>
                <p:cNvSpPr>
                  <a:spLocks/>
                </p:cNvSpPr>
                <p:nvPr/>
              </p:nvSpPr>
              <p:spPr bwMode="auto">
                <a:xfrm>
                  <a:off x="9864727" y="1052862"/>
                  <a:ext cx="122238" cy="163513"/>
                </a:xfrm>
                <a:custGeom>
                  <a:avLst/>
                  <a:gdLst>
                    <a:gd name="T0" fmla="*/ 15 w 77"/>
                    <a:gd name="T1" fmla="*/ 0 h 103"/>
                    <a:gd name="T2" fmla="*/ 18 w 77"/>
                    <a:gd name="T3" fmla="*/ 0 h 103"/>
                    <a:gd name="T4" fmla="*/ 23 w 77"/>
                    <a:gd name="T5" fmla="*/ 5 h 103"/>
                    <a:gd name="T6" fmla="*/ 23 w 77"/>
                    <a:gd name="T7" fmla="*/ 10 h 103"/>
                    <a:gd name="T8" fmla="*/ 23 w 77"/>
                    <a:gd name="T9" fmla="*/ 13 h 103"/>
                    <a:gd name="T10" fmla="*/ 23 w 77"/>
                    <a:gd name="T11" fmla="*/ 13 h 103"/>
                    <a:gd name="T12" fmla="*/ 23 w 77"/>
                    <a:gd name="T13" fmla="*/ 15 h 103"/>
                    <a:gd name="T14" fmla="*/ 23 w 77"/>
                    <a:gd name="T15" fmla="*/ 15 h 103"/>
                    <a:gd name="T16" fmla="*/ 20 w 77"/>
                    <a:gd name="T17" fmla="*/ 18 h 103"/>
                    <a:gd name="T18" fmla="*/ 20 w 77"/>
                    <a:gd name="T19" fmla="*/ 23 h 103"/>
                    <a:gd name="T20" fmla="*/ 18 w 77"/>
                    <a:gd name="T21" fmla="*/ 28 h 103"/>
                    <a:gd name="T22" fmla="*/ 20 w 77"/>
                    <a:gd name="T23" fmla="*/ 36 h 103"/>
                    <a:gd name="T24" fmla="*/ 23 w 77"/>
                    <a:gd name="T25" fmla="*/ 44 h 103"/>
                    <a:gd name="T26" fmla="*/ 28 w 77"/>
                    <a:gd name="T27" fmla="*/ 49 h 103"/>
                    <a:gd name="T28" fmla="*/ 33 w 77"/>
                    <a:gd name="T29" fmla="*/ 51 h 103"/>
                    <a:gd name="T30" fmla="*/ 43 w 77"/>
                    <a:gd name="T31" fmla="*/ 56 h 103"/>
                    <a:gd name="T32" fmla="*/ 54 w 77"/>
                    <a:gd name="T33" fmla="*/ 62 h 103"/>
                    <a:gd name="T34" fmla="*/ 61 w 77"/>
                    <a:gd name="T35" fmla="*/ 69 h 103"/>
                    <a:gd name="T36" fmla="*/ 67 w 77"/>
                    <a:gd name="T37" fmla="*/ 74 h 103"/>
                    <a:gd name="T38" fmla="*/ 72 w 77"/>
                    <a:gd name="T39" fmla="*/ 82 h 103"/>
                    <a:gd name="T40" fmla="*/ 74 w 77"/>
                    <a:gd name="T41" fmla="*/ 93 h 103"/>
                    <a:gd name="T42" fmla="*/ 77 w 77"/>
                    <a:gd name="T43" fmla="*/ 103 h 103"/>
                    <a:gd name="T44" fmla="*/ 56 w 77"/>
                    <a:gd name="T45" fmla="*/ 103 h 103"/>
                    <a:gd name="T46" fmla="*/ 54 w 77"/>
                    <a:gd name="T47" fmla="*/ 98 h 103"/>
                    <a:gd name="T48" fmla="*/ 51 w 77"/>
                    <a:gd name="T49" fmla="*/ 87 h 103"/>
                    <a:gd name="T50" fmla="*/ 46 w 77"/>
                    <a:gd name="T51" fmla="*/ 82 h 103"/>
                    <a:gd name="T52" fmla="*/ 43 w 77"/>
                    <a:gd name="T53" fmla="*/ 77 h 103"/>
                    <a:gd name="T54" fmla="*/ 36 w 77"/>
                    <a:gd name="T55" fmla="*/ 74 h 103"/>
                    <a:gd name="T56" fmla="*/ 23 w 77"/>
                    <a:gd name="T57" fmla="*/ 69 h 103"/>
                    <a:gd name="T58" fmla="*/ 15 w 77"/>
                    <a:gd name="T59" fmla="*/ 62 h 103"/>
                    <a:gd name="T60" fmla="*/ 7 w 77"/>
                    <a:gd name="T61" fmla="*/ 54 h 103"/>
                    <a:gd name="T62" fmla="*/ 2 w 77"/>
                    <a:gd name="T63" fmla="*/ 46 h 103"/>
                    <a:gd name="T64" fmla="*/ 0 w 77"/>
                    <a:gd name="T65" fmla="*/ 38 h 103"/>
                    <a:gd name="T66" fmla="*/ 0 w 77"/>
                    <a:gd name="T67" fmla="*/ 28 h 103"/>
                    <a:gd name="T68" fmla="*/ 0 w 77"/>
                    <a:gd name="T69" fmla="*/ 20 h 103"/>
                    <a:gd name="T70" fmla="*/ 2 w 77"/>
                    <a:gd name="T71" fmla="*/ 13 h 103"/>
                    <a:gd name="T72" fmla="*/ 5 w 77"/>
                    <a:gd name="T73" fmla="*/ 7 h 103"/>
                    <a:gd name="T74" fmla="*/ 5 w 77"/>
                    <a:gd name="T75" fmla="*/ 5 h 103"/>
                    <a:gd name="T76" fmla="*/ 5 w 77"/>
                    <a:gd name="T77" fmla="*/ 5 h 103"/>
                    <a:gd name="T78" fmla="*/ 10 w 77"/>
                    <a:gd name="T79" fmla="*/ 0 h 103"/>
                    <a:gd name="T80" fmla="*/ 15 w 77"/>
                    <a:gd name="T81"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7" h="103">
                      <a:moveTo>
                        <a:pt x="15" y="0"/>
                      </a:moveTo>
                      <a:lnTo>
                        <a:pt x="18" y="0"/>
                      </a:lnTo>
                      <a:lnTo>
                        <a:pt x="23" y="5"/>
                      </a:lnTo>
                      <a:lnTo>
                        <a:pt x="23" y="10"/>
                      </a:lnTo>
                      <a:lnTo>
                        <a:pt x="23" y="13"/>
                      </a:lnTo>
                      <a:lnTo>
                        <a:pt x="23" y="13"/>
                      </a:lnTo>
                      <a:lnTo>
                        <a:pt x="23" y="15"/>
                      </a:lnTo>
                      <a:lnTo>
                        <a:pt x="23" y="15"/>
                      </a:lnTo>
                      <a:lnTo>
                        <a:pt x="20" y="18"/>
                      </a:lnTo>
                      <a:lnTo>
                        <a:pt x="20" y="23"/>
                      </a:lnTo>
                      <a:lnTo>
                        <a:pt x="18" y="28"/>
                      </a:lnTo>
                      <a:lnTo>
                        <a:pt x="20" y="36"/>
                      </a:lnTo>
                      <a:lnTo>
                        <a:pt x="23" y="44"/>
                      </a:lnTo>
                      <a:lnTo>
                        <a:pt x="28" y="49"/>
                      </a:lnTo>
                      <a:lnTo>
                        <a:pt x="33" y="51"/>
                      </a:lnTo>
                      <a:lnTo>
                        <a:pt x="43" y="56"/>
                      </a:lnTo>
                      <a:lnTo>
                        <a:pt x="54" y="62"/>
                      </a:lnTo>
                      <a:lnTo>
                        <a:pt x="61" y="69"/>
                      </a:lnTo>
                      <a:lnTo>
                        <a:pt x="67" y="74"/>
                      </a:lnTo>
                      <a:lnTo>
                        <a:pt x="72" y="82"/>
                      </a:lnTo>
                      <a:lnTo>
                        <a:pt x="74" y="93"/>
                      </a:lnTo>
                      <a:lnTo>
                        <a:pt x="77" y="103"/>
                      </a:lnTo>
                      <a:lnTo>
                        <a:pt x="56" y="103"/>
                      </a:lnTo>
                      <a:lnTo>
                        <a:pt x="54" y="98"/>
                      </a:lnTo>
                      <a:lnTo>
                        <a:pt x="51" y="87"/>
                      </a:lnTo>
                      <a:lnTo>
                        <a:pt x="46" y="82"/>
                      </a:lnTo>
                      <a:lnTo>
                        <a:pt x="43" y="77"/>
                      </a:lnTo>
                      <a:lnTo>
                        <a:pt x="36" y="74"/>
                      </a:lnTo>
                      <a:lnTo>
                        <a:pt x="23" y="69"/>
                      </a:lnTo>
                      <a:lnTo>
                        <a:pt x="15" y="62"/>
                      </a:lnTo>
                      <a:lnTo>
                        <a:pt x="7" y="54"/>
                      </a:lnTo>
                      <a:lnTo>
                        <a:pt x="2" y="46"/>
                      </a:lnTo>
                      <a:lnTo>
                        <a:pt x="0" y="38"/>
                      </a:lnTo>
                      <a:lnTo>
                        <a:pt x="0" y="28"/>
                      </a:lnTo>
                      <a:lnTo>
                        <a:pt x="0" y="20"/>
                      </a:lnTo>
                      <a:lnTo>
                        <a:pt x="2" y="13"/>
                      </a:lnTo>
                      <a:lnTo>
                        <a:pt x="5" y="7"/>
                      </a:lnTo>
                      <a:lnTo>
                        <a:pt x="5" y="5"/>
                      </a:lnTo>
                      <a:lnTo>
                        <a:pt x="5" y="5"/>
                      </a:lnTo>
                      <a:lnTo>
                        <a:pt x="10" y="0"/>
                      </a:lnTo>
                      <a:lnTo>
                        <a:pt x="15" y="0"/>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solidFill>
                      <a:schemeClr val="bg1"/>
                    </a:solidFill>
                  </a:endParaRPr>
                </a:p>
              </p:txBody>
            </p:sp>
          </p:grpSp>
        </p:grpSp>
      </p:grpSp>
      <p:sp>
        <p:nvSpPr>
          <p:cNvPr id="58" name="Tijdelijke aanduiding voor tekst 58"/>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noProof="0"/>
          </a:p>
        </p:txBody>
      </p:sp>
      <p:cxnSp>
        <p:nvCxnSpPr>
          <p:cNvPr id="60" name="Rechte verbindingslijn 59"/>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61" name="Vrije vorm 308"/>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noProof="0">
              <a:solidFill>
                <a:prstClr val="black"/>
              </a:solidFill>
            </a:endParaRPr>
          </a:p>
        </p:txBody>
      </p:sp>
      <p:grpSp>
        <p:nvGrpSpPr>
          <p:cNvPr id="4" name="Groep 3"/>
          <p:cNvGrpSpPr/>
          <p:nvPr userDrawn="1"/>
        </p:nvGrpSpPr>
        <p:grpSpPr>
          <a:xfrm>
            <a:off x="1630522" y="2276771"/>
            <a:ext cx="758666" cy="226154"/>
            <a:chOff x="1607118" y="2276771"/>
            <a:chExt cx="757283" cy="226154"/>
          </a:xfrm>
        </p:grpSpPr>
        <p:grpSp>
          <p:nvGrpSpPr>
            <p:cNvPr id="71" name="Groep 70"/>
            <p:cNvGrpSpPr/>
            <p:nvPr userDrawn="1"/>
          </p:nvGrpSpPr>
          <p:grpSpPr>
            <a:xfrm>
              <a:off x="2077148" y="2276771"/>
              <a:ext cx="287253" cy="226154"/>
              <a:chOff x="-3310843" y="700986"/>
              <a:chExt cx="182598" cy="143759"/>
            </a:xfrm>
          </p:grpSpPr>
          <p:grpSp>
            <p:nvGrpSpPr>
              <p:cNvPr id="160" name="Groep 159"/>
              <p:cNvGrpSpPr/>
              <p:nvPr userDrawn="1"/>
            </p:nvGrpSpPr>
            <p:grpSpPr>
              <a:xfrm>
                <a:off x="-3310843" y="700986"/>
                <a:ext cx="182598" cy="143759"/>
                <a:chOff x="-3310843" y="700986"/>
                <a:chExt cx="182598" cy="143759"/>
              </a:xfrm>
            </p:grpSpPr>
            <p:cxnSp>
              <p:nvCxnSpPr>
                <p:cNvPr id="164" name="Rechte verbindingslijn 163"/>
                <p:cNvCxnSpPr/>
                <p:nvPr userDrawn="1"/>
              </p:nvCxnSpPr>
              <p:spPr>
                <a:xfrm>
                  <a:off x="-3310843" y="700986"/>
                  <a:ext cx="182598" cy="0"/>
                </a:xfrm>
                <a:prstGeom prst="line">
                  <a:avLst/>
                </a:prstGeom>
                <a:noFill/>
                <a:ln w="19050" cap="flat" cmpd="sng" algn="ctr">
                  <a:solidFill>
                    <a:srgbClr val="767171"/>
                  </a:solidFill>
                  <a:prstDash val="solid"/>
                </a:ln>
                <a:effectLst/>
              </p:spPr>
            </p:cxnSp>
            <p:cxnSp>
              <p:nvCxnSpPr>
                <p:cNvPr id="165" name="Rechte verbindingslijn 164"/>
                <p:cNvCxnSpPr/>
                <p:nvPr userDrawn="1"/>
              </p:nvCxnSpPr>
              <p:spPr>
                <a:xfrm>
                  <a:off x="-3310843" y="844745"/>
                  <a:ext cx="182598" cy="0"/>
                </a:xfrm>
                <a:prstGeom prst="line">
                  <a:avLst/>
                </a:prstGeom>
                <a:noFill/>
                <a:ln w="19050" cap="flat" cmpd="sng" algn="ctr">
                  <a:solidFill>
                    <a:srgbClr val="767171"/>
                  </a:solidFill>
                  <a:prstDash val="solid"/>
                </a:ln>
                <a:effectLst/>
              </p:spPr>
            </p:cxnSp>
            <p:cxnSp>
              <p:nvCxnSpPr>
                <p:cNvPr id="166" name="Rechte verbindingslijn 165"/>
                <p:cNvCxnSpPr/>
                <p:nvPr userDrawn="1"/>
              </p:nvCxnSpPr>
              <p:spPr>
                <a:xfrm>
                  <a:off x="-3213196" y="808806"/>
                  <a:ext cx="82203" cy="0"/>
                </a:xfrm>
                <a:prstGeom prst="line">
                  <a:avLst/>
                </a:prstGeom>
                <a:noFill/>
                <a:ln w="19050" cap="flat" cmpd="sng" algn="ctr">
                  <a:solidFill>
                    <a:srgbClr val="767171"/>
                  </a:solidFill>
                  <a:prstDash val="solid"/>
                </a:ln>
                <a:effectLst/>
              </p:spPr>
            </p:cxnSp>
            <p:cxnSp>
              <p:nvCxnSpPr>
                <p:cNvPr id="167" name="Rechte verbindingslijn 166"/>
                <p:cNvCxnSpPr/>
                <p:nvPr userDrawn="1"/>
              </p:nvCxnSpPr>
              <p:spPr>
                <a:xfrm>
                  <a:off x="-3213196" y="772866"/>
                  <a:ext cx="82203" cy="0"/>
                </a:xfrm>
                <a:prstGeom prst="line">
                  <a:avLst/>
                </a:prstGeom>
                <a:noFill/>
                <a:ln w="19050" cap="flat" cmpd="sng" algn="ctr">
                  <a:solidFill>
                    <a:srgbClr val="767171"/>
                  </a:solidFill>
                  <a:prstDash val="solid"/>
                </a:ln>
                <a:effectLst/>
              </p:spPr>
            </p:cxnSp>
            <p:cxnSp>
              <p:nvCxnSpPr>
                <p:cNvPr id="168" name="Rechte verbindingslijn 167"/>
                <p:cNvCxnSpPr/>
                <p:nvPr userDrawn="1"/>
              </p:nvCxnSpPr>
              <p:spPr>
                <a:xfrm>
                  <a:off x="-3213196" y="736926"/>
                  <a:ext cx="82203" cy="0"/>
                </a:xfrm>
                <a:prstGeom prst="line">
                  <a:avLst/>
                </a:prstGeom>
                <a:noFill/>
                <a:ln w="19050" cap="flat" cmpd="sng" algn="ctr">
                  <a:solidFill>
                    <a:srgbClr val="767171"/>
                  </a:solidFill>
                  <a:prstDash val="solid"/>
                </a:ln>
                <a:effectLst/>
              </p:spPr>
            </p:cxnSp>
          </p:grpSp>
          <p:grpSp>
            <p:nvGrpSpPr>
              <p:cNvPr id="161" name="Groep 160"/>
              <p:cNvGrpSpPr/>
              <p:nvPr userDrawn="1"/>
            </p:nvGrpSpPr>
            <p:grpSpPr>
              <a:xfrm flipH="1">
                <a:off x="-3310774" y="735854"/>
                <a:ext cx="88801" cy="72568"/>
                <a:chOff x="-2091059" y="1395403"/>
                <a:chExt cx="157316" cy="128558"/>
              </a:xfrm>
            </p:grpSpPr>
            <p:sp>
              <p:nvSpPr>
                <p:cNvPr id="162" name="Rechthoek 161"/>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3" name="Pijl: punthaak 162"/>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nvGrpSpPr>
            <p:cNvPr id="74" name="Groep 73"/>
            <p:cNvGrpSpPr/>
            <p:nvPr userDrawn="1"/>
          </p:nvGrpSpPr>
          <p:grpSpPr>
            <a:xfrm>
              <a:off x="1607118" y="2276771"/>
              <a:ext cx="287253" cy="226154"/>
              <a:chOff x="-3634116" y="700986"/>
              <a:chExt cx="182598" cy="143759"/>
            </a:xfrm>
          </p:grpSpPr>
          <p:grpSp>
            <p:nvGrpSpPr>
              <p:cNvPr id="151" name="Groep 150"/>
              <p:cNvGrpSpPr/>
              <p:nvPr userDrawn="1"/>
            </p:nvGrpSpPr>
            <p:grpSpPr>
              <a:xfrm>
                <a:off x="-3634116" y="700986"/>
                <a:ext cx="182598" cy="143759"/>
                <a:chOff x="-3634116" y="700986"/>
                <a:chExt cx="182598" cy="143759"/>
              </a:xfrm>
            </p:grpSpPr>
            <p:cxnSp>
              <p:nvCxnSpPr>
                <p:cNvPr id="155" name="Rechte verbindingslijn 154"/>
                <p:cNvCxnSpPr/>
                <p:nvPr userDrawn="1"/>
              </p:nvCxnSpPr>
              <p:spPr>
                <a:xfrm>
                  <a:off x="-3634116" y="700986"/>
                  <a:ext cx="182598" cy="0"/>
                </a:xfrm>
                <a:prstGeom prst="line">
                  <a:avLst/>
                </a:prstGeom>
                <a:noFill/>
                <a:ln w="19050" cap="flat" cmpd="sng" algn="ctr">
                  <a:solidFill>
                    <a:srgbClr val="767171"/>
                  </a:solidFill>
                  <a:prstDash val="solid"/>
                </a:ln>
                <a:effectLst/>
              </p:spPr>
            </p:cxnSp>
            <p:cxnSp>
              <p:nvCxnSpPr>
                <p:cNvPr id="156" name="Rechte verbindingslijn 155"/>
                <p:cNvCxnSpPr/>
                <p:nvPr userDrawn="1"/>
              </p:nvCxnSpPr>
              <p:spPr>
                <a:xfrm>
                  <a:off x="-3634116" y="844745"/>
                  <a:ext cx="182598" cy="0"/>
                </a:xfrm>
                <a:prstGeom prst="line">
                  <a:avLst/>
                </a:prstGeom>
                <a:noFill/>
                <a:ln w="19050" cap="flat" cmpd="sng" algn="ctr">
                  <a:solidFill>
                    <a:srgbClr val="767171"/>
                  </a:solidFill>
                  <a:prstDash val="solid"/>
                </a:ln>
                <a:effectLst/>
              </p:spPr>
            </p:cxnSp>
            <p:cxnSp>
              <p:nvCxnSpPr>
                <p:cNvPr id="157" name="Rechte verbindingslijn 156"/>
                <p:cNvCxnSpPr/>
                <p:nvPr userDrawn="1"/>
              </p:nvCxnSpPr>
              <p:spPr>
                <a:xfrm>
                  <a:off x="-3536469" y="808806"/>
                  <a:ext cx="82203" cy="0"/>
                </a:xfrm>
                <a:prstGeom prst="line">
                  <a:avLst/>
                </a:prstGeom>
                <a:noFill/>
                <a:ln w="19050" cap="flat" cmpd="sng" algn="ctr">
                  <a:solidFill>
                    <a:srgbClr val="767171"/>
                  </a:solidFill>
                  <a:prstDash val="solid"/>
                </a:ln>
                <a:effectLst/>
              </p:spPr>
            </p:cxnSp>
            <p:cxnSp>
              <p:nvCxnSpPr>
                <p:cNvPr id="158" name="Rechte verbindingslijn 157"/>
                <p:cNvCxnSpPr/>
                <p:nvPr userDrawn="1"/>
              </p:nvCxnSpPr>
              <p:spPr>
                <a:xfrm>
                  <a:off x="-3536469" y="772866"/>
                  <a:ext cx="82203" cy="0"/>
                </a:xfrm>
                <a:prstGeom prst="line">
                  <a:avLst/>
                </a:prstGeom>
                <a:noFill/>
                <a:ln w="19050" cap="flat" cmpd="sng" algn="ctr">
                  <a:solidFill>
                    <a:srgbClr val="767171"/>
                  </a:solidFill>
                  <a:prstDash val="solid"/>
                </a:ln>
                <a:effectLst/>
              </p:spPr>
            </p:cxnSp>
            <p:cxnSp>
              <p:nvCxnSpPr>
                <p:cNvPr id="159" name="Rechte verbindingslijn 158"/>
                <p:cNvCxnSpPr/>
                <p:nvPr userDrawn="1"/>
              </p:nvCxnSpPr>
              <p:spPr>
                <a:xfrm>
                  <a:off x="-3536469" y="736926"/>
                  <a:ext cx="82203" cy="0"/>
                </a:xfrm>
                <a:prstGeom prst="line">
                  <a:avLst/>
                </a:prstGeom>
                <a:noFill/>
                <a:ln w="19050" cap="flat" cmpd="sng" algn="ctr">
                  <a:solidFill>
                    <a:srgbClr val="767171"/>
                  </a:solidFill>
                  <a:prstDash val="solid"/>
                </a:ln>
                <a:effectLst/>
              </p:spPr>
            </p:cxnSp>
          </p:grpSp>
          <p:grpSp>
            <p:nvGrpSpPr>
              <p:cNvPr id="152" name="Groep 151"/>
              <p:cNvGrpSpPr/>
              <p:nvPr userDrawn="1"/>
            </p:nvGrpSpPr>
            <p:grpSpPr>
              <a:xfrm>
                <a:off x="-3634047" y="735854"/>
                <a:ext cx="88801" cy="72568"/>
                <a:chOff x="-2091059" y="1395403"/>
                <a:chExt cx="157316" cy="128558"/>
              </a:xfrm>
            </p:grpSpPr>
            <p:sp>
              <p:nvSpPr>
                <p:cNvPr id="153" name="Rechthoek 152"/>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Pijl: punthaak 153"/>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grpSp>
        <p:nvGrpSpPr>
          <p:cNvPr id="179" name="Groep 178"/>
          <p:cNvGrpSpPr/>
          <p:nvPr userDrawn="1"/>
        </p:nvGrpSpPr>
        <p:grpSpPr>
          <a:xfrm>
            <a:off x="4573974" y="2179391"/>
            <a:ext cx="369155" cy="398538"/>
            <a:chOff x="14466489" y="1001522"/>
            <a:chExt cx="290627" cy="314333"/>
          </a:xfrm>
        </p:grpSpPr>
        <p:sp>
          <p:nvSpPr>
            <p:cNvPr id="200" name="Rechthoek 199"/>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201" name="Ovaal 200"/>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202" name="Vrije vorm: vorm 201"/>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203" name="Rechthoek: afgeronde hoeken 202"/>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204" name="Rechte verbindingslijn 203"/>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5" name="Rechte verbindingslijn 204"/>
            <p:cNvCxnSpPr>
              <a:cxnSpLocks/>
              <a:stCxn id="20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8" name="HYPERLINKS"/>
          <p:cNvGrpSpPr/>
          <p:nvPr userDrawn="1"/>
        </p:nvGrpSpPr>
        <p:grpSpPr>
          <a:xfrm>
            <a:off x="674999" y="1599166"/>
            <a:ext cx="8081505" cy="4559785"/>
            <a:chOff x="673768" y="1599165"/>
            <a:chExt cx="8066773" cy="4559785"/>
          </a:xfrm>
        </p:grpSpPr>
        <p:sp>
          <p:nvSpPr>
            <p:cNvPr id="121" name="HYPERLINK">
              <a:hlinkClick r:id="rId2"/>
            </p:cNvPr>
            <p:cNvSpPr/>
            <p:nvPr userDrawn="1"/>
          </p:nvSpPr>
          <p:spPr>
            <a:xfrm>
              <a:off x="673768" y="1599165"/>
              <a:ext cx="2676295"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3" name="HYPERLINK">
              <a:hlinkClick r:id="rId3"/>
            </p:cNvPr>
            <p:cNvSpPr/>
            <p:nvPr userDrawn="1"/>
          </p:nvSpPr>
          <p:spPr>
            <a:xfrm>
              <a:off x="3465094" y="1599165"/>
              <a:ext cx="257475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4" name="HYPERLINK">
              <a:hlinkClick r:id="rId4"/>
            </p:cNvPr>
            <p:cNvSpPr/>
            <p:nvPr userDrawn="1"/>
          </p:nvSpPr>
          <p:spPr>
            <a:xfrm>
              <a:off x="6148301" y="1599165"/>
              <a:ext cx="257475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5" name="HYPERLINK">
              <a:hlinkClick r:id="rId5"/>
            </p:cNvPr>
            <p:cNvSpPr/>
            <p:nvPr userDrawn="1"/>
          </p:nvSpPr>
          <p:spPr>
            <a:xfrm>
              <a:off x="673768" y="3932073"/>
              <a:ext cx="2676295"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6" name="HYPERLINK">
              <a:hlinkClick r:id="rId6"/>
            </p:cNvPr>
            <p:cNvSpPr/>
            <p:nvPr userDrawn="1"/>
          </p:nvSpPr>
          <p:spPr>
            <a:xfrm>
              <a:off x="3454453" y="3932073"/>
              <a:ext cx="259084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7" name="HYPERLINK">
              <a:hlinkClick r:id="rId7"/>
            </p:cNvPr>
            <p:cNvSpPr/>
            <p:nvPr userDrawn="1"/>
          </p:nvSpPr>
          <p:spPr>
            <a:xfrm>
              <a:off x="6149692" y="3932073"/>
              <a:ext cx="259084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grpSp>
      <p:sp>
        <p:nvSpPr>
          <p:cNvPr id="103" name="Rechthoek 102">
            <a:hlinkClick r:id="rId7"/>
            <a:extLst>
              <a:ext uri="{FF2B5EF4-FFF2-40B4-BE49-F238E27FC236}">
                <a16:creationId xmlns:a16="http://schemas.microsoft.com/office/drawing/2014/main" id="{A74EDF85-9D78-4A54-895F-5F47F5DE6BF2}"/>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3381733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STRUCTIES: Dia plakken">
    <p:spTree>
      <p:nvGrpSpPr>
        <p:cNvPr id="1" name=""/>
        <p:cNvGrpSpPr/>
        <p:nvPr/>
      </p:nvGrpSpPr>
      <p:grpSpPr>
        <a:xfrm>
          <a:off x="0" y="0"/>
          <a:ext cx="0" cy="0"/>
          <a:chOff x="0" y="0"/>
          <a:chExt cx="0" cy="0"/>
        </a:xfrm>
      </p:grpSpPr>
      <p:sp>
        <p:nvSpPr>
          <p:cNvPr id="60" name="Rechthoek 59"/>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8" name="Tekstvak 7"/>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Dia plakken</a:t>
            </a:r>
          </a:p>
        </p:txBody>
      </p:sp>
      <p:sp>
        <p:nvSpPr>
          <p:cNvPr id="7" name="Tekstvak 6"/>
          <p:cNvSpPr txBox="1"/>
          <p:nvPr userDrawn="1"/>
        </p:nvSpPr>
        <p:spPr>
          <a:xfrm>
            <a:off x="693962" y="692697"/>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pPr marL="0" lvl="0" algn="l" defTabSz="914400" rtl="0" eaLnBrk="1" latinLnBrk="0" hangingPunct="1">
              <a:lnSpc>
                <a:spcPct val="90000"/>
              </a:lnSpc>
              <a:spcBef>
                <a:spcPts val="600"/>
              </a:spcBef>
              <a:spcAft>
                <a:spcPts val="600"/>
              </a:spcAft>
              <a:buNone/>
            </a:pPr>
            <a:r>
              <a:rPr lang="nl-NL" sz="2400" b="0" kern="1200" cap="all" baseline="0" noProof="0">
                <a:solidFill>
                  <a:srgbClr val="0096A5"/>
                </a:solidFill>
                <a:latin typeface="+mj-lt"/>
                <a:ea typeface="+mj-ea"/>
                <a:cs typeface="+mj-cs"/>
              </a:rPr>
              <a:t>Voordat je begint…</a:t>
            </a:r>
          </a:p>
        </p:txBody>
      </p:sp>
      <p:grpSp>
        <p:nvGrpSpPr>
          <p:cNvPr id="23" name="Groep 22">
            <a:extLst>
              <a:ext uri="{FF2B5EF4-FFF2-40B4-BE49-F238E27FC236}">
                <a16:creationId xmlns:a16="http://schemas.microsoft.com/office/drawing/2014/main" id="{AECC605F-1D7D-44DC-ACA6-7D0A7E2B238F}"/>
              </a:ext>
            </a:extLst>
          </p:cNvPr>
          <p:cNvGrpSpPr/>
          <p:nvPr userDrawn="1"/>
        </p:nvGrpSpPr>
        <p:grpSpPr>
          <a:xfrm>
            <a:off x="692151" y="1979427"/>
            <a:ext cx="10807637" cy="3437453"/>
            <a:chOff x="690889" y="1979426"/>
            <a:chExt cx="10787936" cy="3437453"/>
          </a:xfrm>
        </p:grpSpPr>
        <p:pic>
          <p:nvPicPr>
            <p:cNvPr id="10" name="Afbeelding 9">
              <a:extLst>
                <a:ext uri="{FF2B5EF4-FFF2-40B4-BE49-F238E27FC236}">
                  <a16:creationId xmlns:a16="http://schemas.microsoft.com/office/drawing/2014/main" id="{D247FBA0-6236-4D93-A681-2816EDF52E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381984" y="2928312"/>
              <a:ext cx="2757115" cy="1443177"/>
            </a:xfrm>
            <a:prstGeom prst="rect">
              <a:avLst/>
            </a:prstGeom>
            <a:ln>
              <a:solidFill>
                <a:srgbClr val="8C8F92"/>
              </a:solidFill>
            </a:ln>
          </p:spPr>
        </p:pic>
        <p:pic>
          <p:nvPicPr>
            <p:cNvPr id="5" name="Afbeelding 4">
              <a:extLst>
                <a:ext uri="{FF2B5EF4-FFF2-40B4-BE49-F238E27FC236}">
                  <a16:creationId xmlns:a16="http://schemas.microsoft.com/office/drawing/2014/main" id="{FAABE902-541F-43CD-B0AB-BAE7064CE48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528720" y="2922054"/>
              <a:ext cx="2760606" cy="1443633"/>
            </a:xfrm>
            <a:prstGeom prst="rect">
              <a:avLst/>
            </a:prstGeom>
            <a:ln>
              <a:solidFill>
                <a:srgbClr val="8C8F92"/>
              </a:solidFill>
            </a:ln>
          </p:spPr>
        </p:pic>
        <p:pic>
          <p:nvPicPr>
            <p:cNvPr id="4" name="Afbeelding 3">
              <a:extLst>
                <a:ext uri="{FF2B5EF4-FFF2-40B4-BE49-F238E27FC236}">
                  <a16:creationId xmlns:a16="http://schemas.microsoft.com/office/drawing/2014/main" id="{15E11FFE-88B5-4A5D-8FE3-E92B473F349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90889" y="2942759"/>
              <a:ext cx="2735216" cy="1429545"/>
            </a:xfrm>
            <a:prstGeom prst="rect">
              <a:avLst/>
            </a:prstGeom>
            <a:ln>
              <a:solidFill>
                <a:srgbClr val="8C8F92"/>
              </a:solidFill>
            </a:ln>
          </p:spPr>
        </p:pic>
        <p:grpSp>
          <p:nvGrpSpPr>
            <p:cNvPr id="35" name="Groep 34"/>
            <p:cNvGrpSpPr/>
            <p:nvPr userDrawn="1"/>
          </p:nvGrpSpPr>
          <p:grpSpPr>
            <a:xfrm>
              <a:off x="691258" y="1979426"/>
              <a:ext cx="10787567" cy="3437453"/>
              <a:chOff x="435100" y="2165458"/>
              <a:chExt cx="10787567" cy="3437453"/>
            </a:xfrm>
          </p:grpSpPr>
          <p:grpSp>
            <p:nvGrpSpPr>
              <p:cNvPr id="42" name="Groep 41"/>
              <p:cNvGrpSpPr/>
              <p:nvPr/>
            </p:nvGrpSpPr>
            <p:grpSpPr>
              <a:xfrm>
                <a:off x="689183" y="2317897"/>
                <a:ext cx="1819124" cy="1488559"/>
                <a:chOff x="1576217" y="1539637"/>
                <a:chExt cx="2497599" cy="2043743"/>
              </a:xfrm>
            </p:grpSpPr>
            <p:sp>
              <p:nvSpPr>
                <p:cNvPr id="70" name="Ovaal 69"/>
                <p:cNvSpPr/>
                <p:nvPr/>
              </p:nvSpPr>
              <p:spPr>
                <a:xfrm>
                  <a:off x="1576217" y="2624542"/>
                  <a:ext cx="268099" cy="268101"/>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72" name="Rechte verbindingslijn 71"/>
                <p:cNvCxnSpPr>
                  <a:cxnSpLocks/>
                </p:cNvCxnSpPr>
                <p:nvPr/>
              </p:nvCxnSpPr>
              <p:spPr>
                <a:xfrm flipH="1">
                  <a:off x="1710267" y="1539637"/>
                  <a:ext cx="2013194" cy="1093496"/>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73" name="Rechte verbindingslijn 72"/>
                <p:cNvCxnSpPr>
                  <a:cxnSpLocks/>
                </p:cNvCxnSpPr>
                <p:nvPr/>
              </p:nvCxnSpPr>
              <p:spPr>
                <a:xfrm flipH="1" flipV="1">
                  <a:off x="1693333" y="2878667"/>
                  <a:ext cx="2380483" cy="704713"/>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grpSp>
          <p:grpSp>
            <p:nvGrpSpPr>
              <p:cNvPr id="43" name="Groep 42"/>
              <p:cNvGrpSpPr/>
              <p:nvPr/>
            </p:nvGrpSpPr>
            <p:grpSpPr>
              <a:xfrm>
                <a:off x="4524700" y="3531339"/>
                <a:ext cx="135750" cy="135750"/>
                <a:chOff x="6569918" y="3240107"/>
                <a:chExt cx="430310" cy="430310"/>
              </a:xfrm>
            </p:grpSpPr>
            <p:sp>
              <p:nvSpPr>
                <p:cNvPr id="59" name="Ovaal 58"/>
                <p:cNvSpPr/>
                <p:nvPr/>
              </p:nvSpPr>
              <p:spPr>
                <a:xfrm>
                  <a:off x="6569918" y="3240107"/>
                  <a:ext cx="430310" cy="43031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sp>
              <p:nvSpPr>
                <p:cNvPr id="61" name="Vermenigvuldigen 49"/>
                <p:cNvSpPr/>
                <p:nvPr/>
              </p:nvSpPr>
              <p:spPr>
                <a:xfrm>
                  <a:off x="6579279" y="3259665"/>
                  <a:ext cx="403927" cy="4039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grpSp>
          <p:sp>
            <p:nvSpPr>
              <p:cNvPr id="44" name="Ovaal 43"/>
              <p:cNvSpPr/>
              <p:nvPr/>
            </p:nvSpPr>
            <p:spPr>
              <a:xfrm>
                <a:off x="4498329" y="3511480"/>
                <a:ext cx="195270" cy="195270"/>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45" name="Rechte verbindingslijn 44"/>
              <p:cNvCxnSpPr>
                <a:cxnSpLocks/>
                <a:stCxn id="40" idx="1"/>
              </p:cNvCxnSpPr>
              <p:nvPr/>
            </p:nvCxnSpPr>
            <p:spPr>
              <a:xfrm flipH="1">
                <a:off x="4592067" y="2411559"/>
                <a:ext cx="1394690" cy="997615"/>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47" name="Rechte verbindingslijn 46"/>
              <p:cNvCxnSpPr>
                <a:cxnSpLocks/>
              </p:cNvCxnSpPr>
              <p:nvPr/>
            </p:nvCxnSpPr>
            <p:spPr>
              <a:xfrm flipH="1" flipV="1">
                <a:off x="4611117" y="3714750"/>
                <a:ext cx="1962150" cy="133350"/>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sp>
            <p:nvSpPr>
              <p:cNvPr id="48" name="Ovaal 47"/>
              <p:cNvSpPr/>
              <p:nvPr/>
            </p:nvSpPr>
            <p:spPr>
              <a:xfrm>
                <a:off x="435100"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A</a:t>
                </a:r>
              </a:p>
            </p:txBody>
          </p:sp>
          <p:sp>
            <p:nvSpPr>
              <p:cNvPr id="49" name="Ovaal 48"/>
              <p:cNvSpPr/>
              <p:nvPr/>
            </p:nvSpPr>
            <p:spPr>
              <a:xfrm>
                <a:off x="4273589"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B</a:t>
                </a:r>
              </a:p>
            </p:txBody>
          </p:sp>
          <p:grpSp>
            <p:nvGrpSpPr>
              <p:cNvPr id="50" name="Groep 49"/>
              <p:cNvGrpSpPr/>
              <p:nvPr/>
            </p:nvGrpSpPr>
            <p:grpSpPr>
              <a:xfrm>
                <a:off x="6610285" y="2756643"/>
                <a:ext cx="433398" cy="433398"/>
                <a:chOff x="7376403" y="3240107"/>
                <a:chExt cx="430310" cy="430310"/>
              </a:xfrm>
            </p:grpSpPr>
            <p:sp>
              <p:nvSpPr>
                <p:cNvPr id="57" name="Ovaal 56"/>
                <p:cNvSpPr/>
                <p:nvPr/>
              </p:nvSpPr>
              <p:spPr>
                <a:xfrm>
                  <a:off x="7376403" y="3240107"/>
                  <a:ext cx="430310" cy="43031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sp>
              <p:nvSpPr>
                <p:cNvPr id="58" name="Vermenigvuldigen 40"/>
                <p:cNvSpPr/>
                <p:nvPr/>
              </p:nvSpPr>
              <p:spPr>
                <a:xfrm>
                  <a:off x="7389594" y="3259666"/>
                  <a:ext cx="403928" cy="403928"/>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grpSp>
          <p:sp>
            <p:nvSpPr>
              <p:cNvPr id="51" name="Tekstvak 50"/>
              <p:cNvSpPr txBox="1"/>
              <p:nvPr/>
            </p:nvSpPr>
            <p:spPr>
              <a:xfrm>
                <a:off x="8516760" y="4854881"/>
                <a:ext cx="2697316" cy="748030"/>
              </a:xfrm>
              <a:prstGeom prst="rect">
                <a:avLst/>
              </a:prstGeom>
              <a:noFill/>
            </p:spPr>
            <p:txBody>
              <a:bodyPr wrap="square" lIns="0" tIns="0" rIns="0" bIns="0" rtlCol="0">
                <a:noAutofit/>
              </a:bodyPr>
              <a:lstStyle>
                <a:defPPr>
                  <a:defRPr lang="nl-NL"/>
                </a:defPPr>
                <a:lvl1pPr>
                  <a:lnSpc>
                    <a:spcPct val="90000"/>
                  </a:lnSpc>
                  <a:defRPr sz="1000">
                    <a:solidFill>
                      <a:srgbClr val="44546A"/>
                    </a:solidFill>
                  </a:defRPr>
                </a:lvl1pPr>
              </a:lstStyle>
              <a:p>
                <a:pPr lvl="0"/>
                <a:r>
                  <a:rPr lang="nl-NL" sz="1000">
                    <a:solidFill>
                      <a:srgbClr val="44546A"/>
                    </a:solidFill>
                    <a:latin typeface="+mn-lt"/>
                  </a:rPr>
                  <a:t>Klik met je rechter muisknop op de miniatuur weergave van de dia, aan de linker kant van het scherm. Kies </a:t>
                </a:r>
                <a:r>
                  <a:rPr lang="nl-NL" sz="1000" b="1">
                    <a:solidFill>
                      <a:srgbClr val="44546A"/>
                    </a:solidFill>
                    <a:latin typeface="+mn-lt"/>
                  </a:rPr>
                  <a:t>‘Dia herstellen’</a:t>
                </a:r>
                <a:r>
                  <a:rPr lang="nl-NL" sz="1000">
                    <a:solidFill>
                      <a:srgbClr val="44546A"/>
                    </a:solidFill>
                    <a:latin typeface="+mn-lt"/>
                  </a:rPr>
                  <a:t> om de opmaak van de dia weer te herstellen, volgens template instellingen.</a:t>
                </a:r>
              </a:p>
            </p:txBody>
          </p:sp>
          <p:sp>
            <p:nvSpPr>
              <p:cNvPr id="52" name="Ovaal 51"/>
              <p:cNvSpPr/>
              <p:nvPr/>
            </p:nvSpPr>
            <p:spPr>
              <a:xfrm>
                <a:off x="8465635" y="3979522"/>
                <a:ext cx="195270" cy="195270"/>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53" name="Rechte verbindingslijn 52"/>
              <p:cNvCxnSpPr>
                <a:cxnSpLocks/>
              </p:cNvCxnSpPr>
              <p:nvPr/>
            </p:nvCxnSpPr>
            <p:spPr>
              <a:xfrm flipH="1">
                <a:off x="8497317" y="2392326"/>
                <a:ext cx="1315559" cy="1608174"/>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54" name="Rechte verbindingslijn 53"/>
              <p:cNvCxnSpPr>
                <a:cxnSpLocks/>
                <a:endCxn id="52" idx="5"/>
              </p:cNvCxnSpPr>
              <p:nvPr/>
            </p:nvCxnSpPr>
            <p:spPr>
              <a:xfrm flipH="1">
                <a:off x="8632308" y="3819525"/>
                <a:ext cx="1989084" cy="326670"/>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sp>
            <p:nvSpPr>
              <p:cNvPr id="56" name="Ovaal 55"/>
              <p:cNvSpPr/>
              <p:nvPr/>
            </p:nvSpPr>
            <p:spPr>
              <a:xfrm>
                <a:off x="8117980"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C</a:t>
                </a:r>
              </a:p>
            </p:txBody>
          </p:sp>
          <p:pic>
            <p:nvPicPr>
              <p:cNvPr id="40" name="Afbeelding 39"/>
              <p:cNvPicPr>
                <a:picLocks/>
              </p:cNvPicPr>
              <p:nvPr/>
            </p:nvPicPr>
            <p:blipFill rotWithShape="1">
              <a:blip r:embed="rId5" cstate="email">
                <a:extLst>
                  <a:ext uri="{28A0092B-C50C-407E-A947-70E740481C1C}">
                    <a14:useLocalDpi xmlns:a14="http://schemas.microsoft.com/office/drawing/2010/main"/>
                  </a:ext>
                </a:extLst>
              </a:blip>
              <a:srcRect/>
              <a:stretch/>
            </p:blipFill>
            <p:spPr>
              <a:xfrm>
                <a:off x="5741291" y="2165880"/>
                <a:ext cx="1676146" cy="1677600"/>
              </a:xfrm>
              <a:prstGeom prst="ellipse">
                <a:avLst/>
              </a:prstGeom>
              <a:ln w="3175">
                <a:solidFill>
                  <a:srgbClr val="0096A5"/>
                </a:solidFill>
              </a:ln>
              <a:effectLst>
                <a:outerShdw dir="8100000" sx="102000" sy="102000" algn="tr" rotWithShape="0">
                  <a:prstClr val="black">
                    <a:alpha val="40000"/>
                  </a:prstClr>
                </a:outerShdw>
              </a:effectLst>
            </p:spPr>
          </p:pic>
          <p:pic>
            <p:nvPicPr>
              <p:cNvPr id="55" name="Afbeelding 54"/>
              <p:cNvPicPr>
                <a:picLocks/>
              </p:cNvPicPr>
              <p:nvPr/>
            </p:nvPicPr>
            <p:blipFill rotWithShape="1">
              <a:blip r:embed="rId6" cstate="email">
                <a:extLst>
                  <a:ext uri="{28A0092B-C50C-407E-A947-70E740481C1C}">
                    <a14:useLocalDpi xmlns:a14="http://schemas.microsoft.com/office/drawing/2010/main"/>
                  </a:ext>
                </a:extLst>
              </a:blip>
              <a:srcRect/>
              <a:stretch/>
            </p:blipFill>
            <p:spPr>
              <a:xfrm>
                <a:off x="9545067" y="2165458"/>
                <a:ext cx="1677600" cy="1676147"/>
              </a:xfrm>
              <a:prstGeom prst="ellipse">
                <a:avLst/>
              </a:prstGeom>
              <a:ln w="3175">
                <a:solidFill>
                  <a:srgbClr val="0096A5"/>
                </a:solidFill>
              </a:ln>
              <a:effectLst>
                <a:outerShdw dir="8100000" sx="102000" sy="102000" algn="tr" rotWithShape="0">
                  <a:prstClr val="black">
                    <a:alpha val="40000"/>
                  </a:prstClr>
                </a:outerShdw>
              </a:effectLst>
            </p:spPr>
          </p:pic>
          <p:pic>
            <p:nvPicPr>
              <p:cNvPr id="38" name="Afbeelding 37"/>
              <p:cNvPicPr>
                <a:picLocks/>
              </p:cNvPicPr>
              <p:nvPr/>
            </p:nvPicPr>
            <p:blipFill rotWithShape="1">
              <a:blip r:embed="rId7" cstate="screen">
                <a:extLst>
                  <a:ext uri="{28A0092B-C50C-407E-A947-70E740481C1C}">
                    <a14:useLocalDpi xmlns:a14="http://schemas.microsoft.com/office/drawing/2010/main"/>
                  </a:ext>
                </a:extLst>
              </a:blip>
              <a:srcRect/>
              <a:stretch/>
            </p:blipFill>
            <p:spPr>
              <a:xfrm>
                <a:off x="1902822" y="2165458"/>
                <a:ext cx="1676146" cy="1677600"/>
              </a:xfrm>
              <a:prstGeom prst="ellipse">
                <a:avLst/>
              </a:prstGeom>
              <a:ln w="3175">
                <a:solidFill>
                  <a:srgbClr val="0096A5"/>
                </a:solidFill>
              </a:ln>
              <a:effectLst>
                <a:outerShdw dir="8100000" sx="102000" sy="102000" algn="tr" rotWithShape="0">
                  <a:prstClr val="black">
                    <a:alpha val="40000"/>
                  </a:prstClr>
                </a:outerShdw>
              </a:effectLst>
            </p:spPr>
          </p:pic>
        </p:grpSp>
      </p:grpSp>
      <p:grpSp>
        <p:nvGrpSpPr>
          <p:cNvPr id="63" name="GRID" hidden="1"/>
          <p:cNvGrpSpPr/>
          <p:nvPr userDrawn="1"/>
        </p:nvGrpSpPr>
        <p:grpSpPr>
          <a:xfrm>
            <a:off x="0" y="0"/>
            <a:ext cx="12191999" cy="6858000"/>
            <a:chOff x="0" y="0"/>
            <a:chExt cx="12169774" cy="6858000"/>
          </a:xfrm>
        </p:grpSpPr>
        <p:sp>
          <p:nvSpPr>
            <p:cNvPr id="64" name="Rechthoek 63"/>
            <p:cNvSpPr/>
            <p:nvPr userDrawn="1"/>
          </p:nvSpPr>
          <p:spPr>
            <a:xfrm>
              <a:off x="0" y="6057304"/>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5" name="Rechthoek 64"/>
            <p:cNvSpPr/>
            <p:nvPr userDrawn="1"/>
          </p:nvSpPr>
          <p:spPr>
            <a:xfrm>
              <a:off x="0" y="0"/>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6" name="Rechthoek 65"/>
            <p:cNvSpPr/>
            <p:nvPr userDrawn="1"/>
          </p:nvSpPr>
          <p:spPr>
            <a:xfrm rot="5400000">
              <a:off x="-3082652"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7" name="Rechthoek 66"/>
            <p:cNvSpPr/>
            <p:nvPr userDrawn="1"/>
          </p:nvSpPr>
          <p:spPr>
            <a:xfrm rot="5400000">
              <a:off x="8391004"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8" name="Rechthoek 67"/>
            <p:cNvSpPr/>
            <p:nvPr userDrawn="1"/>
          </p:nvSpPr>
          <p:spPr>
            <a:xfrm>
              <a:off x="0" y="1124808"/>
              <a:ext cx="12169774" cy="576002"/>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9" name="Rechthoek 68"/>
            <p:cNvSpPr/>
            <p:nvPr userDrawn="1"/>
          </p:nvSpPr>
          <p:spPr>
            <a:xfrm rot="5400000">
              <a:off x="760320"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1" name="Rechthoek 70"/>
            <p:cNvSpPr/>
            <p:nvPr userDrawn="1"/>
          </p:nvSpPr>
          <p:spPr>
            <a:xfrm>
              <a:off x="0" y="4558336"/>
              <a:ext cx="12169774" cy="180239"/>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4" name="Rechthoek 73"/>
            <p:cNvSpPr/>
            <p:nvPr userDrawn="1"/>
          </p:nvSpPr>
          <p:spPr>
            <a:xfrm rot="5400000">
              <a:off x="288408" y="5406273"/>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5" name="Rechthoek 74"/>
            <p:cNvSpPr/>
            <p:nvPr userDrawn="1"/>
          </p:nvSpPr>
          <p:spPr>
            <a:xfrm rot="5400000">
              <a:off x="4146704" y="5320345"/>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6" name="Rechthoek 75"/>
            <p:cNvSpPr/>
            <p:nvPr userDrawn="1"/>
          </p:nvSpPr>
          <p:spPr>
            <a:xfrm rot="5400000">
              <a:off x="4598789"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80" name="Rechthoek 79"/>
            <p:cNvSpPr/>
            <p:nvPr userDrawn="1"/>
          </p:nvSpPr>
          <p:spPr>
            <a:xfrm rot="5400000">
              <a:off x="7990288" y="5320345"/>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grpSp>
      <p:sp>
        <p:nvSpPr>
          <p:cNvPr id="78" name="Tekstvak 77"/>
          <p:cNvSpPr txBox="1"/>
          <p:nvPr userDrawn="1"/>
        </p:nvSpPr>
        <p:spPr>
          <a:xfrm>
            <a:off x="1072994" y="4667649"/>
            <a:ext cx="2773568" cy="807854"/>
          </a:xfrm>
          <a:prstGeom prst="rect">
            <a:avLst/>
          </a:prstGeom>
          <a:noFill/>
        </p:spPr>
        <p:txBody>
          <a:bodyPr wrap="square" lIns="0" tIns="0" rIns="0" bIns="0" rtlCol="0">
            <a:noAutofit/>
          </a:bodyPr>
          <a:lstStyle/>
          <a:p>
            <a:pPr>
              <a:lnSpc>
                <a:spcPct val="90000"/>
              </a:lnSpc>
            </a:pPr>
            <a:r>
              <a:rPr lang="nl-NL" sz="1000">
                <a:solidFill>
                  <a:srgbClr val="44546A"/>
                </a:solidFill>
                <a:latin typeface="+mn-lt"/>
              </a:rPr>
              <a:t>Klik op de knop </a:t>
            </a:r>
            <a:r>
              <a:rPr lang="nl-NL" sz="1000" b="1">
                <a:solidFill>
                  <a:srgbClr val="44546A"/>
                </a:solidFill>
                <a:latin typeface="+mn-lt"/>
              </a:rPr>
              <a:t>‘Nieuwe dia’</a:t>
            </a:r>
            <a:br>
              <a:rPr lang="nl-NL" sz="1000" b="1">
                <a:solidFill>
                  <a:srgbClr val="44546A"/>
                </a:solidFill>
                <a:latin typeface="+mn-lt"/>
              </a:rPr>
            </a:br>
            <a:r>
              <a:rPr lang="nl-NL" sz="1000">
                <a:solidFill>
                  <a:srgbClr val="44546A"/>
                </a:solidFill>
                <a:latin typeface="+mn-lt"/>
              </a:rPr>
              <a:t>om een </a:t>
            </a:r>
            <a:r>
              <a:rPr lang="nl-NL" sz="1000" b="1">
                <a:solidFill>
                  <a:srgbClr val="44546A"/>
                </a:solidFill>
                <a:latin typeface="+mn-lt"/>
              </a:rPr>
              <a:t>template</a:t>
            </a:r>
            <a:r>
              <a:rPr lang="nl-NL" sz="1000">
                <a:solidFill>
                  <a:srgbClr val="44546A"/>
                </a:solidFill>
                <a:latin typeface="+mn-lt"/>
              </a:rPr>
              <a:t> indeling toe te voegen.</a:t>
            </a:r>
            <a:endParaRPr lang="en-GB" sz="1000">
              <a:solidFill>
                <a:srgbClr val="44546A"/>
              </a:solidFill>
              <a:latin typeface="+mn-lt"/>
            </a:endParaRPr>
          </a:p>
        </p:txBody>
      </p:sp>
      <p:sp>
        <p:nvSpPr>
          <p:cNvPr id="79" name="Tekstvak 78"/>
          <p:cNvSpPr txBox="1"/>
          <p:nvPr userDrawn="1"/>
        </p:nvSpPr>
        <p:spPr>
          <a:xfrm>
            <a:off x="4935951" y="4667649"/>
            <a:ext cx="2748843" cy="750430"/>
          </a:xfrm>
          <a:prstGeom prst="rect">
            <a:avLst/>
          </a:prstGeom>
          <a:noFill/>
        </p:spPr>
        <p:txBody>
          <a:bodyPr wrap="square" lIns="0" tIns="0" rIns="0" bIns="0" rtlCol="0">
            <a:noAutofit/>
          </a:bodyPr>
          <a:lstStyle>
            <a:defPPr>
              <a:defRPr lang="nl-NL"/>
            </a:defPPr>
            <a:lvl1pPr>
              <a:lnSpc>
                <a:spcPct val="90000"/>
              </a:lnSpc>
              <a:defRPr sz="1050">
                <a:solidFill>
                  <a:srgbClr val="44546A"/>
                </a:solidFill>
              </a:defRPr>
            </a:lvl1pPr>
          </a:lstStyle>
          <a:p>
            <a:pPr lvl="0"/>
            <a:r>
              <a:rPr lang="nl-NL" sz="1000" b="1">
                <a:solidFill>
                  <a:srgbClr val="FF7800"/>
                </a:solidFill>
                <a:latin typeface="+mn-lt"/>
              </a:rPr>
              <a:t>Let op: </a:t>
            </a:r>
            <a:br>
              <a:rPr lang="nl-NL" sz="1000">
                <a:latin typeface="+mn-lt"/>
              </a:rPr>
            </a:br>
            <a:r>
              <a:rPr lang="nl-NL" sz="1000">
                <a:solidFill>
                  <a:srgbClr val="44546A"/>
                </a:solidFill>
                <a:latin typeface="+mn-lt"/>
              </a:rPr>
              <a:t>Het is </a:t>
            </a:r>
            <a:r>
              <a:rPr lang="nl-NL" sz="1000" b="1" u="sng">
                <a:solidFill>
                  <a:srgbClr val="44546A"/>
                </a:solidFill>
                <a:latin typeface="+mn-lt"/>
              </a:rPr>
              <a:t>niet</a:t>
            </a:r>
            <a:r>
              <a:rPr lang="nl-NL" sz="1000">
                <a:solidFill>
                  <a:srgbClr val="44546A"/>
                </a:solidFill>
                <a:latin typeface="+mn-lt"/>
              </a:rPr>
              <a:t> mogelijk een slide te kopiëren </a:t>
            </a:r>
            <a:br>
              <a:rPr lang="nl-NL" sz="1000">
                <a:solidFill>
                  <a:srgbClr val="44546A"/>
                </a:solidFill>
                <a:latin typeface="+mn-lt"/>
              </a:rPr>
            </a:br>
            <a:r>
              <a:rPr lang="nl-NL" sz="1000">
                <a:solidFill>
                  <a:srgbClr val="44546A"/>
                </a:solidFill>
                <a:latin typeface="+mn-lt"/>
              </a:rPr>
              <a:t>met een </a:t>
            </a:r>
            <a:r>
              <a:rPr lang="nl-NL" sz="1000" b="1">
                <a:solidFill>
                  <a:srgbClr val="44546A"/>
                </a:solidFill>
                <a:latin typeface="+mn-lt"/>
              </a:rPr>
              <a:t>andere</a:t>
            </a:r>
            <a:r>
              <a:rPr lang="nl-NL" sz="1000">
                <a:solidFill>
                  <a:srgbClr val="44546A"/>
                </a:solidFill>
                <a:latin typeface="+mn-lt"/>
              </a:rPr>
              <a:t> opmaak. Teksten en andere objecten dienen </a:t>
            </a:r>
            <a:r>
              <a:rPr lang="nl-NL" sz="1000" b="1">
                <a:solidFill>
                  <a:srgbClr val="FF7800"/>
                </a:solidFill>
                <a:latin typeface="+mn-lt"/>
              </a:rPr>
              <a:t>één-voor-één</a:t>
            </a:r>
            <a:r>
              <a:rPr lang="nl-NL" sz="1000">
                <a:solidFill>
                  <a:srgbClr val="44546A"/>
                </a:solidFill>
                <a:latin typeface="+mn-lt"/>
              </a:rPr>
              <a:t> te worden over gekopieerd, van de originele dia naar de nieuwe.</a:t>
            </a:r>
          </a:p>
        </p:txBody>
      </p:sp>
      <p:sp>
        <p:nvSpPr>
          <p:cNvPr id="77" name="Tijdelijke aanduiding voor tekst 58"/>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a:p>
        </p:txBody>
      </p:sp>
      <p:cxnSp>
        <p:nvCxnSpPr>
          <p:cNvPr id="62" name="Rechte verbindingslijn 61"/>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82" name="Vrije vorm 308"/>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a:solidFill>
                <a:prstClr val="black"/>
              </a:solidFill>
            </a:endParaRPr>
          </a:p>
        </p:txBody>
      </p:sp>
      <p:sp>
        <p:nvSpPr>
          <p:cNvPr id="81" name="Rechthoek 80">
            <a:hlinkClick r:id="rId8"/>
            <a:extLst>
              <a:ext uri="{FF2B5EF4-FFF2-40B4-BE49-F238E27FC236}">
                <a16:creationId xmlns:a16="http://schemas.microsoft.com/office/drawing/2014/main" id="{BFFA7641-A9CC-435C-A805-0EECE9C2AA66}"/>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574423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7.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9" name="logo">
            <a:extLst>
              <a:ext uri="{FF2B5EF4-FFF2-40B4-BE49-F238E27FC236}">
                <a16:creationId xmlns:a16="http://schemas.microsoft.com/office/drawing/2014/main" id="{A9EF41EF-91DB-4F13-83A5-72C0E41968CA}"/>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987093" y="6122145"/>
            <a:ext cx="952038" cy="482540"/>
          </a:xfrm>
          <a:prstGeom prst="rect">
            <a:avLst/>
          </a:prstGeom>
        </p:spPr>
      </p:pic>
      <p:sp>
        <p:nvSpPr>
          <p:cNvPr id="2" name="titel">
            <a:extLst>
              <a:ext uri="{FF2B5EF4-FFF2-40B4-BE49-F238E27FC236}">
                <a16:creationId xmlns:a16="http://schemas.microsoft.com/office/drawing/2014/main" id="{5584EFC4-1262-4DCE-B5BE-6643429FDF14}"/>
              </a:ext>
            </a:extLst>
          </p:cNvPr>
          <p:cNvSpPr>
            <a:spLocks noGrp="1"/>
          </p:cNvSpPr>
          <p:nvPr>
            <p:ph type="title"/>
          </p:nvPr>
        </p:nvSpPr>
        <p:spPr>
          <a:xfrm>
            <a:off x="444500" y="272177"/>
            <a:ext cx="11293914" cy="600744"/>
          </a:xfrm>
          <a:prstGeom prst="rect">
            <a:avLst/>
          </a:prstGeom>
        </p:spPr>
        <p:txBody>
          <a:bodyPr vert="horz" lIns="0" tIns="72000" rIns="0" bIns="0" rtlCol="0" anchor="t">
            <a:noAutofit/>
          </a:bodyPr>
          <a:lstStyle/>
          <a:p>
            <a:r>
              <a:rPr lang="nl-NL" noProof="0"/>
              <a:t>Plaats hier je titel</a:t>
            </a:r>
          </a:p>
        </p:txBody>
      </p:sp>
      <p:sp>
        <p:nvSpPr>
          <p:cNvPr id="3" name="tekst">
            <a:extLst>
              <a:ext uri="{FF2B5EF4-FFF2-40B4-BE49-F238E27FC236}">
                <a16:creationId xmlns:a16="http://schemas.microsoft.com/office/drawing/2014/main" id="{C176942F-F0F8-4066-905E-22E2B72C951D}"/>
              </a:ext>
            </a:extLst>
          </p:cNvPr>
          <p:cNvSpPr>
            <a:spLocks noGrp="1"/>
          </p:cNvSpPr>
          <p:nvPr>
            <p:ph type="body" idx="1"/>
          </p:nvPr>
        </p:nvSpPr>
        <p:spPr>
          <a:xfrm>
            <a:off x="444500" y="1464994"/>
            <a:ext cx="11268000" cy="4469349"/>
          </a:xfrm>
          <a:prstGeom prst="rect">
            <a:avLst/>
          </a:prstGeom>
        </p:spPr>
        <p:txBody>
          <a:bodyPr vert="horz" lIns="0" tIns="0" rIns="0" bIns="0" rtlCol="0">
            <a:noAutofit/>
          </a:bodyPr>
          <a:lstStyle/>
          <a:p>
            <a:pPr lvl="0"/>
            <a:r>
              <a:rPr lang="nl-NL" noProof="0"/>
              <a:t>JU-LEVEL1=</a:t>
            </a:r>
            <a:r>
              <a:rPr lang="nl-NL" noProof="0" err="1"/>
              <a:t>Bullet</a:t>
            </a:r>
            <a:r>
              <a:rPr lang="nl-NL" noProof="0"/>
              <a:t> oranje</a:t>
            </a:r>
          </a:p>
          <a:p>
            <a:pPr lvl="1"/>
            <a:r>
              <a:rPr lang="nl-NL" noProof="0"/>
              <a:t>JU-LEVEL2=</a:t>
            </a:r>
            <a:r>
              <a:rPr lang="nl-NL" noProof="0" err="1"/>
              <a:t>Bullet</a:t>
            </a:r>
            <a:r>
              <a:rPr lang="nl-NL" noProof="0"/>
              <a:t> rood</a:t>
            </a:r>
          </a:p>
          <a:p>
            <a:pPr lvl="2"/>
            <a:r>
              <a:rPr lang="nl-NL" noProof="0"/>
              <a:t>JU-LEVEL3=</a:t>
            </a:r>
            <a:r>
              <a:rPr lang="nl-NL" noProof="0" err="1"/>
              <a:t>Bullet</a:t>
            </a:r>
            <a:r>
              <a:rPr lang="nl-NL" noProof="0"/>
              <a:t> blauw</a:t>
            </a:r>
          </a:p>
          <a:p>
            <a:pPr lvl="3"/>
            <a:r>
              <a:rPr lang="nl-NL" noProof="0"/>
              <a:t>JU-LEVEL4=</a:t>
            </a:r>
            <a:r>
              <a:rPr lang="nl-NL" noProof="0" err="1"/>
              <a:t>Bullet</a:t>
            </a:r>
            <a:r>
              <a:rPr lang="nl-NL" noProof="0"/>
              <a:t> groen</a:t>
            </a:r>
          </a:p>
          <a:p>
            <a:pPr lvl="4"/>
            <a:r>
              <a:rPr lang="nl-NL" noProof="0"/>
              <a:t>JU-LEVEL5=Leestekst</a:t>
            </a:r>
          </a:p>
          <a:p>
            <a:pPr lvl="5"/>
            <a:r>
              <a:rPr lang="nl-NL" noProof="0"/>
              <a:t>JU-LEVEL6=Subtitel</a:t>
            </a:r>
          </a:p>
          <a:p>
            <a:pPr lvl="6"/>
            <a:r>
              <a:rPr lang="nl-NL" noProof="0"/>
              <a:t>JU-LEVEL7=Sub-</a:t>
            </a:r>
            <a:r>
              <a:rPr lang="nl-NL" noProof="0" err="1"/>
              <a:t>bullet</a:t>
            </a:r>
            <a:endParaRPr lang="nl-NL" noProof="0"/>
          </a:p>
          <a:p>
            <a:pPr lvl="7"/>
            <a:r>
              <a:rPr lang="nl-NL" noProof="0"/>
              <a:t>JU-LEVEL8=Nummers</a:t>
            </a:r>
          </a:p>
          <a:p>
            <a:pPr lvl="8"/>
            <a:r>
              <a:rPr lang="nl-NL" noProof="0"/>
              <a:t>JU-LEVEL9=Sub-nummering</a:t>
            </a:r>
          </a:p>
        </p:txBody>
      </p:sp>
      <p:grpSp>
        <p:nvGrpSpPr>
          <p:cNvPr id="103" name="GRID" hidden="1">
            <a:extLst>
              <a:ext uri="{FF2B5EF4-FFF2-40B4-BE49-F238E27FC236}">
                <a16:creationId xmlns:a16="http://schemas.microsoft.com/office/drawing/2014/main" id="{8474276A-7378-47BC-A88E-F5BABDA49AF6}"/>
              </a:ext>
            </a:extLst>
          </p:cNvPr>
          <p:cNvGrpSpPr/>
          <p:nvPr userDrawn="1"/>
        </p:nvGrpSpPr>
        <p:grpSpPr>
          <a:xfrm>
            <a:off x="0" y="0"/>
            <a:ext cx="12192000" cy="6858000"/>
            <a:chOff x="0" y="0"/>
            <a:chExt cx="12192000" cy="6858000"/>
          </a:xfrm>
        </p:grpSpPr>
        <p:sp>
          <p:nvSpPr>
            <p:cNvPr id="104" name="Rechthoek 103">
              <a:extLst>
                <a:ext uri="{FF2B5EF4-FFF2-40B4-BE49-F238E27FC236}">
                  <a16:creationId xmlns:a16="http://schemas.microsoft.com/office/drawing/2014/main" id="{F138F63C-9024-48F4-8CD3-A4992A6D91DE}"/>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5" name="Rechthoek 104">
              <a:extLst>
                <a:ext uri="{FF2B5EF4-FFF2-40B4-BE49-F238E27FC236}">
                  <a16:creationId xmlns:a16="http://schemas.microsoft.com/office/drawing/2014/main" id="{0215613B-5C64-45D6-80BB-B963DC8EDE2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6" name="Rechthoek 105">
              <a:extLst>
                <a:ext uri="{FF2B5EF4-FFF2-40B4-BE49-F238E27FC236}">
                  <a16:creationId xmlns:a16="http://schemas.microsoft.com/office/drawing/2014/main" id="{72465A97-6C2F-45B6-8024-AF684A3AD5D6}"/>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7" name="Rechthoek 106">
              <a:extLst>
                <a:ext uri="{FF2B5EF4-FFF2-40B4-BE49-F238E27FC236}">
                  <a16:creationId xmlns:a16="http://schemas.microsoft.com/office/drawing/2014/main" id="{259D72CC-F81D-4F98-A3A5-0BAD485A58A5}"/>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8" name="Rechthoek 107">
              <a:extLst>
                <a:ext uri="{FF2B5EF4-FFF2-40B4-BE49-F238E27FC236}">
                  <a16:creationId xmlns:a16="http://schemas.microsoft.com/office/drawing/2014/main" id="{28A2B9C3-3230-440F-8073-1EF9F74C13A6}"/>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9" name="Rechthoek 108">
              <a:extLst>
                <a:ext uri="{FF2B5EF4-FFF2-40B4-BE49-F238E27FC236}">
                  <a16:creationId xmlns:a16="http://schemas.microsoft.com/office/drawing/2014/main" id="{3C86417D-2D40-44D5-BED5-15D4355710CE}"/>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0" name="Rechthoek 109">
              <a:extLst>
                <a:ext uri="{FF2B5EF4-FFF2-40B4-BE49-F238E27FC236}">
                  <a16:creationId xmlns:a16="http://schemas.microsoft.com/office/drawing/2014/main" id="{ECE60979-D6D1-478E-90C1-26EFC26CC802}"/>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3BE90DC0-51B0-4F22-86A2-1384A52355C7}"/>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61069823-AAA4-494E-A2C2-145F92894526}"/>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D381AF8F-0B24-47CE-8CA3-95221D67D0F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36C3D69B-F065-4A21-8578-E48BFBEA8144}"/>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grpSp>
        <p:nvGrpSpPr>
          <p:cNvPr id="27" name="KADER" hidden="1">
            <a:extLst>
              <a:ext uri="{FF2B5EF4-FFF2-40B4-BE49-F238E27FC236}">
                <a16:creationId xmlns:a16="http://schemas.microsoft.com/office/drawing/2014/main" id="{E6E7F0C9-3A01-4084-9EFF-E9B01BB674B9}"/>
              </a:ext>
            </a:extLst>
          </p:cNvPr>
          <p:cNvGrpSpPr/>
          <p:nvPr userDrawn="1"/>
        </p:nvGrpSpPr>
        <p:grpSpPr>
          <a:xfrm>
            <a:off x="-355722" y="-212464"/>
            <a:ext cx="12894355" cy="7257527"/>
            <a:chOff x="-355722" y="-212464"/>
            <a:chExt cx="12894355" cy="7257527"/>
          </a:xfrm>
        </p:grpSpPr>
        <p:sp>
          <p:nvSpPr>
            <p:cNvPr id="23" name="Rechthoek 22">
              <a:extLst>
                <a:ext uri="{FF2B5EF4-FFF2-40B4-BE49-F238E27FC236}">
                  <a16:creationId xmlns:a16="http://schemas.microsoft.com/office/drawing/2014/main" id="{EA8EF71D-19CD-4203-9B9C-9F56A2224E5B}"/>
                </a:ext>
              </a:extLst>
            </p:cNvPr>
            <p:cNvSpPr/>
            <p:nvPr userDrawn="1"/>
          </p:nvSpPr>
          <p:spPr>
            <a:xfrm rot="16200000">
              <a:off x="8439105" y="3287562"/>
              <a:ext cx="7257527"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4" name="Rechthoek 23">
              <a:extLst>
                <a:ext uri="{FF2B5EF4-FFF2-40B4-BE49-F238E27FC236}">
                  <a16:creationId xmlns:a16="http://schemas.microsoft.com/office/drawing/2014/main" id="{2EDA6DA0-A430-44EF-88B3-6F36E44BBC17}"/>
                </a:ext>
              </a:extLst>
            </p:cNvPr>
            <p:cNvSpPr/>
            <p:nvPr userDrawn="1"/>
          </p:nvSpPr>
          <p:spPr>
            <a:xfrm rot="16200000">
              <a:off x="-3498895" y="3287562"/>
              <a:ext cx="7257527"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5" name="Rechthoek 24">
              <a:extLst>
                <a:ext uri="{FF2B5EF4-FFF2-40B4-BE49-F238E27FC236}">
                  <a16:creationId xmlns:a16="http://schemas.microsoft.com/office/drawing/2014/main" id="{37A82A2E-5716-4F29-AA63-0242AA0E4216}"/>
                </a:ext>
              </a:extLst>
            </p:cNvPr>
            <p:cNvSpPr/>
            <p:nvPr userDrawn="1"/>
          </p:nvSpPr>
          <p:spPr>
            <a:xfrm>
              <a:off x="-355722" y="-5619"/>
              <a:ext cx="12894355"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6" name="Rechthoek 25">
              <a:extLst>
                <a:ext uri="{FF2B5EF4-FFF2-40B4-BE49-F238E27FC236}">
                  <a16:creationId xmlns:a16="http://schemas.microsoft.com/office/drawing/2014/main" id="{BCF563EC-A799-4E63-B987-7B93FFBDF726}"/>
                </a:ext>
              </a:extLst>
            </p:cNvPr>
            <p:cNvSpPr/>
            <p:nvPr userDrawn="1"/>
          </p:nvSpPr>
          <p:spPr>
            <a:xfrm>
              <a:off x="-355722" y="6604685"/>
              <a:ext cx="12894355" cy="257475"/>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grpSp>
      <p:sp>
        <p:nvSpPr>
          <p:cNvPr id="4" name="datum">
            <a:extLst>
              <a:ext uri="{FF2B5EF4-FFF2-40B4-BE49-F238E27FC236}">
                <a16:creationId xmlns:a16="http://schemas.microsoft.com/office/drawing/2014/main" id="{BA8A27F1-40C7-4ABA-A23D-ABF73FB6F10F}"/>
              </a:ext>
            </a:extLst>
          </p:cNvPr>
          <p:cNvSpPr>
            <a:spLocks noGrp="1"/>
          </p:cNvSpPr>
          <p:nvPr>
            <p:ph type="dt" sz="half" idx="2"/>
          </p:nvPr>
        </p:nvSpPr>
        <p:spPr>
          <a:xfrm>
            <a:off x="7645707" y="6376061"/>
            <a:ext cx="3140325" cy="216909"/>
          </a:xfrm>
          <a:prstGeom prst="rect">
            <a:avLst/>
          </a:prstGeom>
        </p:spPr>
        <p:txBody>
          <a:bodyPr vert="horz" lIns="0" tIns="0" rIns="0" bIns="0" rtlCol="0" anchor="ctr">
            <a:noAutofit/>
          </a:bodyPr>
          <a:lstStyle>
            <a:lvl1pPr algn="r">
              <a:defRPr sz="1200">
                <a:solidFill>
                  <a:schemeClr val="tx1"/>
                </a:solidFill>
              </a:defRPr>
            </a:lvl1pPr>
          </a:lstStyle>
          <a:p>
            <a:fld id="{A3BC5AFA-D9DA-4B84-B0D7-1918E212144A}" type="datetime1">
              <a:rPr lang="nl-NL" smtClean="0"/>
              <a:t>03-02-2025</a:t>
            </a:fld>
            <a:endParaRPr lang="nl-NL"/>
          </a:p>
        </p:txBody>
      </p:sp>
      <p:sp>
        <p:nvSpPr>
          <p:cNvPr id="5" name="voettekst">
            <a:extLst>
              <a:ext uri="{FF2B5EF4-FFF2-40B4-BE49-F238E27FC236}">
                <a16:creationId xmlns:a16="http://schemas.microsoft.com/office/drawing/2014/main" id="{A8CC3061-3BED-4D38-839F-6419010C85E6}"/>
              </a:ext>
            </a:extLst>
          </p:cNvPr>
          <p:cNvSpPr>
            <a:spLocks noGrp="1"/>
          </p:cNvSpPr>
          <p:nvPr>
            <p:ph type="ftr" sz="quarter" idx="3"/>
          </p:nvPr>
        </p:nvSpPr>
        <p:spPr>
          <a:xfrm>
            <a:off x="926910" y="6376061"/>
            <a:ext cx="6718797" cy="216909"/>
          </a:xfrm>
          <a:prstGeom prst="rect">
            <a:avLst/>
          </a:prstGeom>
        </p:spPr>
        <p:txBody>
          <a:bodyPr vert="horz" lIns="0" tIns="0" rIns="0" bIns="0" rtlCol="0" anchor="ctr">
            <a:noAutofit/>
          </a:bodyPr>
          <a:lstStyle>
            <a:lvl1pPr algn="l">
              <a:defRPr sz="1200" cap="all" baseline="0">
                <a:solidFill>
                  <a:schemeClr val="tx1"/>
                </a:solidFill>
              </a:defRPr>
            </a:lvl1pPr>
          </a:lstStyle>
          <a:p>
            <a:r>
              <a:rPr lang="nl-NL"/>
              <a:t>&lt;Plaats hier je voettekst&gt;</a:t>
            </a:r>
          </a:p>
        </p:txBody>
      </p:sp>
      <p:sp>
        <p:nvSpPr>
          <p:cNvPr id="6" name="nummer">
            <a:extLst>
              <a:ext uri="{FF2B5EF4-FFF2-40B4-BE49-F238E27FC236}">
                <a16:creationId xmlns:a16="http://schemas.microsoft.com/office/drawing/2014/main" id="{94213057-4619-486A-8604-BE7285D39778}"/>
              </a:ext>
            </a:extLst>
          </p:cNvPr>
          <p:cNvSpPr>
            <a:spLocks noGrp="1"/>
          </p:cNvSpPr>
          <p:nvPr>
            <p:ph type="sldNum" sz="quarter" idx="4"/>
          </p:nvPr>
        </p:nvSpPr>
        <p:spPr>
          <a:xfrm>
            <a:off x="516362" y="6376061"/>
            <a:ext cx="392576" cy="216909"/>
          </a:xfrm>
          <a:prstGeom prst="rect">
            <a:avLst/>
          </a:prstGeom>
        </p:spPr>
        <p:txBody>
          <a:bodyPr vert="horz" lIns="0" tIns="0" rIns="0" bIns="0" rtlCol="0" anchor="ctr">
            <a:noAutofit/>
          </a:bodyPr>
          <a:lstStyle>
            <a:lvl1pPr algn="l">
              <a:defRPr sz="1200" b="1">
                <a:solidFill>
                  <a:schemeClr val="tx1"/>
                </a:solidFill>
              </a:defRPr>
            </a:lvl1pPr>
          </a:lstStyle>
          <a:p>
            <a:fld id="{0E7476D2-0896-4839-9387-ABF8745D58E4}" type="slidenum">
              <a:rPr lang="nl-NL" smtClean="0"/>
              <a:pPr/>
              <a:t>‹#›</a:t>
            </a:fld>
            <a:endParaRPr lang="nl-NL"/>
          </a:p>
        </p:txBody>
      </p:sp>
      <p:pic>
        <p:nvPicPr>
          <p:cNvPr id="22" name="logoboven">
            <a:extLst>
              <a:ext uri="{FF2B5EF4-FFF2-40B4-BE49-F238E27FC236}">
                <a16:creationId xmlns:a16="http://schemas.microsoft.com/office/drawing/2014/main" id="{CBC6162C-9627-4687-89A5-937B0031F48B}"/>
              </a:ext>
            </a:extLst>
          </p:cNvPr>
          <p:cNvPicPr>
            <a:picLocks noChangeAspect="1"/>
          </p:cNvPicPr>
          <p:nvPr userDrawn="1"/>
        </p:nvPicPr>
        <p:blipFill>
          <a:blip r:embed="rId21">
            <a:extLst>
              <a:ext uri="{28A0092B-C50C-407E-A947-70E740481C1C}">
                <a14:useLocalDpi xmlns:a14="http://schemas.microsoft.com/office/drawing/2010/main"/>
              </a:ext>
            </a:extLst>
          </a:blip>
          <a:stretch>
            <a:fillRect/>
          </a:stretch>
        </p:blipFill>
        <p:spPr>
          <a:xfrm>
            <a:off x="5615266" y="-1395191"/>
            <a:ext cx="952381" cy="482540"/>
          </a:xfrm>
          <a:prstGeom prst="rect">
            <a:avLst/>
          </a:prstGeom>
        </p:spPr>
      </p:pic>
    </p:spTree>
    <p:extLst>
      <p:ext uri="{BB962C8B-B14F-4D97-AF65-F5344CB8AC3E}">
        <p14:creationId xmlns:p14="http://schemas.microsoft.com/office/powerpoint/2010/main" val="1807704489"/>
      </p:ext>
    </p:extLst>
  </p:cSld>
  <p:clrMap bg1="lt1" tx1="dk1" bg2="lt2" tx2="dk2" accent1="accent1" accent2="accent2" accent3="accent3" accent4="accent4" accent5="accent5" accent6="accent6" hlink="hlink" folHlink="folHlink"/>
  <p:sldLayoutIdLst>
    <p:sldLayoutId id="2147483689" r:id="rId1"/>
    <p:sldLayoutId id="2147483718" r:id="rId2"/>
    <p:sldLayoutId id="2147483736" r:id="rId3"/>
    <p:sldLayoutId id="2147483723" r:id="rId4"/>
    <p:sldLayoutId id="2147483725" r:id="rId5"/>
    <p:sldLayoutId id="2147483730" r:id="rId6"/>
    <p:sldLayoutId id="2147483731" r:id="rId7"/>
    <p:sldLayoutId id="2147483732" r:id="rId8"/>
    <p:sldLayoutId id="2147483733" r:id="rId9"/>
    <p:sldLayoutId id="2147483737" r:id="rId10"/>
    <p:sldLayoutId id="2147483738" r:id="rId11"/>
    <p:sldLayoutId id="2147483739" r:id="rId12"/>
    <p:sldLayoutId id="2147483740" r:id="rId13"/>
    <p:sldLayoutId id="2147483721" r:id="rId14"/>
    <p:sldLayoutId id="2147483741" r:id="rId15"/>
    <p:sldLayoutId id="2147483745" r:id="rId16"/>
    <p:sldLayoutId id="2147483743" r:id="rId17"/>
  </p:sldLayoutIdLst>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hf hdr="0" ftr="0" dt="0"/>
  <p:txStyles>
    <p:titleStyle>
      <a:lvl1pPr algn="l" defTabSz="914400" rtl="0" eaLnBrk="1" latinLnBrk="0" hangingPunct="1">
        <a:lnSpc>
          <a:spcPct val="80000"/>
        </a:lnSpc>
        <a:spcBef>
          <a:spcPct val="0"/>
        </a:spcBef>
        <a:buNone/>
        <a:defRPr sz="3200" b="1" kern="1200" cap="none" baseline="0">
          <a:solidFill>
            <a:schemeClr val="tx1"/>
          </a:solidFill>
          <a:latin typeface="+mj-lt"/>
          <a:ea typeface="+mj-ea"/>
          <a:cs typeface="+mj-cs"/>
        </a:defRPr>
      </a:lvl1pPr>
    </p:titleStyle>
    <p:bodyStyle>
      <a:lvl1pPr marL="269875" indent="-269875" algn="l" defTabSz="914400" rtl="0" eaLnBrk="1" latinLnBrk="0" hangingPunct="1">
        <a:lnSpc>
          <a:spcPct val="100000"/>
        </a:lnSpc>
        <a:spcBef>
          <a:spcPts val="600"/>
        </a:spcBef>
        <a:spcAft>
          <a:spcPts val="600"/>
        </a:spcAft>
        <a:buClr>
          <a:schemeClr val="accent1"/>
        </a:buClr>
        <a:buFontTx/>
        <a:buBlip>
          <a:blip r:embed="rId2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2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2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2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43092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jupyter.snellius.surf.nl/jhssrf015"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ervicedesk.surf.nl/wiki/display/WIKI/Loading+modul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greenlab.di.uminho.pt/wp-content/uploads/2017/09/paperSLE.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X86-64" TargetMode="External"/><Relationship Id="rId2" Type="http://schemas.openxmlformats.org/officeDocument/2006/relationships/hyperlink" Target="https://en.wikipedia.org/wiki/Instruction_set_architecture" TargetMode="External"/><Relationship Id="rId1" Type="http://schemas.openxmlformats.org/officeDocument/2006/relationships/slideLayout" Target="../slideLayouts/slideLayout2.xml"/><Relationship Id="rId4" Type="http://schemas.openxmlformats.org/officeDocument/2006/relationships/hyperlink" Target="https://en.wikipedia.org/wiki/AArch64"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en.wikichip.org/wiki/intel/microarchitectures/ice_lake_(client)" TargetMode="External"/><Relationship Id="rId2" Type="http://schemas.openxmlformats.org/officeDocument/2006/relationships/hyperlink" Target="https://en.wikichip.org/wiki/amd/microarchitectures/zen_2"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ytorch.org/get-started/locall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pytorch.org/get-started/locall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tensorflow.org/install/pi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servicedesk.surf.nl/wiki/display/WIKI/Environment+Module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docs.alliancecan.ca/wiki/Anaconda/en" TargetMode="External"/><Relationship Id="rId2" Type="http://schemas.openxmlformats.org/officeDocument/2006/relationships/hyperlink" Target="https://docs.lumi-supercomputer.eu/software/installing/container-wrapper/"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docs.alliancecan.ca/wiki/Singularity"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grafana.hpcv.surf.nl/d/dca6ffeb-569a-463e-8340-2424c2bcd6e0/power-usage?orgId=1" TargetMode="Externa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a:extLst>
              <a:ext uri="{FF2B5EF4-FFF2-40B4-BE49-F238E27FC236}">
                <a16:creationId xmlns:a16="http://schemas.microsoft.com/office/drawing/2014/main" id="{9F5197FE-496E-D64A-A834-A08133B6E9B9}"/>
              </a:ext>
            </a:extLst>
          </p:cNvPr>
          <p:cNvPicPr>
            <a:picLocks noGrp="1" noChangeAspect="1"/>
          </p:cNvPicPr>
          <p:nvPr>
            <p:ph type="pic" sz="quarter" idx="14"/>
          </p:nvPr>
        </p:nvPicPr>
        <p:blipFill>
          <a:blip r:embed="rId3" cstate="email">
            <a:alphaModFix amt="50000"/>
            <a:extLst>
              <a:ext uri="{28A0092B-C50C-407E-A947-70E740481C1C}">
                <a14:useLocalDpi xmlns:a14="http://schemas.microsoft.com/office/drawing/2010/main"/>
              </a:ext>
            </a:extLst>
          </a:blip>
          <a:srcRect/>
          <a:stretch>
            <a:fillRect/>
          </a:stretch>
        </p:blipFill>
        <p:spPr/>
      </p:pic>
      <p:sp>
        <p:nvSpPr>
          <p:cNvPr id="19" name="Tijdelijke aanduiding voor tekst 18">
            <a:extLst>
              <a:ext uri="{FF2B5EF4-FFF2-40B4-BE49-F238E27FC236}">
                <a16:creationId xmlns:a16="http://schemas.microsoft.com/office/drawing/2014/main" id="{F489F854-1B18-4521-B332-A14A4D8B0442}"/>
              </a:ext>
            </a:extLst>
          </p:cNvPr>
          <p:cNvSpPr>
            <a:spLocks noGrp="1"/>
          </p:cNvSpPr>
          <p:nvPr>
            <p:ph type="body" sz="quarter" idx="61"/>
          </p:nvPr>
        </p:nvSpPr>
        <p:spPr>
          <a:xfrm>
            <a:off x="423435" y="524498"/>
            <a:ext cx="6117458" cy="2645107"/>
          </a:xfrm>
        </p:spPr>
        <p:txBody>
          <a:bodyPr/>
          <a:lstStyle/>
          <a:p>
            <a:r>
              <a:rPr lang="nl-NL" sz="3200"/>
              <a:t>Software management on HPC systems</a:t>
            </a:r>
          </a:p>
        </p:txBody>
      </p:sp>
      <p:sp>
        <p:nvSpPr>
          <p:cNvPr id="10" name="Tijdelijke aanduiding voor tekst 9">
            <a:extLst>
              <a:ext uri="{FF2B5EF4-FFF2-40B4-BE49-F238E27FC236}">
                <a16:creationId xmlns:a16="http://schemas.microsoft.com/office/drawing/2014/main" id="{0E88CE3C-D5D2-4760-B29E-A97C9E422DEF}"/>
              </a:ext>
            </a:extLst>
          </p:cNvPr>
          <p:cNvSpPr>
            <a:spLocks noGrp="1"/>
          </p:cNvSpPr>
          <p:nvPr>
            <p:ph type="body" sz="quarter" idx="53"/>
          </p:nvPr>
        </p:nvSpPr>
        <p:spPr>
          <a:xfrm>
            <a:off x="1013091" y="2183753"/>
            <a:ext cx="4875645" cy="1110700"/>
          </a:xfrm>
        </p:spPr>
        <p:txBody>
          <a:bodyPr/>
          <a:lstStyle/>
          <a:p>
            <a:r>
              <a:rPr lang="en-US" dirty="0"/>
              <a:t>Caspar van Leeuwen</a:t>
            </a:r>
            <a:endParaRPr lang="nl-NL" dirty="0">
              <a:ea typeface="Calibri"/>
              <a:cs typeface="Calibri"/>
            </a:endParaRPr>
          </a:p>
          <a:p>
            <a:r>
              <a:rPr lang="nl-NL" dirty="0"/>
              <a:t>HPML team SURF</a:t>
            </a:r>
            <a:endParaRPr lang="nl-NL" dirty="0">
              <a:ea typeface="Calibri"/>
              <a:cs typeface="Calibri"/>
            </a:endParaRPr>
          </a:p>
        </p:txBody>
      </p:sp>
      <p:sp>
        <p:nvSpPr>
          <p:cNvPr id="6" name="Text Placeholder 5"/>
          <p:cNvSpPr>
            <a:spLocks noGrp="1"/>
          </p:cNvSpPr>
          <p:nvPr>
            <p:ph type="body" sz="quarter" idx="64"/>
          </p:nvPr>
        </p:nvSpPr>
        <p:spPr/>
        <p:txBody>
          <a:bodyPr/>
          <a:lstStyle/>
          <a:p>
            <a:endParaRPr lang="nl-NL"/>
          </a:p>
        </p:txBody>
      </p:sp>
    </p:spTree>
    <p:extLst>
      <p:ext uri="{BB962C8B-B14F-4D97-AF65-F5344CB8AC3E}">
        <p14:creationId xmlns:p14="http://schemas.microsoft.com/office/powerpoint/2010/main" val="242807275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pPr marL="0" indent="0">
              <a:buNone/>
            </a:pPr>
            <a:r>
              <a:rPr lang="nl-NL"/>
              <a:t>Demos, hands-on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buNone/>
            </a:pPr>
            <a:r>
              <a:rPr lang="nl-NL" dirty="0"/>
              <a:t>Well, I </a:t>
            </a:r>
            <a:r>
              <a:rPr lang="nl-NL" dirty="0" err="1"/>
              <a:t>am</a:t>
            </a:r>
            <a:r>
              <a:rPr lang="nl-NL" dirty="0"/>
              <a:t> </a:t>
            </a:r>
            <a:r>
              <a:rPr lang="nl-NL" dirty="0" err="1"/>
              <a:t>not</a:t>
            </a:r>
            <a:r>
              <a:rPr lang="nl-NL" dirty="0"/>
              <a:t> Caspar…</a:t>
            </a:r>
          </a:p>
          <a:p>
            <a:pPr marL="0" indent="0">
              <a:buNone/>
            </a:pPr>
            <a:r>
              <a:rPr lang="nl-NL" dirty="0"/>
              <a:t>Both </a:t>
            </a:r>
            <a:r>
              <a:rPr lang="nl-NL" dirty="0" err="1"/>
              <a:t>demos</a:t>
            </a:r>
            <a:r>
              <a:rPr lang="nl-NL" dirty="0"/>
              <a:t> </a:t>
            </a:r>
            <a:r>
              <a:rPr lang="nl-NL" dirty="0" err="1"/>
              <a:t>and</a:t>
            </a:r>
            <a:r>
              <a:rPr lang="nl-NL" dirty="0"/>
              <a:t> hands-on </a:t>
            </a:r>
            <a:r>
              <a:rPr lang="nl-NL" dirty="0" err="1"/>
              <a:t>will</a:t>
            </a:r>
            <a:r>
              <a:rPr lang="nl-NL" dirty="0"/>
              <a:t> </a:t>
            </a:r>
            <a:r>
              <a:rPr lang="nl-NL" dirty="0" err="1"/>
              <a:t>be</a:t>
            </a:r>
            <a:r>
              <a:rPr lang="nl-NL" dirty="0"/>
              <a:t> </a:t>
            </a:r>
            <a:r>
              <a:rPr lang="nl-NL" dirty="0" err="1"/>
              <a:t>done</a:t>
            </a:r>
            <a:r>
              <a:rPr lang="nl-NL" dirty="0"/>
              <a:t> on </a:t>
            </a:r>
            <a:r>
              <a:rPr lang="nl-NL" dirty="0" err="1"/>
              <a:t>Snellius</a:t>
            </a:r>
            <a:r>
              <a:rPr lang="nl-NL" dirty="0"/>
              <a:t>: </a:t>
            </a:r>
            <a:r>
              <a:rPr lang="nl-NL" dirty="0">
                <a:hlinkClick r:id="rId2"/>
              </a:rPr>
              <a:t>https://jupyter.snellius.surf.nl/jhssrf015</a:t>
            </a:r>
            <a:r>
              <a:rPr lang="nl-NL"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a:t>
            </a:fld>
            <a:endParaRPr lang="nl-NL"/>
          </a:p>
        </p:txBody>
      </p:sp>
    </p:spTree>
    <p:extLst>
      <p:ext uri="{BB962C8B-B14F-4D97-AF65-F5344CB8AC3E}">
        <p14:creationId xmlns:p14="http://schemas.microsoft.com/office/powerpoint/2010/main" val="448828983"/>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Best practices: software on HPC (1/2)</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Use software from the module environment whenever you can</a:t>
            </a:r>
          </a:p>
          <a:p>
            <a:pPr marL="512763" lvl="1">
              <a:buFont typeface="Arial" panose="020B0604020202020204" pitchFamily="34" charset="0"/>
              <a:buChar char="•"/>
            </a:pPr>
            <a:r>
              <a:rPr lang="en-US" dirty="0"/>
              <a:t>Build on top of the module environment when you have to</a:t>
            </a:r>
          </a:p>
          <a:p>
            <a:pPr>
              <a:buFont typeface="Arial" panose="020B0604020202020204" pitchFamily="34" charset="0"/>
              <a:buChar char="•"/>
            </a:pPr>
            <a:r>
              <a:rPr lang="en-US" dirty="0"/>
              <a:t>Never use system installations of Python/GNU compilers/Perl/</a:t>
            </a:r>
            <a:r>
              <a:rPr lang="en-US" dirty="0" err="1"/>
              <a:t>etc</a:t>
            </a:r>
            <a:endParaRPr lang="en-US" dirty="0"/>
          </a:p>
          <a:p>
            <a:pPr>
              <a:buFont typeface="Arial" panose="020B0604020202020204" pitchFamily="34" charset="0"/>
              <a:buChar char="•"/>
            </a:pPr>
            <a:r>
              <a:rPr lang="en-US" dirty="0"/>
              <a:t>If you need additional Python packages: built a virtual environment on top of software from the module environment</a:t>
            </a:r>
          </a:p>
          <a:p>
            <a:pPr marL="539750" lvl="1">
              <a:buFont typeface="Arial" panose="020B0604020202020204" pitchFamily="34" charset="0"/>
              <a:buChar char="•"/>
            </a:pPr>
            <a:r>
              <a:rPr lang="en-US" dirty="0"/>
              <a:t>Load the modules first, </a:t>
            </a:r>
            <a:r>
              <a:rPr lang="en-US" i="1" dirty="0"/>
              <a:t>then</a:t>
            </a:r>
            <a:r>
              <a:rPr lang="en-US" dirty="0"/>
              <a:t> create / load the virtual environment</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a:t>
            </a:fld>
            <a:endParaRPr lang="nl-NL"/>
          </a:p>
        </p:txBody>
      </p:sp>
      <p:sp>
        <p:nvSpPr>
          <p:cNvPr id="7" name="TextBox 6">
            <a:extLst>
              <a:ext uri="{FF2B5EF4-FFF2-40B4-BE49-F238E27FC236}">
                <a16:creationId xmlns:a16="http://schemas.microsoft.com/office/drawing/2014/main" id="{95F35858-E3A5-E996-DD01-004B9544CF62}"/>
              </a:ext>
            </a:extLst>
          </p:cNvPr>
          <p:cNvSpPr txBox="1"/>
          <p:nvPr/>
        </p:nvSpPr>
        <p:spPr>
          <a:xfrm>
            <a:off x="712650" y="6299849"/>
            <a:ext cx="6101254" cy="369332"/>
          </a:xfrm>
          <a:prstGeom prst="rect">
            <a:avLst/>
          </a:prstGeom>
          <a:noFill/>
        </p:spPr>
        <p:txBody>
          <a:bodyPr wrap="square">
            <a:spAutoFit/>
          </a:bodyPr>
          <a:lstStyle/>
          <a:p>
            <a:r>
              <a:rPr lang="en-NL" dirty="0">
                <a:hlinkClick r:id="rId2"/>
              </a:rPr>
              <a:t>https://servicedesk.surf.nl/wiki/display/WIKI/Loading+modules</a:t>
            </a:r>
            <a:r>
              <a:rPr lang="en-NL" dirty="0"/>
              <a:t> </a:t>
            </a:r>
          </a:p>
        </p:txBody>
      </p:sp>
    </p:spTree>
    <p:extLst>
      <p:ext uri="{BB962C8B-B14F-4D97-AF65-F5344CB8AC3E}">
        <p14:creationId xmlns:p14="http://schemas.microsoft.com/office/powerpoint/2010/main" val="81829059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Best practices: software on HPC (2/2)</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a:t>Avoid using </a:t>
            </a:r>
            <a:r>
              <a:rPr lang="en-US" err="1"/>
              <a:t>conda</a:t>
            </a:r>
            <a:endParaRPr lang="en-US"/>
          </a:p>
          <a:p>
            <a:pPr marL="569913" lvl="1">
              <a:buFont typeface="Arial" panose="020B0604020202020204" pitchFamily="34" charset="0"/>
              <a:buChar char="•"/>
            </a:pPr>
            <a:r>
              <a:rPr lang="en-US"/>
              <a:t>But if you do, install </a:t>
            </a:r>
            <a:r>
              <a:rPr lang="en-US" i="1"/>
              <a:t>everything</a:t>
            </a:r>
            <a:r>
              <a:rPr lang="en-US"/>
              <a:t> with </a:t>
            </a:r>
            <a:r>
              <a:rPr lang="en-US" err="1"/>
              <a:t>conda</a:t>
            </a:r>
            <a:r>
              <a:rPr lang="en-US"/>
              <a:t>. Don’t combine with modules.</a:t>
            </a:r>
          </a:p>
          <a:p>
            <a:pPr marL="569913" lvl="1">
              <a:buFont typeface="Arial" panose="020B0604020202020204" pitchFamily="34" charset="0"/>
              <a:buChar char="•"/>
            </a:pPr>
            <a:r>
              <a:rPr lang="en-US"/>
              <a:t>Expect little support from us</a:t>
            </a:r>
          </a:p>
          <a:p>
            <a:pPr marL="288925" indent="-288925">
              <a:buFont typeface="Arial" panose="020B0604020202020204" pitchFamily="34" charset="0"/>
              <a:buChar char="•"/>
            </a:pPr>
            <a:r>
              <a:rPr lang="en-US"/>
              <a:t>Use containers with care</a:t>
            </a:r>
          </a:p>
          <a:p>
            <a:pPr marL="569913" lvl="1" indent="-288925">
              <a:buFont typeface="Arial" panose="020B0604020202020204" pitchFamily="34" charset="0"/>
              <a:buChar char="•"/>
            </a:pPr>
            <a:r>
              <a:rPr lang="en-US"/>
              <a:t>Optimization usually ok for GPU, but may be poor for CPU</a:t>
            </a:r>
          </a:p>
          <a:p>
            <a:pPr marL="569913" lvl="1">
              <a:buFont typeface="Arial" panose="020B0604020202020204" pitchFamily="34" charset="0"/>
              <a:buChar char="•"/>
            </a:pPr>
            <a:r>
              <a:rPr lang="en-US"/>
              <a:t>Expect little support from us</a:t>
            </a:r>
          </a:p>
          <a:p>
            <a:pPr marL="569913" lvl="1">
              <a:buFont typeface="Arial" panose="020B0604020202020204" pitchFamily="34" charset="0"/>
              <a:buChar char="•"/>
            </a:pPr>
            <a:r>
              <a:rPr lang="en-US" err="1"/>
              <a:t>Multinode</a:t>
            </a:r>
            <a:r>
              <a:rPr lang="en-US"/>
              <a:t> can be tricky (if MPI is used)</a:t>
            </a:r>
          </a:p>
          <a:p>
            <a:pPr>
              <a:buFont typeface="Arial" panose="020B0604020202020204" pitchFamily="34" charset="0"/>
              <a:buChar char="•"/>
            </a:pPr>
            <a:endParaRPr lang="en-US"/>
          </a:p>
          <a:p>
            <a:pPr>
              <a:buFont typeface="Arial" panose="020B0604020202020204" pitchFamily="34" charset="0"/>
              <a:buChar char="•"/>
            </a:pPr>
            <a:endParaRPr lang="en-US"/>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a:t>
            </a:fld>
            <a:endParaRPr lang="nl-NL"/>
          </a:p>
        </p:txBody>
      </p:sp>
    </p:spTree>
    <p:extLst>
      <p:ext uri="{BB962C8B-B14F-4D97-AF65-F5344CB8AC3E}">
        <p14:creationId xmlns:p14="http://schemas.microsoft.com/office/powerpoint/2010/main" val="416177162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Parallel computing </a:t>
            </a:r>
            <a:r>
              <a:rPr lang="nl-NL" err="1"/>
              <a:t>for</a:t>
            </a:r>
            <a:r>
              <a:rPr lang="nl-NL"/>
              <a:t> </a:t>
            </a:r>
            <a:r>
              <a:rPr lang="nl-NL" err="1"/>
              <a:t>Deep</a:t>
            </a:r>
            <a:r>
              <a:rPr lang="nl-NL"/>
              <a:t>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Content</a:t>
            </a:r>
          </a:p>
          <a:p>
            <a:pPr>
              <a:buFont typeface="Arial" panose="020B0604020202020204" pitchFamily="34" charset="0"/>
              <a:buChar char="•"/>
            </a:pPr>
            <a:r>
              <a:rPr lang="nl-NL" dirty="0"/>
              <a:t>Software </a:t>
            </a:r>
            <a:r>
              <a:rPr lang="nl-NL" dirty="0" err="1"/>
              <a:t>terminology</a:t>
            </a:r>
            <a:r>
              <a:rPr lang="nl-NL" dirty="0"/>
              <a:t>: </a:t>
            </a:r>
            <a:r>
              <a:rPr lang="nl-NL" dirty="0" err="1"/>
              <a:t>libraries</a:t>
            </a:r>
            <a:r>
              <a:rPr lang="nl-NL" dirty="0"/>
              <a:t>, </a:t>
            </a:r>
            <a:r>
              <a:rPr lang="nl-NL" dirty="0" err="1"/>
              <a:t>binaries</a:t>
            </a:r>
            <a:r>
              <a:rPr lang="nl-NL" dirty="0"/>
              <a:t>, </a:t>
            </a:r>
            <a:r>
              <a:rPr lang="nl-NL" dirty="0" err="1"/>
              <a:t>linking</a:t>
            </a:r>
            <a:r>
              <a:rPr lang="nl-NL" dirty="0"/>
              <a:t>, … </a:t>
            </a:r>
            <a:r>
              <a:rPr lang="nl-NL" dirty="0" err="1"/>
              <a:t>what</a:t>
            </a:r>
            <a:r>
              <a:rPr lang="nl-NL" dirty="0"/>
              <a:t> does </a:t>
            </a:r>
            <a:r>
              <a:rPr lang="nl-NL" dirty="0" err="1"/>
              <a:t>it</a:t>
            </a:r>
            <a:r>
              <a:rPr lang="nl-NL" dirty="0"/>
              <a:t> </a:t>
            </a:r>
            <a:r>
              <a:rPr lang="nl-NL" dirty="0" err="1"/>
              <a:t>all</a:t>
            </a:r>
            <a:r>
              <a:rPr lang="nl-NL" dirty="0"/>
              <a:t> </a:t>
            </a:r>
            <a:r>
              <a:rPr lang="nl-NL" dirty="0" err="1"/>
              <a:t>mean</a:t>
            </a:r>
            <a:r>
              <a:rPr lang="nl-NL" dirty="0"/>
              <a:t>?</a:t>
            </a:r>
          </a:p>
          <a:p>
            <a:pPr>
              <a:buFont typeface="Arial" panose="020B0604020202020204" pitchFamily="34" charset="0"/>
              <a:buChar char="•"/>
            </a:pPr>
            <a:r>
              <a:rPr lang="nl-NL" dirty="0"/>
              <a:t>Module environment: </a:t>
            </a:r>
            <a:r>
              <a:rPr lang="nl-NL" dirty="0" err="1"/>
              <a:t>what</a:t>
            </a:r>
            <a:r>
              <a:rPr lang="nl-NL" dirty="0"/>
              <a:t> is </a:t>
            </a:r>
            <a:r>
              <a:rPr lang="nl-NL" dirty="0" err="1"/>
              <a:t>it</a:t>
            </a:r>
            <a:r>
              <a:rPr lang="nl-NL" dirty="0"/>
              <a:t>, </a:t>
            </a:r>
            <a:r>
              <a:rPr lang="nl-NL" dirty="0" err="1"/>
              <a:t>how</a:t>
            </a:r>
            <a:r>
              <a:rPr lang="nl-NL" dirty="0"/>
              <a:t> do I </a:t>
            </a:r>
            <a:r>
              <a:rPr lang="nl-NL" dirty="0" err="1"/>
              <a:t>use</a:t>
            </a:r>
            <a:r>
              <a:rPr lang="nl-NL" dirty="0"/>
              <a:t> </a:t>
            </a:r>
            <a:r>
              <a:rPr lang="nl-NL" dirty="0" err="1"/>
              <a:t>it</a:t>
            </a:r>
            <a:r>
              <a:rPr lang="nl-NL" dirty="0"/>
              <a:t>, </a:t>
            </a:r>
            <a:r>
              <a:rPr lang="nl-NL" dirty="0" err="1"/>
              <a:t>and</a:t>
            </a:r>
            <a:r>
              <a:rPr lang="nl-NL" dirty="0"/>
              <a:t> </a:t>
            </a:r>
            <a:r>
              <a:rPr lang="nl-NL" dirty="0" err="1"/>
              <a:t>why</a:t>
            </a:r>
            <a:r>
              <a:rPr lang="nl-NL" dirty="0"/>
              <a:t>?</a:t>
            </a:r>
          </a:p>
          <a:p>
            <a:pPr>
              <a:buFont typeface="Arial" panose="020B0604020202020204" pitchFamily="34" charset="0"/>
              <a:buChar char="•"/>
            </a:pPr>
            <a:r>
              <a:rPr lang="nl-NL" dirty="0"/>
              <a:t>Python virtual environments</a:t>
            </a:r>
          </a:p>
          <a:p>
            <a:pPr marL="642938" lvl="1" indent="-342900">
              <a:buFont typeface="Arial" panose="020B0604020202020204" pitchFamily="34" charset="0"/>
              <a:buChar char="•"/>
            </a:pPr>
            <a:r>
              <a:rPr lang="nl-NL" dirty="0"/>
              <a:t>… </a:t>
            </a:r>
            <a:r>
              <a:rPr lang="nl-NL" dirty="0" err="1"/>
              <a:t>and</a:t>
            </a:r>
            <a:r>
              <a:rPr lang="nl-NL" dirty="0"/>
              <a:t> </a:t>
            </a:r>
            <a:r>
              <a:rPr lang="nl-NL" dirty="0" err="1"/>
              <a:t>how</a:t>
            </a:r>
            <a:r>
              <a:rPr lang="nl-NL" dirty="0"/>
              <a:t> </a:t>
            </a:r>
            <a:r>
              <a:rPr lang="nl-NL" dirty="0" err="1"/>
              <a:t>to</a:t>
            </a:r>
            <a:r>
              <a:rPr lang="nl-NL" dirty="0"/>
              <a:t> combine </a:t>
            </a:r>
            <a:r>
              <a:rPr lang="nl-NL" dirty="0" err="1"/>
              <a:t>them</a:t>
            </a:r>
            <a:r>
              <a:rPr lang="nl-NL" dirty="0"/>
              <a:t> </a:t>
            </a:r>
            <a:r>
              <a:rPr lang="nl-NL" dirty="0" err="1"/>
              <a:t>with</a:t>
            </a:r>
            <a:r>
              <a:rPr lang="nl-NL" dirty="0"/>
              <a:t> </a:t>
            </a:r>
            <a:r>
              <a:rPr lang="nl-NL" dirty="0" err="1"/>
              <a:t>the</a:t>
            </a:r>
            <a:r>
              <a:rPr lang="nl-NL" dirty="0"/>
              <a:t> module environment</a:t>
            </a:r>
          </a:p>
          <a:p>
            <a:pPr>
              <a:buFont typeface="Arial" panose="020B0604020202020204" pitchFamily="34" charset="0"/>
              <a:buChar char="•"/>
            </a:pPr>
            <a:r>
              <a:rPr lang="nl-NL" dirty="0" err="1"/>
              <a:t>Conda</a:t>
            </a:r>
            <a:r>
              <a:rPr lang="nl-NL" dirty="0"/>
              <a:t> virtual environments</a:t>
            </a:r>
          </a:p>
          <a:p>
            <a:pPr marL="642938" lvl="1" indent="-342900">
              <a:buFont typeface="Arial" panose="020B0604020202020204" pitchFamily="34" charset="0"/>
              <a:buChar char="•"/>
            </a:pPr>
            <a:r>
              <a:rPr lang="nl-NL" dirty="0"/>
              <a:t>… </a:t>
            </a:r>
            <a:r>
              <a:rPr lang="nl-NL" dirty="0" err="1"/>
              <a:t>and</a:t>
            </a:r>
            <a:r>
              <a:rPr lang="nl-NL" dirty="0"/>
              <a:t> </a:t>
            </a:r>
            <a:r>
              <a:rPr lang="nl-NL" dirty="0" err="1"/>
              <a:t>why</a:t>
            </a:r>
            <a:r>
              <a:rPr lang="nl-NL" dirty="0"/>
              <a:t> we </a:t>
            </a:r>
            <a:r>
              <a:rPr lang="nl-NL" dirty="0" err="1"/>
              <a:t>think</a:t>
            </a:r>
            <a:r>
              <a:rPr lang="nl-NL" dirty="0"/>
              <a:t> </a:t>
            </a:r>
            <a:r>
              <a:rPr lang="nl-NL" dirty="0" err="1"/>
              <a:t>you</a:t>
            </a:r>
            <a:r>
              <a:rPr lang="nl-NL" dirty="0"/>
              <a:t> </a:t>
            </a:r>
            <a:r>
              <a:rPr lang="nl-NL" dirty="0" err="1"/>
              <a:t>should</a:t>
            </a:r>
            <a:r>
              <a:rPr lang="nl-NL" dirty="0"/>
              <a:t> </a:t>
            </a:r>
            <a:r>
              <a:rPr lang="nl-NL" dirty="0" err="1"/>
              <a:t>avoid</a:t>
            </a:r>
            <a:r>
              <a:rPr lang="nl-NL" dirty="0"/>
              <a:t> </a:t>
            </a:r>
            <a:r>
              <a:rPr lang="nl-NL" dirty="0" err="1"/>
              <a:t>them</a:t>
            </a:r>
            <a:r>
              <a:rPr lang="nl-NL" dirty="0"/>
              <a:t> on HPC systems</a:t>
            </a:r>
          </a:p>
          <a:p>
            <a:pPr marL="344488" indent="-342900">
              <a:buFont typeface="Arial" panose="020B0604020202020204" pitchFamily="34" charset="0"/>
              <a:buChar char="•"/>
            </a:pPr>
            <a:r>
              <a:rPr lang="nl-NL" dirty="0"/>
              <a:t>Containers</a:t>
            </a:r>
          </a:p>
          <a:p>
            <a:pPr marL="690563" lvl="1" indent="-342900">
              <a:buFont typeface="Arial" panose="020B0604020202020204" pitchFamily="34" charset="0"/>
              <a:buChar char="•"/>
            </a:pPr>
            <a:r>
              <a:rPr lang="nl-NL" dirty="0"/>
              <a:t>… </a:t>
            </a:r>
            <a:r>
              <a:rPr lang="nl-NL" dirty="0" err="1"/>
              <a:t>and</a:t>
            </a:r>
            <a:r>
              <a:rPr lang="nl-NL" dirty="0"/>
              <a:t> a word of </a:t>
            </a:r>
            <a:r>
              <a:rPr lang="nl-NL" dirty="0" err="1"/>
              <a:t>warning</a:t>
            </a:r>
            <a:r>
              <a:rPr lang="nl-NL" dirty="0"/>
              <a:t> on </a:t>
            </a:r>
            <a:r>
              <a:rPr lang="nl-NL" dirty="0" err="1"/>
              <a:t>using</a:t>
            </a:r>
            <a:r>
              <a:rPr lang="nl-NL" dirty="0"/>
              <a:t> </a:t>
            </a:r>
            <a:r>
              <a:rPr lang="nl-NL" dirty="0" err="1"/>
              <a:t>them</a:t>
            </a: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a:t>
            </a:fld>
            <a:endParaRPr lang="nl-NL"/>
          </a:p>
        </p:txBody>
      </p:sp>
    </p:spTree>
    <p:extLst>
      <p:ext uri="{BB962C8B-B14F-4D97-AF65-F5344CB8AC3E}">
        <p14:creationId xmlns:p14="http://schemas.microsoft.com/office/powerpoint/2010/main" val="231916034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Software </a:t>
            </a:r>
            <a:r>
              <a:rPr lang="nl-NL" err="1"/>
              <a:t>terminology</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err="1"/>
              <a:t>Some</a:t>
            </a:r>
            <a:r>
              <a:rPr lang="nl-NL" dirty="0"/>
              <a:t> </a:t>
            </a:r>
            <a:r>
              <a:rPr lang="nl-NL" dirty="0" err="1"/>
              <a:t>knowledge</a:t>
            </a:r>
            <a:r>
              <a:rPr lang="nl-NL" dirty="0"/>
              <a:t> on </a:t>
            </a:r>
            <a:r>
              <a:rPr lang="nl-NL" dirty="0" err="1"/>
              <a:t>terminology</a:t>
            </a:r>
            <a:r>
              <a:rPr lang="nl-NL" dirty="0"/>
              <a:t> is </a:t>
            </a:r>
            <a:r>
              <a:rPr lang="nl-NL" dirty="0" err="1"/>
              <a:t>essential</a:t>
            </a:r>
            <a:r>
              <a:rPr lang="nl-NL" dirty="0"/>
              <a:t> </a:t>
            </a:r>
            <a:r>
              <a:rPr lang="nl-NL" dirty="0" err="1"/>
              <a:t>to</a:t>
            </a:r>
            <a:r>
              <a:rPr lang="nl-NL" dirty="0"/>
              <a:t> </a:t>
            </a:r>
            <a:r>
              <a:rPr lang="nl-NL" dirty="0" err="1"/>
              <a:t>understand</a:t>
            </a:r>
            <a:r>
              <a:rPr lang="nl-NL" dirty="0"/>
              <a:t> issues </a:t>
            </a:r>
            <a:r>
              <a:rPr lang="nl-NL" dirty="0" err="1"/>
              <a:t>with</a:t>
            </a:r>
            <a:r>
              <a:rPr lang="nl-NL" dirty="0"/>
              <a:t> software </a:t>
            </a:r>
            <a:r>
              <a:rPr lang="nl-NL" dirty="0" err="1"/>
              <a:t>compilations</a:t>
            </a:r>
            <a:r>
              <a:rPr lang="nl-NL" dirty="0"/>
              <a:t>…</a:t>
            </a:r>
          </a:p>
          <a:p>
            <a:pPr>
              <a:buFont typeface="Arial" panose="020B0604020202020204" pitchFamily="34" charset="0"/>
              <a:buChar char="•"/>
            </a:pPr>
            <a:r>
              <a:rPr lang="nl-NL" dirty="0" err="1"/>
              <a:t>Compiled</a:t>
            </a:r>
            <a:r>
              <a:rPr lang="nl-NL" dirty="0"/>
              <a:t> </a:t>
            </a:r>
            <a:r>
              <a:rPr lang="nl-NL" dirty="0" err="1"/>
              <a:t>vs</a:t>
            </a:r>
            <a:r>
              <a:rPr lang="nl-NL" dirty="0"/>
              <a:t> </a:t>
            </a:r>
            <a:r>
              <a:rPr lang="nl-NL" dirty="0" err="1"/>
              <a:t>interpreted</a:t>
            </a:r>
            <a:r>
              <a:rPr lang="nl-NL" dirty="0"/>
              <a:t> </a:t>
            </a:r>
            <a:r>
              <a:rPr lang="nl-NL" dirty="0" err="1"/>
              <a:t>languages</a:t>
            </a:r>
            <a:endParaRPr lang="nl-NL" dirty="0"/>
          </a:p>
          <a:p>
            <a:pPr>
              <a:buFont typeface="Arial" panose="020B0604020202020204" pitchFamily="34" charset="0"/>
              <a:buChar char="•"/>
            </a:pPr>
            <a:r>
              <a:rPr lang="nl-NL" dirty="0"/>
              <a:t>Architecture </a:t>
            </a:r>
            <a:r>
              <a:rPr lang="nl-NL" dirty="0" err="1"/>
              <a:t>and</a:t>
            </a:r>
            <a:r>
              <a:rPr lang="nl-NL" dirty="0"/>
              <a:t> micro-</a:t>
            </a:r>
            <a:r>
              <a:rPr lang="nl-NL" dirty="0" err="1"/>
              <a:t>architecture</a:t>
            </a:r>
            <a:endParaRPr lang="nl-NL" dirty="0"/>
          </a:p>
          <a:p>
            <a:pPr>
              <a:buFont typeface="Arial" panose="020B0604020202020204" pitchFamily="34" charset="0"/>
              <a:buChar char="•"/>
            </a:pPr>
            <a:r>
              <a:rPr lang="nl-NL" dirty="0" err="1"/>
              <a:t>What</a:t>
            </a:r>
            <a:r>
              <a:rPr lang="nl-NL" dirty="0"/>
              <a:t> is a </a:t>
            </a:r>
            <a:r>
              <a:rPr lang="nl-NL" dirty="0" err="1"/>
              <a:t>binary</a:t>
            </a:r>
            <a:r>
              <a:rPr lang="nl-NL" dirty="0"/>
              <a:t> file?</a:t>
            </a:r>
          </a:p>
          <a:p>
            <a:pPr>
              <a:buFont typeface="Arial" panose="020B0604020202020204" pitchFamily="34" charset="0"/>
              <a:buChar char="•"/>
            </a:pPr>
            <a:r>
              <a:rPr lang="nl-NL" dirty="0" err="1"/>
              <a:t>What</a:t>
            </a:r>
            <a:r>
              <a:rPr lang="nl-NL" dirty="0"/>
              <a:t> is a </a:t>
            </a:r>
            <a:r>
              <a:rPr lang="nl-NL" dirty="0" err="1"/>
              <a:t>library</a:t>
            </a:r>
            <a:r>
              <a:rPr lang="nl-NL" dirty="0"/>
              <a:t>?</a:t>
            </a:r>
          </a:p>
          <a:p>
            <a:pPr>
              <a:buFont typeface="Arial" panose="020B0604020202020204" pitchFamily="34" charset="0"/>
              <a:buChar char="•"/>
            </a:pPr>
            <a:r>
              <a:rPr lang="nl-NL" dirty="0" err="1"/>
              <a:t>What</a:t>
            </a:r>
            <a:r>
              <a:rPr lang="nl-NL" dirty="0"/>
              <a:t> is </a:t>
            </a:r>
            <a:r>
              <a:rPr lang="nl-NL" dirty="0" err="1"/>
              <a:t>linking</a:t>
            </a:r>
            <a:r>
              <a:rPr lang="nl-NL" dirty="0"/>
              <a:t>?</a:t>
            </a:r>
          </a:p>
          <a:p>
            <a:pPr>
              <a:buFont typeface="Arial" panose="020B0604020202020204" pitchFamily="34" charset="0"/>
              <a:buChar char="•"/>
            </a:pPr>
            <a:r>
              <a:rPr lang="nl-NL" dirty="0" err="1"/>
              <a:t>What</a:t>
            </a:r>
            <a:r>
              <a:rPr lang="nl-NL" dirty="0"/>
              <a:t> is a </a:t>
            </a:r>
            <a:r>
              <a:rPr lang="nl-NL" dirty="0" err="1"/>
              <a:t>dependency</a:t>
            </a:r>
            <a:r>
              <a:rPr lang="nl-NL" dirty="0"/>
              <a:t>?</a:t>
            </a:r>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a:t>
            </a:fld>
            <a:endParaRPr lang="nl-NL"/>
          </a:p>
        </p:txBody>
      </p:sp>
    </p:spTree>
    <p:extLst>
      <p:ext uri="{BB962C8B-B14F-4D97-AF65-F5344CB8AC3E}">
        <p14:creationId xmlns:p14="http://schemas.microsoft.com/office/powerpoint/2010/main" val="6559262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pPr marL="0" indent="0">
              <a:buNone/>
            </a:pPr>
            <a:r>
              <a:rPr lang="nl-NL"/>
              <a:t>Compiled vs interpreted languages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a:t>We program in a human-</a:t>
            </a:r>
            <a:r>
              <a:rPr lang="nl-NL" dirty="0" err="1"/>
              <a:t>readable</a:t>
            </a:r>
            <a:r>
              <a:rPr lang="nl-NL" dirty="0"/>
              <a:t> </a:t>
            </a:r>
            <a:r>
              <a:rPr lang="nl-NL" dirty="0" err="1"/>
              <a:t>programming</a:t>
            </a:r>
            <a:r>
              <a:rPr lang="nl-NL" dirty="0"/>
              <a:t> </a:t>
            </a:r>
            <a:r>
              <a:rPr lang="nl-NL" dirty="0" err="1"/>
              <a:t>language</a:t>
            </a:r>
            <a:r>
              <a:rPr lang="nl-NL" dirty="0"/>
              <a:t> (Python, C, Fortran, …)</a:t>
            </a:r>
          </a:p>
          <a:p>
            <a:pPr>
              <a:buFont typeface="Arial" panose="020B0604020202020204" pitchFamily="34" charset="0"/>
              <a:buChar char="•"/>
            </a:pPr>
            <a:r>
              <a:rPr lang="nl-NL" dirty="0"/>
              <a:t>For </a:t>
            </a:r>
            <a:r>
              <a:rPr lang="nl-NL" b="1" dirty="0" err="1"/>
              <a:t>compiled</a:t>
            </a:r>
            <a:r>
              <a:rPr lang="nl-NL" b="1" dirty="0"/>
              <a:t> </a:t>
            </a:r>
            <a:r>
              <a:rPr lang="nl-NL" b="1" dirty="0" err="1"/>
              <a:t>languages</a:t>
            </a:r>
            <a:r>
              <a:rPr lang="nl-NL" dirty="0"/>
              <a:t>, </a:t>
            </a:r>
            <a:r>
              <a:rPr lang="nl-NL" dirty="0" err="1"/>
              <a:t>that</a:t>
            </a:r>
            <a:r>
              <a:rPr lang="nl-NL" dirty="0"/>
              <a:t> human-</a:t>
            </a:r>
            <a:r>
              <a:rPr lang="nl-NL" dirty="0" err="1"/>
              <a:t>readable</a:t>
            </a:r>
            <a:r>
              <a:rPr lang="nl-NL" dirty="0"/>
              <a:t> code is </a:t>
            </a:r>
            <a:r>
              <a:rPr lang="nl-NL" dirty="0" err="1"/>
              <a:t>translated</a:t>
            </a:r>
            <a:r>
              <a:rPr lang="nl-NL" dirty="0"/>
              <a:t> </a:t>
            </a:r>
            <a:r>
              <a:rPr lang="nl-NL" dirty="0" err="1"/>
              <a:t>to</a:t>
            </a:r>
            <a:r>
              <a:rPr lang="nl-NL" dirty="0"/>
              <a:t> machine code (a “</a:t>
            </a:r>
            <a:r>
              <a:rPr lang="nl-NL" dirty="0" err="1"/>
              <a:t>binary</a:t>
            </a:r>
            <a:r>
              <a:rPr lang="nl-NL" dirty="0"/>
              <a:t> file”, i.e. </a:t>
            </a:r>
            <a:r>
              <a:rPr lang="nl-NL" dirty="0" err="1"/>
              <a:t>ones</a:t>
            </a:r>
            <a:r>
              <a:rPr lang="nl-NL" dirty="0"/>
              <a:t> </a:t>
            </a:r>
            <a:r>
              <a:rPr lang="nl-NL" dirty="0" err="1"/>
              <a:t>and</a:t>
            </a:r>
            <a:r>
              <a:rPr lang="nl-NL" dirty="0"/>
              <a:t> </a:t>
            </a:r>
            <a:r>
              <a:rPr lang="nl-NL" dirty="0" err="1"/>
              <a:t>zeroes</a:t>
            </a:r>
            <a:r>
              <a:rPr lang="nl-NL" dirty="0"/>
              <a:t>) prior </a:t>
            </a:r>
            <a:r>
              <a:rPr lang="nl-NL" dirty="0" err="1"/>
              <a:t>to</a:t>
            </a:r>
            <a:r>
              <a:rPr lang="nl-NL" dirty="0"/>
              <a:t> running </a:t>
            </a:r>
            <a:r>
              <a:rPr lang="nl-NL" dirty="0" err="1"/>
              <a:t>it</a:t>
            </a:r>
            <a:endParaRPr lang="nl-NL" dirty="0"/>
          </a:p>
          <a:p>
            <a:pPr marL="539750" lvl="1">
              <a:buFont typeface="Arial" panose="020B0604020202020204" pitchFamily="34" charset="0"/>
              <a:buChar char="•"/>
            </a:pPr>
            <a:r>
              <a:rPr lang="nl-NL" dirty="0" err="1"/>
              <a:t>Binary</a:t>
            </a:r>
            <a:r>
              <a:rPr lang="nl-NL" dirty="0"/>
              <a:t> files are </a:t>
            </a:r>
            <a:r>
              <a:rPr lang="nl-NL" b="1" dirty="0" err="1"/>
              <a:t>architecture</a:t>
            </a:r>
            <a:r>
              <a:rPr lang="nl-NL" i="1" dirty="0"/>
              <a:t> </a:t>
            </a:r>
            <a:r>
              <a:rPr lang="nl-NL" dirty="0" err="1"/>
              <a:t>specific</a:t>
            </a:r>
            <a:r>
              <a:rPr lang="nl-NL" dirty="0"/>
              <a:t>. </a:t>
            </a:r>
            <a:r>
              <a:rPr lang="nl-NL" dirty="0" err="1"/>
              <a:t>Examples</a:t>
            </a:r>
            <a:r>
              <a:rPr lang="nl-NL" dirty="0"/>
              <a:t> of </a:t>
            </a:r>
            <a:r>
              <a:rPr lang="nl-NL" dirty="0" err="1"/>
              <a:t>architectures</a:t>
            </a:r>
            <a:r>
              <a:rPr lang="nl-NL" dirty="0"/>
              <a:t> are </a:t>
            </a:r>
            <a:r>
              <a:rPr lang="nl-NL" dirty="0">
                <a:latin typeface="Courier New" panose="02070309020205020404" pitchFamily="49" charset="0"/>
                <a:cs typeface="Courier New" panose="02070309020205020404" pitchFamily="49" charset="0"/>
              </a:rPr>
              <a:t>X86_64</a:t>
            </a:r>
            <a:r>
              <a:rPr lang="nl-NL" dirty="0"/>
              <a:t> (</a:t>
            </a:r>
            <a:r>
              <a:rPr lang="nl-NL" dirty="0" err="1"/>
              <a:t>your</a:t>
            </a:r>
            <a:r>
              <a:rPr lang="nl-NL" dirty="0"/>
              <a:t> </a:t>
            </a:r>
            <a:r>
              <a:rPr lang="nl-NL" dirty="0" err="1"/>
              <a:t>typical</a:t>
            </a:r>
            <a:r>
              <a:rPr lang="nl-NL" dirty="0"/>
              <a:t> AMD </a:t>
            </a:r>
            <a:r>
              <a:rPr lang="nl-NL" dirty="0" err="1"/>
              <a:t>and</a:t>
            </a:r>
            <a:r>
              <a:rPr lang="nl-NL" dirty="0"/>
              <a:t> Intel chip are of </a:t>
            </a:r>
            <a:r>
              <a:rPr lang="nl-NL" dirty="0" err="1"/>
              <a:t>this</a:t>
            </a:r>
            <a:r>
              <a:rPr lang="nl-NL" dirty="0"/>
              <a:t> type), </a:t>
            </a:r>
            <a:r>
              <a:rPr lang="nl-NL" dirty="0">
                <a:latin typeface="Courier New" panose="02070309020205020404" pitchFamily="49" charset="0"/>
                <a:cs typeface="Courier New" panose="02070309020205020404" pitchFamily="49" charset="0"/>
              </a:rPr>
              <a:t>aarch64</a:t>
            </a:r>
            <a:r>
              <a:rPr lang="nl-NL" dirty="0"/>
              <a:t> (</a:t>
            </a:r>
            <a:r>
              <a:rPr lang="nl-NL" dirty="0" err="1"/>
              <a:t>the</a:t>
            </a:r>
            <a:r>
              <a:rPr lang="nl-NL" dirty="0"/>
              <a:t> ARM-</a:t>
            </a:r>
            <a:r>
              <a:rPr lang="nl-NL" dirty="0" err="1"/>
              <a:t>based</a:t>
            </a:r>
            <a:r>
              <a:rPr lang="nl-NL" dirty="0"/>
              <a:t> chip in </a:t>
            </a:r>
            <a:r>
              <a:rPr lang="nl-NL" dirty="0" err="1"/>
              <a:t>your</a:t>
            </a:r>
            <a:r>
              <a:rPr lang="nl-NL" dirty="0"/>
              <a:t> </a:t>
            </a:r>
            <a:r>
              <a:rPr lang="nl-NL" dirty="0" err="1"/>
              <a:t>phone</a:t>
            </a:r>
            <a:r>
              <a:rPr lang="nl-NL" dirty="0"/>
              <a:t> is of </a:t>
            </a:r>
            <a:r>
              <a:rPr lang="nl-NL" dirty="0" err="1"/>
              <a:t>this</a:t>
            </a:r>
            <a:r>
              <a:rPr lang="nl-NL" dirty="0"/>
              <a:t> type). </a:t>
            </a:r>
            <a:r>
              <a:rPr lang="nl-NL" dirty="0" err="1"/>
              <a:t>You</a:t>
            </a:r>
            <a:r>
              <a:rPr lang="nl-NL" dirty="0"/>
              <a:t> </a:t>
            </a:r>
            <a:r>
              <a:rPr lang="nl-NL" dirty="0" err="1"/>
              <a:t>can</a:t>
            </a:r>
            <a:r>
              <a:rPr lang="nl-NL" dirty="0"/>
              <a:t> </a:t>
            </a:r>
            <a:r>
              <a:rPr lang="nl-NL" i="1" dirty="0" err="1"/>
              <a:t>not</a:t>
            </a:r>
            <a:r>
              <a:rPr lang="nl-NL" dirty="0"/>
              <a:t> run a program </a:t>
            </a:r>
            <a:r>
              <a:rPr lang="nl-NL" dirty="0" err="1"/>
              <a:t>compiled</a:t>
            </a:r>
            <a:r>
              <a:rPr lang="nl-NL" dirty="0"/>
              <a:t> </a:t>
            </a:r>
            <a:r>
              <a:rPr lang="nl-NL" dirty="0" err="1"/>
              <a:t>for</a:t>
            </a:r>
            <a:r>
              <a:rPr lang="nl-NL" dirty="0"/>
              <a:t> </a:t>
            </a:r>
            <a:r>
              <a:rPr lang="nl-NL" dirty="0" err="1"/>
              <a:t>an</a:t>
            </a:r>
            <a:r>
              <a:rPr lang="nl-NL" dirty="0"/>
              <a:t> </a:t>
            </a:r>
            <a:r>
              <a:rPr lang="nl-NL" dirty="0">
                <a:latin typeface="Courier New" panose="02070309020205020404" pitchFamily="49" charset="0"/>
                <a:cs typeface="Courier New" panose="02070309020205020404" pitchFamily="49" charset="0"/>
              </a:rPr>
              <a:t>X86_64</a:t>
            </a:r>
            <a:r>
              <a:rPr lang="nl-NL" dirty="0"/>
              <a:t> on </a:t>
            </a:r>
            <a:r>
              <a:rPr lang="nl-NL" dirty="0" err="1"/>
              <a:t>an</a:t>
            </a:r>
            <a:r>
              <a:rPr lang="nl-NL" dirty="0"/>
              <a:t> </a:t>
            </a:r>
            <a:r>
              <a:rPr lang="nl-NL" dirty="0">
                <a:latin typeface="Courier New" panose="02070309020205020404" pitchFamily="49" charset="0"/>
                <a:cs typeface="Courier New" panose="02070309020205020404" pitchFamily="49" charset="0"/>
              </a:rPr>
              <a:t>aarch64</a:t>
            </a:r>
            <a:r>
              <a:rPr lang="nl-NL" dirty="0"/>
              <a:t> </a:t>
            </a:r>
            <a:r>
              <a:rPr lang="nl-NL" dirty="0" err="1"/>
              <a:t>based</a:t>
            </a:r>
            <a:r>
              <a:rPr lang="nl-NL" dirty="0"/>
              <a:t> chip.</a:t>
            </a:r>
          </a:p>
          <a:p>
            <a:pPr marL="539750" lvl="1">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a:t>
            </a:fld>
            <a:endParaRPr lang="nl-NL"/>
          </a:p>
        </p:txBody>
      </p:sp>
    </p:spTree>
    <p:extLst>
      <p:ext uri="{BB962C8B-B14F-4D97-AF65-F5344CB8AC3E}">
        <p14:creationId xmlns:p14="http://schemas.microsoft.com/office/powerpoint/2010/main" val="129222891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pPr marL="0" indent="0">
              <a:buNone/>
            </a:pPr>
            <a:r>
              <a:rPr lang="nl-NL"/>
              <a:t>Compiled vs interpreted languages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a:t>We program in a human-</a:t>
            </a:r>
            <a:r>
              <a:rPr lang="nl-NL" dirty="0" err="1"/>
              <a:t>readable</a:t>
            </a:r>
            <a:r>
              <a:rPr lang="nl-NL" dirty="0"/>
              <a:t> </a:t>
            </a:r>
            <a:r>
              <a:rPr lang="nl-NL" dirty="0" err="1"/>
              <a:t>programming</a:t>
            </a:r>
            <a:r>
              <a:rPr lang="nl-NL" dirty="0"/>
              <a:t> </a:t>
            </a:r>
            <a:r>
              <a:rPr lang="nl-NL" dirty="0" err="1"/>
              <a:t>language</a:t>
            </a:r>
            <a:r>
              <a:rPr lang="nl-NL" dirty="0"/>
              <a:t> (Python, C, Fortran, …)</a:t>
            </a:r>
          </a:p>
          <a:p>
            <a:pPr>
              <a:buFont typeface="Arial" panose="020B0604020202020204" pitchFamily="34" charset="0"/>
              <a:buChar char="•"/>
            </a:pPr>
            <a:r>
              <a:rPr lang="nl-NL" dirty="0"/>
              <a:t>For </a:t>
            </a:r>
            <a:r>
              <a:rPr lang="nl-NL" b="1" dirty="0" err="1"/>
              <a:t>compiled</a:t>
            </a:r>
            <a:r>
              <a:rPr lang="nl-NL" b="1" dirty="0"/>
              <a:t> </a:t>
            </a:r>
            <a:r>
              <a:rPr lang="nl-NL" b="1" dirty="0" err="1"/>
              <a:t>languages</a:t>
            </a:r>
            <a:r>
              <a:rPr lang="nl-NL" dirty="0"/>
              <a:t>, </a:t>
            </a:r>
            <a:r>
              <a:rPr lang="nl-NL" dirty="0" err="1"/>
              <a:t>that</a:t>
            </a:r>
            <a:r>
              <a:rPr lang="nl-NL" dirty="0"/>
              <a:t> human-</a:t>
            </a:r>
            <a:r>
              <a:rPr lang="nl-NL" dirty="0" err="1"/>
              <a:t>readable</a:t>
            </a:r>
            <a:r>
              <a:rPr lang="nl-NL" dirty="0"/>
              <a:t> code is </a:t>
            </a:r>
            <a:r>
              <a:rPr lang="nl-NL" dirty="0" err="1"/>
              <a:t>translated</a:t>
            </a:r>
            <a:r>
              <a:rPr lang="nl-NL" dirty="0"/>
              <a:t> </a:t>
            </a:r>
            <a:r>
              <a:rPr lang="nl-NL" dirty="0" err="1"/>
              <a:t>to</a:t>
            </a:r>
            <a:r>
              <a:rPr lang="nl-NL" dirty="0"/>
              <a:t> machine code (a “</a:t>
            </a:r>
            <a:r>
              <a:rPr lang="nl-NL" dirty="0" err="1"/>
              <a:t>binary</a:t>
            </a:r>
            <a:r>
              <a:rPr lang="nl-NL" dirty="0"/>
              <a:t> file”, i.e. </a:t>
            </a:r>
            <a:r>
              <a:rPr lang="nl-NL" dirty="0" err="1"/>
              <a:t>ones</a:t>
            </a:r>
            <a:r>
              <a:rPr lang="nl-NL" dirty="0"/>
              <a:t> </a:t>
            </a:r>
            <a:r>
              <a:rPr lang="nl-NL" dirty="0" err="1"/>
              <a:t>and</a:t>
            </a:r>
            <a:r>
              <a:rPr lang="nl-NL" dirty="0"/>
              <a:t> </a:t>
            </a:r>
            <a:r>
              <a:rPr lang="nl-NL" dirty="0" err="1"/>
              <a:t>zeroes</a:t>
            </a:r>
            <a:r>
              <a:rPr lang="nl-NL" dirty="0"/>
              <a:t>) prior </a:t>
            </a:r>
            <a:r>
              <a:rPr lang="nl-NL" dirty="0" err="1"/>
              <a:t>to</a:t>
            </a:r>
            <a:r>
              <a:rPr lang="nl-NL" dirty="0"/>
              <a:t> running </a:t>
            </a:r>
            <a:r>
              <a:rPr lang="nl-NL" dirty="0" err="1"/>
              <a:t>it</a:t>
            </a:r>
            <a:endParaRPr lang="nl-NL" dirty="0"/>
          </a:p>
          <a:p>
            <a:pPr marL="539750" lvl="1">
              <a:buFont typeface="Arial" panose="020B0604020202020204" pitchFamily="34" charset="0"/>
              <a:buChar char="•"/>
            </a:pPr>
            <a:r>
              <a:rPr lang="nl-NL" dirty="0" err="1"/>
              <a:t>Binary</a:t>
            </a:r>
            <a:r>
              <a:rPr lang="nl-NL" dirty="0"/>
              <a:t> files are </a:t>
            </a:r>
            <a:r>
              <a:rPr lang="nl-NL" b="1" dirty="0" err="1"/>
              <a:t>architecture</a:t>
            </a:r>
            <a:r>
              <a:rPr lang="nl-NL" i="1" dirty="0"/>
              <a:t> </a:t>
            </a:r>
            <a:r>
              <a:rPr lang="nl-NL" dirty="0" err="1"/>
              <a:t>specific</a:t>
            </a:r>
            <a:r>
              <a:rPr lang="nl-NL" dirty="0"/>
              <a:t>. </a:t>
            </a:r>
            <a:r>
              <a:rPr lang="nl-NL" dirty="0" err="1"/>
              <a:t>Examples</a:t>
            </a:r>
            <a:r>
              <a:rPr lang="nl-NL" dirty="0"/>
              <a:t> of </a:t>
            </a:r>
            <a:r>
              <a:rPr lang="nl-NL" dirty="0" err="1"/>
              <a:t>architectures</a:t>
            </a:r>
            <a:r>
              <a:rPr lang="nl-NL" dirty="0"/>
              <a:t> are </a:t>
            </a:r>
            <a:r>
              <a:rPr lang="nl-NL" dirty="0">
                <a:latin typeface="Courier New" panose="02070309020205020404" pitchFamily="49" charset="0"/>
                <a:cs typeface="Courier New" panose="02070309020205020404" pitchFamily="49" charset="0"/>
              </a:rPr>
              <a:t>X86_64</a:t>
            </a:r>
            <a:r>
              <a:rPr lang="nl-NL" dirty="0"/>
              <a:t> (</a:t>
            </a:r>
            <a:r>
              <a:rPr lang="nl-NL" dirty="0" err="1"/>
              <a:t>your</a:t>
            </a:r>
            <a:r>
              <a:rPr lang="nl-NL" dirty="0"/>
              <a:t> </a:t>
            </a:r>
            <a:r>
              <a:rPr lang="nl-NL" dirty="0" err="1"/>
              <a:t>typical</a:t>
            </a:r>
            <a:r>
              <a:rPr lang="nl-NL" dirty="0"/>
              <a:t> AMD </a:t>
            </a:r>
            <a:r>
              <a:rPr lang="nl-NL" dirty="0" err="1"/>
              <a:t>and</a:t>
            </a:r>
            <a:r>
              <a:rPr lang="nl-NL" dirty="0"/>
              <a:t> Intel chip are of </a:t>
            </a:r>
            <a:r>
              <a:rPr lang="nl-NL" dirty="0" err="1"/>
              <a:t>this</a:t>
            </a:r>
            <a:r>
              <a:rPr lang="nl-NL" dirty="0"/>
              <a:t> type), </a:t>
            </a:r>
            <a:r>
              <a:rPr lang="nl-NL" dirty="0">
                <a:latin typeface="Courier New" panose="02070309020205020404" pitchFamily="49" charset="0"/>
                <a:cs typeface="Courier New" panose="02070309020205020404" pitchFamily="49" charset="0"/>
              </a:rPr>
              <a:t>aarch64</a:t>
            </a:r>
            <a:r>
              <a:rPr lang="nl-NL" dirty="0"/>
              <a:t> (</a:t>
            </a:r>
            <a:r>
              <a:rPr lang="nl-NL" dirty="0" err="1"/>
              <a:t>the</a:t>
            </a:r>
            <a:r>
              <a:rPr lang="nl-NL" dirty="0"/>
              <a:t> ARM-</a:t>
            </a:r>
            <a:r>
              <a:rPr lang="nl-NL" dirty="0" err="1"/>
              <a:t>based</a:t>
            </a:r>
            <a:r>
              <a:rPr lang="nl-NL" dirty="0"/>
              <a:t> chip in </a:t>
            </a:r>
            <a:r>
              <a:rPr lang="nl-NL" dirty="0" err="1"/>
              <a:t>your</a:t>
            </a:r>
            <a:r>
              <a:rPr lang="nl-NL" dirty="0"/>
              <a:t> </a:t>
            </a:r>
            <a:r>
              <a:rPr lang="nl-NL" dirty="0" err="1"/>
              <a:t>phone</a:t>
            </a:r>
            <a:r>
              <a:rPr lang="nl-NL" dirty="0"/>
              <a:t> is of </a:t>
            </a:r>
            <a:r>
              <a:rPr lang="nl-NL" dirty="0" err="1"/>
              <a:t>this</a:t>
            </a:r>
            <a:r>
              <a:rPr lang="nl-NL" dirty="0"/>
              <a:t> type). </a:t>
            </a:r>
            <a:r>
              <a:rPr lang="nl-NL" dirty="0" err="1"/>
              <a:t>You</a:t>
            </a:r>
            <a:r>
              <a:rPr lang="nl-NL" dirty="0"/>
              <a:t> </a:t>
            </a:r>
            <a:r>
              <a:rPr lang="nl-NL" dirty="0" err="1"/>
              <a:t>can</a:t>
            </a:r>
            <a:r>
              <a:rPr lang="nl-NL" dirty="0"/>
              <a:t> </a:t>
            </a:r>
            <a:r>
              <a:rPr lang="nl-NL" i="1" dirty="0" err="1"/>
              <a:t>not</a:t>
            </a:r>
            <a:r>
              <a:rPr lang="nl-NL" dirty="0"/>
              <a:t> run a program </a:t>
            </a:r>
            <a:r>
              <a:rPr lang="nl-NL" dirty="0" err="1"/>
              <a:t>compiled</a:t>
            </a:r>
            <a:r>
              <a:rPr lang="nl-NL" dirty="0"/>
              <a:t> </a:t>
            </a:r>
            <a:r>
              <a:rPr lang="nl-NL" dirty="0" err="1"/>
              <a:t>for</a:t>
            </a:r>
            <a:r>
              <a:rPr lang="nl-NL" dirty="0"/>
              <a:t> </a:t>
            </a:r>
            <a:r>
              <a:rPr lang="nl-NL" dirty="0" err="1"/>
              <a:t>an</a:t>
            </a:r>
            <a:r>
              <a:rPr lang="nl-NL" dirty="0"/>
              <a:t> </a:t>
            </a:r>
            <a:r>
              <a:rPr lang="nl-NL" dirty="0">
                <a:latin typeface="Courier New" panose="02070309020205020404" pitchFamily="49" charset="0"/>
                <a:cs typeface="Courier New" panose="02070309020205020404" pitchFamily="49" charset="0"/>
              </a:rPr>
              <a:t>X86_64</a:t>
            </a:r>
            <a:r>
              <a:rPr lang="nl-NL" dirty="0"/>
              <a:t> on </a:t>
            </a:r>
            <a:r>
              <a:rPr lang="nl-NL" dirty="0" err="1"/>
              <a:t>an</a:t>
            </a:r>
            <a:r>
              <a:rPr lang="nl-NL" dirty="0"/>
              <a:t> </a:t>
            </a:r>
            <a:r>
              <a:rPr lang="nl-NL" dirty="0">
                <a:latin typeface="Courier New" panose="02070309020205020404" pitchFamily="49" charset="0"/>
                <a:cs typeface="Courier New" panose="02070309020205020404" pitchFamily="49" charset="0"/>
              </a:rPr>
              <a:t>aarch64</a:t>
            </a:r>
            <a:r>
              <a:rPr lang="nl-NL" dirty="0"/>
              <a:t> </a:t>
            </a:r>
            <a:r>
              <a:rPr lang="nl-NL" dirty="0" err="1"/>
              <a:t>based</a:t>
            </a:r>
            <a:r>
              <a:rPr lang="nl-NL" dirty="0"/>
              <a:t> chip.</a:t>
            </a:r>
          </a:p>
          <a:p>
            <a:pPr>
              <a:buFont typeface="Arial" panose="020B0604020202020204" pitchFamily="34" charset="0"/>
              <a:buChar char="•"/>
            </a:pPr>
            <a:r>
              <a:rPr lang="nl-NL" b="1" dirty="0" err="1"/>
              <a:t>Interpreted</a:t>
            </a:r>
            <a:r>
              <a:rPr lang="nl-NL" b="1" dirty="0"/>
              <a:t> </a:t>
            </a:r>
            <a:r>
              <a:rPr lang="nl-NL" b="1" dirty="0" err="1"/>
              <a:t>languages</a:t>
            </a:r>
            <a:r>
              <a:rPr lang="nl-NL" b="1" dirty="0"/>
              <a:t> </a:t>
            </a:r>
            <a:r>
              <a:rPr lang="nl-NL" dirty="0"/>
              <a:t>are </a:t>
            </a:r>
            <a:r>
              <a:rPr lang="nl-NL" dirty="0" err="1"/>
              <a:t>converted</a:t>
            </a:r>
            <a:r>
              <a:rPr lang="nl-NL" dirty="0"/>
              <a:t> </a:t>
            </a:r>
            <a:r>
              <a:rPr lang="nl-NL" dirty="0" err="1"/>
              <a:t>to</a:t>
            </a:r>
            <a:r>
              <a:rPr lang="nl-NL" dirty="0"/>
              <a:t> machine </a:t>
            </a:r>
            <a:r>
              <a:rPr lang="nl-NL" dirty="0" err="1"/>
              <a:t>instructions</a:t>
            </a:r>
            <a:r>
              <a:rPr lang="nl-NL" dirty="0"/>
              <a:t> </a:t>
            </a:r>
            <a:r>
              <a:rPr lang="nl-NL" i="1" dirty="0"/>
              <a:t>on </a:t>
            </a:r>
            <a:r>
              <a:rPr lang="nl-NL" i="1" dirty="0" err="1"/>
              <a:t>the</a:t>
            </a:r>
            <a:r>
              <a:rPr lang="nl-NL" i="1" dirty="0"/>
              <a:t> </a:t>
            </a:r>
            <a:r>
              <a:rPr lang="nl-NL" i="1" dirty="0" err="1"/>
              <a:t>fly</a:t>
            </a:r>
            <a:r>
              <a:rPr lang="nl-NL" dirty="0"/>
              <a:t> (i.e. </a:t>
            </a:r>
            <a:r>
              <a:rPr lang="nl-NL" dirty="0" err="1"/>
              <a:t>while</a:t>
            </a:r>
            <a:r>
              <a:rPr lang="nl-NL" dirty="0"/>
              <a:t> running </a:t>
            </a:r>
            <a:r>
              <a:rPr lang="nl-NL" dirty="0" err="1"/>
              <a:t>it</a:t>
            </a:r>
            <a:r>
              <a:rPr lang="nl-NL" dirty="0"/>
              <a:t>), </a:t>
            </a:r>
            <a:r>
              <a:rPr lang="nl-NL" dirty="0" err="1"/>
              <a:t>by</a:t>
            </a:r>
            <a:r>
              <a:rPr lang="nl-NL" dirty="0"/>
              <a:t> </a:t>
            </a:r>
            <a:r>
              <a:rPr lang="nl-NL" dirty="0" err="1"/>
              <a:t>an</a:t>
            </a:r>
            <a:r>
              <a:rPr lang="nl-NL" dirty="0"/>
              <a:t> </a:t>
            </a:r>
            <a:r>
              <a:rPr lang="nl-NL" dirty="0" err="1"/>
              <a:t>interpreter</a:t>
            </a:r>
            <a:endParaRPr lang="nl-NL" dirty="0"/>
          </a:p>
          <a:p>
            <a:pPr marL="539750" lvl="1">
              <a:buFont typeface="Arial" panose="020B0604020202020204" pitchFamily="34" charset="0"/>
              <a:buChar char="•"/>
            </a:pPr>
            <a:r>
              <a:rPr lang="nl-NL" dirty="0" err="1"/>
              <a:t>Interpreted</a:t>
            </a:r>
            <a:r>
              <a:rPr lang="nl-NL" dirty="0"/>
              <a:t> </a:t>
            </a:r>
            <a:r>
              <a:rPr lang="nl-NL" dirty="0" err="1"/>
              <a:t>language</a:t>
            </a:r>
            <a:r>
              <a:rPr lang="nl-NL" dirty="0"/>
              <a:t> is portable </a:t>
            </a:r>
            <a:r>
              <a:rPr lang="nl-NL" dirty="0" err="1"/>
              <a:t>to</a:t>
            </a:r>
            <a:r>
              <a:rPr lang="nl-NL" dirty="0"/>
              <a:t> </a:t>
            </a:r>
            <a:r>
              <a:rPr lang="nl-NL" dirty="0" err="1"/>
              <a:t>other</a:t>
            </a:r>
            <a:r>
              <a:rPr lang="nl-NL" dirty="0"/>
              <a:t> platforms, as long as </a:t>
            </a:r>
            <a:r>
              <a:rPr lang="nl-NL" dirty="0" err="1"/>
              <a:t>the</a:t>
            </a:r>
            <a:r>
              <a:rPr lang="nl-NL" dirty="0"/>
              <a:t> </a:t>
            </a:r>
            <a:r>
              <a:rPr lang="nl-NL" i="1" dirty="0" err="1"/>
              <a:t>interpreter</a:t>
            </a:r>
            <a:r>
              <a:rPr lang="nl-NL" dirty="0"/>
              <a:t> supports </a:t>
            </a:r>
            <a:r>
              <a:rPr lang="nl-NL" dirty="0" err="1"/>
              <a:t>that</a:t>
            </a:r>
            <a:r>
              <a:rPr lang="nl-NL" dirty="0"/>
              <a:t> platform</a:t>
            </a:r>
          </a:p>
          <a:p>
            <a:pPr marL="288925">
              <a:buFont typeface="Arial" panose="020B0604020202020204" pitchFamily="34" charset="0"/>
              <a:buChar char="•"/>
            </a:pPr>
            <a:r>
              <a:rPr lang="nl-NL" b="1" dirty="0" err="1"/>
              <a:t>Compiled</a:t>
            </a:r>
            <a:r>
              <a:rPr lang="nl-NL" b="1" dirty="0"/>
              <a:t> </a:t>
            </a:r>
            <a:r>
              <a:rPr lang="nl-NL" b="1" dirty="0" err="1"/>
              <a:t>langauges</a:t>
            </a:r>
            <a:r>
              <a:rPr lang="nl-NL" b="1" dirty="0"/>
              <a:t> </a:t>
            </a:r>
            <a:r>
              <a:rPr lang="nl-NL" dirty="0"/>
              <a:t>are </a:t>
            </a:r>
            <a:r>
              <a:rPr lang="nl-NL" dirty="0" err="1"/>
              <a:t>often</a:t>
            </a:r>
            <a:r>
              <a:rPr lang="nl-NL" dirty="0"/>
              <a:t> more performant </a:t>
            </a:r>
            <a:r>
              <a:rPr lang="nl-NL" dirty="0" err="1"/>
              <a:t>than</a:t>
            </a:r>
            <a:r>
              <a:rPr lang="nl-NL" dirty="0"/>
              <a:t> </a:t>
            </a:r>
            <a:r>
              <a:rPr lang="nl-NL" b="1" dirty="0" err="1"/>
              <a:t>interpreted</a:t>
            </a:r>
            <a:r>
              <a:rPr lang="nl-NL" b="1" dirty="0"/>
              <a:t> </a:t>
            </a:r>
            <a:r>
              <a:rPr lang="nl-NL" b="1" dirty="0" err="1"/>
              <a:t>languages</a:t>
            </a:r>
            <a:r>
              <a:rPr lang="nl-NL" dirty="0"/>
              <a:t>, </a:t>
            </a:r>
            <a:r>
              <a:rPr lang="nl-NL" dirty="0" err="1"/>
              <a:t>because</a:t>
            </a:r>
            <a:r>
              <a:rPr lang="nl-NL" dirty="0"/>
              <a:t> </a:t>
            </a:r>
            <a:r>
              <a:rPr lang="nl-NL" dirty="0" err="1"/>
              <a:t>the</a:t>
            </a:r>
            <a:r>
              <a:rPr lang="nl-NL" dirty="0"/>
              <a:t> separate </a:t>
            </a:r>
            <a:r>
              <a:rPr lang="nl-NL" dirty="0" err="1"/>
              <a:t>compilation</a:t>
            </a:r>
            <a:r>
              <a:rPr lang="nl-NL" dirty="0"/>
              <a:t> step </a:t>
            </a:r>
            <a:r>
              <a:rPr lang="nl-NL" dirty="0" err="1"/>
              <a:t>allows</a:t>
            </a:r>
            <a:r>
              <a:rPr lang="nl-NL" dirty="0"/>
              <a:t> high </a:t>
            </a:r>
            <a:r>
              <a:rPr lang="nl-NL" dirty="0" err="1"/>
              <a:t>degree</a:t>
            </a:r>
            <a:r>
              <a:rPr lang="nl-NL" dirty="0"/>
              <a:t> of </a:t>
            </a:r>
            <a:r>
              <a:rPr lang="nl-NL" dirty="0" err="1"/>
              <a:t>optimization</a:t>
            </a:r>
            <a:r>
              <a:rPr lang="nl-NL" dirty="0"/>
              <a:t> </a:t>
            </a:r>
            <a:r>
              <a:rPr lang="nl-NL" dirty="0" err="1"/>
              <a:t>by</a:t>
            </a:r>
            <a:r>
              <a:rPr lang="nl-NL" dirty="0"/>
              <a:t> </a:t>
            </a:r>
            <a:r>
              <a:rPr lang="nl-NL" dirty="0" err="1"/>
              <a:t>the</a:t>
            </a:r>
            <a:r>
              <a:rPr lang="nl-NL" dirty="0"/>
              <a:t> compiler. </a:t>
            </a:r>
            <a:r>
              <a:rPr lang="nl-NL" dirty="0" err="1"/>
              <a:t>This</a:t>
            </a:r>
            <a:r>
              <a:rPr lang="nl-NL" dirty="0"/>
              <a:t> is </a:t>
            </a:r>
            <a:r>
              <a:rPr lang="nl-NL" i="1" dirty="0" err="1"/>
              <a:t>somewhat</a:t>
            </a:r>
            <a:r>
              <a:rPr lang="nl-NL" i="1" dirty="0"/>
              <a:t> </a:t>
            </a:r>
            <a:r>
              <a:rPr lang="nl-NL" dirty="0" err="1"/>
              <a:t>mitigated</a:t>
            </a:r>
            <a:r>
              <a:rPr lang="nl-NL" dirty="0"/>
              <a:t> </a:t>
            </a:r>
            <a:r>
              <a:rPr lang="nl-NL" dirty="0" err="1"/>
              <a:t>by</a:t>
            </a:r>
            <a:r>
              <a:rPr lang="nl-NL" dirty="0"/>
              <a:t> </a:t>
            </a:r>
            <a:r>
              <a:rPr lang="nl-NL" b="1" dirty="0"/>
              <a:t>just-in-time (JIT) compilers</a:t>
            </a:r>
          </a:p>
          <a:p>
            <a:pPr marL="539750" lvl="1">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8</a:t>
            </a:fld>
            <a:endParaRPr lang="nl-NL"/>
          </a:p>
        </p:txBody>
      </p:sp>
    </p:spTree>
    <p:extLst>
      <p:ext uri="{BB962C8B-B14F-4D97-AF65-F5344CB8AC3E}">
        <p14:creationId xmlns:p14="http://schemas.microsoft.com/office/powerpoint/2010/main" val="212360193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pPr marL="0" indent="0">
              <a:buNone/>
            </a:pPr>
            <a:r>
              <a:rPr lang="nl-NL"/>
              <a:t>Compiled vs interpreted languages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9</a:t>
            </a:fld>
            <a:endParaRPr lang="nl-NL"/>
          </a:p>
        </p:txBody>
      </p:sp>
      <p:sp>
        <p:nvSpPr>
          <p:cNvPr id="7" name="TextBox 6">
            <a:extLst>
              <a:ext uri="{FF2B5EF4-FFF2-40B4-BE49-F238E27FC236}">
                <a16:creationId xmlns:a16="http://schemas.microsoft.com/office/drawing/2014/main" id="{1F04FD89-7BB4-1C8F-BDDC-B4A803437797}"/>
              </a:ext>
            </a:extLst>
          </p:cNvPr>
          <p:cNvSpPr txBox="1"/>
          <p:nvPr/>
        </p:nvSpPr>
        <p:spPr>
          <a:xfrm>
            <a:off x="2230015" y="6299849"/>
            <a:ext cx="7931022" cy="369332"/>
          </a:xfrm>
          <a:prstGeom prst="rect">
            <a:avLst/>
          </a:prstGeom>
          <a:noFill/>
        </p:spPr>
        <p:txBody>
          <a:bodyPr wrap="square">
            <a:spAutoFit/>
          </a:bodyPr>
          <a:lstStyle/>
          <a:p>
            <a:r>
              <a:rPr lang="en-US">
                <a:hlinkClick r:id="rId2"/>
              </a:rPr>
              <a:t>https://greenlab.di.uminho.pt/wp-content/uploads/2017/09/paperSLE.pdf</a:t>
            </a:r>
            <a:r>
              <a:rPr lang="en-US"/>
              <a:t> </a:t>
            </a:r>
          </a:p>
        </p:txBody>
      </p:sp>
      <p:pic>
        <p:nvPicPr>
          <p:cNvPr id="1026" name="Picture 2" descr="energy efficient">
            <a:extLst>
              <a:ext uri="{FF2B5EF4-FFF2-40B4-BE49-F238E27FC236}">
                <a16:creationId xmlns:a16="http://schemas.microsoft.com/office/drawing/2014/main" id="{2F7D9F3C-5715-EAF6-337E-0F78A0F98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5256" y="1000061"/>
            <a:ext cx="5905829" cy="5299788"/>
          </a:xfrm>
          <a:prstGeom prst="rect">
            <a:avLst/>
          </a:prstGeom>
          <a:noFill/>
          <a:extLst>
            <a:ext uri="{909E8E84-426E-40DD-AFC4-6F175D3DCCD1}">
              <a14:hiddenFill xmlns:a14="http://schemas.microsoft.com/office/drawing/2010/main">
                <a:solidFill>
                  <a:srgbClr val="FFFFFF"/>
                </a:solidFill>
              </a14:hiddenFill>
            </a:ext>
          </a:extLst>
        </p:spPr>
      </p:pic>
      <p:sp>
        <p:nvSpPr>
          <p:cNvPr id="10" name="Vertical Text Placeholder 2">
            <a:extLst>
              <a:ext uri="{FF2B5EF4-FFF2-40B4-BE49-F238E27FC236}">
                <a16:creationId xmlns:a16="http://schemas.microsoft.com/office/drawing/2014/main" id="{987F18C4-65BE-656F-B1C8-7BB6E881FC6C}"/>
              </a:ext>
            </a:extLst>
          </p:cNvPr>
          <p:cNvSpPr>
            <a:spLocks noGrp="1"/>
          </p:cNvSpPr>
          <p:nvPr>
            <p:ph type="body" orient="vert" idx="1"/>
          </p:nvPr>
        </p:nvSpPr>
        <p:spPr>
          <a:xfrm>
            <a:off x="516363" y="1145098"/>
            <a:ext cx="4248894" cy="4456846"/>
          </a:xfrm>
        </p:spPr>
        <p:txBody>
          <a:bodyPr/>
          <a:lstStyle/>
          <a:p>
            <a:pPr marL="0" lvl="1" indent="0">
              <a:buNone/>
            </a:pPr>
            <a:r>
              <a:rPr lang="nl-NL"/>
              <a:t>R. Pereira et al (2017) explored the efficiency of different programming language to solve a fixed set of numerical problems </a:t>
            </a:r>
          </a:p>
          <a:p>
            <a:pPr>
              <a:buFont typeface="Arial" panose="020B0604020202020204" pitchFamily="34" charset="0"/>
              <a:buChar char="•"/>
            </a:pPr>
            <a:r>
              <a:rPr lang="nl-NL"/>
              <a:t>C = compiled, i = interpreted, v = virtual machine language</a:t>
            </a:r>
          </a:p>
        </p:txBody>
      </p:sp>
    </p:spTree>
    <p:extLst>
      <p:ext uri="{BB962C8B-B14F-4D97-AF65-F5344CB8AC3E}">
        <p14:creationId xmlns:p14="http://schemas.microsoft.com/office/powerpoint/2010/main" val="371031861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Computer architecture / Instruction Set Architecture (ISA)</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err="1"/>
              <a:t>Not</a:t>
            </a:r>
            <a:r>
              <a:rPr lang="nl-NL" dirty="0"/>
              <a:t> </a:t>
            </a:r>
            <a:r>
              <a:rPr lang="nl-NL" dirty="0" err="1"/>
              <a:t>all</a:t>
            </a:r>
            <a:r>
              <a:rPr lang="nl-NL" dirty="0"/>
              <a:t> processors </a:t>
            </a:r>
            <a:r>
              <a:rPr lang="nl-NL" dirty="0" err="1"/>
              <a:t>understand</a:t>
            </a:r>
            <a:r>
              <a:rPr lang="nl-NL" dirty="0"/>
              <a:t> </a:t>
            </a:r>
            <a:r>
              <a:rPr lang="nl-NL" dirty="0" err="1"/>
              <a:t>the</a:t>
            </a:r>
            <a:r>
              <a:rPr lang="nl-NL" dirty="0"/>
              <a:t> </a:t>
            </a:r>
            <a:r>
              <a:rPr lang="nl-NL" dirty="0" err="1"/>
              <a:t>same</a:t>
            </a:r>
            <a:r>
              <a:rPr lang="nl-NL" dirty="0"/>
              <a:t> </a:t>
            </a:r>
            <a:r>
              <a:rPr lang="nl-NL" dirty="0" err="1"/>
              <a:t>instructions</a:t>
            </a:r>
            <a:endParaRPr lang="nl-NL" dirty="0"/>
          </a:p>
          <a:p>
            <a:pPr>
              <a:buFont typeface="Arial" panose="020B0604020202020204" pitchFamily="34" charset="0"/>
              <a:buChar char="•"/>
            </a:pPr>
            <a:r>
              <a:rPr lang="nl-NL" dirty="0"/>
              <a:t>Intel &amp; AMD produce “</a:t>
            </a:r>
            <a:r>
              <a:rPr lang="nl-NL" dirty="0">
                <a:latin typeface="Courier New" panose="02070309020205020404" pitchFamily="49" charset="0"/>
                <a:cs typeface="Courier New" panose="02070309020205020404" pitchFamily="49" charset="0"/>
              </a:rPr>
              <a:t>X86_64</a:t>
            </a:r>
            <a:r>
              <a:rPr lang="nl-NL" dirty="0"/>
              <a:t> processors”</a:t>
            </a:r>
          </a:p>
          <a:p>
            <a:pPr>
              <a:buFont typeface="Arial" panose="020B0604020202020204" pitchFamily="34" charset="0"/>
              <a:buChar char="•"/>
            </a:pPr>
            <a:r>
              <a:rPr lang="nl-NL" dirty="0" err="1"/>
              <a:t>Your</a:t>
            </a:r>
            <a:r>
              <a:rPr lang="nl-NL" dirty="0"/>
              <a:t> </a:t>
            </a:r>
            <a:r>
              <a:rPr lang="nl-NL" dirty="0" err="1"/>
              <a:t>phone</a:t>
            </a:r>
            <a:r>
              <a:rPr lang="nl-NL" dirty="0"/>
              <a:t> </a:t>
            </a:r>
            <a:r>
              <a:rPr lang="nl-NL" dirty="0" err="1"/>
              <a:t>contains</a:t>
            </a:r>
            <a:r>
              <a:rPr lang="nl-NL" dirty="0"/>
              <a:t> “</a:t>
            </a:r>
            <a:r>
              <a:rPr lang="nl-NL" dirty="0">
                <a:latin typeface="Courier New" panose="02070309020205020404" pitchFamily="49" charset="0"/>
                <a:cs typeface="Courier New" panose="02070309020205020404" pitchFamily="49" charset="0"/>
              </a:rPr>
              <a:t>aarch64</a:t>
            </a:r>
            <a:r>
              <a:rPr lang="nl-NL" dirty="0"/>
              <a:t>” (or ARM) processors.</a:t>
            </a:r>
          </a:p>
          <a:p>
            <a:pPr>
              <a:buFont typeface="Arial" panose="020B0604020202020204" pitchFamily="34" charset="0"/>
              <a:buChar char="•"/>
            </a:pPr>
            <a:r>
              <a:rPr lang="nl-NL" dirty="0"/>
              <a:t>An </a:t>
            </a:r>
            <a:r>
              <a:rPr lang="nl-NL" dirty="0" err="1"/>
              <a:t>Instruction</a:t>
            </a:r>
            <a:r>
              <a:rPr lang="nl-NL" dirty="0"/>
              <a:t> Set Architecture (ISA) </a:t>
            </a:r>
            <a:r>
              <a:rPr lang="nl-NL" dirty="0" err="1"/>
              <a:t>defines</a:t>
            </a:r>
            <a:r>
              <a:rPr lang="nl-NL" dirty="0"/>
              <a:t> </a:t>
            </a:r>
            <a:r>
              <a:rPr lang="nl-NL" dirty="0" err="1"/>
              <a:t>things</a:t>
            </a:r>
            <a:r>
              <a:rPr lang="nl-NL" dirty="0"/>
              <a:t> like </a:t>
            </a:r>
            <a:r>
              <a:rPr lang="nl-NL" dirty="0" err="1"/>
              <a:t>which</a:t>
            </a:r>
            <a:r>
              <a:rPr lang="nl-NL" dirty="0"/>
              <a:t> registers a processor has, </a:t>
            </a:r>
            <a:r>
              <a:rPr lang="nl-NL" dirty="0" err="1"/>
              <a:t>and</a:t>
            </a:r>
            <a:r>
              <a:rPr lang="nl-NL" dirty="0"/>
              <a:t> </a:t>
            </a:r>
            <a:r>
              <a:rPr lang="nl-NL" dirty="0" err="1"/>
              <a:t>which</a:t>
            </a:r>
            <a:r>
              <a:rPr lang="nl-NL" dirty="0"/>
              <a:t> operations (</a:t>
            </a:r>
            <a:r>
              <a:rPr lang="nl-NL" dirty="0" err="1"/>
              <a:t>instructions</a:t>
            </a:r>
            <a:r>
              <a:rPr lang="nl-NL" dirty="0"/>
              <a:t>) </a:t>
            </a:r>
            <a:r>
              <a:rPr lang="nl-NL" dirty="0" err="1"/>
              <a:t>it</a:t>
            </a:r>
            <a:r>
              <a:rPr lang="nl-NL" dirty="0"/>
              <a:t> </a:t>
            </a:r>
            <a:r>
              <a:rPr lang="nl-NL" dirty="0" err="1"/>
              <a:t>can</a:t>
            </a:r>
            <a:r>
              <a:rPr lang="nl-NL" dirty="0"/>
              <a:t> do on </a:t>
            </a:r>
            <a:r>
              <a:rPr lang="nl-NL" dirty="0" err="1"/>
              <a:t>those</a:t>
            </a:r>
            <a:r>
              <a:rPr lang="nl-NL" dirty="0"/>
              <a:t> registers</a:t>
            </a:r>
          </a:p>
          <a:p>
            <a:pPr>
              <a:buFont typeface="Arial" panose="020B0604020202020204" pitchFamily="34" charset="0"/>
              <a:buChar char="•"/>
            </a:pPr>
            <a:r>
              <a:rPr lang="nl-NL" dirty="0"/>
              <a:t>A </a:t>
            </a:r>
            <a:r>
              <a:rPr lang="nl-NL" dirty="0" err="1"/>
              <a:t>binary</a:t>
            </a:r>
            <a:r>
              <a:rPr lang="nl-NL" dirty="0"/>
              <a:t> </a:t>
            </a:r>
            <a:r>
              <a:rPr lang="nl-NL" dirty="0" err="1"/>
              <a:t>compiled</a:t>
            </a:r>
            <a:r>
              <a:rPr lang="nl-NL" dirty="0"/>
              <a:t> </a:t>
            </a:r>
            <a:r>
              <a:rPr lang="nl-NL" dirty="0" err="1"/>
              <a:t>for</a:t>
            </a:r>
            <a:r>
              <a:rPr lang="nl-NL" dirty="0"/>
              <a:t> </a:t>
            </a:r>
            <a:r>
              <a:rPr lang="nl-NL" dirty="0">
                <a:latin typeface="Courier New" panose="02070309020205020404" pitchFamily="49" charset="0"/>
                <a:cs typeface="Courier New" panose="02070309020205020404" pitchFamily="49" charset="0"/>
              </a:rPr>
              <a:t>X86_64</a:t>
            </a:r>
            <a:r>
              <a:rPr lang="nl-NL" dirty="0"/>
              <a:t> </a:t>
            </a:r>
            <a:r>
              <a:rPr lang="nl-NL" dirty="0" err="1"/>
              <a:t>will</a:t>
            </a:r>
            <a:r>
              <a:rPr lang="nl-NL" dirty="0"/>
              <a:t> </a:t>
            </a:r>
            <a:r>
              <a:rPr lang="nl-NL" dirty="0" err="1"/>
              <a:t>not</a:t>
            </a:r>
            <a:r>
              <a:rPr lang="nl-NL" dirty="0"/>
              <a:t> </a:t>
            </a:r>
            <a:r>
              <a:rPr lang="nl-NL" dirty="0" err="1"/>
              <a:t>execute</a:t>
            </a:r>
            <a:r>
              <a:rPr lang="nl-NL" dirty="0"/>
              <a:t> on </a:t>
            </a:r>
            <a:r>
              <a:rPr lang="nl-NL" dirty="0" err="1"/>
              <a:t>an</a:t>
            </a:r>
            <a:r>
              <a:rPr lang="nl-NL" dirty="0"/>
              <a:t> </a:t>
            </a:r>
            <a:r>
              <a:rPr lang="nl-NL" dirty="0">
                <a:latin typeface="Courier New" panose="02070309020205020404" pitchFamily="49" charset="0"/>
                <a:cs typeface="Courier New" panose="02070309020205020404" pitchFamily="49" charset="0"/>
              </a:rPr>
              <a:t>aarch64</a:t>
            </a:r>
            <a:r>
              <a:rPr lang="nl-NL" dirty="0"/>
              <a:t> processor. </a:t>
            </a:r>
            <a:r>
              <a:rPr lang="nl-NL" dirty="0" err="1"/>
              <a:t>That</a:t>
            </a:r>
            <a:r>
              <a:rPr lang="nl-NL" dirty="0"/>
              <a:t> processor </a:t>
            </a:r>
            <a:r>
              <a:rPr lang="nl-NL" dirty="0" err="1"/>
              <a:t>simply</a:t>
            </a:r>
            <a:r>
              <a:rPr lang="nl-NL" dirty="0"/>
              <a:t> does </a:t>
            </a:r>
            <a:r>
              <a:rPr lang="nl-NL" dirty="0" err="1"/>
              <a:t>not</a:t>
            </a:r>
            <a:r>
              <a:rPr lang="nl-NL" dirty="0"/>
              <a:t> support </a:t>
            </a:r>
            <a:r>
              <a:rPr lang="nl-NL" dirty="0" err="1"/>
              <a:t>the</a:t>
            </a:r>
            <a:r>
              <a:rPr lang="nl-NL" dirty="0"/>
              <a:t> </a:t>
            </a:r>
            <a:r>
              <a:rPr lang="nl-NL" dirty="0" err="1"/>
              <a:t>instructions</a:t>
            </a:r>
            <a:r>
              <a:rPr lang="nl-NL" dirty="0"/>
              <a:t>!</a:t>
            </a:r>
          </a:p>
          <a:p>
            <a:pPr>
              <a:buFont typeface="Arial" panose="020B0604020202020204" pitchFamily="34" charset="0"/>
              <a:buChar char="•"/>
            </a:pPr>
            <a:r>
              <a:rPr lang="nl-NL" dirty="0" err="1"/>
              <a:t>Analogy</a:t>
            </a:r>
            <a:r>
              <a:rPr lang="nl-NL" dirty="0"/>
              <a:t>: Intel </a:t>
            </a:r>
            <a:r>
              <a:rPr lang="nl-NL" dirty="0" err="1"/>
              <a:t>and</a:t>
            </a:r>
            <a:r>
              <a:rPr lang="nl-NL" dirty="0"/>
              <a:t> AMD processors </a:t>
            </a:r>
            <a:r>
              <a:rPr lang="nl-NL" dirty="0" err="1"/>
              <a:t>speak</a:t>
            </a:r>
            <a:r>
              <a:rPr lang="nl-NL" dirty="0"/>
              <a:t> Dutch, </a:t>
            </a:r>
            <a:r>
              <a:rPr lang="nl-NL" dirty="0" err="1"/>
              <a:t>while</a:t>
            </a:r>
            <a:r>
              <a:rPr lang="nl-NL" dirty="0"/>
              <a:t> ARM processors </a:t>
            </a:r>
            <a:r>
              <a:rPr lang="nl-NL" dirty="0" err="1"/>
              <a:t>speak</a:t>
            </a:r>
            <a:r>
              <a:rPr lang="nl-NL" dirty="0"/>
              <a:t> English. </a:t>
            </a:r>
            <a:r>
              <a:rPr lang="nl-NL" dirty="0" err="1"/>
              <a:t>They</a:t>
            </a:r>
            <a:r>
              <a:rPr lang="nl-NL" dirty="0"/>
              <a:t> </a:t>
            </a:r>
            <a:r>
              <a:rPr lang="nl-NL" dirty="0" err="1"/>
              <a:t>won’t</a:t>
            </a:r>
            <a:r>
              <a:rPr lang="nl-NL" dirty="0"/>
              <a:t> </a:t>
            </a:r>
            <a:r>
              <a:rPr lang="nl-NL" dirty="0" err="1"/>
              <a:t>understand</a:t>
            </a:r>
            <a:r>
              <a:rPr lang="nl-NL" dirty="0"/>
              <a:t> </a:t>
            </a:r>
            <a:r>
              <a:rPr lang="nl-NL" dirty="0" err="1"/>
              <a:t>eachothers</a:t>
            </a:r>
            <a:r>
              <a:rPr lang="nl-NL" dirty="0"/>
              <a:t> </a:t>
            </a:r>
            <a:r>
              <a:rPr lang="nl-NL" dirty="0" err="1"/>
              <a:t>instructions</a:t>
            </a:r>
            <a:r>
              <a:rPr lang="nl-NL" dirty="0"/>
              <a:t>!</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10</a:t>
            </a:fld>
            <a:endParaRPr lang="nl-NL"/>
          </a:p>
        </p:txBody>
      </p:sp>
      <p:sp>
        <p:nvSpPr>
          <p:cNvPr id="7" name="TextBox 6">
            <a:extLst>
              <a:ext uri="{FF2B5EF4-FFF2-40B4-BE49-F238E27FC236}">
                <a16:creationId xmlns:a16="http://schemas.microsoft.com/office/drawing/2014/main" id="{6B3B26F4-2C1F-5EAA-619C-1A15A2E58B61}"/>
              </a:ext>
            </a:extLst>
          </p:cNvPr>
          <p:cNvSpPr txBox="1"/>
          <p:nvPr/>
        </p:nvSpPr>
        <p:spPr>
          <a:xfrm>
            <a:off x="908938" y="5117730"/>
            <a:ext cx="6102220" cy="369332"/>
          </a:xfrm>
          <a:prstGeom prst="rect">
            <a:avLst/>
          </a:prstGeom>
          <a:noFill/>
        </p:spPr>
        <p:txBody>
          <a:bodyPr wrap="square">
            <a:spAutoFit/>
          </a:bodyPr>
          <a:lstStyle/>
          <a:p>
            <a:r>
              <a:rPr lang="en-US">
                <a:hlinkClick r:id="rId2"/>
              </a:rPr>
              <a:t>https://en.wikipedia.org/wiki/Instruction_set_architecture</a:t>
            </a:r>
            <a:r>
              <a:rPr lang="en-US"/>
              <a:t> </a:t>
            </a:r>
          </a:p>
        </p:txBody>
      </p:sp>
      <p:sp>
        <p:nvSpPr>
          <p:cNvPr id="9" name="TextBox 8">
            <a:extLst>
              <a:ext uri="{FF2B5EF4-FFF2-40B4-BE49-F238E27FC236}">
                <a16:creationId xmlns:a16="http://schemas.microsoft.com/office/drawing/2014/main" id="{B98B972D-B387-CEF7-C54A-83735123DF7E}"/>
              </a:ext>
            </a:extLst>
          </p:cNvPr>
          <p:cNvSpPr txBox="1"/>
          <p:nvPr/>
        </p:nvSpPr>
        <p:spPr>
          <a:xfrm>
            <a:off x="908938" y="5504789"/>
            <a:ext cx="6102220" cy="369332"/>
          </a:xfrm>
          <a:prstGeom prst="rect">
            <a:avLst/>
          </a:prstGeom>
          <a:noFill/>
        </p:spPr>
        <p:txBody>
          <a:bodyPr wrap="square">
            <a:spAutoFit/>
          </a:bodyPr>
          <a:lstStyle/>
          <a:p>
            <a:r>
              <a:rPr lang="en-US">
                <a:hlinkClick r:id="rId3"/>
              </a:rPr>
              <a:t>https://en.wikipedia.org/wiki/X86-64</a:t>
            </a:r>
            <a:r>
              <a:rPr lang="en-US"/>
              <a:t> </a:t>
            </a:r>
          </a:p>
        </p:txBody>
      </p:sp>
      <p:sp>
        <p:nvSpPr>
          <p:cNvPr id="11" name="TextBox 10">
            <a:extLst>
              <a:ext uri="{FF2B5EF4-FFF2-40B4-BE49-F238E27FC236}">
                <a16:creationId xmlns:a16="http://schemas.microsoft.com/office/drawing/2014/main" id="{1D2D2024-D56C-4BDC-0EBD-18FAE6A5F2F6}"/>
              </a:ext>
            </a:extLst>
          </p:cNvPr>
          <p:cNvSpPr txBox="1"/>
          <p:nvPr/>
        </p:nvSpPr>
        <p:spPr>
          <a:xfrm>
            <a:off x="908938" y="5874121"/>
            <a:ext cx="6102220" cy="369332"/>
          </a:xfrm>
          <a:prstGeom prst="rect">
            <a:avLst/>
          </a:prstGeom>
          <a:noFill/>
        </p:spPr>
        <p:txBody>
          <a:bodyPr wrap="square">
            <a:spAutoFit/>
          </a:bodyPr>
          <a:lstStyle/>
          <a:p>
            <a:r>
              <a:rPr lang="en-US">
                <a:hlinkClick r:id="rId4"/>
              </a:rPr>
              <a:t>https://en.wikipedia.org/wiki/AArch64</a:t>
            </a:r>
            <a:r>
              <a:rPr lang="en-US"/>
              <a:t> </a:t>
            </a:r>
          </a:p>
        </p:txBody>
      </p:sp>
    </p:spTree>
    <p:extLst>
      <p:ext uri="{BB962C8B-B14F-4D97-AF65-F5344CB8AC3E}">
        <p14:creationId xmlns:p14="http://schemas.microsoft.com/office/powerpoint/2010/main" val="201625869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Micro-architecture</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err="1"/>
              <a:t>All</a:t>
            </a:r>
            <a:r>
              <a:rPr lang="nl-NL" dirty="0"/>
              <a:t> </a:t>
            </a:r>
            <a:r>
              <a:rPr lang="nl-NL" dirty="0">
                <a:latin typeface="Courier New" panose="02070309020205020404" pitchFamily="49" charset="0"/>
                <a:cs typeface="Courier New" panose="02070309020205020404" pitchFamily="49" charset="0"/>
              </a:rPr>
              <a:t>X86_64</a:t>
            </a:r>
            <a:r>
              <a:rPr lang="nl-NL" dirty="0"/>
              <a:t> </a:t>
            </a:r>
            <a:r>
              <a:rPr lang="nl-NL" dirty="0" err="1"/>
              <a:t>CPUs</a:t>
            </a:r>
            <a:r>
              <a:rPr lang="nl-NL" dirty="0"/>
              <a:t> support </a:t>
            </a:r>
            <a:r>
              <a:rPr lang="nl-NL" dirty="0" err="1"/>
              <a:t>the</a:t>
            </a:r>
            <a:r>
              <a:rPr lang="nl-NL" dirty="0"/>
              <a:t> </a:t>
            </a:r>
            <a:r>
              <a:rPr lang="nl-NL" dirty="0" err="1"/>
              <a:t>same</a:t>
            </a:r>
            <a:r>
              <a:rPr lang="nl-NL" dirty="0"/>
              <a:t> </a:t>
            </a:r>
            <a:r>
              <a:rPr lang="nl-NL" i="1" dirty="0"/>
              <a:t>basic</a:t>
            </a:r>
            <a:r>
              <a:rPr lang="nl-NL" dirty="0"/>
              <a:t> </a:t>
            </a:r>
            <a:r>
              <a:rPr lang="nl-NL" dirty="0" err="1"/>
              <a:t>instructions</a:t>
            </a:r>
            <a:r>
              <a:rPr lang="nl-NL" dirty="0"/>
              <a:t>. But </a:t>
            </a:r>
            <a:r>
              <a:rPr lang="nl-NL" dirty="0" err="1"/>
              <a:t>they</a:t>
            </a:r>
            <a:r>
              <a:rPr lang="nl-NL" dirty="0"/>
              <a:t> support </a:t>
            </a:r>
            <a:r>
              <a:rPr lang="nl-NL" i="1" dirty="0"/>
              <a:t>different</a:t>
            </a:r>
            <a:r>
              <a:rPr lang="nl-NL" dirty="0"/>
              <a:t> </a:t>
            </a:r>
            <a:r>
              <a:rPr lang="nl-NL" dirty="0" err="1"/>
              <a:t>extensions</a:t>
            </a:r>
            <a:r>
              <a:rPr lang="nl-NL" dirty="0"/>
              <a:t> </a:t>
            </a:r>
            <a:r>
              <a:rPr lang="nl-NL" dirty="0" err="1"/>
              <a:t>to</a:t>
            </a:r>
            <a:r>
              <a:rPr lang="nl-NL" dirty="0"/>
              <a:t> </a:t>
            </a:r>
            <a:r>
              <a:rPr lang="nl-NL" dirty="0" err="1"/>
              <a:t>the</a:t>
            </a:r>
            <a:r>
              <a:rPr lang="nl-NL" dirty="0"/>
              <a:t> </a:t>
            </a:r>
            <a:r>
              <a:rPr lang="nl-NL" dirty="0" err="1"/>
              <a:t>instruction</a:t>
            </a:r>
            <a:r>
              <a:rPr lang="nl-NL" dirty="0"/>
              <a:t> set:</a:t>
            </a:r>
          </a:p>
          <a:p>
            <a:pPr>
              <a:buFont typeface="Arial" panose="020B0604020202020204" pitchFamily="34" charset="0"/>
              <a:buChar char="•"/>
            </a:pPr>
            <a:r>
              <a:rPr lang="nl-NL" dirty="0"/>
              <a:t>AMD Zen2: BMI, BMI2, CLWB, F16C, FMA, FSGSBASE, AVX, AVX2, ADCX, RDSEED, MWAITX, SHA, CLZERO, AES, PCLMUL, CX16, MOVBE, MMX, SSE, SSE2, SSE3, SSE4A, SSSE3, SSE4.1, SSE4.2, ABM, XSAVEC, XSAVES, CLFLUSHOPT, POPCNT, RDPID, WBNOINVD</a:t>
            </a:r>
          </a:p>
          <a:p>
            <a:pPr>
              <a:buFont typeface="Arial" panose="020B0604020202020204" pitchFamily="34" charset="0"/>
              <a:buChar char="•"/>
            </a:pPr>
            <a:r>
              <a:rPr lang="nl-NL" dirty="0" err="1"/>
              <a:t>Icelake</a:t>
            </a:r>
            <a:r>
              <a:rPr lang="nl-NL" dirty="0"/>
              <a:t>: MOVBE, MMX, SSE, SSE2, SSE3, SSSE3, SSE4.1, SSE4.2, POPCNT, CX16, SAHF, FXSR, AVX, XSAVE, PCLMUL, FSGSBASE, RDRND, F16C, AVX2, BMI, BMI2, LZCNT, FMA, MOVBE, HLE, RDSEED, ADCX, PREFETCHW, AES, CLFLUSHOPT, XSAVEC, XSAVES, SGX, AVX512F, AVX512VL, AVX512BW, AVX512DQ, AVX512CD, PKU, AVX512VBMI, AVX512IFMA, SHA, AVX512VNNI, GFNI, VAES, AVX512VBMI2 , VPCLMULQDQ, AVX512BITALG, RDPID, AVX512VPOPCNTDQ, PCONFIG, WBNOINVD </a:t>
            </a:r>
            <a:r>
              <a:rPr lang="nl-NL" dirty="0" err="1"/>
              <a:t>and</a:t>
            </a:r>
            <a:r>
              <a:rPr lang="nl-NL" dirty="0"/>
              <a:t> CLWB</a:t>
            </a:r>
          </a:p>
          <a:p>
            <a:pPr>
              <a:buFont typeface="Arial" panose="020B0604020202020204" pitchFamily="34" charset="0"/>
              <a:buChar char="•"/>
            </a:pPr>
            <a:r>
              <a:rPr lang="nl-NL" dirty="0" err="1"/>
              <a:t>Analogy</a:t>
            </a:r>
            <a:r>
              <a:rPr lang="nl-NL" dirty="0"/>
              <a:t>: Zen2 </a:t>
            </a:r>
            <a:r>
              <a:rPr lang="nl-NL" dirty="0" err="1"/>
              <a:t>CPUs</a:t>
            </a:r>
            <a:r>
              <a:rPr lang="nl-NL" dirty="0"/>
              <a:t> </a:t>
            </a:r>
            <a:r>
              <a:rPr lang="nl-NL" dirty="0" err="1"/>
              <a:t>speaks</a:t>
            </a:r>
            <a:r>
              <a:rPr lang="nl-NL" dirty="0"/>
              <a:t> </a:t>
            </a:r>
            <a:r>
              <a:rPr lang="nl-NL" dirty="0" err="1"/>
              <a:t>every-day</a:t>
            </a:r>
            <a:r>
              <a:rPr lang="nl-NL" dirty="0"/>
              <a:t> Dutch, </a:t>
            </a:r>
            <a:r>
              <a:rPr lang="nl-NL" dirty="0" err="1"/>
              <a:t>Icelake</a:t>
            </a:r>
            <a:r>
              <a:rPr lang="nl-NL" dirty="0"/>
              <a:t> </a:t>
            </a:r>
            <a:r>
              <a:rPr lang="nl-NL" dirty="0" err="1"/>
              <a:t>CPUs</a:t>
            </a:r>
            <a:r>
              <a:rPr lang="nl-NL" dirty="0"/>
              <a:t> Dutch </a:t>
            </a:r>
            <a:r>
              <a:rPr lang="nl-NL" dirty="0" err="1"/>
              <a:t>including</a:t>
            </a:r>
            <a:r>
              <a:rPr lang="nl-NL" dirty="0"/>
              <a:t> </a:t>
            </a:r>
            <a:r>
              <a:rPr lang="nl-NL" dirty="0" err="1"/>
              <a:t>legal</a:t>
            </a:r>
            <a:r>
              <a:rPr lang="nl-NL" dirty="0"/>
              <a:t> jargon. </a:t>
            </a:r>
            <a:r>
              <a:rPr lang="nl-NL" dirty="0" err="1"/>
              <a:t>They’ll</a:t>
            </a:r>
            <a:r>
              <a:rPr lang="nl-NL" dirty="0"/>
              <a:t> </a:t>
            </a:r>
            <a:r>
              <a:rPr lang="nl-NL" dirty="0" err="1"/>
              <a:t>understand</a:t>
            </a:r>
            <a:r>
              <a:rPr lang="nl-NL" dirty="0"/>
              <a:t> </a:t>
            </a:r>
            <a:r>
              <a:rPr lang="nl-NL" dirty="0" err="1"/>
              <a:t>eachother</a:t>
            </a:r>
            <a:r>
              <a:rPr lang="nl-NL" dirty="0"/>
              <a:t>, as long as no </a:t>
            </a:r>
            <a:r>
              <a:rPr lang="nl-NL" dirty="0" err="1"/>
              <a:t>legal-specific</a:t>
            </a:r>
            <a:r>
              <a:rPr lang="nl-NL" dirty="0"/>
              <a:t> </a:t>
            </a:r>
            <a:r>
              <a:rPr lang="nl-NL" dirty="0" err="1"/>
              <a:t>words</a:t>
            </a:r>
            <a:r>
              <a:rPr lang="nl-NL" dirty="0"/>
              <a:t> are </a:t>
            </a:r>
            <a:r>
              <a:rPr lang="nl-NL" dirty="0" err="1"/>
              <a:t>used</a:t>
            </a:r>
            <a:r>
              <a:rPr lang="nl-NL" dirty="0"/>
              <a:t>.</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11</a:t>
            </a:fld>
            <a:endParaRPr lang="nl-NL"/>
          </a:p>
        </p:txBody>
      </p:sp>
      <p:sp>
        <p:nvSpPr>
          <p:cNvPr id="7" name="TextBox 6">
            <a:extLst>
              <a:ext uri="{FF2B5EF4-FFF2-40B4-BE49-F238E27FC236}">
                <a16:creationId xmlns:a16="http://schemas.microsoft.com/office/drawing/2014/main" id="{3F891B85-CD3F-3D8B-E726-0DD7719C42A8}"/>
              </a:ext>
            </a:extLst>
          </p:cNvPr>
          <p:cNvSpPr txBox="1"/>
          <p:nvPr/>
        </p:nvSpPr>
        <p:spPr>
          <a:xfrm>
            <a:off x="908938" y="5869436"/>
            <a:ext cx="6102220" cy="369332"/>
          </a:xfrm>
          <a:prstGeom prst="rect">
            <a:avLst/>
          </a:prstGeom>
          <a:noFill/>
        </p:spPr>
        <p:txBody>
          <a:bodyPr wrap="square">
            <a:spAutoFit/>
          </a:bodyPr>
          <a:lstStyle/>
          <a:p>
            <a:r>
              <a:rPr lang="en-US">
                <a:hlinkClick r:id="rId2"/>
              </a:rPr>
              <a:t>https://en.wikichip.org/wiki/amd/microarchitectures/zen_2</a:t>
            </a:r>
            <a:r>
              <a:rPr lang="en-US"/>
              <a:t> </a:t>
            </a:r>
          </a:p>
        </p:txBody>
      </p:sp>
      <p:sp>
        <p:nvSpPr>
          <p:cNvPr id="9" name="TextBox 8">
            <a:extLst>
              <a:ext uri="{FF2B5EF4-FFF2-40B4-BE49-F238E27FC236}">
                <a16:creationId xmlns:a16="http://schemas.microsoft.com/office/drawing/2014/main" id="{34288EC9-9687-F702-41C7-4E91ACEEF2B6}"/>
              </a:ext>
            </a:extLst>
          </p:cNvPr>
          <p:cNvSpPr txBox="1"/>
          <p:nvPr/>
        </p:nvSpPr>
        <p:spPr>
          <a:xfrm>
            <a:off x="908938" y="6223638"/>
            <a:ext cx="6864152" cy="369332"/>
          </a:xfrm>
          <a:prstGeom prst="rect">
            <a:avLst/>
          </a:prstGeom>
          <a:noFill/>
        </p:spPr>
        <p:txBody>
          <a:bodyPr wrap="square">
            <a:spAutoFit/>
          </a:bodyPr>
          <a:lstStyle/>
          <a:p>
            <a:r>
              <a:rPr lang="en-US">
                <a:hlinkClick r:id="rId3"/>
              </a:rPr>
              <a:t>https://en.wikichip.org/wiki/intel/microarchitectures/ice_lake_(client)</a:t>
            </a:r>
            <a:r>
              <a:rPr lang="en-US"/>
              <a:t> </a:t>
            </a:r>
          </a:p>
        </p:txBody>
      </p:sp>
    </p:spTree>
    <p:extLst>
      <p:ext uri="{BB962C8B-B14F-4D97-AF65-F5344CB8AC3E}">
        <p14:creationId xmlns:p14="http://schemas.microsoft.com/office/powerpoint/2010/main" val="398660348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pPr marL="0" indent="0">
              <a:buNone/>
            </a:pPr>
            <a:r>
              <a:rPr lang="nl-NL"/>
              <a:t>Demo: </a:t>
            </a:r>
            <a:r>
              <a:rPr lang="nl-NL" err="1"/>
              <a:t>Compute</a:t>
            </a:r>
            <a:r>
              <a:rPr lang="nl-NL"/>
              <a:t> </a:t>
            </a:r>
            <a:r>
              <a:rPr lang="nl-NL" err="1"/>
              <a:t>the</a:t>
            </a:r>
            <a:r>
              <a:rPr lang="nl-NL"/>
              <a:t> square of a </a:t>
            </a:r>
            <a:r>
              <a:rPr lang="nl-NL" err="1"/>
              <a:t>number</a:t>
            </a:r>
            <a:r>
              <a:rPr lang="nl-NL"/>
              <a:t> in C</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979408"/>
          </a:xfrm>
        </p:spPr>
        <p:txBody>
          <a:bodyPr/>
          <a:lstStyle/>
          <a:p>
            <a:pPr marL="0" indent="0">
              <a:spcBef>
                <a:spcPts val="0"/>
              </a:spcBef>
              <a:spcAft>
                <a:spcPts val="0"/>
              </a:spcAft>
              <a:buNone/>
            </a:pPr>
            <a:r>
              <a:rPr lang="en-US" sz="1200">
                <a:latin typeface="Courier New" panose="02070309020205020404" pitchFamily="49" charset="0"/>
                <a:cs typeface="Courier New" panose="02070309020205020404" pitchFamily="49" charset="0"/>
              </a:rPr>
              <a:t>#square.c</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#include &lt;</a:t>
            </a:r>
            <a:r>
              <a:rPr lang="en-US" sz="1200" err="1">
                <a:latin typeface="Courier New" panose="02070309020205020404" pitchFamily="49" charset="0"/>
                <a:cs typeface="Courier New" panose="02070309020205020404" pitchFamily="49" charset="0"/>
              </a:rPr>
              <a:t>stdio.h</a:t>
            </a:r>
            <a:r>
              <a:rPr lang="en-US" sz="1200">
                <a:latin typeface="Courier New" panose="02070309020205020404" pitchFamily="49" charset="0"/>
                <a:cs typeface="Courier New" panose="02070309020205020404" pitchFamily="49" charset="0"/>
              </a:rPr>
              <a:t>&gt;</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double square(double a) {</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return a*a;</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int main() {</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double a, </a:t>
            </a:r>
            <a:r>
              <a:rPr lang="en-US" sz="1200" err="1">
                <a:latin typeface="Courier New" panose="02070309020205020404" pitchFamily="49" charset="0"/>
                <a:cs typeface="Courier New" panose="02070309020205020404" pitchFamily="49" charset="0"/>
              </a:rPr>
              <a:t>square_a</a:t>
            </a:r>
            <a:r>
              <a:rPr lang="en-US" sz="1200">
                <a:latin typeface="Courier New" panose="02070309020205020404" pitchFamily="49" charset="0"/>
                <a:cs typeface="Courier New" panose="02070309020205020404" pitchFamily="49" charset="0"/>
              </a:rPr>
              <a:t>;</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a:t>
            </a:r>
            <a:r>
              <a:rPr lang="en-US" sz="1200" err="1">
                <a:latin typeface="Courier New" panose="02070309020205020404" pitchFamily="49" charset="0"/>
                <a:cs typeface="Courier New" panose="02070309020205020404" pitchFamily="49" charset="0"/>
              </a:rPr>
              <a:t>printf</a:t>
            </a:r>
            <a:r>
              <a:rPr lang="en-US" sz="1200">
                <a:latin typeface="Courier New" panose="02070309020205020404" pitchFamily="49" charset="0"/>
                <a:cs typeface="Courier New" panose="02070309020205020404" pitchFamily="49" charset="0"/>
              </a:rPr>
              <a:t>("Enter one number: ");</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a:t>
            </a:r>
            <a:r>
              <a:rPr lang="en-US" sz="1200" err="1">
                <a:latin typeface="Courier New" panose="02070309020205020404" pitchFamily="49" charset="0"/>
                <a:cs typeface="Courier New" panose="02070309020205020404" pitchFamily="49" charset="0"/>
              </a:rPr>
              <a:t>scanf</a:t>
            </a:r>
            <a:r>
              <a:rPr lang="en-US" sz="1200">
                <a:latin typeface="Courier New" panose="02070309020205020404" pitchFamily="49" charset="0"/>
                <a:cs typeface="Courier New" panose="02070309020205020404" pitchFamily="49" charset="0"/>
              </a:rPr>
              <a:t>("%</a:t>
            </a:r>
            <a:r>
              <a:rPr lang="en-US" sz="1200" err="1">
                <a:latin typeface="Courier New" panose="02070309020205020404" pitchFamily="49" charset="0"/>
                <a:cs typeface="Courier New" panose="02070309020205020404" pitchFamily="49" charset="0"/>
              </a:rPr>
              <a:t>lf</a:t>
            </a:r>
            <a:r>
              <a:rPr lang="en-US" sz="1200">
                <a:latin typeface="Courier New" panose="02070309020205020404" pitchFamily="49" charset="0"/>
                <a:cs typeface="Courier New" panose="02070309020205020404" pitchFamily="49" charset="0"/>
              </a:rPr>
              <a:t>", &amp;a);</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 Calculating square</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a:t>
            </a:r>
            <a:r>
              <a:rPr lang="en-US" sz="1200" err="1">
                <a:latin typeface="Courier New" panose="02070309020205020404" pitchFamily="49" charset="0"/>
                <a:cs typeface="Courier New" panose="02070309020205020404" pitchFamily="49" charset="0"/>
              </a:rPr>
              <a:t>square_a</a:t>
            </a:r>
            <a:r>
              <a:rPr lang="en-US" sz="1200">
                <a:latin typeface="Courier New" panose="02070309020205020404" pitchFamily="49" charset="0"/>
                <a:cs typeface="Courier New" panose="02070309020205020404" pitchFamily="49" charset="0"/>
              </a:rPr>
              <a:t> = square(a);</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 %.2lf displays number up to 2 decimal point</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a:t>
            </a:r>
            <a:r>
              <a:rPr lang="en-US" sz="1200" err="1">
                <a:latin typeface="Courier New" panose="02070309020205020404" pitchFamily="49" charset="0"/>
                <a:cs typeface="Courier New" panose="02070309020205020404" pitchFamily="49" charset="0"/>
              </a:rPr>
              <a:t>printf</a:t>
            </a:r>
            <a:r>
              <a:rPr lang="en-US" sz="1200">
                <a:latin typeface="Courier New" panose="02070309020205020404" pitchFamily="49" charset="0"/>
                <a:cs typeface="Courier New" panose="02070309020205020404" pitchFamily="49" charset="0"/>
              </a:rPr>
              <a:t>("Square = %.2lf\n", </a:t>
            </a:r>
            <a:r>
              <a:rPr lang="en-US" sz="1200" err="1">
                <a:latin typeface="Courier New" panose="02070309020205020404" pitchFamily="49" charset="0"/>
                <a:cs typeface="Courier New" panose="02070309020205020404" pitchFamily="49" charset="0"/>
              </a:rPr>
              <a:t>square_a</a:t>
            </a:r>
            <a:r>
              <a:rPr lang="en-US" sz="120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US" sz="1200">
                <a:latin typeface="Courier New" panose="02070309020205020404" pitchFamily="49" charset="0"/>
                <a:cs typeface="Courier New" panose="02070309020205020404" pitchFamily="49" charset="0"/>
              </a:rPr>
              <a:t>}</a:t>
            </a:r>
          </a:p>
          <a:p>
            <a:pPr marL="0" indent="0">
              <a:spcBef>
                <a:spcPts val="0"/>
              </a:spcBef>
              <a:spcAft>
                <a:spcPts val="0"/>
              </a:spcAft>
              <a:buNone/>
            </a:pPr>
            <a:endParaRPr lang="nl-NL" sz="120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200">
                <a:latin typeface="Courier New" panose="02070309020205020404" pitchFamily="49" charset="0"/>
                <a:cs typeface="Courier New" panose="02070309020205020404" pitchFamily="49" charset="0"/>
              </a:rPr>
              <a:t>gcc –o square_binary square.c</a:t>
            </a:r>
          </a:p>
          <a:p>
            <a:pPr marL="0" indent="0">
              <a:spcBef>
                <a:spcPts val="0"/>
              </a:spcBef>
              <a:spcAft>
                <a:spcPts val="0"/>
              </a:spcAft>
              <a:buNone/>
            </a:pPr>
            <a:r>
              <a:rPr lang="nl-NL" sz="1200">
                <a:latin typeface="Courier New" panose="02070309020205020404" pitchFamily="49" charset="0"/>
                <a:cs typeface="Courier New" panose="02070309020205020404" pitchFamily="49" charset="0"/>
              </a:rPr>
              <a:t>chmod u+x square_binary</a:t>
            </a:r>
          </a:p>
          <a:p>
            <a:pPr marL="0" indent="0">
              <a:spcBef>
                <a:spcPts val="0"/>
              </a:spcBef>
              <a:spcAft>
                <a:spcPts val="0"/>
              </a:spcAft>
              <a:buNone/>
            </a:pPr>
            <a:r>
              <a:rPr lang="nl-NL" sz="1200">
                <a:latin typeface="Courier New" panose="02070309020205020404" pitchFamily="49" charset="0"/>
                <a:cs typeface="Courier New" panose="02070309020205020404" pitchFamily="49" charset="0"/>
              </a:rPr>
              <a:t>./square_binary</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12</a:t>
            </a:fld>
            <a:endParaRPr lang="nl-NL"/>
          </a:p>
        </p:txBody>
      </p:sp>
    </p:spTree>
    <p:extLst>
      <p:ext uri="{BB962C8B-B14F-4D97-AF65-F5344CB8AC3E}">
        <p14:creationId xmlns:p14="http://schemas.microsoft.com/office/powerpoint/2010/main" val="103556399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Optimizing </a:t>
            </a:r>
            <a:r>
              <a:rPr lang="nl-NL" err="1"/>
              <a:t>for</a:t>
            </a:r>
            <a:r>
              <a:rPr lang="nl-NL"/>
              <a:t> micro-</a:t>
            </a:r>
            <a:r>
              <a:rPr lang="nl-NL" err="1"/>
              <a:t>architecture</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en-US" dirty="0"/>
              <a:t>We can ask the compiler to optimize for a certain </a:t>
            </a:r>
            <a:r>
              <a:rPr lang="en-US" i="1" dirty="0"/>
              <a:t>micro-architecture</a:t>
            </a:r>
            <a:r>
              <a:rPr lang="en-US" dirty="0"/>
              <a:t>:</a:t>
            </a:r>
            <a:endParaRPr lang="en-US" sz="1200" dirty="0">
              <a:latin typeface="Courier New" panose="02070309020205020404" pitchFamily="49" charset="0"/>
              <a:cs typeface="Courier New" panose="02070309020205020404" pitchFamily="49" charset="0"/>
            </a:endParaRPr>
          </a:p>
          <a:p>
            <a:pPr marL="0" indent="0">
              <a:buNone/>
            </a:pPr>
            <a:r>
              <a:rPr lang="en-US" sz="1600" dirty="0" err="1">
                <a:latin typeface="Courier New" panose="02070309020205020404" pitchFamily="49" charset="0"/>
                <a:cs typeface="Courier New" panose="02070309020205020404" pitchFamily="49" charset="0"/>
              </a:rPr>
              <a:t>gcc</a:t>
            </a:r>
            <a:r>
              <a:rPr lang="en-US" sz="1600" dirty="0">
                <a:latin typeface="Courier New" panose="02070309020205020404" pitchFamily="49" charset="0"/>
                <a:cs typeface="Courier New" panose="02070309020205020404" pitchFamily="49" charset="0"/>
              </a:rPr>
              <a:t> -march=</a:t>
            </a:r>
            <a:r>
              <a:rPr lang="en-US" sz="1600" dirty="0" err="1">
                <a:latin typeface="Courier New" panose="02070309020205020404" pitchFamily="49" charset="0"/>
                <a:cs typeface="Courier New" panose="02070309020205020404" pitchFamily="49" charset="0"/>
              </a:rPr>
              <a:t>icelake</a:t>
            </a:r>
            <a:r>
              <a:rPr lang="en-US" sz="1600" dirty="0">
                <a:latin typeface="Courier New" panose="02070309020205020404" pitchFamily="49" charset="0"/>
                <a:cs typeface="Courier New" panose="02070309020205020404" pitchFamily="49" charset="0"/>
              </a:rPr>
              <a:t>-server -o </a:t>
            </a:r>
            <a:r>
              <a:rPr lang="en-US" sz="1600" dirty="0" err="1">
                <a:latin typeface="Courier New" panose="02070309020205020404" pitchFamily="49" charset="0"/>
                <a:cs typeface="Courier New" panose="02070309020205020404" pitchFamily="49" charset="0"/>
              </a:rPr>
              <a:t>square_binary</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square.c</a:t>
            </a:r>
            <a:endParaRPr lang="en-US" sz="1600" dirty="0">
              <a:latin typeface="Courier New" panose="02070309020205020404" pitchFamily="49" charset="0"/>
              <a:cs typeface="Courier New" panose="02070309020205020404" pitchFamily="49" charset="0"/>
            </a:endParaRPr>
          </a:p>
          <a:p>
            <a:pPr marL="0" indent="0">
              <a:buNone/>
            </a:pPr>
            <a:r>
              <a:rPr lang="en-US" sz="1800" dirty="0">
                <a:latin typeface="+mj-lt"/>
                <a:cs typeface="Courier New" panose="02070309020205020404" pitchFamily="49" charset="0"/>
              </a:rPr>
              <a:t>When translating the source code to machine code, the compiler </a:t>
            </a:r>
            <a:r>
              <a:rPr lang="en-US" sz="1800" i="1" dirty="0">
                <a:latin typeface="+mj-lt"/>
                <a:cs typeface="Courier New" panose="02070309020205020404" pitchFamily="49" charset="0"/>
              </a:rPr>
              <a:t>may</a:t>
            </a:r>
            <a:r>
              <a:rPr lang="en-US" sz="1800" dirty="0">
                <a:latin typeface="+mj-lt"/>
                <a:cs typeface="Courier New" panose="02070309020205020404" pitchFamily="49" charset="0"/>
              </a:rPr>
              <a:t> use instructions that are only supported on AMD-Zen2 chips.</a:t>
            </a:r>
          </a:p>
          <a:p>
            <a:pPr marL="0" indent="0">
              <a:buNone/>
            </a:pP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square_binary</a:t>
            </a:r>
            <a:endParaRPr lang="en-US" sz="1800" dirty="0">
              <a:latin typeface="Courier New" panose="02070309020205020404" pitchFamily="49" charset="0"/>
              <a:cs typeface="Courier New" panose="02070309020205020404" pitchFamily="49" charset="0"/>
            </a:endParaRPr>
          </a:p>
          <a:p>
            <a:pPr marL="0" indent="0">
              <a:buNone/>
            </a:pPr>
            <a:r>
              <a:rPr lang="en-US" sz="1800" dirty="0">
                <a:latin typeface="+mj-lt"/>
                <a:cs typeface="Courier New" panose="02070309020205020404" pitchFamily="49" charset="0"/>
              </a:rPr>
              <a:t>Still works. Why? No </a:t>
            </a:r>
            <a:r>
              <a:rPr lang="en-US" sz="1800" dirty="0" err="1">
                <a:latin typeface="+mj-lt"/>
                <a:cs typeface="Courier New" panose="02070309020205020404" pitchFamily="49" charset="0"/>
              </a:rPr>
              <a:t>icelake</a:t>
            </a:r>
            <a:r>
              <a:rPr lang="en-US" sz="1800" dirty="0">
                <a:latin typeface="+mj-lt"/>
                <a:cs typeface="Courier New" panose="02070309020205020404" pitchFamily="49" charset="0"/>
              </a:rPr>
              <a:t>-specific instructions (i.e. no “legal jargon”) was used!</a:t>
            </a:r>
            <a:endParaRPr lang="en-US" sz="1600" dirty="0">
              <a:latin typeface="+mj-lt"/>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13</a:t>
            </a:fld>
            <a:endParaRPr lang="nl-NL"/>
          </a:p>
        </p:txBody>
      </p:sp>
    </p:spTree>
    <p:extLst>
      <p:ext uri="{BB962C8B-B14F-4D97-AF65-F5344CB8AC3E}">
        <p14:creationId xmlns:p14="http://schemas.microsoft.com/office/powerpoint/2010/main" val="138520846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Optimizing </a:t>
            </a:r>
            <a:r>
              <a:rPr lang="nl-NL" err="1"/>
              <a:t>for</a:t>
            </a:r>
            <a:r>
              <a:rPr lang="nl-NL"/>
              <a:t> micro-</a:t>
            </a:r>
            <a:r>
              <a:rPr lang="nl-NL" err="1"/>
              <a:t>architecture</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en-US" sz="1800">
                <a:latin typeface="+mj-lt"/>
                <a:cs typeface="Courier New" panose="02070309020205020404" pitchFamily="49" charset="0"/>
              </a:rPr>
              <a:t>What if I take a vector addition example?*</a:t>
            </a:r>
          </a:p>
          <a:p>
            <a:pPr marL="0" indent="0">
              <a:buNone/>
            </a:pPr>
            <a:r>
              <a:rPr lang="en-US" sz="1600" err="1">
                <a:latin typeface="Courier New" panose="02070309020205020404" pitchFamily="49" charset="0"/>
                <a:cs typeface="Courier New" panose="02070309020205020404" pitchFamily="49" charset="0"/>
              </a:rPr>
              <a:t>gcc</a:t>
            </a:r>
            <a:r>
              <a:rPr lang="en-US" sz="1600">
                <a:latin typeface="Courier New" panose="02070309020205020404" pitchFamily="49" charset="0"/>
                <a:cs typeface="Courier New" panose="02070309020205020404" pitchFamily="49" charset="0"/>
              </a:rPr>
              <a:t> -march=</a:t>
            </a:r>
            <a:r>
              <a:rPr lang="en-US" sz="1600" err="1">
                <a:latin typeface="Courier New" panose="02070309020205020404" pitchFamily="49" charset="0"/>
                <a:cs typeface="Courier New" panose="02070309020205020404" pitchFamily="49" charset="0"/>
              </a:rPr>
              <a:t>icelake</a:t>
            </a:r>
            <a:r>
              <a:rPr lang="en-US" sz="1600">
                <a:latin typeface="Courier New" panose="02070309020205020404" pitchFamily="49" charset="0"/>
                <a:cs typeface="Courier New" panose="02070309020205020404" pitchFamily="49" charset="0"/>
              </a:rPr>
              <a:t>-server -</a:t>
            </a:r>
            <a:r>
              <a:rPr lang="en-US" sz="1600" err="1">
                <a:latin typeface="Courier New" panose="02070309020205020404" pitchFamily="49" charset="0"/>
                <a:cs typeface="Courier New" panose="02070309020205020404" pitchFamily="49" charset="0"/>
              </a:rPr>
              <a:t>mprefer</a:t>
            </a:r>
            <a:r>
              <a:rPr lang="en-US" sz="1600">
                <a:latin typeface="Courier New" panose="02070309020205020404" pitchFamily="49" charset="0"/>
                <a:cs typeface="Courier New" panose="02070309020205020404" pitchFamily="49" charset="0"/>
              </a:rPr>
              <a:t>-vector-width=512 -O3 -o </a:t>
            </a:r>
            <a:r>
              <a:rPr lang="en-US" sz="1600" err="1">
                <a:latin typeface="Courier New" panose="02070309020205020404" pitchFamily="49" charset="0"/>
                <a:cs typeface="Courier New" panose="02070309020205020404" pitchFamily="49" charset="0"/>
              </a:rPr>
              <a:t>vectadd</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vectadd.c</a:t>
            </a:r>
            <a:endParaRPr lang="en-US" sz="1600">
              <a:latin typeface="Courier New" panose="02070309020205020404" pitchFamily="49" charset="0"/>
              <a:cs typeface="Courier New" panose="02070309020205020404" pitchFamily="49" charset="0"/>
            </a:endParaRPr>
          </a:p>
          <a:p>
            <a:pPr marL="0" indent="0">
              <a:buNone/>
            </a:pP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vectadd</a:t>
            </a:r>
            <a:endParaRPr lang="en-US" sz="16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Illegal instruction</a:t>
            </a:r>
          </a:p>
          <a:p>
            <a:pPr marL="0" indent="0">
              <a:buNone/>
            </a:pPr>
            <a:r>
              <a:rPr lang="en-US" sz="1800">
                <a:latin typeface="+mj-lt"/>
                <a:cs typeface="Courier New" panose="02070309020205020404" pitchFamily="49" charset="0"/>
              </a:rPr>
              <a:t>This makes sense: </a:t>
            </a:r>
            <a:r>
              <a:rPr lang="en-US" sz="1800" err="1">
                <a:latin typeface="+mj-lt"/>
                <a:cs typeface="Courier New" panose="02070309020205020404" pitchFamily="49" charset="0"/>
              </a:rPr>
              <a:t>icelake</a:t>
            </a:r>
            <a:r>
              <a:rPr lang="en-US" sz="1800">
                <a:latin typeface="+mj-lt"/>
                <a:cs typeface="Courier New" panose="02070309020205020404" pitchFamily="49" charset="0"/>
              </a:rPr>
              <a:t>-server supports the AVX512 extension, thus, the compiler decided to generate AVX512 instructions. However, the CPU I’m running on (AMD Zen2) does not support these.</a:t>
            </a:r>
          </a:p>
          <a:p>
            <a:pPr marL="0" indent="0">
              <a:buNone/>
            </a:pPr>
            <a:r>
              <a:rPr lang="en-US" sz="1800">
                <a:latin typeface="+mj-lt"/>
                <a:cs typeface="Courier New" panose="02070309020205020404" pitchFamily="49" charset="0"/>
              </a:rPr>
              <a:t>Analogy: “Legal jargon” was used, and the common Dutch person (AMD Zen2 CPU) now fails to understand the instructions</a:t>
            </a:r>
            <a:endParaRPr lang="en-US" sz="1600">
              <a:latin typeface="+mj-lt"/>
              <a:cs typeface="Courier New" panose="02070309020205020404" pitchFamily="49" charset="0"/>
            </a:endParaRPr>
          </a:p>
          <a:p>
            <a:pPr marL="0" indent="0">
              <a:buNone/>
            </a:pPr>
            <a:endParaRPr lang="en-US" sz="1600">
              <a:latin typeface="+mj-lt"/>
              <a:cs typeface="Courier New" panose="02070309020205020404" pitchFamily="49" charset="0"/>
            </a:endParaRPr>
          </a:p>
          <a:p>
            <a:pPr marL="0" indent="0">
              <a:buNone/>
            </a:pPr>
            <a:r>
              <a:rPr lang="en-US" sz="1600">
                <a:latin typeface="+mj-lt"/>
                <a:cs typeface="Courier New" panose="02070309020205020404" pitchFamily="49" charset="0"/>
              </a:rPr>
              <a:t>*I cheat a little bit here by specifying </a:t>
            </a:r>
            <a:r>
              <a:rPr lang="en-US" sz="1600" err="1">
                <a:latin typeface="Courier New" panose="02070309020205020404" pitchFamily="49" charset="0"/>
                <a:cs typeface="Courier New" panose="02070309020205020404" pitchFamily="49" charset="0"/>
              </a:rPr>
              <a:t>mprefer</a:t>
            </a:r>
            <a:r>
              <a:rPr lang="en-US" sz="1600">
                <a:latin typeface="Courier New" panose="02070309020205020404" pitchFamily="49" charset="0"/>
                <a:cs typeface="Courier New" panose="02070309020205020404" pitchFamily="49" charset="0"/>
              </a:rPr>
              <a:t>-vector-width</a:t>
            </a:r>
            <a:r>
              <a:rPr lang="en-US" sz="1600">
                <a:latin typeface="+mj-lt"/>
                <a:cs typeface="Courier New" panose="02070309020205020404" pitchFamily="49" charset="0"/>
              </a:rPr>
              <a:t> to convince the compiler that I prefer 512-bit vector operations, if possible. Leaving it to the compiler, it will decide 256-bit vector operations are faster for my dummy code – and those are also support on my AMD Zen2.</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14</a:t>
            </a:fld>
            <a:endParaRPr lang="nl-NL"/>
          </a:p>
        </p:txBody>
      </p:sp>
    </p:spTree>
    <p:extLst>
      <p:ext uri="{BB962C8B-B14F-4D97-AF65-F5344CB8AC3E}">
        <p14:creationId xmlns:p14="http://schemas.microsoft.com/office/powerpoint/2010/main" val="237545193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err="1"/>
              <a:t>What</a:t>
            </a:r>
            <a:r>
              <a:rPr lang="nl-NL"/>
              <a:t> is a </a:t>
            </a:r>
            <a:r>
              <a:rPr lang="nl-NL" err="1"/>
              <a:t>library</a:t>
            </a:r>
            <a:r>
              <a:rPr lang="nl-NL"/>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a:t>A </a:t>
            </a:r>
            <a:r>
              <a:rPr lang="nl-NL" err="1"/>
              <a:t>library</a:t>
            </a:r>
            <a:r>
              <a:rPr lang="nl-NL"/>
              <a:t> is a </a:t>
            </a:r>
            <a:r>
              <a:rPr lang="nl-NL" err="1"/>
              <a:t>reusable</a:t>
            </a:r>
            <a:r>
              <a:rPr lang="nl-NL"/>
              <a:t> set of </a:t>
            </a:r>
            <a:r>
              <a:rPr lang="nl-NL" err="1"/>
              <a:t>functions</a:t>
            </a:r>
            <a:r>
              <a:rPr lang="nl-NL"/>
              <a:t>. Demo: we </a:t>
            </a:r>
            <a:r>
              <a:rPr lang="nl-NL" err="1"/>
              <a:t>can</a:t>
            </a:r>
            <a:r>
              <a:rPr lang="nl-NL"/>
              <a:t> put </a:t>
            </a:r>
            <a:r>
              <a:rPr lang="nl-NL" err="1"/>
              <a:t>our</a:t>
            </a:r>
            <a:r>
              <a:rPr lang="nl-NL"/>
              <a:t> ‘square’ </a:t>
            </a:r>
            <a:r>
              <a:rPr lang="nl-NL" err="1"/>
              <a:t>function</a:t>
            </a:r>
            <a:r>
              <a:rPr lang="nl-NL"/>
              <a:t> in a </a:t>
            </a:r>
            <a:r>
              <a:rPr lang="nl-NL" err="1"/>
              <a:t>library</a:t>
            </a:r>
            <a:endParaRPr lang="nl-NL"/>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600">
                <a:latin typeface="Courier New" panose="02070309020205020404" pitchFamily="49" charset="0"/>
                <a:cs typeface="Courier New" panose="02070309020205020404" pitchFamily="49" charset="0"/>
              </a:rPr>
              <a:t>#square_function.c</a:t>
            </a:r>
          </a:p>
          <a:p>
            <a:pPr marL="0" indent="0">
              <a:spcBef>
                <a:spcPts val="0"/>
              </a:spcBef>
              <a:spcAft>
                <a:spcPts val="0"/>
              </a:spcAft>
              <a:buNone/>
            </a:pPr>
            <a:endParaRPr lang="en-US" sz="16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600">
                <a:latin typeface="Courier New" panose="02070309020205020404" pitchFamily="49" charset="0"/>
                <a:cs typeface="Courier New" panose="02070309020205020404" pitchFamily="49" charset="0"/>
              </a:rPr>
              <a:t>double square(double a) {</a:t>
            </a:r>
          </a:p>
          <a:p>
            <a:pPr marL="0" indent="0">
              <a:spcBef>
                <a:spcPts val="0"/>
              </a:spcBef>
              <a:spcAft>
                <a:spcPts val="0"/>
              </a:spcAft>
              <a:buNone/>
            </a:pPr>
            <a:r>
              <a:rPr lang="en-US" sz="1600">
                <a:latin typeface="Courier New" panose="02070309020205020404" pitchFamily="49" charset="0"/>
                <a:cs typeface="Courier New" panose="02070309020205020404" pitchFamily="49" charset="0"/>
              </a:rPr>
              <a:t>    return a*a;</a:t>
            </a:r>
          </a:p>
          <a:p>
            <a:pPr marL="0" indent="0">
              <a:spcBef>
                <a:spcPts val="0"/>
              </a:spcBef>
              <a:spcAft>
                <a:spcPts val="0"/>
              </a:spcAft>
              <a:buNone/>
            </a:pPr>
            <a:r>
              <a:rPr lang="en-US" sz="160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800">
                <a:latin typeface="+mj-lt"/>
                <a:cs typeface="Courier New" panose="02070309020205020404" pitchFamily="49" charset="0"/>
              </a:rPr>
              <a:t>We build the shared library:</a:t>
            </a:r>
          </a:p>
          <a:p>
            <a:pPr marL="0" indent="0">
              <a:spcBef>
                <a:spcPts val="0"/>
              </a:spcBef>
              <a:spcAft>
                <a:spcPts val="0"/>
              </a:spcAft>
              <a:buNone/>
            </a:pPr>
            <a:endParaRPr lang="en-US" sz="1800">
              <a:latin typeface="+mj-lt"/>
              <a:cs typeface="Courier New" panose="02070309020205020404" pitchFamily="49" charset="0"/>
            </a:endParaRPr>
          </a:p>
          <a:p>
            <a:pPr marL="0" indent="0">
              <a:spcBef>
                <a:spcPts val="0"/>
              </a:spcBef>
              <a:spcAft>
                <a:spcPts val="0"/>
              </a:spcAft>
              <a:buNone/>
            </a:pPr>
            <a:r>
              <a:rPr lang="en-US" sz="1600" err="1">
                <a:latin typeface="Courier New" panose="02070309020205020404" pitchFamily="49" charset="0"/>
                <a:cs typeface="Courier New" panose="02070309020205020404" pitchFamily="49" charset="0"/>
              </a:rPr>
              <a:t>gcc</a:t>
            </a:r>
            <a:r>
              <a:rPr lang="en-US" sz="1600">
                <a:latin typeface="Courier New" panose="02070309020205020404" pitchFamily="49" charset="0"/>
                <a:cs typeface="Courier New" panose="02070309020205020404" pitchFamily="49" charset="0"/>
              </a:rPr>
              <a:t> -shared </a:t>
            </a:r>
            <a:r>
              <a:rPr lang="en-US" sz="1600" err="1">
                <a:latin typeface="Courier New" panose="02070309020205020404" pitchFamily="49" charset="0"/>
                <a:cs typeface="Courier New" panose="02070309020205020404" pitchFamily="49" charset="0"/>
              </a:rPr>
              <a:t>square_function.c</a:t>
            </a:r>
            <a:r>
              <a:rPr lang="en-US" sz="1600">
                <a:latin typeface="Courier New" panose="02070309020205020404" pitchFamily="49" charset="0"/>
                <a:cs typeface="Courier New" panose="02070309020205020404" pitchFamily="49" charset="0"/>
              </a:rPr>
              <a:t> -o libsquare.so</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800">
                <a:latin typeface="+mj-lt"/>
                <a:cs typeface="Courier New" panose="02070309020205020404" pitchFamily="49" charset="0"/>
              </a:rPr>
              <a:t>Then, we build the binary and </a:t>
            </a:r>
            <a:r>
              <a:rPr lang="en-US" sz="1800" b="1">
                <a:latin typeface="+mj-lt"/>
                <a:cs typeface="Courier New" panose="02070309020205020404" pitchFamily="49" charset="0"/>
              </a:rPr>
              <a:t>link</a:t>
            </a:r>
            <a:r>
              <a:rPr lang="en-US" sz="1800">
                <a:latin typeface="+mj-lt"/>
                <a:cs typeface="Courier New" panose="02070309020205020404" pitchFamily="49" charset="0"/>
              </a:rPr>
              <a:t> against our “square” library</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600" err="1">
                <a:latin typeface="Courier New" panose="02070309020205020404" pitchFamily="49" charset="0"/>
                <a:cs typeface="Courier New" panose="02070309020205020404" pitchFamily="49" charset="0"/>
              </a:rPr>
              <a:t>gcc</a:t>
            </a:r>
            <a:r>
              <a:rPr lang="nl-NL" sz="1600">
                <a:latin typeface="Courier New" panose="02070309020205020404" pitchFamily="49" charset="0"/>
                <a:cs typeface="Courier New" panose="02070309020205020404" pitchFamily="49" charset="0"/>
              </a:rPr>
              <a:t> -o </a:t>
            </a:r>
            <a:r>
              <a:rPr lang="nl-NL" sz="1600" err="1">
                <a:latin typeface="Courier New" panose="02070309020205020404" pitchFamily="49" charset="0"/>
                <a:cs typeface="Courier New" panose="02070309020205020404" pitchFamily="49" charset="0"/>
              </a:rPr>
              <a:t>square_program</a:t>
            </a:r>
            <a:r>
              <a:rPr lang="nl-NL" sz="1600">
                <a:latin typeface="Courier New" panose="02070309020205020404" pitchFamily="49" charset="0"/>
                <a:cs typeface="Courier New" panose="02070309020205020404" pitchFamily="49" charset="0"/>
              </a:rPr>
              <a:t> </a:t>
            </a:r>
            <a:r>
              <a:rPr lang="nl-NL" sz="1600" err="1">
                <a:latin typeface="Courier New" panose="02070309020205020404" pitchFamily="49" charset="0"/>
                <a:cs typeface="Courier New" panose="02070309020205020404" pitchFamily="49" charset="0"/>
              </a:rPr>
              <a:t>square_program.c</a:t>
            </a:r>
            <a:r>
              <a:rPr lang="nl-NL" sz="1600">
                <a:latin typeface="Courier New" panose="02070309020205020404" pitchFamily="49" charset="0"/>
                <a:cs typeface="Courier New" panose="02070309020205020404" pitchFamily="49" charset="0"/>
              </a:rPr>
              <a:t> -</a:t>
            </a:r>
            <a:r>
              <a:rPr lang="nl-NL" sz="1600" err="1">
                <a:latin typeface="Courier New" panose="02070309020205020404" pitchFamily="49" charset="0"/>
                <a:cs typeface="Courier New" panose="02070309020205020404" pitchFamily="49" charset="0"/>
              </a:rPr>
              <a:t>lsquare</a:t>
            </a:r>
            <a:r>
              <a:rPr lang="nl-NL" sz="1600">
                <a:latin typeface="Courier New" panose="02070309020205020404" pitchFamily="49" charset="0"/>
                <a:cs typeface="Courier New" panose="02070309020205020404" pitchFamily="49" charset="0"/>
              </a:rPr>
              <a:t> -L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15</a:t>
            </a:fld>
            <a:endParaRPr lang="nl-NL"/>
          </a:p>
        </p:txBody>
      </p:sp>
    </p:spTree>
    <p:extLst>
      <p:ext uri="{BB962C8B-B14F-4D97-AF65-F5344CB8AC3E}">
        <p14:creationId xmlns:p14="http://schemas.microsoft.com/office/powerpoint/2010/main" val="112350249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err="1"/>
              <a:t>What</a:t>
            </a:r>
            <a:r>
              <a:rPr lang="nl-NL"/>
              <a:t> is a </a:t>
            </a:r>
            <a:r>
              <a:rPr lang="nl-NL" err="1"/>
              <a:t>dependency</a:t>
            </a:r>
            <a:r>
              <a:rPr lang="nl-NL"/>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ldd</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square_program</a:t>
            </a:r>
            <a:endParaRPr lang="en-US" sz="1600">
              <a:latin typeface="Courier New" panose="02070309020205020404" pitchFamily="49" charset="0"/>
              <a:cs typeface="Courier New" panose="02070309020205020404" pitchFamily="49" charset="0"/>
            </a:endParaRPr>
          </a:p>
          <a:p>
            <a:pPr marL="0" indent="0">
              <a:spcBef>
                <a:spcPts val="0"/>
              </a:spcBef>
              <a:buNone/>
            </a:pPr>
            <a:r>
              <a:rPr lang="en-US" sz="1600">
                <a:latin typeface="Courier New" panose="02070309020205020404" pitchFamily="49" charset="0"/>
                <a:cs typeface="Courier New" panose="02070309020205020404" pitchFamily="49" charset="0"/>
              </a:rPr>
              <a:t>        linux-vdso.so.1 (0x000014f4faeb7000)</a:t>
            </a:r>
          </a:p>
          <a:p>
            <a:pPr marL="0" indent="0">
              <a:spcBef>
                <a:spcPts val="0"/>
              </a:spcBef>
              <a:buNone/>
            </a:pPr>
            <a:r>
              <a:rPr lang="en-US" sz="1600">
                <a:latin typeface="Courier New" panose="02070309020205020404" pitchFamily="49" charset="0"/>
                <a:cs typeface="Courier New" panose="02070309020205020404" pitchFamily="49" charset="0"/>
              </a:rPr>
              <a:t>        libsquare.so =&gt; not found</a:t>
            </a:r>
          </a:p>
          <a:p>
            <a:pPr marL="0" indent="0">
              <a:spcBef>
                <a:spcPts val="0"/>
              </a:spcBef>
              <a:buNone/>
            </a:pPr>
            <a:r>
              <a:rPr lang="en-US" sz="1600">
                <a:latin typeface="Courier New" panose="02070309020205020404" pitchFamily="49" charset="0"/>
                <a:cs typeface="Courier New" panose="02070309020205020404" pitchFamily="49" charset="0"/>
              </a:rPr>
              <a:t>        libc.so.6 =&gt; /lib64/libc.so.6 (0x000014f4fa8c6000)</a:t>
            </a:r>
          </a:p>
          <a:p>
            <a:pPr marL="0" indent="0">
              <a:spcBef>
                <a:spcPts val="0"/>
              </a:spcBef>
              <a:buNone/>
            </a:pPr>
            <a:r>
              <a:rPr lang="en-US" sz="1600">
                <a:latin typeface="Courier New" panose="02070309020205020404" pitchFamily="49" charset="0"/>
                <a:cs typeface="Courier New" panose="02070309020205020404" pitchFamily="49" charset="0"/>
              </a:rPr>
              <a:t>        /lib64/ld-linux-x86-64.so.2 (0x000014f4fac8c000)</a:t>
            </a:r>
          </a:p>
          <a:p>
            <a:pPr marL="0" indent="0">
              <a:spcBef>
                <a:spcPts val="0"/>
              </a:spcBef>
              <a:buNone/>
            </a:pPr>
            <a:r>
              <a:rPr lang="nl-NL" sz="1600">
                <a:latin typeface="+mj-lt"/>
                <a:cs typeface="Courier New" panose="02070309020205020404" pitchFamily="49" charset="0"/>
              </a:rPr>
              <a:t>As you can see, </a:t>
            </a:r>
            <a:r>
              <a:rPr lang="nl-NL" sz="1600">
                <a:latin typeface="Courier New" panose="02070309020205020404" pitchFamily="49" charset="0"/>
                <a:cs typeface="Courier New" panose="02070309020205020404" pitchFamily="49" charset="0"/>
              </a:rPr>
              <a:t>ldd</a:t>
            </a:r>
            <a:r>
              <a:rPr lang="nl-NL" sz="1600">
                <a:latin typeface="+mj-lt"/>
                <a:cs typeface="Courier New" panose="02070309020205020404" pitchFamily="49" charset="0"/>
              </a:rPr>
              <a:t> now can tell us against which libraries </a:t>
            </a:r>
            <a:r>
              <a:rPr lang="nl-NL" sz="1600">
                <a:latin typeface="Courier New" panose="02070309020205020404" pitchFamily="49" charset="0"/>
                <a:cs typeface="Courier New" panose="02070309020205020404" pitchFamily="49" charset="0"/>
              </a:rPr>
              <a:t>square_program</a:t>
            </a:r>
            <a:r>
              <a:rPr lang="nl-NL" sz="1600">
                <a:latin typeface="+mj-lt"/>
                <a:cs typeface="Courier New" panose="02070309020205020404" pitchFamily="49" charset="0"/>
              </a:rPr>
              <a:t> was linked (</a:t>
            </a:r>
            <a:r>
              <a:rPr lang="nl-NL" sz="1600">
                <a:latin typeface="Courier New" panose="02070309020205020404" pitchFamily="49" charset="0"/>
                <a:cs typeface="Courier New" panose="02070309020205020404" pitchFamily="49" charset="0"/>
              </a:rPr>
              <a:t>libsquare.so</a:t>
            </a:r>
            <a:r>
              <a:rPr lang="nl-NL" sz="1600">
                <a:latin typeface="+mj-lt"/>
                <a:cs typeface="Courier New" panose="02070309020205020404" pitchFamily="49" charset="0"/>
              </a:rPr>
              <a:t>, among a few standard libraries).</a:t>
            </a:r>
            <a:endParaRPr lang="nl-NL" sz="1600">
              <a:latin typeface="Courier New" panose="02070309020205020404" pitchFamily="49" charset="0"/>
              <a:cs typeface="Courier New" panose="02070309020205020404" pitchFamily="49" charset="0"/>
            </a:endParaRP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16</a:t>
            </a:fld>
            <a:endParaRPr lang="nl-NL"/>
          </a:p>
        </p:txBody>
      </p:sp>
    </p:spTree>
    <p:extLst>
      <p:ext uri="{BB962C8B-B14F-4D97-AF65-F5344CB8AC3E}">
        <p14:creationId xmlns:p14="http://schemas.microsoft.com/office/powerpoint/2010/main" val="158827609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err="1"/>
              <a:t>What</a:t>
            </a:r>
            <a:r>
              <a:rPr lang="nl-NL"/>
              <a:t> is a </a:t>
            </a:r>
            <a:r>
              <a:rPr lang="nl-NL" err="1"/>
              <a:t>dependency</a:t>
            </a:r>
            <a:r>
              <a:rPr lang="nl-NL"/>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spcBef>
                <a:spcPts val="0"/>
              </a:spcBef>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square_program</a:t>
            </a:r>
            <a:endParaRPr lang="en-US" sz="1600" dirty="0">
              <a:latin typeface="Courier New" panose="02070309020205020404" pitchFamily="49" charset="0"/>
              <a:cs typeface="Courier New" panose="02070309020205020404" pitchFamily="49" charset="0"/>
            </a:endParaRPr>
          </a:p>
          <a:p>
            <a:pPr marL="0" indent="0">
              <a:spcBef>
                <a:spcPts val="0"/>
              </a:spcBef>
              <a:buNone/>
            </a:pP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square_program</a:t>
            </a:r>
            <a:r>
              <a:rPr lang="en-US" sz="1600" dirty="0">
                <a:latin typeface="Courier New" panose="02070309020205020404" pitchFamily="49" charset="0"/>
                <a:cs typeface="Courier New" panose="02070309020205020404" pitchFamily="49" charset="0"/>
              </a:rPr>
              <a:t>: error while loading shared libraries: libsquare.so: cannot open shared object file: No such file or directory</a:t>
            </a:r>
            <a:endParaRPr lang="nl-NL" sz="1600" dirty="0">
              <a:latin typeface="Courier New" panose="02070309020205020404" pitchFamily="49" charset="0"/>
              <a:cs typeface="Courier New" panose="02070309020205020404" pitchFamily="49" charset="0"/>
            </a:endParaRPr>
          </a:p>
          <a:p>
            <a:pPr marL="0" indent="0">
              <a:spcBef>
                <a:spcPts val="0"/>
              </a:spcBef>
              <a:buNone/>
            </a:pPr>
            <a:r>
              <a:rPr lang="nl-NL" sz="1600" dirty="0" err="1">
                <a:latin typeface="+mj-lt"/>
                <a:cs typeface="Courier New" panose="02070309020205020404" pitchFamily="49" charset="0"/>
              </a:rPr>
              <a:t>Why</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Because</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our</a:t>
            </a:r>
            <a:r>
              <a:rPr lang="nl-NL" sz="1600" dirty="0">
                <a:latin typeface="+mj-lt"/>
                <a:cs typeface="Courier New" panose="02070309020205020404" pitchFamily="49" charset="0"/>
              </a:rPr>
              <a:t> linker has no </a:t>
            </a:r>
            <a:r>
              <a:rPr lang="nl-NL" sz="1600" dirty="0" err="1">
                <a:latin typeface="+mj-lt"/>
                <a:cs typeface="Courier New" panose="02070309020205020404" pitchFamily="49" charset="0"/>
              </a:rPr>
              <a:t>idea</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where</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to</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find</a:t>
            </a:r>
            <a:r>
              <a:rPr lang="nl-NL" sz="1600" dirty="0">
                <a:latin typeface="+mj-lt"/>
                <a:cs typeface="Courier New" panose="02070309020205020404" pitchFamily="49" charset="0"/>
              </a:rPr>
              <a:t> </a:t>
            </a:r>
            <a:r>
              <a:rPr lang="nl-NL" sz="1600" dirty="0">
                <a:latin typeface="Courier New" panose="02070309020205020404" pitchFamily="49" charset="0"/>
                <a:cs typeface="Courier New" panose="02070309020205020404" pitchFamily="49" charset="0"/>
              </a:rPr>
              <a:t>libsquare.so</a:t>
            </a:r>
            <a:r>
              <a:rPr lang="nl-NL" sz="1600" dirty="0">
                <a:latin typeface="+mj-lt"/>
                <a:cs typeface="Courier New" panose="02070309020205020404" pitchFamily="49" charset="0"/>
              </a:rPr>
              <a:t>. </a:t>
            </a:r>
          </a:p>
          <a:p>
            <a:pPr marL="0" indent="0">
              <a:spcBef>
                <a:spcPts val="0"/>
              </a:spcBef>
              <a:buNone/>
            </a:pPr>
            <a:endParaRPr lang="nl-NL" sz="1600" dirty="0">
              <a:latin typeface="+mj-lt"/>
              <a:cs typeface="Courier New" panose="02070309020205020404" pitchFamily="49" charset="0"/>
            </a:endParaRPr>
          </a:p>
          <a:p>
            <a:pPr marL="0" indent="0">
              <a:spcBef>
                <a:spcPts val="0"/>
              </a:spcBef>
              <a:buNone/>
            </a:pPr>
            <a:r>
              <a:rPr lang="nl-NL" sz="1600" dirty="0" err="1">
                <a:latin typeface="+mj-lt"/>
                <a:cs typeface="Courier New" panose="02070309020205020404" pitchFamily="49" charset="0"/>
              </a:rPr>
              <a:t>Among</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many</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others</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the</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runtime</a:t>
            </a:r>
            <a:r>
              <a:rPr lang="nl-NL" sz="1600" dirty="0">
                <a:latin typeface="+mj-lt"/>
                <a:cs typeface="Courier New" panose="02070309020205020404" pitchFamily="49" charset="0"/>
              </a:rPr>
              <a:t> linker </a:t>
            </a:r>
            <a:r>
              <a:rPr lang="nl-NL" sz="1600" dirty="0" err="1">
                <a:latin typeface="+mj-lt"/>
                <a:cs typeface="Courier New" panose="02070309020205020404" pitchFamily="49" charset="0"/>
              </a:rPr>
              <a:t>searches</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paths</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specified</a:t>
            </a:r>
            <a:r>
              <a:rPr lang="nl-NL" sz="1600" dirty="0">
                <a:latin typeface="+mj-lt"/>
                <a:cs typeface="Courier New" panose="02070309020205020404" pitchFamily="49" charset="0"/>
              </a:rPr>
              <a:t> on </a:t>
            </a:r>
            <a:r>
              <a:rPr lang="nl-NL" sz="1600" dirty="0">
                <a:latin typeface="Courier New" panose="02070309020205020404" pitchFamily="49" charset="0"/>
                <a:cs typeface="Courier New" panose="02070309020205020404" pitchFamily="49" charset="0"/>
              </a:rPr>
              <a:t>LD_LIBRARY_PATH</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for</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libraries</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used</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by</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executables</a:t>
            </a:r>
            <a:r>
              <a:rPr lang="nl-NL" sz="1600" dirty="0">
                <a:latin typeface="+mj-lt"/>
                <a:cs typeface="Courier New" panose="02070309020205020404" pitchFamily="49" charset="0"/>
              </a:rPr>
              <a:t>. We </a:t>
            </a:r>
            <a:r>
              <a:rPr lang="nl-NL" sz="1600" dirty="0" err="1">
                <a:latin typeface="+mj-lt"/>
                <a:cs typeface="Courier New" panose="02070309020205020404" pitchFamily="49" charset="0"/>
              </a:rPr>
              <a:t>can</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use</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that</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to</a:t>
            </a:r>
            <a:r>
              <a:rPr lang="nl-NL" sz="1600" dirty="0">
                <a:latin typeface="+mj-lt"/>
                <a:cs typeface="Courier New" panose="02070309020205020404" pitchFamily="49" charset="0"/>
              </a:rPr>
              <a:t> make </a:t>
            </a:r>
            <a:r>
              <a:rPr lang="nl-NL" sz="1600" dirty="0" err="1">
                <a:latin typeface="+mj-lt"/>
                <a:cs typeface="Courier New" panose="02070309020205020404" pitchFamily="49" charset="0"/>
              </a:rPr>
              <a:t>our</a:t>
            </a:r>
            <a:r>
              <a:rPr lang="nl-NL" sz="1600" dirty="0">
                <a:latin typeface="+mj-lt"/>
                <a:cs typeface="Courier New" panose="02070309020205020404" pitchFamily="49" charset="0"/>
              </a:rPr>
              <a:t> </a:t>
            </a:r>
            <a:r>
              <a:rPr lang="nl-NL" sz="1600" dirty="0" err="1">
                <a:latin typeface="+mj-lt"/>
                <a:cs typeface="Courier New" panose="02070309020205020404" pitchFamily="49" charset="0"/>
              </a:rPr>
              <a:t>runtime</a:t>
            </a:r>
            <a:r>
              <a:rPr lang="nl-NL" sz="1600" dirty="0">
                <a:latin typeface="+mj-lt"/>
                <a:cs typeface="Courier New" panose="02070309020205020404" pitchFamily="49" charset="0"/>
              </a:rPr>
              <a:t> linker </a:t>
            </a:r>
            <a:r>
              <a:rPr lang="nl-NL" sz="1600" dirty="0" err="1">
                <a:latin typeface="+mj-lt"/>
                <a:cs typeface="Courier New" panose="02070309020205020404" pitchFamily="49" charset="0"/>
              </a:rPr>
              <a:t>find</a:t>
            </a:r>
            <a:r>
              <a:rPr lang="nl-NL" sz="1600" dirty="0">
                <a:latin typeface="+mj-lt"/>
                <a:cs typeface="Courier New" panose="02070309020205020404" pitchFamily="49" charset="0"/>
              </a:rPr>
              <a:t> </a:t>
            </a:r>
            <a:r>
              <a:rPr lang="nl-NL" sz="1600" dirty="0">
                <a:latin typeface="Courier New" panose="02070309020205020404" pitchFamily="49" charset="0"/>
                <a:cs typeface="Courier New" panose="02070309020205020404" pitchFamily="49" charset="0"/>
              </a:rPr>
              <a:t>libsquare.so</a:t>
            </a:r>
            <a:r>
              <a:rPr lang="nl-NL" sz="1600" dirty="0">
                <a:latin typeface="+mj-lt"/>
                <a:cs typeface="Courier New" panose="02070309020205020404" pitchFamily="49" charset="0"/>
              </a:rPr>
              <a:t>:</a:t>
            </a:r>
          </a:p>
          <a:p>
            <a:pPr marL="0" indent="0">
              <a:spcBef>
                <a:spcPts val="0"/>
              </a:spcBef>
              <a:buNone/>
            </a:pPr>
            <a:r>
              <a:rPr lang="en-US" sz="1600" dirty="0">
                <a:latin typeface="Courier New" panose="02070309020205020404" pitchFamily="49" charset="0"/>
                <a:cs typeface="Courier New" panose="02070309020205020404" pitchFamily="49" charset="0"/>
              </a:rPr>
              <a:t>$ LD_LIBRARY_PATH=.:$LD_LIBRARY_PATH ./</a:t>
            </a:r>
            <a:r>
              <a:rPr lang="en-US" sz="1600" dirty="0" err="1">
                <a:latin typeface="Courier New" panose="02070309020205020404" pitchFamily="49" charset="0"/>
                <a:cs typeface="Courier New" panose="02070309020205020404" pitchFamily="49" charset="0"/>
              </a:rPr>
              <a:t>square_program</a:t>
            </a:r>
            <a:endParaRPr lang="en-US" sz="1600" dirty="0">
              <a:latin typeface="Courier New" panose="02070309020205020404" pitchFamily="49" charset="0"/>
              <a:cs typeface="Courier New" panose="02070309020205020404" pitchFamily="49" charset="0"/>
            </a:endParaRPr>
          </a:p>
          <a:p>
            <a:pPr marL="0" indent="0">
              <a:spcBef>
                <a:spcPts val="0"/>
              </a:spcBef>
              <a:buNone/>
            </a:pPr>
            <a:r>
              <a:rPr lang="en-US" sz="1600" dirty="0">
                <a:latin typeface="Courier New" panose="02070309020205020404" pitchFamily="49" charset="0"/>
                <a:cs typeface="Courier New" panose="02070309020205020404" pitchFamily="49" charset="0"/>
              </a:rPr>
              <a:t>Enter one number: 5</a:t>
            </a:r>
          </a:p>
          <a:p>
            <a:pPr marL="0" indent="0">
              <a:spcBef>
                <a:spcPts val="0"/>
              </a:spcBef>
              <a:buNone/>
            </a:pPr>
            <a:r>
              <a:rPr lang="en-US" sz="1600" dirty="0">
                <a:latin typeface="Courier New" panose="02070309020205020404" pitchFamily="49" charset="0"/>
                <a:cs typeface="Courier New" panose="02070309020205020404" pitchFamily="49" charset="0"/>
              </a:rPr>
              <a:t>Square = 25.00</a:t>
            </a:r>
            <a:endParaRPr lang="nl-NL" sz="1600" dirty="0">
              <a:latin typeface="Courier New" panose="02070309020205020404" pitchFamily="49" charset="0"/>
              <a:cs typeface="Courier New" panose="02070309020205020404" pitchFamily="49" charset="0"/>
            </a:endParaRPr>
          </a:p>
          <a:p>
            <a:pPr marL="0" indent="0">
              <a:spcBef>
                <a:spcPts val="0"/>
              </a:spcBef>
              <a:spcAft>
                <a:spcPts val="0"/>
              </a:spcAft>
              <a:buNone/>
            </a:pPr>
            <a:endParaRPr lang="en-US" sz="1200" dirty="0">
              <a:latin typeface="Courier New" panose="020703090202050204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17</a:t>
            </a:fld>
            <a:endParaRPr lang="nl-NL"/>
          </a:p>
        </p:txBody>
      </p:sp>
      <p:sp>
        <p:nvSpPr>
          <p:cNvPr id="6" name="TextBox 5">
            <a:extLst>
              <a:ext uri="{FF2B5EF4-FFF2-40B4-BE49-F238E27FC236}">
                <a16:creationId xmlns:a16="http://schemas.microsoft.com/office/drawing/2014/main" id="{7EC18C4E-0083-6430-553B-8341F57BEA51}"/>
              </a:ext>
            </a:extLst>
          </p:cNvPr>
          <p:cNvSpPr txBox="1"/>
          <p:nvPr/>
        </p:nvSpPr>
        <p:spPr>
          <a:xfrm>
            <a:off x="5120758" y="4586105"/>
            <a:ext cx="5003905" cy="615553"/>
          </a:xfrm>
          <a:prstGeom prst="rect">
            <a:avLst/>
          </a:prstGeom>
          <a:solidFill>
            <a:schemeClr val="bg1"/>
          </a:solidFill>
          <a:ln>
            <a:solidFill>
              <a:schemeClr val="tx1"/>
            </a:solidFill>
          </a:ln>
        </p:spPr>
        <p:txBody>
          <a:bodyPr wrap="square" lIns="182880" tIns="91440" rIns="182880" bIns="91440" rtlCol="0">
            <a:spAutoFit/>
          </a:bodyPr>
          <a:lstStyle/>
          <a:p>
            <a:pPr algn="l"/>
            <a:r>
              <a:rPr lang="en-GB" sz="1400" dirty="0"/>
              <a:t>LD_LIBRARY_PATH tells the runtime linker </a:t>
            </a:r>
            <a:r>
              <a:rPr lang="en-GB" sz="1400" b="1" dirty="0"/>
              <a:t>where to look for shared libraries</a:t>
            </a:r>
            <a:r>
              <a:rPr lang="en-GB" sz="1400" dirty="0"/>
              <a:t>.</a:t>
            </a:r>
            <a:endParaRPr lang="en-US" sz="1400" dirty="0"/>
          </a:p>
        </p:txBody>
      </p:sp>
      <p:cxnSp>
        <p:nvCxnSpPr>
          <p:cNvPr id="7" name="Straight Arrow Connector 6">
            <a:extLst>
              <a:ext uri="{FF2B5EF4-FFF2-40B4-BE49-F238E27FC236}">
                <a16:creationId xmlns:a16="http://schemas.microsoft.com/office/drawing/2014/main" id="{318A9BBE-1344-CC77-0D6C-D247F61155C5}"/>
              </a:ext>
            </a:extLst>
          </p:cNvPr>
          <p:cNvCxnSpPr>
            <a:cxnSpLocks/>
          </p:cNvCxnSpPr>
          <p:nvPr/>
        </p:nvCxnSpPr>
        <p:spPr>
          <a:xfrm flipH="1" flipV="1">
            <a:off x="3677265" y="3549445"/>
            <a:ext cx="1439587" cy="1036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32174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err="1"/>
              <a:t>What</a:t>
            </a:r>
            <a:r>
              <a:rPr lang="nl-NL"/>
              <a:t> is a </a:t>
            </a:r>
            <a:r>
              <a:rPr lang="nl-NL" err="1"/>
              <a:t>dependency</a:t>
            </a:r>
            <a:r>
              <a:rPr lang="nl-NL"/>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a:t>My </a:t>
            </a:r>
            <a:r>
              <a:rPr lang="nl-NL">
                <a:latin typeface="Courier New" panose="02070309020205020404" pitchFamily="49" charset="0"/>
                <a:cs typeface="Courier New" panose="02070309020205020404" pitchFamily="49" charset="0"/>
              </a:rPr>
              <a:t>square_program </a:t>
            </a:r>
            <a:r>
              <a:rPr lang="nl-NL"/>
              <a:t>can only run if the </a:t>
            </a:r>
            <a:r>
              <a:rPr lang="nl-NL">
                <a:latin typeface="Courier New" panose="02070309020205020404" pitchFamily="49" charset="0"/>
                <a:cs typeface="Courier New" panose="02070309020205020404" pitchFamily="49" charset="0"/>
              </a:rPr>
              <a:t>libsquare.so</a:t>
            </a:r>
            <a:r>
              <a:rPr lang="nl-NL"/>
              <a:t> is there to </a:t>
            </a:r>
            <a:r>
              <a:rPr lang="nl-NL" i="1"/>
              <a:t>provide</a:t>
            </a:r>
            <a:r>
              <a:rPr lang="nl-NL"/>
              <a:t> the </a:t>
            </a:r>
            <a:r>
              <a:rPr lang="nl-NL">
                <a:latin typeface="Courier New" panose="02070309020205020404" pitchFamily="49" charset="0"/>
                <a:cs typeface="Courier New" panose="02070309020205020404" pitchFamily="49" charset="0"/>
              </a:rPr>
              <a:t>square()</a:t>
            </a:r>
            <a:r>
              <a:rPr lang="nl-NL"/>
              <a:t> function</a:t>
            </a:r>
            <a:endParaRPr lang="nl-NL">
              <a:latin typeface="Courier New" panose="02070309020205020404" pitchFamily="49" charset="0"/>
              <a:cs typeface="Courier New" panose="02070309020205020404" pitchFamily="49" charset="0"/>
            </a:endParaRPr>
          </a:p>
          <a:p>
            <a:pPr>
              <a:buFont typeface="Arial" panose="020B0604020202020204" pitchFamily="34" charset="0"/>
              <a:buChar char="•"/>
            </a:pPr>
            <a:r>
              <a:rPr lang="nl-NL">
                <a:latin typeface="Courier New" panose="02070309020205020404" pitchFamily="49" charset="0"/>
                <a:cs typeface="Courier New" panose="02070309020205020404" pitchFamily="49" charset="0"/>
              </a:rPr>
              <a:t>libsquare.so</a:t>
            </a:r>
            <a:r>
              <a:rPr lang="nl-NL"/>
              <a:t> is a dependency for </a:t>
            </a:r>
            <a:r>
              <a:rPr lang="nl-NL">
                <a:latin typeface="Courier New" panose="02070309020205020404" pitchFamily="49" charset="0"/>
                <a:cs typeface="Courier New" panose="02070309020205020404" pitchFamily="49" charset="0"/>
              </a:rPr>
              <a:t>square_program</a:t>
            </a:r>
          </a:p>
          <a:p>
            <a:pPr>
              <a:buFont typeface="Arial" panose="020B0604020202020204" pitchFamily="34" charset="0"/>
              <a:buChar char="•"/>
            </a:pPr>
            <a:r>
              <a:rPr lang="nl-NL">
                <a:latin typeface="+mj-lt"/>
                <a:cs typeface="Courier New" panose="02070309020205020404" pitchFamily="49" charset="0"/>
              </a:rPr>
              <a:t>For </a:t>
            </a:r>
            <a:r>
              <a:rPr lang="nl-NL" err="1">
                <a:latin typeface="+mj-lt"/>
                <a:cs typeface="Courier New" panose="02070309020205020404" pitchFamily="49" charset="0"/>
              </a:rPr>
              <a:t>interpreted</a:t>
            </a:r>
            <a:r>
              <a:rPr lang="nl-NL">
                <a:latin typeface="+mj-lt"/>
                <a:cs typeface="Courier New" panose="02070309020205020404" pitchFamily="49" charset="0"/>
              </a:rPr>
              <a:t> </a:t>
            </a:r>
            <a:r>
              <a:rPr lang="nl-NL" err="1">
                <a:latin typeface="+mj-lt"/>
                <a:cs typeface="Courier New" panose="02070309020205020404" pitchFamily="49" charset="0"/>
              </a:rPr>
              <a:t>langagues</a:t>
            </a:r>
            <a:r>
              <a:rPr lang="nl-NL">
                <a:latin typeface="+mj-lt"/>
                <a:cs typeface="Courier New" panose="02070309020205020404" pitchFamily="49" charset="0"/>
              </a:rPr>
              <a:t> (e.g. Python), </a:t>
            </a:r>
            <a:r>
              <a:rPr lang="nl-NL" err="1">
                <a:latin typeface="+mj-lt"/>
                <a:cs typeface="Courier New" panose="02070309020205020404" pitchFamily="49" charset="0"/>
              </a:rPr>
              <a:t>there</a:t>
            </a:r>
            <a:r>
              <a:rPr lang="nl-NL">
                <a:latin typeface="+mj-lt"/>
                <a:cs typeface="Courier New" panose="02070309020205020404" pitchFamily="49" charset="0"/>
              </a:rPr>
              <a:t> is a </a:t>
            </a:r>
            <a:r>
              <a:rPr lang="nl-NL" err="1">
                <a:latin typeface="+mj-lt"/>
                <a:cs typeface="Courier New" panose="02070309020205020404" pitchFamily="49" charset="0"/>
              </a:rPr>
              <a:t>similar</a:t>
            </a:r>
            <a:r>
              <a:rPr lang="nl-NL">
                <a:latin typeface="+mj-lt"/>
                <a:cs typeface="Courier New" panose="02070309020205020404" pitchFamily="49" charset="0"/>
              </a:rPr>
              <a:t> concept of </a:t>
            </a:r>
            <a:r>
              <a:rPr lang="nl-NL" err="1">
                <a:latin typeface="+mj-lt"/>
                <a:cs typeface="Courier New" panose="02070309020205020404" pitchFamily="49" charset="0"/>
              </a:rPr>
              <a:t>dependencies</a:t>
            </a:r>
            <a:r>
              <a:rPr lang="nl-NL">
                <a:latin typeface="+mj-lt"/>
                <a:cs typeface="Courier New" panose="02070309020205020404" pitchFamily="49" charset="0"/>
              </a:rPr>
              <a:t> </a:t>
            </a:r>
            <a:r>
              <a:rPr lang="nl-NL" err="1">
                <a:latin typeface="+mj-lt"/>
                <a:cs typeface="Courier New" panose="02070309020205020404" pitchFamily="49" charset="0"/>
              </a:rPr>
              <a:t>if</a:t>
            </a:r>
            <a:r>
              <a:rPr lang="nl-NL">
                <a:latin typeface="+mj-lt"/>
                <a:cs typeface="Courier New" panose="02070309020205020404" pitchFamily="49" charset="0"/>
              </a:rPr>
              <a:t> </a:t>
            </a:r>
            <a:r>
              <a:rPr lang="nl-NL" err="1">
                <a:latin typeface="+mj-lt"/>
                <a:cs typeface="Courier New" panose="02070309020205020404" pitchFamily="49" charset="0"/>
              </a:rPr>
              <a:t>one</a:t>
            </a:r>
            <a:r>
              <a:rPr lang="nl-NL">
                <a:latin typeface="+mj-lt"/>
                <a:cs typeface="Courier New" panose="02070309020205020404" pitchFamily="49" charset="0"/>
              </a:rPr>
              <a:t> packages </a:t>
            </a:r>
            <a:r>
              <a:rPr lang="nl-NL" err="1">
                <a:latin typeface="+mj-lt"/>
                <a:cs typeface="Courier New" panose="02070309020205020404" pitchFamily="49" charset="0"/>
              </a:rPr>
              <a:t>uses</a:t>
            </a:r>
            <a:r>
              <a:rPr lang="nl-NL">
                <a:latin typeface="+mj-lt"/>
                <a:cs typeface="Courier New" panose="02070309020205020404" pitchFamily="49" charset="0"/>
              </a:rPr>
              <a:t> </a:t>
            </a:r>
            <a:r>
              <a:rPr lang="nl-NL" err="1">
                <a:latin typeface="+mj-lt"/>
                <a:cs typeface="Courier New" panose="02070309020205020404" pitchFamily="49" charset="0"/>
              </a:rPr>
              <a:t>functions</a:t>
            </a:r>
            <a:r>
              <a:rPr lang="nl-NL">
                <a:latin typeface="+mj-lt"/>
                <a:cs typeface="Courier New" panose="02070309020205020404" pitchFamily="49" charset="0"/>
              </a:rPr>
              <a:t> </a:t>
            </a:r>
            <a:r>
              <a:rPr lang="nl-NL" err="1">
                <a:latin typeface="+mj-lt"/>
                <a:cs typeface="Courier New" panose="02070309020205020404" pitchFamily="49" charset="0"/>
              </a:rPr>
              <a:t>from</a:t>
            </a:r>
            <a:r>
              <a:rPr lang="nl-NL">
                <a:latin typeface="+mj-lt"/>
                <a:cs typeface="Courier New" panose="02070309020205020404" pitchFamily="49" charset="0"/>
              </a:rPr>
              <a:t> </a:t>
            </a:r>
            <a:r>
              <a:rPr lang="nl-NL" err="1">
                <a:latin typeface="+mj-lt"/>
                <a:cs typeface="Courier New" panose="02070309020205020404" pitchFamily="49" charset="0"/>
              </a:rPr>
              <a:t>another</a:t>
            </a:r>
            <a:r>
              <a:rPr lang="nl-NL">
                <a:latin typeface="+mj-lt"/>
                <a:cs typeface="Courier New" panose="02070309020205020404" pitchFamily="49" charset="0"/>
              </a:rPr>
              <a:t> package</a:t>
            </a:r>
          </a:p>
          <a:p>
            <a:pPr marL="539750" lvl="1">
              <a:buFont typeface="Arial" panose="020B0604020202020204" pitchFamily="34" charset="0"/>
              <a:buChar char="•"/>
            </a:pPr>
            <a:r>
              <a:rPr lang="nl-NL">
                <a:latin typeface="+mj-lt"/>
                <a:cs typeface="Courier New" panose="02070309020205020404" pitchFamily="49" charset="0"/>
              </a:rPr>
              <a:t>E.g. </a:t>
            </a:r>
            <a:r>
              <a:rPr lang="nl-NL" err="1">
                <a:latin typeface="+mj-lt"/>
                <a:cs typeface="Courier New" panose="02070309020205020404" pitchFamily="49" charset="0"/>
              </a:rPr>
              <a:t>PyTorch</a:t>
            </a:r>
            <a:r>
              <a:rPr lang="nl-NL">
                <a:latin typeface="+mj-lt"/>
                <a:cs typeface="Courier New" panose="02070309020205020404" pitchFamily="49" charset="0"/>
              </a:rPr>
              <a:t> has a </a:t>
            </a:r>
            <a:r>
              <a:rPr lang="nl-NL" err="1">
                <a:latin typeface="+mj-lt"/>
                <a:cs typeface="Courier New" panose="02070309020205020404" pitchFamily="49" charset="0"/>
              </a:rPr>
              <a:t>dependency</a:t>
            </a:r>
            <a:r>
              <a:rPr lang="nl-NL">
                <a:latin typeface="+mj-lt"/>
                <a:cs typeface="Courier New" panose="02070309020205020404" pitchFamily="49" charset="0"/>
              </a:rPr>
              <a:t> on </a:t>
            </a:r>
            <a:r>
              <a:rPr lang="nl-NL" err="1">
                <a:latin typeface="+mj-lt"/>
                <a:cs typeface="Courier New" panose="02070309020205020404" pitchFamily="49" charset="0"/>
              </a:rPr>
              <a:t>numpy</a:t>
            </a:r>
            <a:endParaRPr lang="nl-NL">
              <a:latin typeface="+mj-lt"/>
              <a:cs typeface="Courier New" panose="02070309020205020404" pitchFamily="49" charset="0"/>
            </a:endParaRP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18</a:t>
            </a:fld>
            <a:endParaRPr lang="nl-NL"/>
          </a:p>
        </p:txBody>
      </p:sp>
    </p:spTree>
    <p:extLst>
      <p:ext uri="{BB962C8B-B14F-4D97-AF65-F5344CB8AC3E}">
        <p14:creationId xmlns:p14="http://schemas.microsoft.com/office/powerpoint/2010/main" val="263232424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How does </a:t>
            </a:r>
            <a:r>
              <a:rPr lang="nl-NL" err="1"/>
              <a:t>all</a:t>
            </a:r>
            <a:r>
              <a:rPr lang="nl-NL"/>
              <a:t> </a:t>
            </a:r>
            <a:r>
              <a:rPr lang="nl-NL" err="1"/>
              <a:t>this</a:t>
            </a:r>
            <a:r>
              <a:rPr lang="nl-NL"/>
              <a:t> </a:t>
            </a:r>
            <a:r>
              <a:rPr lang="nl-NL" err="1"/>
              <a:t>apply</a:t>
            </a:r>
            <a:r>
              <a:rPr lang="nl-NL"/>
              <a:t> </a:t>
            </a:r>
            <a:r>
              <a:rPr lang="nl-NL" err="1"/>
              <a:t>to</a:t>
            </a:r>
            <a:r>
              <a:rPr lang="nl-NL"/>
              <a:t> AI?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b="1"/>
              <a:t>“</a:t>
            </a:r>
            <a:r>
              <a:rPr lang="nl-NL" b="1" err="1"/>
              <a:t>Compiled</a:t>
            </a:r>
            <a:r>
              <a:rPr lang="nl-NL" b="1"/>
              <a:t> </a:t>
            </a:r>
            <a:r>
              <a:rPr lang="nl-NL" b="1" err="1"/>
              <a:t>langauges</a:t>
            </a:r>
            <a:r>
              <a:rPr lang="nl-NL" b="1"/>
              <a:t> </a:t>
            </a:r>
            <a:r>
              <a:rPr lang="nl-NL"/>
              <a:t>are </a:t>
            </a:r>
            <a:r>
              <a:rPr lang="nl-NL" err="1"/>
              <a:t>often</a:t>
            </a:r>
            <a:r>
              <a:rPr lang="nl-NL"/>
              <a:t> more performant </a:t>
            </a:r>
            <a:r>
              <a:rPr lang="nl-NL" err="1"/>
              <a:t>than</a:t>
            </a:r>
            <a:r>
              <a:rPr lang="nl-NL"/>
              <a:t> </a:t>
            </a:r>
            <a:r>
              <a:rPr lang="nl-NL" b="1" err="1"/>
              <a:t>interpreted</a:t>
            </a:r>
            <a:r>
              <a:rPr lang="nl-NL" b="1"/>
              <a:t> </a:t>
            </a:r>
            <a:r>
              <a:rPr lang="nl-NL" b="1" err="1"/>
              <a:t>languages</a:t>
            </a:r>
            <a:r>
              <a:rPr lang="nl-NL"/>
              <a:t>, </a:t>
            </a:r>
            <a:r>
              <a:rPr lang="nl-NL" err="1"/>
              <a:t>because</a:t>
            </a:r>
            <a:r>
              <a:rPr lang="nl-NL"/>
              <a:t> </a:t>
            </a:r>
            <a:r>
              <a:rPr lang="nl-NL" err="1"/>
              <a:t>the</a:t>
            </a:r>
            <a:r>
              <a:rPr lang="nl-NL"/>
              <a:t> separate </a:t>
            </a:r>
            <a:r>
              <a:rPr lang="nl-NL" err="1"/>
              <a:t>compilation</a:t>
            </a:r>
            <a:r>
              <a:rPr lang="nl-NL"/>
              <a:t> step </a:t>
            </a:r>
            <a:r>
              <a:rPr lang="nl-NL" err="1"/>
              <a:t>allows</a:t>
            </a:r>
            <a:r>
              <a:rPr lang="nl-NL"/>
              <a:t> high </a:t>
            </a:r>
            <a:r>
              <a:rPr lang="nl-NL" err="1"/>
              <a:t>degree</a:t>
            </a:r>
            <a:r>
              <a:rPr lang="nl-NL"/>
              <a:t> of </a:t>
            </a:r>
            <a:r>
              <a:rPr lang="nl-NL" err="1"/>
              <a:t>optimization</a:t>
            </a:r>
            <a:r>
              <a:rPr lang="nl-NL"/>
              <a:t> </a:t>
            </a:r>
            <a:r>
              <a:rPr lang="nl-NL" err="1"/>
              <a:t>by</a:t>
            </a:r>
            <a:r>
              <a:rPr lang="nl-NL"/>
              <a:t> </a:t>
            </a:r>
            <a:r>
              <a:rPr lang="nl-NL" err="1"/>
              <a:t>the</a:t>
            </a:r>
            <a:r>
              <a:rPr lang="nl-NL"/>
              <a:t> compiler”</a:t>
            </a:r>
          </a:p>
          <a:p>
            <a:pPr marL="0" indent="0">
              <a:buNone/>
            </a:pPr>
            <a:endParaRPr lang="nl-NL"/>
          </a:p>
          <a:p>
            <a:pPr marL="0" indent="0">
              <a:buNone/>
            </a:pPr>
            <a:r>
              <a:rPr lang="nl-NL"/>
              <a:t>You might be a bit depressed by now… Does that mean we are doing a bad job in AI, because we typically program in Python with PyTorch or TensorFlow?</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19</a:t>
            </a:fld>
            <a:endParaRPr lang="nl-NL"/>
          </a:p>
        </p:txBody>
      </p:sp>
    </p:spTree>
    <p:extLst>
      <p:ext uri="{BB962C8B-B14F-4D97-AF65-F5344CB8AC3E}">
        <p14:creationId xmlns:p14="http://schemas.microsoft.com/office/powerpoint/2010/main" val="44198930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How does </a:t>
            </a:r>
            <a:r>
              <a:rPr lang="nl-NL" err="1"/>
              <a:t>all</a:t>
            </a:r>
            <a:r>
              <a:rPr lang="nl-NL"/>
              <a:t> </a:t>
            </a:r>
            <a:r>
              <a:rPr lang="nl-NL" err="1"/>
              <a:t>this</a:t>
            </a:r>
            <a:r>
              <a:rPr lang="nl-NL"/>
              <a:t> </a:t>
            </a:r>
            <a:r>
              <a:rPr lang="nl-NL" err="1"/>
              <a:t>apply</a:t>
            </a:r>
            <a:r>
              <a:rPr lang="nl-NL"/>
              <a:t> </a:t>
            </a:r>
            <a:r>
              <a:rPr lang="nl-NL" err="1"/>
              <a:t>to</a:t>
            </a:r>
            <a:r>
              <a:rPr lang="nl-NL"/>
              <a:t> AI?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Performance-</a:t>
            </a:r>
            <a:r>
              <a:rPr lang="nl-NL" dirty="0" err="1"/>
              <a:t>critical</a:t>
            </a:r>
            <a:r>
              <a:rPr lang="nl-NL" dirty="0"/>
              <a:t> python packages, </a:t>
            </a:r>
            <a:r>
              <a:rPr lang="nl-NL" dirty="0" err="1"/>
              <a:t>such</a:t>
            </a:r>
            <a:r>
              <a:rPr lang="nl-NL" dirty="0"/>
              <a:t> as </a:t>
            </a:r>
            <a:r>
              <a:rPr lang="nl-NL" dirty="0" err="1"/>
              <a:t>numpy</a:t>
            </a:r>
            <a:r>
              <a:rPr lang="nl-NL" dirty="0"/>
              <a:t>, </a:t>
            </a:r>
            <a:r>
              <a:rPr lang="nl-NL" dirty="0" err="1"/>
              <a:t>PyTorch</a:t>
            </a:r>
            <a:r>
              <a:rPr lang="nl-NL" dirty="0"/>
              <a:t> </a:t>
            </a:r>
            <a:r>
              <a:rPr lang="nl-NL" dirty="0" err="1"/>
              <a:t>and</a:t>
            </a:r>
            <a:r>
              <a:rPr lang="nl-NL" dirty="0"/>
              <a:t> </a:t>
            </a:r>
            <a:r>
              <a:rPr lang="nl-NL" dirty="0" err="1"/>
              <a:t>TensorFlow</a:t>
            </a:r>
            <a:r>
              <a:rPr lang="nl-NL" dirty="0"/>
              <a:t>, </a:t>
            </a:r>
            <a:r>
              <a:rPr lang="nl-NL" dirty="0" err="1"/>
              <a:t>often</a:t>
            </a:r>
            <a:r>
              <a:rPr lang="nl-NL" dirty="0"/>
              <a:t> </a:t>
            </a:r>
            <a:r>
              <a:rPr lang="nl-NL" dirty="0" err="1"/>
              <a:t>use</a:t>
            </a:r>
            <a:r>
              <a:rPr lang="nl-NL" dirty="0"/>
              <a:t> </a:t>
            </a:r>
            <a:r>
              <a:rPr lang="nl-NL" dirty="0" err="1"/>
              <a:t>compiled</a:t>
            </a:r>
            <a:r>
              <a:rPr lang="nl-NL" dirty="0"/>
              <a:t> </a:t>
            </a:r>
            <a:r>
              <a:rPr lang="nl-NL" dirty="0" err="1"/>
              <a:t>backends</a:t>
            </a:r>
            <a:endParaRPr lang="nl-NL" dirty="0"/>
          </a:p>
          <a:p>
            <a:pPr>
              <a:buFont typeface="Arial" panose="020B0604020202020204" pitchFamily="34" charset="0"/>
              <a:buChar char="•"/>
            </a:pPr>
            <a:r>
              <a:rPr lang="nl-NL" dirty="0">
                <a:latin typeface="+mj-lt"/>
                <a:cs typeface="Courier New" panose="02070309020205020404" pitchFamily="49" charset="0"/>
              </a:rPr>
              <a:t>End-users program in Python (</a:t>
            </a:r>
            <a:r>
              <a:rPr lang="nl-NL" dirty="0" err="1">
                <a:latin typeface="+mj-lt"/>
                <a:cs typeface="Courier New" panose="02070309020205020404" pitchFamily="49" charset="0"/>
              </a:rPr>
              <a:t>convenient</a:t>
            </a:r>
            <a:r>
              <a:rPr lang="nl-NL" dirty="0">
                <a:latin typeface="+mj-lt"/>
                <a:cs typeface="Courier New" panose="02070309020205020404" pitchFamily="49" charset="0"/>
              </a:rPr>
              <a:t>, easy!)</a:t>
            </a:r>
          </a:p>
          <a:p>
            <a:pPr>
              <a:buFont typeface="Arial" panose="020B0604020202020204" pitchFamily="34" charset="0"/>
              <a:buChar char="•"/>
            </a:pPr>
            <a:r>
              <a:rPr lang="nl-NL" dirty="0" err="1">
                <a:latin typeface="+mj-lt"/>
                <a:cs typeface="Courier New" panose="02070309020205020404" pitchFamily="49" charset="0"/>
              </a:rPr>
              <a:t>When</a:t>
            </a:r>
            <a:r>
              <a:rPr lang="nl-NL" dirty="0">
                <a:latin typeface="+mj-lt"/>
                <a:cs typeface="Courier New" panose="02070309020205020404" pitchFamily="49" charset="0"/>
              </a:rPr>
              <a:t> </a:t>
            </a:r>
            <a:r>
              <a:rPr lang="nl-NL" dirty="0" err="1">
                <a:latin typeface="+mj-lt"/>
                <a:cs typeface="Courier New" panose="02070309020205020404" pitchFamily="49" charset="0"/>
              </a:rPr>
              <a:t>executing</a:t>
            </a:r>
            <a:r>
              <a:rPr lang="nl-NL" dirty="0">
                <a:latin typeface="+mj-lt"/>
                <a:cs typeface="Courier New" panose="02070309020205020404" pitchFamily="49" charset="0"/>
              </a:rPr>
              <a:t> performance </a:t>
            </a:r>
            <a:r>
              <a:rPr lang="nl-NL" dirty="0" err="1">
                <a:latin typeface="+mj-lt"/>
                <a:cs typeface="Courier New" panose="02070309020205020404" pitchFamily="49" charset="0"/>
              </a:rPr>
              <a:t>critical</a:t>
            </a:r>
            <a:r>
              <a:rPr lang="nl-NL" dirty="0">
                <a:latin typeface="+mj-lt"/>
                <a:cs typeface="Courier New" panose="02070309020205020404" pitchFamily="49" charset="0"/>
              </a:rPr>
              <a:t> </a:t>
            </a:r>
            <a:r>
              <a:rPr lang="nl-NL" dirty="0" err="1">
                <a:latin typeface="+mj-lt"/>
                <a:cs typeface="Courier New" panose="02070309020205020404" pitchFamily="49" charset="0"/>
              </a:rPr>
              <a:t>functions</a:t>
            </a:r>
            <a:r>
              <a:rPr lang="nl-NL" dirty="0">
                <a:latin typeface="+mj-lt"/>
                <a:cs typeface="Courier New" panose="02070309020205020404" pitchFamily="49" charset="0"/>
              </a:rPr>
              <a:t> (e.g. a </a:t>
            </a:r>
            <a:r>
              <a:rPr lang="nl-NL" dirty="0" err="1">
                <a:latin typeface="+mj-lt"/>
                <a:cs typeface="Courier New" panose="02070309020205020404" pitchFamily="49" charset="0"/>
              </a:rPr>
              <a:t>convolutional</a:t>
            </a:r>
            <a:r>
              <a:rPr lang="nl-NL" dirty="0">
                <a:latin typeface="+mj-lt"/>
                <a:cs typeface="Courier New" panose="02070309020205020404" pitchFamily="49" charset="0"/>
              </a:rPr>
              <a:t> </a:t>
            </a:r>
            <a:r>
              <a:rPr lang="nl-NL" dirty="0" err="1">
                <a:latin typeface="+mj-lt"/>
                <a:cs typeface="Courier New" panose="02070309020205020404" pitchFamily="49" charset="0"/>
              </a:rPr>
              <a:t>layer</a:t>
            </a:r>
            <a:r>
              <a:rPr lang="nl-NL" dirty="0">
                <a:latin typeface="+mj-lt"/>
                <a:cs typeface="Courier New" panose="02070309020205020404" pitchFamily="49" charset="0"/>
              </a:rPr>
              <a:t>), </a:t>
            </a:r>
            <a:r>
              <a:rPr lang="nl-NL" dirty="0" err="1">
                <a:latin typeface="+mj-lt"/>
                <a:cs typeface="Courier New" panose="02070309020205020404" pitchFamily="49" charset="0"/>
              </a:rPr>
              <a:t>PyTorch</a:t>
            </a:r>
            <a:r>
              <a:rPr lang="nl-NL" dirty="0">
                <a:latin typeface="+mj-lt"/>
                <a:cs typeface="Courier New" panose="02070309020205020404" pitchFamily="49" charset="0"/>
              </a:rPr>
              <a:t> calls </a:t>
            </a:r>
            <a:r>
              <a:rPr lang="nl-NL" i="1" dirty="0" err="1">
                <a:latin typeface="+mj-lt"/>
                <a:cs typeface="Courier New" panose="02070309020205020404" pitchFamily="49" charset="0"/>
              </a:rPr>
              <a:t>compiled</a:t>
            </a:r>
            <a:r>
              <a:rPr lang="nl-NL" dirty="0">
                <a:latin typeface="+mj-lt"/>
                <a:cs typeface="Courier New" panose="02070309020205020404" pitchFamily="49" charset="0"/>
              </a:rPr>
              <a:t> </a:t>
            </a:r>
            <a:r>
              <a:rPr lang="nl-NL" dirty="0" err="1">
                <a:latin typeface="+mj-lt"/>
                <a:cs typeface="Courier New" panose="02070309020205020404" pitchFamily="49" charset="0"/>
              </a:rPr>
              <a:t>functions</a:t>
            </a:r>
            <a:r>
              <a:rPr lang="nl-NL" dirty="0">
                <a:latin typeface="+mj-lt"/>
                <a:cs typeface="Courier New" panose="02070309020205020404" pitchFamily="49" charset="0"/>
              </a:rPr>
              <a:t> in </a:t>
            </a:r>
            <a:r>
              <a:rPr lang="nl-NL" dirty="0" err="1">
                <a:latin typeface="+mj-lt"/>
                <a:cs typeface="Courier New" panose="02070309020205020404" pitchFamily="49" charset="0"/>
              </a:rPr>
              <a:t>the</a:t>
            </a:r>
            <a:r>
              <a:rPr lang="nl-NL" dirty="0">
                <a:latin typeface="+mj-lt"/>
                <a:cs typeface="Courier New" panose="02070309020205020404" pitchFamily="49" charset="0"/>
              </a:rPr>
              <a:t> backend</a:t>
            </a:r>
          </a:p>
          <a:p>
            <a:pPr marL="539750" lvl="1">
              <a:buFont typeface="Arial" panose="020B0604020202020204" pitchFamily="34" charset="0"/>
              <a:buChar char="•"/>
            </a:pPr>
            <a:r>
              <a:rPr lang="nl-NL" dirty="0">
                <a:latin typeface="+mj-lt"/>
                <a:cs typeface="Courier New" panose="02070309020205020404" pitchFamily="49" charset="0"/>
              </a:rPr>
              <a:t>These </a:t>
            </a:r>
            <a:r>
              <a:rPr lang="nl-NL" dirty="0" err="1">
                <a:latin typeface="+mj-lt"/>
                <a:cs typeface="Courier New" panose="02070309020205020404" pitchFamily="49" charset="0"/>
              </a:rPr>
              <a:t>functions</a:t>
            </a:r>
            <a:r>
              <a:rPr lang="nl-NL" dirty="0">
                <a:latin typeface="+mj-lt"/>
                <a:cs typeface="Courier New" panose="02070309020205020404" pitchFamily="49" charset="0"/>
              </a:rPr>
              <a:t> </a:t>
            </a:r>
            <a:r>
              <a:rPr lang="nl-NL" dirty="0" err="1">
                <a:latin typeface="+mj-lt"/>
                <a:cs typeface="Courier New" panose="02070309020205020404" pitchFamily="49" charset="0"/>
              </a:rPr>
              <a:t>typically</a:t>
            </a:r>
            <a:r>
              <a:rPr lang="nl-NL" dirty="0">
                <a:latin typeface="+mj-lt"/>
                <a:cs typeface="Courier New" panose="02070309020205020404" pitchFamily="49" charset="0"/>
              </a:rPr>
              <a:t> </a:t>
            </a:r>
            <a:r>
              <a:rPr lang="nl-NL" dirty="0" err="1">
                <a:latin typeface="+mj-lt"/>
                <a:cs typeface="Courier New" panose="02070309020205020404" pitchFamily="49" charset="0"/>
              </a:rPr>
              <a:t>come</a:t>
            </a:r>
            <a:r>
              <a:rPr lang="nl-NL" dirty="0">
                <a:latin typeface="+mj-lt"/>
                <a:cs typeface="Courier New" panose="02070309020205020404" pitchFamily="49" charset="0"/>
              </a:rPr>
              <a:t> </a:t>
            </a:r>
            <a:r>
              <a:rPr lang="nl-NL" dirty="0" err="1">
                <a:latin typeface="+mj-lt"/>
                <a:cs typeface="Courier New" panose="02070309020205020404" pitchFamily="49" charset="0"/>
              </a:rPr>
              <a:t>from</a:t>
            </a:r>
            <a:r>
              <a:rPr lang="nl-NL" dirty="0">
                <a:latin typeface="+mj-lt"/>
                <a:cs typeface="Courier New" panose="02070309020205020404" pitchFamily="49" charset="0"/>
              </a:rPr>
              <a:t> </a:t>
            </a:r>
            <a:r>
              <a:rPr lang="nl-NL" dirty="0" err="1">
                <a:latin typeface="+mj-lt"/>
                <a:cs typeface="Courier New" panose="02070309020205020404" pitchFamily="49" charset="0"/>
              </a:rPr>
              <a:t>deep-learning</a:t>
            </a:r>
            <a:r>
              <a:rPr lang="nl-NL" dirty="0">
                <a:latin typeface="+mj-lt"/>
                <a:cs typeface="Courier New" panose="02070309020205020404" pitchFamily="49" charset="0"/>
              </a:rPr>
              <a:t> </a:t>
            </a:r>
            <a:r>
              <a:rPr lang="nl-NL" dirty="0" err="1">
                <a:latin typeface="+mj-lt"/>
                <a:cs typeface="Courier New" panose="02070309020205020404" pitchFamily="49" charset="0"/>
              </a:rPr>
              <a:t>specific</a:t>
            </a:r>
            <a:r>
              <a:rPr lang="nl-NL" dirty="0">
                <a:latin typeface="+mj-lt"/>
                <a:cs typeface="Courier New" panose="02070309020205020404" pitchFamily="49" charset="0"/>
              </a:rPr>
              <a:t> </a:t>
            </a:r>
            <a:r>
              <a:rPr lang="nl-NL" b="1" dirty="0" err="1">
                <a:latin typeface="+mj-lt"/>
                <a:cs typeface="Courier New" panose="02070309020205020404" pitchFamily="49" charset="0"/>
              </a:rPr>
              <a:t>libraries</a:t>
            </a:r>
            <a:r>
              <a:rPr lang="nl-NL" dirty="0">
                <a:latin typeface="+mj-lt"/>
                <a:cs typeface="Courier New" panose="02070309020205020404" pitchFamily="49" charset="0"/>
              </a:rPr>
              <a:t>, </a:t>
            </a:r>
            <a:r>
              <a:rPr lang="nl-NL" dirty="0" err="1">
                <a:latin typeface="+mj-lt"/>
                <a:cs typeface="Courier New" panose="02070309020205020404" pitchFamily="49" charset="0"/>
              </a:rPr>
              <a:t>such</a:t>
            </a:r>
            <a:r>
              <a:rPr lang="nl-NL" dirty="0">
                <a:latin typeface="+mj-lt"/>
                <a:cs typeface="Courier New" panose="02070309020205020404" pitchFamily="49" charset="0"/>
              </a:rPr>
              <a:t> as MKL-DNN </a:t>
            </a:r>
            <a:r>
              <a:rPr lang="nl-NL" dirty="0" err="1">
                <a:latin typeface="+mj-lt"/>
                <a:cs typeface="Courier New" panose="02070309020205020404" pitchFamily="49" charset="0"/>
              </a:rPr>
              <a:t>and</a:t>
            </a:r>
            <a:r>
              <a:rPr lang="nl-NL" dirty="0">
                <a:latin typeface="+mj-lt"/>
                <a:cs typeface="Courier New" panose="02070309020205020404" pitchFamily="49" charset="0"/>
              </a:rPr>
              <a:t> </a:t>
            </a:r>
            <a:r>
              <a:rPr lang="nl-NL" dirty="0" err="1">
                <a:latin typeface="+mj-lt"/>
                <a:cs typeface="Courier New" panose="02070309020205020404" pitchFamily="49" charset="0"/>
              </a:rPr>
              <a:t>cuDNN</a:t>
            </a:r>
            <a:endParaRPr lang="nl-NL" dirty="0">
              <a:latin typeface="+mj-lt"/>
              <a:cs typeface="Courier New" panose="02070309020205020404" pitchFamily="49" charset="0"/>
            </a:endParaRPr>
          </a:p>
          <a:p>
            <a:pPr marL="539750" lvl="1">
              <a:buFont typeface="Arial" panose="020B0604020202020204" pitchFamily="34" charset="0"/>
              <a:buChar char="•"/>
            </a:pPr>
            <a:endParaRPr lang="nl-NL" dirty="0">
              <a:latin typeface="+mj-lt"/>
              <a:cs typeface="Courier New" panose="02070309020205020404" pitchFamily="49" charset="0"/>
            </a:endParaRPr>
          </a:p>
          <a:p>
            <a:pPr marL="0" indent="0">
              <a:spcBef>
                <a:spcPts val="0"/>
              </a:spcBef>
              <a:spcAft>
                <a:spcPts val="0"/>
              </a:spcAft>
              <a:buNone/>
            </a:pPr>
            <a:endParaRPr lang="en-US" sz="1200" dirty="0">
              <a:latin typeface="Courier New" panose="020703090202050204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20</a:t>
            </a:fld>
            <a:endParaRPr lang="nl-NL"/>
          </a:p>
        </p:txBody>
      </p:sp>
    </p:spTree>
    <p:extLst>
      <p:ext uri="{BB962C8B-B14F-4D97-AF65-F5344CB8AC3E}">
        <p14:creationId xmlns:p14="http://schemas.microsoft.com/office/powerpoint/2010/main" val="410880841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How does </a:t>
            </a:r>
            <a:r>
              <a:rPr lang="nl-NL" err="1"/>
              <a:t>all</a:t>
            </a:r>
            <a:r>
              <a:rPr lang="nl-NL"/>
              <a:t> </a:t>
            </a:r>
            <a:r>
              <a:rPr lang="nl-NL" err="1"/>
              <a:t>this</a:t>
            </a:r>
            <a:r>
              <a:rPr lang="nl-NL"/>
              <a:t> </a:t>
            </a:r>
            <a:r>
              <a:rPr lang="nl-NL" err="1"/>
              <a:t>apply</a:t>
            </a:r>
            <a:r>
              <a:rPr lang="nl-NL"/>
              <a:t> </a:t>
            </a:r>
            <a:r>
              <a:rPr lang="nl-NL" err="1"/>
              <a:t>to</a:t>
            </a:r>
            <a:r>
              <a:rPr lang="nl-NL"/>
              <a:t> AI?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a:latin typeface="+mj-lt"/>
                <a:cs typeface="Courier New" panose="02070309020205020404" pitchFamily="49" charset="0"/>
              </a:rPr>
              <a:t>The AI community has </a:t>
            </a:r>
            <a:r>
              <a:rPr lang="nl-NL" i="1">
                <a:latin typeface="+mj-lt"/>
                <a:cs typeface="Courier New" panose="02070309020205020404" pitchFamily="49" charset="0"/>
              </a:rPr>
              <a:t>no idea</a:t>
            </a:r>
            <a:r>
              <a:rPr lang="nl-NL">
                <a:latin typeface="+mj-lt"/>
                <a:cs typeface="Courier New" panose="02070309020205020404" pitchFamily="49" charset="0"/>
              </a:rPr>
              <a:t> how lucky they are compared to other HPC communities! You get the convenience of programming in Python, with the performance of compiled languages!</a:t>
            </a:r>
          </a:p>
          <a:p>
            <a:pPr marL="0" indent="0">
              <a:buNone/>
            </a:pPr>
            <a:endParaRPr lang="nl-NL">
              <a:latin typeface="+mj-lt"/>
              <a:cs typeface="Courier New" panose="02070309020205020404" pitchFamily="49" charset="0"/>
            </a:endParaRPr>
          </a:p>
          <a:p>
            <a:pPr marL="0" indent="0">
              <a:buNone/>
            </a:pPr>
            <a:endParaRPr lang="nl-NL">
              <a:latin typeface="+mj-lt"/>
              <a:cs typeface="Courier New" panose="02070309020205020404" pitchFamily="49" charset="0"/>
            </a:endParaRPr>
          </a:p>
          <a:p>
            <a:pPr marL="0" indent="0">
              <a:buNone/>
            </a:pPr>
            <a:endParaRPr lang="nl-NL">
              <a:latin typeface="+mj-lt"/>
              <a:cs typeface="Courier New" panose="02070309020205020404" pitchFamily="49" charset="0"/>
            </a:endParaRPr>
          </a:p>
          <a:p>
            <a:pPr marL="0" indent="0">
              <a:buNone/>
            </a:pPr>
            <a:endParaRPr lang="nl-NL">
              <a:latin typeface="+mj-lt"/>
              <a:cs typeface="Courier New" panose="02070309020205020404" pitchFamily="49" charset="0"/>
            </a:endParaRPr>
          </a:p>
          <a:p>
            <a:pPr marL="0" indent="0">
              <a:buNone/>
            </a:pPr>
            <a:endParaRPr lang="nl-NL">
              <a:latin typeface="+mj-lt"/>
              <a:cs typeface="Courier New" panose="02070309020205020404" pitchFamily="49" charset="0"/>
            </a:endParaRPr>
          </a:p>
          <a:p>
            <a:pPr marL="0" indent="0">
              <a:buNone/>
            </a:pPr>
            <a:r>
              <a:rPr lang="nl-NL">
                <a:latin typeface="+mj-lt"/>
                <a:cs typeface="Courier New" panose="02070309020205020404" pitchFamily="49" charset="0"/>
              </a:rPr>
              <a:t>Does that mean nothing can go wrong? Well, it can… Let’s try to install PyTorch…</a:t>
            </a:r>
          </a:p>
          <a:p>
            <a:pPr marL="0" indent="0">
              <a:spcBef>
                <a:spcPts val="0"/>
              </a:spcBef>
              <a:spcAft>
                <a:spcPts val="0"/>
              </a:spcAft>
              <a:buNone/>
            </a:pPr>
            <a:endParaRPr lang="en-US" sz="1200">
              <a:latin typeface="Courier New" panose="020703090202050204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21</a:t>
            </a:fld>
            <a:endParaRPr lang="nl-NL"/>
          </a:p>
        </p:txBody>
      </p:sp>
    </p:spTree>
    <p:extLst>
      <p:ext uri="{BB962C8B-B14F-4D97-AF65-F5344CB8AC3E}">
        <p14:creationId xmlns:p14="http://schemas.microsoft.com/office/powerpoint/2010/main" val="380299407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What</a:t>
            </a:r>
            <a:r>
              <a:rPr lang="nl-NL" dirty="0"/>
              <a:t> </a:t>
            </a:r>
            <a:r>
              <a:rPr lang="nl-NL" dirty="0" err="1"/>
              <a:t>can</a:t>
            </a:r>
            <a:r>
              <a:rPr lang="nl-NL" dirty="0"/>
              <a:t> happen: </a:t>
            </a:r>
            <a:r>
              <a:rPr lang="nl-NL" dirty="0" err="1"/>
              <a:t>PyTorch</a:t>
            </a:r>
            <a:r>
              <a:rPr lang="nl-NL" dirty="0"/>
              <a:t> in a virtual environment </a:t>
            </a:r>
            <a:r>
              <a:rPr lang="nl-NL" dirty="0" err="1"/>
              <a:t>with</a:t>
            </a:r>
            <a:r>
              <a:rPr lang="nl-NL" dirty="0"/>
              <a:t> pip</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nl-NL" sz="1400" dirty="0">
                <a:latin typeface="Courier New"/>
                <a:cs typeface="Courier New"/>
              </a:rPr>
              <a:t>$ module purge # Start </a:t>
            </a:r>
            <a:r>
              <a:rPr lang="nl-NL" sz="1400" dirty="0" err="1">
                <a:latin typeface="Courier New"/>
                <a:cs typeface="Courier New"/>
              </a:rPr>
              <a:t>with</a:t>
            </a:r>
            <a:r>
              <a:rPr lang="nl-NL" sz="1400" dirty="0">
                <a:latin typeface="Courier New"/>
                <a:cs typeface="Courier New"/>
              </a:rPr>
              <a:t> clean environment, </a:t>
            </a:r>
            <a:r>
              <a:rPr lang="nl-NL" sz="1400" dirty="0" err="1">
                <a:latin typeface="Courier New"/>
                <a:cs typeface="Courier New"/>
              </a:rPr>
              <a:t>I’ll</a:t>
            </a:r>
            <a:r>
              <a:rPr lang="nl-NL" sz="1400" dirty="0">
                <a:latin typeface="Courier New"/>
                <a:cs typeface="Courier New"/>
              </a:rPr>
              <a:t> get back </a:t>
            </a:r>
            <a:r>
              <a:rPr lang="nl-NL" sz="1400" dirty="0" err="1">
                <a:latin typeface="Courier New"/>
                <a:cs typeface="Courier New"/>
              </a:rPr>
              <a:t>to</a:t>
            </a:r>
            <a:r>
              <a:rPr lang="nl-NL" sz="1400" dirty="0">
                <a:latin typeface="Courier New"/>
                <a:cs typeface="Courier New"/>
              </a:rPr>
              <a:t> </a:t>
            </a:r>
            <a:r>
              <a:rPr lang="nl-NL" sz="1400" dirty="0" err="1">
                <a:latin typeface="Courier New"/>
                <a:cs typeface="Courier New"/>
              </a:rPr>
              <a:t>what</a:t>
            </a:r>
            <a:r>
              <a:rPr lang="nl-NL" sz="1400" dirty="0">
                <a:latin typeface="Courier New"/>
                <a:cs typeface="Courier New"/>
              </a:rPr>
              <a:t> modules are…</a:t>
            </a:r>
          </a:p>
          <a:p>
            <a:pPr marL="0" indent="0">
              <a:spcBef>
                <a:spcPts val="0"/>
              </a:spcBef>
              <a:spcAft>
                <a:spcPts val="0"/>
              </a:spcAft>
              <a:buNone/>
            </a:pP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400" dirty="0">
                <a:latin typeface="Courier New"/>
                <a:cs typeface="Courier New"/>
              </a:rPr>
              <a:t>$ python3 –m </a:t>
            </a:r>
            <a:r>
              <a:rPr lang="nl-NL" sz="1400" dirty="0" err="1">
                <a:latin typeface="Courier New"/>
                <a:cs typeface="Courier New"/>
              </a:rPr>
              <a:t>my_pytorch_venv</a:t>
            </a:r>
          </a:p>
          <a:p>
            <a:pPr marL="0" indent="0">
              <a:spcBef>
                <a:spcPts val="0"/>
              </a:spcBef>
              <a:spcAft>
                <a:spcPts val="0"/>
              </a:spcAft>
              <a:buNone/>
            </a:pPr>
            <a:r>
              <a:rPr lang="nl-NL" sz="1400" dirty="0">
                <a:latin typeface="Courier New"/>
                <a:cs typeface="Courier New"/>
              </a:rPr>
              <a:t>$ source </a:t>
            </a:r>
            <a:r>
              <a:rPr lang="nl-NL" sz="1400" dirty="0" err="1">
                <a:latin typeface="Courier New"/>
                <a:cs typeface="Courier New"/>
              </a:rPr>
              <a:t>my_pytorch_venv</a:t>
            </a:r>
            <a:r>
              <a:rPr lang="nl-NL" sz="1400" dirty="0">
                <a:latin typeface="Courier New"/>
                <a:cs typeface="Courier New"/>
              </a:rPr>
              <a:t>/bin/</a:t>
            </a:r>
            <a:r>
              <a:rPr lang="nl-NL" sz="1400" dirty="0" err="1">
                <a:latin typeface="Courier New"/>
                <a:cs typeface="Courier New"/>
              </a:rPr>
              <a:t>activate</a:t>
            </a:r>
            <a:endParaRPr lang="nl-NL" sz="1400" dirty="0">
              <a:latin typeface="Courier New"/>
              <a:cs typeface="Courier New"/>
            </a:endParaRPr>
          </a:p>
          <a:p>
            <a:pPr marL="0" indent="0">
              <a:spcBef>
                <a:spcPts val="0"/>
              </a:spcBef>
              <a:spcAft>
                <a:spcPts val="0"/>
              </a:spcAft>
              <a:buNone/>
            </a:pPr>
            <a:r>
              <a:rPr lang="en-US" sz="1400" dirty="0">
                <a:latin typeface="Courier New"/>
                <a:cs typeface="Courier New"/>
              </a:rPr>
              <a:t>$ pip3 install torch </a:t>
            </a:r>
            <a:r>
              <a:rPr lang="en-US" sz="1400" dirty="0" err="1">
                <a:latin typeface="Courier New"/>
                <a:cs typeface="Courier New"/>
              </a:rPr>
              <a:t>torchvision</a:t>
            </a:r>
            <a:r>
              <a:rPr lang="en-US" sz="1400" dirty="0">
                <a:latin typeface="Courier New"/>
                <a:cs typeface="Courier New"/>
              </a:rPr>
              <a:t> </a:t>
            </a:r>
            <a:r>
              <a:rPr lang="en-US" sz="1400" dirty="0" err="1">
                <a:latin typeface="Courier New"/>
                <a:cs typeface="Courier New"/>
              </a:rPr>
              <a:t>torchaudio</a:t>
            </a:r>
            <a:r>
              <a:rPr lang="en-US" sz="1400" dirty="0">
                <a:latin typeface="Courier New"/>
                <a:cs typeface="Courier New"/>
              </a:rPr>
              <a:t> --index-</a:t>
            </a:r>
            <a:r>
              <a:rPr lang="en-US" sz="1400" dirty="0" err="1">
                <a:latin typeface="Courier New"/>
                <a:cs typeface="Courier New"/>
              </a:rPr>
              <a:t>url</a:t>
            </a:r>
            <a:r>
              <a:rPr lang="en-US" sz="1400" dirty="0">
                <a:latin typeface="Courier New"/>
                <a:cs typeface="Courier New"/>
              </a:rPr>
              <a:t> https://download.pytorch.org/whl/cu124 (instruction from </a:t>
            </a:r>
            <a:r>
              <a:rPr lang="en-US" sz="1400" dirty="0">
                <a:latin typeface="Courier New"/>
                <a:cs typeface="Courier New"/>
                <a:hlinkClick r:id="rId2"/>
              </a:rPr>
              <a:t>https://pytorch.org/get-started/locally/</a:t>
            </a:r>
            <a:r>
              <a:rPr lang="en-US" sz="1400" dirty="0">
                <a:latin typeface="Courier New"/>
                <a:cs typeface="Courier New"/>
              </a:rPr>
              <a:t>)</a:t>
            </a:r>
          </a:p>
          <a:p>
            <a:pPr marL="0" indent="0">
              <a:spcBef>
                <a:spcPts val="0"/>
              </a:spcBef>
              <a:spcAft>
                <a:spcPts val="0"/>
              </a:spcAft>
              <a:buNone/>
            </a:pPr>
            <a:endParaRPr lang="en-US"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400" dirty="0">
                <a:latin typeface="Courier New"/>
                <a:cs typeface="Courier New"/>
              </a:rPr>
              <a:t>Looking in indexes: https://download.pytorch.org/whl/cu124 </a:t>
            </a:r>
          </a:p>
          <a:p>
            <a:pPr marL="0" indent="0">
              <a:spcBef>
                <a:spcPts val="0"/>
              </a:spcBef>
              <a:spcAft>
                <a:spcPts val="0"/>
              </a:spcAft>
              <a:buNone/>
            </a:pPr>
            <a:r>
              <a:rPr lang="en-US" sz="1400" dirty="0">
                <a:latin typeface="Courier New"/>
                <a:cs typeface="Courier New"/>
              </a:rPr>
              <a:t>ERROR: Could not find a version that satisfies the requirement torch (from versions: none)</a:t>
            </a:r>
          </a:p>
          <a:p>
            <a:pPr marL="0" indent="0">
              <a:spcBef>
                <a:spcPts val="0"/>
              </a:spcBef>
              <a:spcAft>
                <a:spcPts val="0"/>
              </a:spcAft>
              <a:buNone/>
            </a:pPr>
            <a:r>
              <a:rPr lang="en-US" sz="1400" dirty="0">
                <a:latin typeface="Courier New"/>
                <a:cs typeface="Courier New"/>
              </a:rPr>
              <a:t>ERROR: No matching distribution found for torch</a:t>
            </a:r>
          </a:p>
          <a:p>
            <a:pPr marL="0" indent="0">
              <a:spcBef>
                <a:spcPts val="0"/>
              </a:spcBef>
              <a:spcAft>
                <a:spcPts val="0"/>
              </a:spcAft>
              <a:buNone/>
            </a:pPr>
            <a:endParaRPr lang="en-US" sz="1600" dirty="0"/>
          </a:p>
          <a:p>
            <a:pPr marL="0" indent="0">
              <a:spcBef>
                <a:spcPts val="0"/>
              </a:spcBef>
              <a:spcAft>
                <a:spcPts val="0"/>
              </a:spcAft>
              <a:buNone/>
            </a:pPr>
            <a:r>
              <a:rPr lang="en-US" sz="1600" dirty="0"/>
              <a:t>Why? Well, the </a:t>
            </a:r>
            <a:r>
              <a:rPr lang="en-US" sz="1600" i="1" dirty="0"/>
              <a:t>system</a:t>
            </a:r>
            <a:r>
              <a:rPr lang="en-US" sz="1600" dirty="0"/>
              <a:t> python on many HPC clusters is old (04-22-2024: 3.9 on </a:t>
            </a:r>
            <a:r>
              <a:rPr lang="en-US" sz="1600" dirty="0" err="1"/>
              <a:t>Snellius</a:t>
            </a:r>
            <a:r>
              <a:rPr lang="en-US" sz="1600" dirty="0"/>
              <a:t>, 3.6 on Vega, Karolina, </a:t>
            </a:r>
            <a:r>
              <a:rPr lang="en-US" sz="1600" dirty="0" err="1"/>
              <a:t>Duecalion</a:t>
            </a:r>
            <a:r>
              <a:rPr lang="en-US" sz="1600" dirty="0"/>
              <a:t> – three </a:t>
            </a:r>
            <a:r>
              <a:rPr lang="en-US" sz="1600" i="1" dirty="0"/>
              <a:t>big</a:t>
            </a:r>
            <a:r>
              <a:rPr lang="en-US" sz="1600" dirty="0"/>
              <a:t> </a:t>
            </a:r>
            <a:r>
              <a:rPr lang="en-US" sz="1600" dirty="0" err="1"/>
              <a:t>EuroHPC</a:t>
            </a:r>
            <a:r>
              <a:rPr lang="en-US" sz="1600" dirty="0"/>
              <a:t> clusters)!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22</a:t>
            </a:fld>
            <a:endParaRPr lang="nl-NL"/>
          </a:p>
        </p:txBody>
      </p:sp>
      <p:pic>
        <p:nvPicPr>
          <p:cNvPr id="7" name="Picture 6">
            <a:extLst>
              <a:ext uri="{FF2B5EF4-FFF2-40B4-BE49-F238E27FC236}">
                <a16:creationId xmlns:a16="http://schemas.microsoft.com/office/drawing/2014/main" id="{C327F1EE-92C1-F4C8-CAFA-3B336EF44837}"/>
              </a:ext>
            </a:extLst>
          </p:cNvPr>
          <p:cNvPicPr>
            <a:picLocks noChangeAspect="1"/>
          </p:cNvPicPr>
          <p:nvPr/>
        </p:nvPicPr>
        <p:blipFill>
          <a:blip r:embed="rId3"/>
          <a:srcRect l="41436" t="54427" r="25691" b="35341"/>
          <a:stretch/>
        </p:blipFill>
        <p:spPr>
          <a:xfrm>
            <a:off x="1975214" y="4583039"/>
            <a:ext cx="7628621" cy="1291082"/>
          </a:xfrm>
          <a:prstGeom prst="rect">
            <a:avLst/>
          </a:prstGeom>
        </p:spPr>
      </p:pic>
      <p:sp>
        <p:nvSpPr>
          <p:cNvPr id="8" name="Arrow: Right 7">
            <a:extLst>
              <a:ext uri="{FF2B5EF4-FFF2-40B4-BE49-F238E27FC236}">
                <a16:creationId xmlns:a16="http://schemas.microsoft.com/office/drawing/2014/main" id="{FA416251-174A-92C3-8B44-273766C9C930}"/>
              </a:ext>
            </a:extLst>
          </p:cNvPr>
          <p:cNvSpPr/>
          <p:nvPr/>
        </p:nvSpPr>
        <p:spPr>
          <a:xfrm>
            <a:off x="1168342" y="4706201"/>
            <a:ext cx="835556" cy="35019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55786468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DDE52-C161-E1C9-44C9-758C32CB4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092684-E78A-CF49-8233-CA8FDB79F5A6}"/>
              </a:ext>
            </a:extLst>
          </p:cNvPr>
          <p:cNvSpPr>
            <a:spLocks noGrp="1"/>
          </p:cNvSpPr>
          <p:nvPr>
            <p:ph type="title"/>
          </p:nvPr>
        </p:nvSpPr>
        <p:spPr/>
        <p:txBody>
          <a:bodyPr/>
          <a:lstStyle/>
          <a:p>
            <a:r>
              <a:rPr lang="nl-NL" dirty="0"/>
              <a:t>Do NOT </a:t>
            </a:r>
            <a:r>
              <a:rPr lang="nl-NL" dirty="0" err="1"/>
              <a:t>use</a:t>
            </a:r>
            <a:r>
              <a:rPr lang="nl-NL" dirty="0"/>
              <a:t> </a:t>
            </a:r>
            <a:r>
              <a:rPr lang="nl-NL" dirty="0" err="1"/>
              <a:t>anything</a:t>
            </a:r>
            <a:r>
              <a:rPr lang="nl-NL" dirty="0"/>
              <a:t> </a:t>
            </a:r>
            <a:r>
              <a:rPr lang="nl-NL" dirty="0" err="1"/>
              <a:t>from</a:t>
            </a:r>
            <a:r>
              <a:rPr lang="nl-NL" dirty="0"/>
              <a:t> system </a:t>
            </a:r>
            <a:r>
              <a:rPr lang="nl-NL" dirty="0" err="1"/>
              <a:t>paths</a:t>
            </a:r>
            <a:endParaRPr lang="nl-NL" dirty="0"/>
          </a:p>
        </p:txBody>
      </p:sp>
      <p:sp>
        <p:nvSpPr>
          <p:cNvPr id="3" name="Vertical Text Placeholder 2">
            <a:extLst>
              <a:ext uri="{FF2B5EF4-FFF2-40B4-BE49-F238E27FC236}">
                <a16:creationId xmlns:a16="http://schemas.microsoft.com/office/drawing/2014/main" id="{EF9E950F-E3CA-1E33-F139-0DED7F758EF5}"/>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lnSpc>
                <a:spcPct val="150000"/>
              </a:lnSpc>
              <a:spcBef>
                <a:spcPts val="0"/>
              </a:spcBef>
              <a:spcAft>
                <a:spcPts val="0"/>
              </a:spcAft>
              <a:buNone/>
            </a:pPr>
            <a:r>
              <a:rPr lang="en-US" dirty="0"/>
              <a:t>On HPC clusters, NEVER use</a:t>
            </a:r>
          </a:p>
          <a:p>
            <a:pPr>
              <a:lnSpc>
                <a:spcPct val="150000"/>
              </a:lnSpc>
              <a:spcBef>
                <a:spcPts val="0"/>
              </a:spcBef>
              <a:spcAft>
                <a:spcPts val="0"/>
              </a:spcAft>
              <a:buFont typeface="Arial" panose="020B0604020202020204" pitchFamily="34" charset="0"/>
              <a:buChar char="•"/>
            </a:pPr>
            <a:r>
              <a:rPr lang="en-US" dirty="0"/>
              <a:t>Python or compilers from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/bin</a:t>
            </a:r>
            <a:r>
              <a:rPr lang="en-US" dirty="0"/>
              <a:t> or </a:t>
            </a:r>
            <a:r>
              <a:rPr lang="en-US" dirty="0">
                <a:latin typeface="Courier New" panose="02070309020205020404" pitchFamily="49" charset="0"/>
                <a:cs typeface="Courier New" panose="02070309020205020404" pitchFamily="49" charset="0"/>
              </a:rPr>
              <a:t>/bin</a:t>
            </a:r>
          </a:p>
          <a:p>
            <a:pPr marL="538163" lvl="1">
              <a:lnSpc>
                <a:spcPct val="150000"/>
              </a:lnSpc>
              <a:spcBef>
                <a:spcPts val="0"/>
              </a:spcBef>
              <a:spcAft>
                <a:spcPts val="0"/>
              </a:spcAft>
              <a:buFont typeface="Arial" panose="020B0604020202020204" pitchFamily="34" charset="0"/>
              <a:buChar char="•"/>
              <a:tabLst>
                <a:tab pos="538163" algn="l"/>
              </a:tabLst>
            </a:pPr>
            <a:r>
              <a:rPr lang="en-US" dirty="0">
                <a:latin typeface="+mj-lt"/>
                <a:cs typeface="Courier New" panose="02070309020205020404" pitchFamily="49" charset="0"/>
              </a:rPr>
              <a:t>N.B. using things like text editors etc. from here is fine</a:t>
            </a:r>
          </a:p>
          <a:p>
            <a:pPr>
              <a:lnSpc>
                <a:spcPct val="150000"/>
              </a:lnSpc>
              <a:spcBef>
                <a:spcPts val="0"/>
              </a:spcBef>
              <a:spcAft>
                <a:spcPts val="0"/>
              </a:spcAft>
              <a:buFont typeface="Arial" panose="020B0604020202020204" pitchFamily="34" charset="0"/>
              <a:buChar char="•"/>
            </a:pPr>
            <a:r>
              <a:rPr lang="en-US" dirty="0"/>
              <a:t>Libraries from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/lib</a:t>
            </a:r>
            <a:r>
              <a:rPr lang="en-US" dirty="0"/>
              <a:t>,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/lib64</a:t>
            </a:r>
            <a:r>
              <a:rPr lang="en-US" dirty="0"/>
              <a:t>, </a:t>
            </a:r>
            <a:r>
              <a:rPr lang="en-US" dirty="0">
                <a:latin typeface="Courier New" panose="02070309020205020404" pitchFamily="49" charset="0"/>
                <a:cs typeface="Courier New" panose="02070309020205020404" pitchFamily="49" charset="0"/>
              </a:rPr>
              <a:t>/lib</a:t>
            </a:r>
            <a:r>
              <a:rPr lang="en-US" dirty="0"/>
              <a:t> or </a:t>
            </a:r>
            <a:r>
              <a:rPr lang="en-US" dirty="0">
                <a:latin typeface="Courier New" panose="02070309020205020404" pitchFamily="49" charset="0"/>
                <a:cs typeface="Courier New" panose="02070309020205020404" pitchFamily="49" charset="0"/>
              </a:rPr>
              <a:t>/lib64</a:t>
            </a:r>
          </a:p>
          <a:p>
            <a:pPr>
              <a:lnSpc>
                <a:spcPct val="150000"/>
              </a:lnSpc>
              <a:spcBef>
                <a:spcPts val="0"/>
              </a:spcBef>
              <a:spcAft>
                <a:spcPts val="0"/>
              </a:spcAft>
              <a:buFont typeface="Arial" panose="020B0604020202020204" pitchFamily="34" charset="0"/>
              <a:buChar char="•"/>
            </a:pPr>
            <a:r>
              <a:rPr lang="en-US" dirty="0">
                <a:latin typeface="+mj-lt"/>
                <a:cs typeface="Courier New" panose="02070309020205020404" pitchFamily="49" charset="0"/>
              </a:rPr>
              <a:t>Use things from the </a:t>
            </a:r>
            <a:r>
              <a:rPr lang="en-US" u="sng" dirty="0">
                <a:latin typeface="+mj-lt"/>
                <a:cs typeface="Courier New" panose="02070309020205020404" pitchFamily="49" charset="0"/>
              </a:rPr>
              <a:t>Module environment</a:t>
            </a:r>
          </a:p>
          <a:p>
            <a:pPr>
              <a:lnSpc>
                <a:spcPct val="150000"/>
              </a:lnSpc>
              <a:spcBef>
                <a:spcPts val="0"/>
              </a:spcBef>
              <a:spcAft>
                <a:spcPts val="0"/>
              </a:spcAft>
              <a:buFont typeface="Arial" panose="020B0604020202020204" pitchFamily="34" charset="0"/>
              <a:buChar char="•"/>
            </a:pPr>
            <a:endParaRPr lang="en-US" u="sng" dirty="0">
              <a:latin typeface="+mj-lt"/>
              <a:cs typeface="Courier New" panose="02070309020205020404" pitchFamily="49" charset="0"/>
            </a:endParaRPr>
          </a:p>
          <a:p>
            <a:pPr marL="0" indent="0">
              <a:lnSpc>
                <a:spcPct val="150000"/>
              </a:lnSpc>
              <a:spcBef>
                <a:spcPts val="0"/>
              </a:spcBef>
              <a:spcAft>
                <a:spcPts val="0"/>
              </a:spcAft>
              <a:buNone/>
            </a:pPr>
            <a:r>
              <a:rPr lang="en-US" dirty="0">
                <a:latin typeface="+mj-lt"/>
                <a:cs typeface="Courier New" panose="02070309020205020404" pitchFamily="49" charset="0"/>
              </a:rPr>
              <a:t>But… Why? </a:t>
            </a:r>
          </a:p>
          <a:p>
            <a:pPr>
              <a:lnSpc>
                <a:spcPct val="150000"/>
              </a:lnSpc>
              <a:spcBef>
                <a:spcPts val="0"/>
              </a:spcBef>
              <a:spcAft>
                <a:spcPts val="0"/>
              </a:spcAft>
              <a:buFont typeface="Arial" panose="020B0604020202020204" pitchFamily="34" charset="0"/>
              <a:buChar char="•"/>
            </a:pPr>
            <a:r>
              <a:rPr lang="en-US" dirty="0">
                <a:latin typeface="+mj-lt"/>
                <a:cs typeface="Courier New" panose="02070309020205020404" pitchFamily="49" charset="0"/>
              </a:rPr>
              <a:t>Because HPC sysadmins may add / remove / upgrade tools, the OS, </a:t>
            </a:r>
            <a:r>
              <a:rPr lang="en-US" dirty="0" err="1">
                <a:latin typeface="+mj-lt"/>
                <a:cs typeface="Courier New" panose="02070309020205020404" pitchFamily="49" charset="0"/>
              </a:rPr>
              <a:t>etc</a:t>
            </a:r>
            <a:r>
              <a:rPr lang="en-US" dirty="0">
                <a:latin typeface="+mj-lt"/>
                <a:cs typeface="Courier New" panose="02070309020205020404" pitchFamily="49" charset="0"/>
              </a:rPr>
              <a:t> </a:t>
            </a:r>
            <a:r>
              <a:rPr lang="en-US" i="1" dirty="0">
                <a:latin typeface="+mj-lt"/>
                <a:cs typeface="Courier New" panose="02070309020205020404" pitchFamily="49" charset="0"/>
              </a:rPr>
              <a:t>as they please, without notice</a:t>
            </a:r>
            <a:r>
              <a:rPr lang="en-US" dirty="0">
                <a:latin typeface="+mj-lt"/>
                <a:cs typeface="Courier New" panose="02070309020205020404" pitchFamily="49" charset="0"/>
              </a:rPr>
              <a:t>. You cannot rely on certain versions to be there! (for text editors, you typically don’t care what exact version they are, hence it’s fine to use those)</a:t>
            </a:r>
          </a:p>
        </p:txBody>
      </p:sp>
      <p:sp>
        <p:nvSpPr>
          <p:cNvPr id="4" name="Text Placeholder 3">
            <a:extLst>
              <a:ext uri="{FF2B5EF4-FFF2-40B4-BE49-F238E27FC236}">
                <a16:creationId xmlns:a16="http://schemas.microsoft.com/office/drawing/2014/main" id="{759EBF6A-184B-16E1-21A1-0D372014FDBB}"/>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094E7099-BABE-B4FA-41EE-08DA9C235A57}"/>
              </a:ext>
            </a:extLst>
          </p:cNvPr>
          <p:cNvSpPr>
            <a:spLocks noGrp="1"/>
          </p:cNvSpPr>
          <p:nvPr>
            <p:ph type="sldNum" sz="quarter" idx="12"/>
          </p:nvPr>
        </p:nvSpPr>
        <p:spPr/>
        <p:txBody>
          <a:bodyPr/>
          <a:lstStyle/>
          <a:p>
            <a:fld id="{7AD0FE45-509C-4BDF-9EDE-64426F8DF3D2}" type="slidenum">
              <a:rPr lang="nl-NL" smtClean="0"/>
              <a:t>23</a:t>
            </a:fld>
            <a:endParaRPr lang="nl-NL"/>
          </a:p>
        </p:txBody>
      </p:sp>
    </p:spTree>
    <p:extLst>
      <p:ext uri="{BB962C8B-B14F-4D97-AF65-F5344CB8AC3E}">
        <p14:creationId xmlns:p14="http://schemas.microsoft.com/office/powerpoint/2010/main" val="367771901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Module environment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buNone/>
            </a:pPr>
            <a:r>
              <a:rPr lang="nl-NL" dirty="0"/>
              <a:t>HPC systems are shared </a:t>
            </a:r>
            <a:r>
              <a:rPr lang="nl-NL" dirty="0" err="1"/>
              <a:t>between</a:t>
            </a:r>
            <a:r>
              <a:rPr lang="nl-NL" dirty="0"/>
              <a:t> </a:t>
            </a:r>
            <a:r>
              <a:rPr lang="nl-NL" dirty="0" err="1"/>
              <a:t>many</a:t>
            </a:r>
            <a:r>
              <a:rPr lang="nl-NL" dirty="0"/>
              <a:t> users, </a:t>
            </a:r>
            <a:r>
              <a:rPr lang="nl-NL" dirty="0" err="1"/>
              <a:t>with</a:t>
            </a:r>
            <a:r>
              <a:rPr lang="nl-NL" dirty="0"/>
              <a:t> different </a:t>
            </a:r>
            <a:r>
              <a:rPr lang="nl-NL" dirty="0" err="1"/>
              <a:t>needs</a:t>
            </a:r>
            <a:r>
              <a:rPr lang="nl-NL" dirty="0"/>
              <a:t>. How </a:t>
            </a:r>
            <a:r>
              <a:rPr lang="nl-NL" dirty="0" err="1"/>
              <a:t>to</a:t>
            </a:r>
            <a:r>
              <a:rPr lang="nl-NL" dirty="0"/>
              <a:t> offer </a:t>
            </a:r>
            <a:r>
              <a:rPr lang="nl-NL" dirty="0" err="1"/>
              <a:t>several</a:t>
            </a:r>
            <a:r>
              <a:rPr lang="nl-NL" dirty="0"/>
              <a:t> </a:t>
            </a:r>
            <a:r>
              <a:rPr lang="nl-NL" dirty="0" err="1"/>
              <a:t>versions</a:t>
            </a:r>
            <a:r>
              <a:rPr lang="nl-NL" dirty="0"/>
              <a:t> of </a:t>
            </a:r>
            <a:r>
              <a:rPr lang="nl-NL" dirty="0" err="1"/>
              <a:t>the</a:t>
            </a:r>
            <a:r>
              <a:rPr lang="nl-NL" dirty="0"/>
              <a:t> </a:t>
            </a:r>
            <a:r>
              <a:rPr lang="nl-NL" dirty="0" err="1"/>
              <a:t>same</a:t>
            </a:r>
            <a:r>
              <a:rPr lang="nl-NL" dirty="0"/>
              <a:t> software?</a:t>
            </a:r>
          </a:p>
          <a:p>
            <a:pPr>
              <a:buFont typeface="Arial" panose="020B0604020202020204" pitchFamily="34" charset="0"/>
              <a:buChar char="•"/>
            </a:pPr>
            <a:r>
              <a:rPr lang="nl-NL" dirty="0"/>
              <a:t>Module environment</a:t>
            </a:r>
            <a:endParaRPr lang="nl-NL" dirty="0">
              <a:ea typeface="Calibri"/>
              <a:cs typeface="Calibri"/>
            </a:endParaRPr>
          </a:p>
          <a:p>
            <a:pPr>
              <a:buFont typeface="Arial" panose="020B0604020202020204" pitchFamily="34" charset="0"/>
              <a:buChar char="•"/>
            </a:pPr>
            <a:r>
              <a:rPr lang="nl-NL" dirty="0" err="1"/>
              <a:t>Let’s</a:t>
            </a:r>
            <a:r>
              <a:rPr lang="nl-NL" dirty="0"/>
              <a:t> look </a:t>
            </a:r>
            <a:r>
              <a:rPr lang="nl-NL" dirty="0" err="1"/>
              <a:t>what</a:t>
            </a:r>
            <a:r>
              <a:rPr lang="nl-NL" dirty="0"/>
              <a:t> modules we have: </a:t>
            </a:r>
            <a:r>
              <a:rPr lang="nl-NL" dirty="0">
                <a:latin typeface="Courier New"/>
                <a:cs typeface="Courier New"/>
              </a:rPr>
              <a:t>module av</a:t>
            </a:r>
          </a:p>
          <a:p>
            <a:pPr>
              <a:buFont typeface="Arial" panose="020B0604020202020204" pitchFamily="34" charset="0"/>
              <a:buChar char="•"/>
            </a:pPr>
            <a:r>
              <a:rPr lang="nl-NL" dirty="0"/>
              <a:t>We </a:t>
            </a:r>
            <a:r>
              <a:rPr lang="nl-NL" dirty="0" err="1"/>
              <a:t>build</a:t>
            </a:r>
            <a:r>
              <a:rPr lang="nl-NL" dirty="0"/>
              <a:t> a module environment </a:t>
            </a:r>
            <a:r>
              <a:rPr lang="nl-NL" dirty="0" err="1"/>
              <a:t>every</a:t>
            </a:r>
            <a:r>
              <a:rPr lang="nl-NL" dirty="0"/>
              <a:t> </a:t>
            </a:r>
            <a:r>
              <a:rPr lang="nl-NL" dirty="0" err="1"/>
              <a:t>year</a:t>
            </a:r>
            <a:r>
              <a:rPr lang="nl-NL" dirty="0"/>
              <a:t>. </a:t>
            </a:r>
            <a:r>
              <a:rPr lang="nl-NL" dirty="0" err="1"/>
              <a:t>Let’s</a:t>
            </a:r>
            <a:r>
              <a:rPr lang="nl-NL" dirty="0"/>
              <a:t> load </a:t>
            </a:r>
            <a:r>
              <a:rPr lang="nl-NL" dirty="0" err="1"/>
              <a:t>the</a:t>
            </a:r>
            <a:r>
              <a:rPr lang="nl-NL" dirty="0"/>
              <a:t> </a:t>
            </a:r>
            <a:r>
              <a:rPr lang="nl-NL" dirty="0" err="1"/>
              <a:t>one</a:t>
            </a:r>
            <a:r>
              <a:rPr lang="nl-NL" dirty="0"/>
              <a:t> </a:t>
            </a:r>
            <a:r>
              <a:rPr lang="nl-NL" dirty="0" err="1"/>
              <a:t>for</a:t>
            </a:r>
            <a:r>
              <a:rPr lang="nl-NL" dirty="0"/>
              <a:t> 2023: </a:t>
            </a:r>
            <a:r>
              <a:rPr lang="nl-NL" dirty="0">
                <a:latin typeface="Courier New"/>
                <a:cs typeface="Courier New"/>
              </a:rPr>
              <a:t>module load 2023</a:t>
            </a:r>
          </a:p>
          <a:p>
            <a:pPr>
              <a:buFont typeface="Arial" panose="020B0604020202020204" pitchFamily="34" charset="0"/>
              <a:buChar char="•"/>
            </a:pPr>
            <a:r>
              <a:rPr lang="nl-NL" dirty="0"/>
              <a:t>Check </a:t>
            </a:r>
            <a:r>
              <a:rPr lang="nl-NL" dirty="0" err="1"/>
              <a:t>the</a:t>
            </a:r>
            <a:r>
              <a:rPr lang="nl-NL" dirty="0"/>
              <a:t> modules </a:t>
            </a:r>
            <a:r>
              <a:rPr lang="nl-NL" dirty="0" err="1"/>
              <a:t>again</a:t>
            </a:r>
            <a:r>
              <a:rPr lang="nl-NL" dirty="0"/>
              <a:t>: </a:t>
            </a:r>
            <a:r>
              <a:rPr lang="nl-NL" dirty="0">
                <a:latin typeface="Courier New"/>
                <a:cs typeface="Courier New"/>
              </a:rPr>
              <a:t>module av</a:t>
            </a:r>
          </a:p>
          <a:p>
            <a:pPr>
              <a:buFont typeface="Arial" panose="020B0604020202020204" pitchFamily="34" charset="0"/>
              <a:buChar char="•"/>
            </a:pPr>
            <a:r>
              <a:rPr lang="nl-NL" dirty="0" err="1"/>
              <a:t>What</a:t>
            </a:r>
            <a:r>
              <a:rPr lang="nl-NL" dirty="0"/>
              <a:t> Python modules do we have? </a:t>
            </a:r>
            <a:r>
              <a:rPr lang="nl-NL" dirty="0">
                <a:latin typeface="Courier New"/>
                <a:cs typeface="Courier New"/>
              </a:rPr>
              <a:t>module av Python</a:t>
            </a:r>
          </a:p>
          <a:p>
            <a:pPr>
              <a:buFont typeface="Arial" panose="020B0604020202020204" pitchFamily="34" charset="0"/>
              <a:buChar char="•"/>
            </a:pPr>
            <a:r>
              <a:rPr lang="nl-NL" dirty="0" err="1"/>
              <a:t>Let’s</a:t>
            </a:r>
            <a:r>
              <a:rPr lang="nl-NL" dirty="0"/>
              <a:t> have a look at </a:t>
            </a:r>
            <a:r>
              <a:rPr lang="nl-NL" dirty="0" err="1"/>
              <a:t>one</a:t>
            </a:r>
            <a:r>
              <a:rPr lang="nl-NL" dirty="0"/>
              <a:t>: </a:t>
            </a:r>
            <a:r>
              <a:rPr lang="nl-NL" dirty="0">
                <a:latin typeface="Courier New"/>
                <a:cs typeface="Courier New"/>
              </a:rPr>
              <a:t>module show </a:t>
            </a:r>
            <a:r>
              <a:rPr lang="nl-NL" dirty="0">
                <a:latin typeface="Courier New"/>
                <a:ea typeface="+mn-lt"/>
                <a:cs typeface="+mn-lt"/>
              </a:rPr>
              <a:t>Python/3.11.3-GCCcore-12.3.0</a:t>
            </a:r>
            <a:endParaRPr lang="nl-NL" dirty="0">
              <a:latin typeface="Courier New"/>
              <a:ea typeface="Calibri"/>
              <a:cs typeface="Courier New"/>
            </a:endParaRPr>
          </a:p>
          <a:p>
            <a:pPr>
              <a:buFont typeface="Arial" panose="020B0604020202020204" pitchFamily="34" charset="0"/>
              <a:buChar char="•"/>
            </a:pPr>
            <a:r>
              <a:rPr lang="nl-NL" dirty="0"/>
              <a:t>Modules set environment variables like </a:t>
            </a:r>
            <a:r>
              <a:rPr lang="nl-NL" dirty="0">
                <a:latin typeface="Courier New"/>
                <a:cs typeface="Courier New"/>
              </a:rPr>
              <a:t>PATH</a:t>
            </a:r>
            <a:r>
              <a:rPr lang="nl-NL" dirty="0"/>
              <a:t>, </a:t>
            </a:r>
            <a:r>
              <a:rPr lang="nl-NL" dirty="0">
                <a:latin typeface="Courier New"/>
                <a:cs typeface="Courier New"/>
              </a:rPr>
              <a:t>LD_LIBRARY_PATH</a:t>
            </a:r>
            <a:r>
              <a:rPr lang="nl-NL" dirty="0"/>
              <a:t>, etc. These are </a:t>
            </a:r>
            <a:r>
              <a:rPr lang="nl-NL" dirty="0" err="1"/>
              <a:t>used</a:t>
            </a:r>
            <a:r>
              <a:rPr lang="nl-NL" dirty="0"/>
              <a:t> </a:t>
            </a:r>
            <a:r>
              <a:rPr lang="nl-NL" dirty="0" err="1"/>
              <a:t>by</a:t>
            </a:r>
            <a:r>
              <a:rPr lang="nl-NL" dirty="0"/>
              <a:t> </a:t>
            </a:r>
            <a:r>
              <a:rPr lang="nl-NL" dirty="0" err="1"/>
              <a:t>the</a:t>
            </a:r>
            <a:r>
              <a:rPr lang="nl-NL" dirty="0"/>
              <a:t> Linux OS </a:t>
            </a:r>
            <a:r>
              <a:rPr lang="nl-NL" dirty="0" err="1"/>
              <a:t>to</a:t>
            </a:r>
            <a:r>
              <a:rPr lang="nl-NL" dirty="0"/>
              <a:t> </a:t>
            </a:r>
            <a:r>
              <a:rPr lang="nl-NL" dirty="0" err="1"/>
              <a:t>find</a:t>
            </a:r>
            <a:r>
              <a:rPr lang="nl-NL" dirty="0"/>
              <a:t> </a:t>
            </a:r>
            <a:r>
              <a:rPr lang="nl-NL" dirty="0" err="1"/>
              <a:t>binaries</a:t>
            </a:r>
            <a:r>
              <a:rPr lang="nl-NL" dirty="0"/>
              <a:t>, </a:t>
            </a:r>
            <a:r>
              <a:rPr lang="nl-NL" dirty="0" err="1"/>
              <a:t>libaries</a:t>
            </a:r>
            <a:r>
              <a:rPr lang="nl-NL" dirty="0"/>
              <a:t>, </a:t>
            </a:r>
            <a:r>
              <a:rPr lang="nl-NL" dirty="0" err="1"/>
              <a:t>etc</a:t>
            </a:r>
            <a:endParaRPr lang="nl-NL"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24</a:t>
            </a:fld>
            <a:endParaRPr lang="nl-NL"/>
          </a:p>
        </p:txBody>
      </p:sp>
    </p:spTree>
    <p:extLst>
      <p:ext uri="{BB962C8B-B14F-4D97-AF65-F5344CB8AC3E}">
        <p14:creationId xmlns:p14="http://schemas.microsoft.com/office/powerpoint/2010/main" val="78802818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How does e.g. PATH work?</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nl-NL" sz="1400" dirty="0">
                <a:latin typeface="Courier New"/>
                <a:cs typeface="Courier New"/>
              </a:rPr>
              <a:t>$ </a:t>
            </a:r>
            <a:r>
              <a:rPr lang="nl-NL" sz="1400" dirty="0" err="1">
                <a:latin typeface="Courier New"/>
                <a:cs typeface="Courier New"/>
              </a:rPr>
              <a:t>which</a:t>
            </a:r>
            <a:r>
              <a:rPr lang="nl-NL" sz="1400" dirty="0">
                <a:latin typeface="Courier New"/>
                <a:cs typeface="Courier New"/>
              </a:rPr>
              <a:t> python3</a:t>
            </a:r>
          </a:p>
          <a:p>
            <a:pPr marL="0" indent="0">
              <a:spcBef>
                <a:spcPts val="0"/>
              </a:spcBef>
              <a:spcAft>
                <a:spcPts val="0"/>
              </a:spcAft>
              <a:buNone/>
            </a:pPr>
            <a:r>
              <a:rPr lang="nl-NL" sz="1400" dirty="0">
                <a:latin typeface="Courier New"/>
                <a:cs typeface="Courier New"/>
              </a:rPr>
              <a:t>/bin/python3</a:t>
            </a:r>
          </a:p>
          <a:p>
            <a:pPr marL="0" indent="0">
              <a:spcBef>
                <a:spcPts val="0"/>
              </a:spcBef>
              <a:spcAft>
                <a:spcPts val="0"/>
              </a:spcAft>
              <a:buNone/>
            </a:pP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400" dirty="0">
                <a:latin typeface="Courier New"/>
                <a:cs typeface="Courier New"/>
              </a:rPr>
              <a:t>$ module av</a:t>
            </a:r>
          </a:p>
          <a:p>
            <a:pPr marL="0" indent="0">
              <a:spcBef>
                <a:spcPts val="0"/>
              </a:spcBef>
              <a:spcAft>
                <a:spcPts val="0"/>
              </a:spcAft>
              <a:buNone/>
            </a:pPr>
            <a:r>
              <a:rPr lang="nl-NL" sz="1400" dirty="0">
                <a:latin typeface="Courier New"/>
                <a:cs typeface="Courier New"/>
              </a:rPr>
              <a:t>$ module load 2023</a:t>
            </a: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400" dirty="0">
                <a:latin typeface="Courier New"/>
                <a:cs typeface="Courier New"/>
              </a:rPr>
              <a:t>$ module load </a:t>
            </a:r>
            <a:r>
              <a:rPr lang="nl-NL" sz="1400" dirty="0">
                <a:latin typeface="Courier New"/>
                <a:ea typeface="+mn-lt"/>
                <a:cs typeface="+mn-lt"/>
              </a:rPr>
              <a:t>Python/3.11.3-GCCcore-12.3.0</a:t>
            </a:r>
          </a:p>
          <a:p>
            <a:pPr marL="0" indent="0">
              <a:spcBef>
                <a:spcPts val="0"/>
              </a:spcBef>
              <a:spcAft>
                <a:spcPts val="0"/>
              </a:spcAft>
              <a:buNone/>
            </a:pP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400" dirty="0">
                <a:latin typeface="Courier New"/>
                <a:cs typeface="Courier New"/>
              </a:rPr>
              <a:t>$ </a:t>
            </a:r>
            <a:r>
              <a:rPr lang="nl-NL" sz="1400" dirty="0" err="1">
                <a:latin typeface="Courier New"/>
                <a:cs typeface="Courier New"/>
              </a:rPr>
              <a:t>which</a:t>
            </a:r>
            <a:r>
              <a:rPr lang="nl-NL" sz="1400" dirty="0">
                <a:latin typeface="Courier New"/>
                <a:cs typeface="Courier New"/>
              </a:rPr>
              <a:t> python3</a:t>
            </a:r>
          </a:p>
          <a:p>
            <a:pPr marL="0" indent="0">
              <a:spcBef>
                <a:spcPts val="0"/>
              </a:spcBef>
              <a:spcAft>
                <a:spcPts val="0"/>
              </a:spcAft>
              <a:buNone/>
            </a:pPr>
            <a:r>
              <a:rPr lang="nl-NL" sz="1400" dirty="0">
                <a:latin typeface="Courier New"/>
                <a:ea typeface="+mn-lt"/>
                <a:cs typeface="+mn-lt"/>
              </a:rPr>
              <a:t>/</a:t>
            </a:r>
            <a:r>
              <a:rPr lang="nl-NL" sz="1400" dirty="0" err="1">
                <a:latin typeface="Courier New"/>
                <a:ea typeface="+mn-lt"/>
                <a:cs typeface="+mn-lt"/>
              </a:rPr>
              <a:t>sw</a:t>
            </a:r>
            <a:r>
              <a:rPr lang="nl-NL" sz="1400" dirty="0">
                <a:latin typeface="Courier New"/>
                <a:ea typeface="+mn-lt"/>
                <a:cs typeface="+mn-lt"/>
              </a:rPr>
              <a:t>/</a:t>
            </a:r>
            <a:r>
              <a:rPr lang="nl-NL" sz="1400" dirty="0" err="1">
                <a:latin typeface="Courier New"/>
                <a:ea typeface="+mn-lt"/>
                <a:cs typeface="+mn-lt"/>
              </a:rPr>
              <a:t>arch</a:t>
            </a:r>
            <a:r>
              <a:rPr lang="nl-NL" sz="1400" dirty="0">
                <a:latin typeface="Courier New"/>
                <a:ea typeface="+mn-lt"/>
                <a:cs typeface="+mn-lt"/>
              </a:rPr>
              <a:t>/RHEL8/</a:t>
            </a:r>
            <a:r>
              <a:rPr lang="nl-NL" sz="1400" dirty="0" err="1">
                <a:latin typeface="Courier New"/>
                <a:ea typeface="+mn-lt"/>
                <a:cs typeface="+mn-lt"/>
              </a:rPr>
              <a:t>EB_production</a:t>
            </a:r>
            <a:r>
              <a:rPr lang="nl-NL" sz="1400" dirty="0">
                <a:latin typeface="Courier New"/>
                <a:ea typeface="+mn-lt"/>
                <a:cs typeface="+mn-lt"/>
              </a:rPr>
              <a:t>/2023/software/Python/3.11.3-GCCcore-12.3.0/bin/python3</a:t>
            </a:r>
            <a:endParaRPr lang="nl-NL" dirty="0">
              <a:latin typeface="Courier New"/>
              <a:ea typeface="+mn-lt"/>
              <a:cs typeface="+mn-lt"/>
            </a:endParaRPr>
          </a:p>
          <a:p>
            <a:pPr marL="0" indent="0">
              <a:spcBef>
                <a:spcPts val="0"/>
              </a:spcBef>
              <a:spcAft>
                <a:spcPts val="0"/>
              </a:spcAft>
              <a:buNone/>
            </a:pP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400" dirty="0">
                <a:latin typeface="Courier New"/>
                <a:cs typeface="Courier New"/>
              </a:rPr>
              <a:t>echo $PATH</a:t>
            </a:r>
          </a:p>
          <a:p>
            <a:pPr>
              <a:buNone/>
            </a:pPr>
            <a:r>
              <a:rPr lang="nl-NL" sz="1400" dirty="0">
                <a:highlight>
                  <a:srgbClr val="FFFF00"/>
                </a:highlight>
                <a:ea typeface="+mn-lt"/>
                <a:cs typeface="+mn-lt"/>
              </a:rPr>
              <a:t>/</a:t>
            </a:r>
            <a:r>
              <a:rPr lang="nl-NL" sz="1400" dirty="0" err="1">
                <a:highlight>
                  <a:srgbClr val="FFFF00"/>
                </a:highlight>
                <a:ea typeface="+mn-lt"/>
                <a:cs typeface="+mn-lt"/>
              </a:rPr>
              <a:t>sw</a:t>
            </a:r>
            <a:r>
              <a:rPr lang="nl-NL" sz="1400" dirty="0">
                <a:highlight>
                  <a:srgbClr val="FFFF00"/>
                </a:highlight>
                <a:ea typeface="+mn-lt"/>
                <a:cs typeface="+mn-lt"/>
              </a:rPr>
              <a:t>/</a:t>
            </a:r>
            <a:r>
              <a:rPr lang="nl-NL" sz="1400" dirty="0" err="1">
                <a:highlight>
                  <a:srgbClr val="FFFF00"/>
                </a:highlight>
                <a:ea typeface="+mn-lt"/>
                <a:cs typeface="+mn-lt"/>
              </a:rPr>
              <a:t>arch</a:t>
            </a:r>
            <a:r>
              <a:rPr lang="nl-NL" sz="1400" dirty="0">
                <a:highlight>
                  <a:srgbClr val="FFFF00"/>
                </a:highlight>
                <a:ea typeface="+mn-lt"/>
                <a:cs typeface="+mn-lt"/>
              </a:rPr>
              <a:t>/RHEL8/</a:t>
            </a:r>
            <a:r>
              <a:rPr lang="nl-NL" sz="1400" dirty="0" err="1">
                <a:highlight>
                  <a:srgbClr val="FFFF00"/>
                </a:highlight>
                <a:ea typeface="+mn-lt"/>
                <a:cs typeface="+mn-lt"/>
              </a:rPr>
              <a:t>EB_production</a:t>
            </a:r>
            <a:r>
              <a:rPr lang="nl-NL" sz="1400" dirty="0">
                <a:highlight>
                  <a:srgbClr val="FFFF00"/>
                </a:highlight>
                <a:ea typeface="+mn-lt"/>
                <a:cs typeface="+mn-lt"/>
              </a:rPr>
              <a:t>/2023/software/Python/3.11.3-GCCcore-12.3.0/bin</a:t>
            </a:r>
            <a:r>
              <a:rPr lang="nl-NL" sz="1400" dirty="0">
                <a:ea typeface="+mn-lt"/>
                <a:cs typeface="+mn-lt"/>
              </a:rPr>
              <a:t>:/</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a:t>
            </a:r>
            <a:r>
              <a:rPr lang="nl-NL" sz="1400" dirty="0" err="1">
                <a:ea typeface="+mn-lt"/>
                <a:cs typeface="+mn-lt"/>
              </a:rPr>
              <a:t>OpenSSL</a:t>
            </a:r>
            <a:r>
              <a:rPr lang="nl-NL" sz="1400" dirty="0">
                <a:ea typeface="+mn-lt"/>
                <a:cs typeface="+mn-lt"/>
              </a:rPr>
              <a:t>/3/bin:/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/2023/software/XZ/5.4.2-GCCcore-12.3.0/bin:/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a:t>
            </a:r>
            <a:r>
              <a:rPr lang="nl-NL" sz="1400" dirty="0" err="1">
                <a:ea typeface="+mn-lt"/>
                <a:cs typeface="+mn-lt"/>
              </a:rPr>
              <a:t>SQLite</a:t>
            </a:r>
            <a:r>
              <a:rPr lang="nl-NL" sz="1400" dirty="0">
                <a:ea typeface="+mn-lt"/>
                <a:cs typeface="+mn-lt"/>
              </a:rPr>
              <a:t>/3.42.0-GCCcore-12.3.0/bin:/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a:t>
            </a:r>
            <a:r>
              <a:rPr lang="nl-NL" sz="1400" dirty="0" err="1">
                <a:ea typeface="+mn-lt"/>
                <a:cs typeface="+mn-lt"/>
              </a:rPr>
              <a:t>Tcl</a:t>
            </a:r>
            <a:r>
              <a:rPr lang="nl-NL" sz="1400" dirty="0">
                <a:ea typeface="+mn-lt"/>
                <a:cs typeface="+mn-lt"/>
              </a:rPr>
              <a:t>/8.6.13-GCCcore-12.3.0/bin:/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a:t>
            </a:r>
            <a:r>
              <a:rPr lang="nl-NL" sz="1400" dirty="0" err="1">
                <a:ea typeface="+mn-lt"/>
                <a:cs typeface="+mn-lt"/>
              </a:rPr>
              <a:t>ncurses</a:t>
            </a:r>
            <a:r>
              <a:rPr lang="nl-NL" sz="1400" dirty="0">
                <a:ea typeface="+mn-lt"/>
                <a:cs typeface="+mn-lt"/>
              </a:rPr>
              <a:t>/6.4-GCCcore-12.3.0/bin:/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/2023/software/bzip2/1.0.8-GCCcore-12.3.0/bin:/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a:t>
            </a:r>
            <a:r>
              <a:rPr lang="nl-NL" sz="1400" dirty="0" err="1">
                <a:ea typeface="+mn-lt"/>
                <a:cs typeface="+mn-lt"/>
              </a:rPr>
              <a:t>binutils</a:t>
            </a:r>
            <a:r>
              <a:rPr lang="nl-NL" sz="1400" dirty="0">
                <a:ea typeface="+mn-lt"/>
                <a:cs typeface="+mn-lt"/>
              </a:rPr>
              <a:t>/2.40-GCCcore-12.3.0/bin:/</a:t>
            </a:r>
            <a:r>
              <a:rPr lang="nl-NL" sz="1400" dirty="0" err="1">
                <a:ea typeface="+mn-lt"/>
                <a:cs typeface="+mn-lt"/>
              </a:rPr>
              <a:t>sw</a:t>
            </a:r>
            <a:r>
              <a:rPr lang="nl-NL" sz="1400" dirty="0">
                <a:ea typeface="+mn-lt"/>
                <a:cs typeface="+mn-lt"/>
              </a:rPr>
              <a:t>/</a:t>
            </a:r>
            <a:r>
              <a:rPr lang="nl-NL" sz="1400" dirty="0" err="1">
                <a:ea typeface="+mn-lt"/>
                <a:cs typeface="+mn-lt"/>
              </a:rPr>
              <a:t>arch</a:t>
            </a:r>
            <a:r>
              <a:rPr lang="nl-NL" sz="1400" dirty="0">
                <a:ea typeface="+mn-lt"/>
                <a:cs typeface="+mn-lt"/>
              </a:rPr>
              <a:t>/RHEL8/</a:t>
            </a:r>
            <a:r>
              <a:rPr lang="nl-NL" sz="1400" dirty="0" err="1">
                <a:ea typeface="+mn-lt"/>
                <a:cs typeface="+mn-lt"/>
              </a:rPr>
              <a:t>EB_production</a:t>
            </a:r>
            <a:r>
              <a:rPr lang="nl-NL" sz="1400" dirty="0">
                <a:ea typeface="+mn-lt"/>
                <a:cs typeface="+mn-lt"/>
              </a:rPr>
              <a:t>/2023/software/</a:t>
            </a:r>
            <a:r>
              <a:rPr lang="nl-NL" sz="1400" dirty="0" err="1">
                <a:ea typeface="+mn-lt"/>
                <a:cs typeface="+mn-lt"/>
              </a:rPr>
              <a:t>GCCcore</a:t>
            </a:r>
            <a:r>
              <a:rPr lang="nl-NL" sz="1400" dirty="0">
                <a:ea typeface="+mn-lt"/>
                <a:cs typeface="+mn-lt"/>
              </a:rPr>
              <a:t>/12.3.0/bin:/</a:t>
            </a:r>
            <a:r>
              <a:rPr lang="nl-NL" sz="1400" dirty="0" err="1">
                <a:ea typeface="+mn-lt"/>
                <a:cs typeface="+mn-lt"/>
              </a:rPr>
              <a:t>gpfs</a:t>
            </a:r>
            <a:r>
              <a:rPr lang="nl-NL" sz="1400" dirty="0">
                <a:ea typeface="+mn-lt"/>
                <a:cs typeface="+mn-lt"/>
              </a:rPr>
              <a:t>/</a:t>
            </a:r>
            <a:r>
              <a:rPr lang="nl-NL" sz="1400" dirty="0" err="1">
                <a:ea typeface="+mn-lt"/>
                <a:cs typeface="+mn-lt"/>
              </a:rPr>
              <a:t>admin</a:t>
            </a:r>
            <a:r>
              <a:rPr lang="nl-NL" sz="1400" dirty="0">
                <a:ea typeface="+mn-lt"/>
                <a:cs typeface="+mn-lt"/>
              </a:rPr>
              <a:t>/</a:t>
            </a:r>
            <a:r>
              <a:rPr lang="nl-NL" sz="1400" dirty="0" err="1">
                <a:ea typeface="+mn-lt"/>
                <a:cs typeface="+mn-lt"/>
              </a:rPr>
              <a:t>hpc</a:t>
            </a:r>
            <a:r>
              <a:rPr lang="nl-NL" sz="1400" dirty="0">
                <a:ea typeface="+mn-lt"/>
                <a:cs typeface="+mn-lt"/>
              </a:rPr>
              <a:t>/</a:t>
            </a:r>
            <a:r>
              <a:rPr lang="nl-NL" sz="1400" dirty="0" err="1">
                <a:ea typeface="+mn-lt"/>
                <a:cs typeface="+mn-lt"/>
              </a:rPr>
              <a:t>sw</a:t>
            </a:r>
            <a:r>
              <a:rPr lang="nl-NL" sz="1400" dirty="0">
                <a:ea typeface="+mn-lt"/>
                <a:cs typeface="+mn-lt"/>
              </a:rPr>
              <a:t>/</a:t>
            </a:r>
            <a:r>
              <a:rPr lang="nl-NL" sz="1400" dirty="0" err="1">
                <a:ea typeface="+mn-lt"/>
                <a:cs typeface="+mn-lt"/>
              </a:rPr>
              <a:t>hpc</a:t>
            </a:r>
            <a:r>
              <a:rPr lang="nl-NL" sz="1400" dirty="0">
                <a:ea typeface="+mn-lt"/>
                <a:cs typeface="+mn-lt"/>
              </a:rPr>
              <a:t>/bin:/</a:t>
            </a:r>
            <a:r>
              <a:rPr lang="nl-NL" sz="1400" dirty="0" err="1">
                <a:ea typeface="+mn-lt"/>
                <a:cs typeface="+mn-lt"/>
              </a:rPr>
              <a:t>gpfs</a:t>
            </a:r>
            <a:r>
              <a:rPr lang="nl-NL" sz="1400" dirty="0">
                <a:ea typeface="+mn-lt"/>
                <a:cs typeface="+mn-lt"/>
              </a:rPr>
              <a:t>/</a:t>
            </a:r>
            <a:r>
              <a:rPr lang="nl-NL" sz="1400" dirty="0" err="1">
                <a:ea typeface="+mn-lt"/>
                <a:cs typeface="+mn-lt"/>
              </a:rPr>
              <a:t>admin</a:t>
            </a:r>
            <a:r>
              <a:rPr lang="nl-NL" sz="1400" dirty="0">
                <a:ea typeface="+mn-lt"/>
                <a:cs typeface="+mn-lt"/>
              </a:rPr>
              <a:t>/</a:t>
            </a:r>
            <a:r>
              <a:rPr lang="nl-NL" sz="1400" dirty="0" err="1">
                <a:ea typeface="+mn-lt"/>
                <a:cs typeface="+mn-lt"/>
              </a:rPr>
              <a:t>hpc</a:t>
            </a:r>
            <a:r>
              <a:rPr lang="nl-NL" sz="1400" dirty="0">
                <a:ea typeface="+mn-lt"/>
                <a:cs typeface="+mn-lt"/>
              </a:rPr>
              <a:t>/</a:t>
            </a:r>
            <a:r>
              <a:rPr lang="nl-NL" sz="1400" dirty="0" err="1">
                <a:ea typeface="+mn-lt"/>
                <a:cs typeface="+mn-lt"/>
              </a:rPr>
              <a:t>sw</a:t>
            </a:r>
            <a:r>
              <a:rPr lang="nl-NL" sz="1400" dirty="0">
                <a:ea typeface="+mn-lt"/>
                <a:cs typeface="+mn-lt"/>
              </a:rPr>
              <a:t>/</a:t>
            </a:r>
            <a:r>
              <a:rPr lang="nl-NL" sz="1400" dirty="0" err="1">
                <a:ea typeface="+mn-lt"/>
                <a:cs typeface="+mn-lt"/>
              </a:rPr>
              <a:t>hpc</a:t>
            </a:r>
            <a:r>
              <a:rPr lang="nl-NL" sz="1400" dirty="0">
                <a:ea typeface="+mn-lt"/>
                <a:cs typeface="+mn-lt"/>
              </a:rPr>
              <a:t>/</a:t>
            </a:r>
            <a:r>
              <a:rPr lang="nl-NL" sz="1400" dirty="0" err="1">
                <a:ea typeface="+mn-lt"/>
                <a:cs typeface="+mn-lt"/>
              </a:rPr>
              <a:t>sbin</a:t>
            </a:r>
            <a:r>
              <a:rPr lang="nl-NL" sz="1400" dirty="0">
                <a:ea typeface="+mn-lt"/>
                <a:cs typeface="+mn-lt"/>
              </a:rPr>
              <a:t>:/</a:t>
            </a:r>
            <a:r>
              <a:rPr lang="nl-NL" sz="1400" dirty="0" err="1">
                <a:ea typeface="+mn-lt"/>
                <a:cs typeface="+mn-lt"/>
              </a:rPr>
              <a:t>usr</a:t>
            </a:r>
            <a:r>
              <a:rPr lang="nl-NL" sz="1400" dirty="0">
                <a:ea typeface="+mn-lt"/>
                <a:cs typeface="+mn-lt"/>
              </a:rPr>
              <a:t>/</a:t>
            </a:r>
            <a:r>
              <a:rPr lang="nl-NL" sz="1400" dirty="0" err="1">
                <a:ea typeface="+mn-lt"/>
                <a:cs typeface="+mn-lt"/>
              </a:rPr>
              <a:t>local</a:t>
            </a:r>
            <a:r>
              <a:rPr lang="nl-NL" sz="1400" dirty="0">
                <a:ea typeface="+mn-lt"/>
                <a:cs typeface="+mn-lt"/>
              </a:rPr>
              <a:t>/bin:/</a:t>
            </a:r>
            <a:r>
              <a:rPr lang="nl-NL" sz="1400" dirty="0" err="1">
                <a:ea typeface="+mn-lt"/>
                <a:cs typeface="+mn-lt"/>
              </a:rPr>
              <a:t>usr</a:t>
            </a:r>
            <a:r>
              <a:rPr lang="nl-NL" sz="1400" dirty="0">
                <a:ea typeface="+mn-lt"/>
                <a:cs typeface="+mn-lt"/>
              </a:rPr>
              <a:t>/bin:/</a:t>
            </a:r>
            <a:r>
              <a:rPr lang="nl-NL" sz="1400" dirty="0" err="1">
                <a:ea typeface="+mn-lt"/>
                <a:cs typeface="+mn-lt"/>
              </a:rPr>
              <a:t>usr</a:t>
            </a:r>
            <a:r>
              <a:rPr lang="nl-NL" sz="1400" dirty="0">
                <a:ea typeface="+mn-lt"/>
                <a:cs typeface="+mn-lt"/>
              </a:rPr>
              <a:t>/</a:t>
            </a:r>
            <a:r>
              <a:rPr lang="nl-NL" sz="1400" dirty="0" err="1">
                <a:ea typeface="+mn-lt"/>
                <a:cs typeface="+mn-lt"/>
              </a:rPr>
              <a:t>local</a:t>
            </a:r>
            <a:r>
              <a:rPr lang="nl-NL" sz="1400" dirty="0">
                <a:ea typeface="+mn-lt"/>
                <a:cs typeface="+mn-lt"/>
              </a:rPr>
              <a:t>/</a:t>
            </a:r>
            <a:r>
              <a:rPr lang="nl-NL" sz="1400" dirty="0" err="1">
                <a:ea typeface="+mn-lt"/>
                <a:cs typeface="+mn-lt"/>
              </a:rPr>
              <a:t>sbin</a:t>
            </a:r>
            <a:r>
              <a:rPr lang="nl-NL" sz="1400" dirty="0">
                <a:ea typeface="+mn-lt"/>
                <a:cs typeface="+mn-lt"/>
              </a:rPr>
              <a:t>:/</a:t>
            </a:r>
            <a:r>
              <a:rPr lang="nl-NL" sz="1400" dirty="0" err="1">
                <a:ea typeface="+mn-lt"/>
                <a:cs typeface="+mn-lt"/>
              </a:rPr>
              <a:t>usr</a:t>
            </a:r>
            <a:r>
              <a:rPr lang="nl-NL" sz="1400" dirty="0">
                <a:ea typeface="+mn-lt"/>
                <a:cs typeface="+mn-lt"/>
              </a:rPr>
              <a:t>/</a:t>
            </a:r>
            <a:r>
              <a:rPr lang="nl-NL" sz="1400" dirty="0" err="1">
                <a:ea typeface="+mn-lt"/>
                <a:cs typeface="+mn-lt"/>
              </a:rPr>
              <a:t>sbin</a:t>
            </a:r>
            <a:endParaRPr lang="nl-NL" dirty="0">
              <a:ea typeface="+mn-lt"/>
              <a:cs typeface="+mn-lt"/>
            </a:endParaRPr>
          </a:p>
          <a:p>
            <a:pPr marL="0" indent="0">
              <a:spcBef>
                <a:spcPts val="0"/>
              </a:spcBef>
              <a:spcAft>
                <a:spcPts val="0"/>
              </a:spcAft>
              <a:buNone/>
            </a:pPr>
            <a:endParaRPr lang="nl-NL" sz="1400" dirty="0">
              <a:latin typeface="Courier New"/>
              <a:ea typeface="Calibri"/>
              <a:cs typeface="Courier New"/>
            </a:endParaRPr>
          </a:p>
          <a:p>
            <a:pPr marL="0" indent="0">
              <a:spcBef>
                <a:spcPts val="0"/>
              </a:spcBef>
              <a:spcAft>
                <a:spcPts val="0"/>
              </a:spcAft>
              <a:buNone/>
            </a:pP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600" dirty="0"/>
              <a:t>The OS finds the </a:t>
            </a:r>
            <a:r>
              <a:rPr lang="en-US" sz="1600" dirty="0">
                <a:latin typeface="Courier New"/>
                <a:cs typeface="Courier New"/>
              </a:rPr>
              <a:t>python3</a:t>
            </a:r>
            <a:r>
              <a:rPr lang="en-US" sz="1600" dirty="0"/>
              <a:t> from the module environment because </a:t>
            </a:r>
            <a:r>
              <a:rPr lang="en-US" sz="1600" dirty="0">
                <a:latin typeface="Courier New"/>
                <a:cs typeface="Courier New"/>
              </a:rPr>
              <a:t>PATH</a:t>
            </a:r>
            <a:r>
              <a:rPr lang="en-US" sz="1600" dirty="0"/>
              <a:t> includes the directory in which </a:t>
            </a:r>
            <a:r>
              <a:rPr lang="en-US" sz="1600" dirty="0">
                <a:latin typeface="Courier New"/>
                <a:cs typeface="Courier New"/>
              </a:rPr>
              <a:t>python3</a:t>
            </a:r>
            <a:r>
              <a:rPr lang="en-US" sz="1600" dirty="0"/>
              <a:t> is located</a:t>
            </a:r>
            <a:endParaRPr lang="en-US" sz="1600" dirty="0">
              <a:ea typeface="Calibri"/>
              <a:cs typeface="Calibri"/>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25</a:t>
            </a:fld>
            <a:endParaRPr lang="nl-NL"/>
          </a:p>
        </p:txBody>
      </p:sp>
    </p:spTree>
    <p:extLst>
      <p:ext uri="{BB962C8B-B14F-4D97-AF65-F5344CB8AC3E}">
        <p14:creationId xmlns:p14="http://schemas.microsoft.com/office/powerpoint/2010/main" val="155264502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Attempt 2: PyTorch in a virtual environment with pip</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nl-NL" sz="1400" dirty="0">
                <a:latin typeface="Courier New"/>
                <a:cs typeface="Courier New"/>
              </a:rPr>
              <a:t># We </a:t>
            </a:r>
            <a:r>
              <a:rPr lang="nl-NL" sz="1400" dirty="0" err="1">
                <a:latin typeface="Courier New"/>
                <a:cs typeface="Courier New"/>
              </a:rPr>
              <a:t>don’t</a:t>
            </a:r>
            <a:r>
              <a:rPr lang="nl-NL" sz="1400" dirty="0">
                <a:latin typeface="Courier New"/>
                <a:cs typeface="Courier New"/>
              </a:rPr>
              <a:t> want </a:t>
            </a:r>
            <a:r>
              <a:rPr lang="nl-NL" sz="1400" dirty="0" err="1">
                <a:latin typeface="Courier New"/>
                <a:cs typeface="Courier New"/>
              </a:rPr>
              <a:t>it</a:t>
            </a:r>
            <a:r>
              <a:rPr lang="nl-NL" sz="1400" dirty="0">
                <a:latin typeface="Courier New"/>
                <a:cs typeface="Courier New"/>
              </a:rPr>
              <a:t> </a:t>
            </a:r>
            <a:r>
              <a:rPr lang="nl-NL" sz="1400" dirty="0" err="1">
                <a:latin typeface="Courier New"/>
                <a:cs typeface="Courier New"/>
              </a:rPr>
              <a:t>to</a:t>
            </a:r>
            <a:r>
              <a:rPr lang="nl-NL" sz="1400" dirty="0">
                <a:latin typeface="Courier New"/>
                <a:cs typeface="Courier New"/>
              </a:rPr>
              <a:t> </a:t>
            </a:r>
            <a:r>
              <a:rPr lang="nl-NL" sz="1400" dirty="0" err="1">
                <a:latin typeface="Courier New"/>
                <a:cs typeface="Courier New"/>
              </a:rPr>
              <a:t>pick</a:t>
            </a:r>
            <a:r>
              <a:rPr lang="nl-NL" sz="1400" dirty="0">
                <a:latin typeface="Courier New"/>
                <a:cs typeface="Courier New"/>
              </a:rPr>
              <a:t> up PYTHON packages </a:t>
            </a:r>
            <a:r>
              <a:rPr lang="nl-NL" sz="1400" dirty="0" err="1">
                <a:latin typeface="Courier New"/>
                <a:cs typeface="Courier New"/>
              </a:rPr>
              <a:t>from</a:t>
            </a:r>
            <a:r>
              <a:rPr lang="nl-NL" sz="1400" dirty="0">
                <a:latin typeface="Courier New"/>
                <a:cs typeface="Courier New"/>
              </a:rPr>
              <a:t> </a:t>
            </a:r>
            <a:r>
              <a:rPr lang="nl-NL" sz="1400" dirty="0" err="1">
                <a:latin typeface="Courier New"/>
                <a:cs typeface="Courier New"/>
              </a:rPr>
              <a:t>our</a:t>
            </a:r>
            <a:r>
              <a:rPr lang="nl-NL" sz="1400" dirty="0">
                <a:latin typeface="Courier New"/>
                <a:cs typeface="Courier New"/>
              </a:rPr>
              <a:t> course environment </a:t>
            </a:r>
            <a:r>
              <a:rPr lang="nl-NL" sz="1400" dirty="0" err="1">
                <a:latin typeface="Courier New"/>
                <a:cs typeface="Courier New"/>
              </a:rPr>
              <a:t>for</a:t>
            </a:r>
            <a:r>
              <a:rPr lang="nl-NL" sz="1400" dirty="0">
                <a:latin typeface="Courier New"/>
                <a:cs typeface="Courier New"/>
              </a:rPr>
              <a:t> </a:t>
            </a:r>
            <a:r>
              <a:rPr lang="nl-NL" sz="1400" dirty="0" err="1">
                <a:latin typeface="Courier New"/>
                <a:cs typeface="Courier New"/>
              </a:rPr>
              <a:t>this</a:t>
            </a:r>
            <a:r>
              <a:rPr lang="nl-NL" sz="1400" dirty="0">
                <a:latin typeface="Courier New"/>
                <a:cs typeface="Courier New"/>
              </a:rPr>
              <a:t> demo</a:t>
            </a:r>
          </a:p>
          <a:p>
            <a:pPr marL="0" indent="0">
              <a:spcBef>
                <a:spcPts val="0"/>
              </a:spcBef>
              <a:spcAft>
                <a:spcPts val="0"/>
              </a:spcAft>
              <a:buNone/>
            </a:pPr>
            <a:r>
              <a:rPr lang="nl-NL" sz="1400" dirty="0" err="1">
                <a:latin typeface="Courier New"/>
                <a:cs typeface="Courier New"/>
              </a:rPr>
              <a:t>unset</a:t>
            </a:r>
            <a:r>
              <a:rPr lang="nl-NL" sz="1400" dirty="0">
                <a:latin typeface="Courier New"/>
                <a:cs typeface="Courier New"/>
              </a:rPr>
              <a:t> PYTHONPATH</a:t>
            </a:r>
          </a:p>
          <a:p>
            <a:pPr marL="0" indent="0">
              <a:spcBef>
                <a:spcPts val="0"/>
              </a:spcBef>
              <a:spcAft>
                <a:spcPts val="0"/>
              </a:spcAft>
              <a:buNone/>
            </a:pPr>
            <a:endParaRPr lang="nl-NL"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nl-NL" sz="1400" dirty="0">
                <a:latin typeface="Courier New"/>
                <a:cs typeface="Courier New"/>
              </a:rPr>
              <a:t>source </a:t>
            </a:r>
            <a:r>
              <a:rPr lang="nl-NL" sz="1400" dirty="0" err="1">
                <a:latin typeface="Courier New"/>
                <a:cs typeface="Courier New"/>
              </a:rPr>
              <a:t>my_pytorch_venv</a:t>
            </a:r>
            <a:r>
              <a:rPr lang="nl-NL" sz="1400" dirty="0">
                <a:latin typeface="Courier New"/>
                <a:cs typeface="Courier New"/>
              </a:rPr>
              <a:t>/bin/</a:t>
            </a:r>
            <a:r>
              <a:rPr lang="nl-NL" sz="1400" dirty="0" err="1">
                <a:latin typeface="Courier New"/>
                <a:cs typeface="Courier New"/>
              </a:rPr>
              <a:t>activate</a:t>
            </a:r>
            <a:endParaRPr lang="nl-NL" sz="1400" dirty="0">
              <a:latin typeface="Courier New"/>
              <a:cs typeface="Courier New"/>
            </a:endParaRPr>
          </a:p>
          <a:p>
            <a:pPr marL="0" indent="0">
              <a:spcBef>
                <a:spcPts val="0"/>
              </a:spcBef>
              <a:spcAft>
                <a:spcPts val="0"/>
              </a:spcAft>
              <a:buNone/>
            </a:pPr>
            <a:r>
              <a:rPr lang="en-US" sz="1400" dirty="0">
                <a:latin typeface="Courier New"/>
                <a:cs typeface="Courier New"/>
              </a:rPr>
              <a:t>pip3 install torch </a:t>
            </a:r>
            <a:r>
              <a:rPr lang="en-US" sz="1400" dirty="0" err="1">
                <a:latin typeface="Courier New"/>
                <a:cs typeface="Courier New"/>
              </a:rPr>
              <a:t>torchvision</a:t>
            </a:r>
            <a:r>
              <a:rPr lang="en-US" sz="1400" dirty="0">
                <a:latin typeface="Courier New"/>
                <a:cs typeface="Courier New"/>
              </a:rPr>
              <a:t> </a:t>
            </a:r>
            <a:r>
              <a:rPr lang="en-US" sz="1400" dirty="0" err="1">
                <a:latin typeface="Courier New"/>
                <a:cs typeface="Courier New"/>
              </a:rPr>
              <a:t>torchaudio</a:t>
            </a:r>
            <a:r>
              <a:rPr lang="en-US" sz="1400" dirty="0">
                <a:latin typeface="Courier New"/>
                <a:cs typeface="Courier New"/>
              </a:rPr>
              <a:t> --index-</a:t>
            </a:r>
            <a:r>
              <a:rPr lang="en-US" sz="1400" dirty="0" err="1">
                <a:latin typeface="Courier New"/>
                <a:cs typeface="Courier New"/>
              </a:rPr>
              <a:t>url</a:t>
            </a:r>
            <a:r>
              <a:rPr lang="en-US" sz="1400" dirty="0">
                <a:latin typeface="Courier New"/>
                <a:cs typeface="Courier New"/>
              </a:rPr>
              <a:t> https://download.pytorch.org/whl/cu124 (instruction from </a:t>
            </a:r>
            <a:r>
              <a:rPr lang="en-US" sz="1400" dirty="0">
                <a:latin typeface="Courier New"/>
                <a:cs typeface="Courier New"/>
                <a:hlinkClick r:id="rId2"/>
              </a:rPr>
              <a:t>https://pytorch.org/get-started/locally/</a:t>
            </a:r>
            <a:r>
              <a:rPr lang="en-US" sz="1400" dirty="0">
                <a:latin typeface="Courier New"/>
                <a:cs typeface="Courier New"/>
              </a:rPr>
              <a:t>)</a:t>
            </a:r>
          </a:p>
          <a:p>
            <a:pPr marL="0" indent="0">
              <a:spcBef>
                <a:spcPts val="0"/>
              </a:spcBef>
              <a:spcAft>
                <a:spcPts val="0"/>
              </a:spcAft>
              <a:buNone/>
            </a:pPr>
            <a:endParaRPr lang="en-US" sz="140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US" sz="1400" dirty="0">
                <a:latin typeface="Courier New"/>
                <a:cs typeface="Courier New"/>
              </a:rPr>
              <a:t>Python</a:t>
            </a:r>
          </a:p>
          <a:p>
            <a:pPr marL="0" indent="0">
              <a:spcBef>
                <a:spcPts val="0"/>
              </a:spcBef>
              <a:spcAft>
                <a:spcPts val="0"/>
              </a:spcAft>
              <a:buNone/>
            </a:pPr>
            <a:r>
              <a:rPr lang="en-US" sz="1400" dirty="0">
                <a:latin typeface="Courier New"/>
                <a:cs typeface="Courier New"/>
              </a:rPr>
              <a:t>&gt;&gt;&gt; </a:t>
            </a:r>
            <a:r>
              <a:rPr lang="en-US" sz="1400" b="1" dirty="0">
                <a:latin typeface="Courier New"/>
                <a:cs typeface="Courier New"/>
              </a:rPr>
              <a:t>import torch</a:t>
            </a:r>
          </a:p>
          <a:p>
            <a:pPr marL="0" indent="0">
              <a:spcBef>
                <a:spcPts val="0"/>
              </a:spcBef>
              <a:spcAft>
                <a:spcPts val="0"/>
              </a:spcAft>
              <a:buNone/>
            </a:pPr>
            <a:r>
              <a:rPr lang="en-US" sz="1400" dirty="0">
                <a:latin typeface="Courier New"/>
                <a:cs typeface="Courier New"/>
              </a:rPr>
              <a:t>&gt;&gt;&gt; Traceback (most recent call last):</a:t>
            </a:r>
          </a:p>
          <a:p>
            <a:pPr marL="0" indent="0">
              <a:spcBef>
                <a:spcPts val="0"/>
              </a:spcBef>
              <a:spcAft>
                <a:spcPts val="0"/>
              </a:spcAft>
              <a:buNone/>
            </a:pPr>
            <a:r>
              <a:rPr lang="en-US" sz="1400" dirty="0">
                <a:latin typeface="Courier New"/>
                <a:cs typeface="Courier New"/>
              </a:rPr>
              <a:t>  File "&lt;stdin&gt;", line 1, in &lt;module&gt;</a:t>
            </a:r>
          </a:p>
          <a:p>
            <a:pPr marL="0" indent="0">
              <a:spcBef>
                <a:spcPts val="0"/>
              </a:spcBef>
              <a:spcAft>
                <a:spcPts val="0"/>
              </a:spcAft>
              <a:buNone/>
            </a:pPr>
            <a:r>
              <a:rPr lang="en-US" sz="1400" dirty="0">
                <a:latin typeface="Courier New"/>
                <a:cs typeface="Courier New"/>
              </a:rPr>
              <a:t>  File "/</a:t>
            </a:r>
            <a:r>
              <a:rPr lang="en-US" sz="1400" dirty="0" err="1">
                <a:latin typeface="Courier New"/>
                <a:cs typeface="Courier New"/>
              </a:rPr>
              <a:t>gpfs</a:t>
            </a:r>
            <a:r>
              <a:rPr lang="en-US" sz="1400" dirty="0">
                <a:latin typeface="Courier New"/>
                <a:cs typeface="Courier New"/>
              </a:rPr>
              <a:t>/home5/scur1443/HPML-course-materials/Day2/notebooks/</a:t>
            </a:r>
            <a:r>
              <a:rPr lang="en-US" sz="1400" dirty="0" err="1">
                <a:latin typeface="Courier New"/>
                <a:cs typeface="Courier New"/>
              </a:rPr>
              <a:t>my_pytorch_venv</a:t>
            </a:r>
            <a:r>
              <a:rPr lang="en-US" sz="1400" dirty="0">
                <a:latin typeface="Courier New"/>
                <a:cs typeface="Courier New"/>
              </a:rPr>
              <a:t>/lib/python3.11/site-packages/torch/__init__.py", line 367, in &lt;module&gt;</a:t>
            </a:r>
          </a:p>
          <a:p>
            <a:pPr marL="0" indent="0">
              <a:spcBef>
                <a:spcPts val="0"/>
              </a:spcBef>
              <a:spcAft>
                <a:spcPts val="0"/>
              </a:spcAft>
              <a:buNone/>
            </a:pPr>
            <a:r>
              <a:rPr lang="en-US" sz="1400" dirty="0">
                <a:latin typeface="Courier New"/>
                <a:cs typeface="Courier New"/>
              </a:rPr>
              <a:t>    from </a:t>
            </a:r>
            <a:r>
              <a:rPr lang="en-US" sz="1400" dirty="0" err="1">
                <a:latin typeface="Courier New"/>
                <a:cs typeface="Courier New"/>
              </a:rPr>
              <a:t>torch._C</a:t>
            </a:r>
            <a:r>
              <a:rPr lang="en-US" sz="1400" dirty="0">
                <a:latin typeface="Courier New"/>
                <a:cs typeface="Courier New"/>
              </a:rPr>
              <a:t> import *  # </a:t>
            </a:r>
            <a:r>
              <a:rPr lang="en-US" sz="1400" dirty="0" err="1">
                <a:latin typeface="Courier New"/>
                <a:cs typeface="Courier New"/>
              </a:rPr>
              <a:t>noqa</a:t>
            </a:r>
            <a:r>
              <a:rPr lang="en-US" sz="1400" dirty="0">
                <a:latin typeface="Courier New"/>
                <a:cs typeface="Courier New"/>
              </a:rPr>
              <a:t>: F403</a:t>
            </a:r>
          </a:p>
          <a:p>
            <a:pPr marL="0" indent="0">
              <a:spcBef>
                <a:spcPts val="0"/>
              </a:spcBef>
              <a:spcAft>
                <a:spcPts val="0"/>
              </a:spcAft>
              <a:buNone/>
            </a:pPr>
            <a:r>
              <a:rPr lang="en-US" sz="1400" dirty="0">
                <a:latin typeface="Courier New"/>
                <a:cs typeface="Courier New"/>
              </a:rPr>
              <a:t>    ^^^^^^^^^^^^^^^^^^^^^^</a:t>
            </a:r>
          </a:p>
          <a:p>
            <a:pPr marL="0" indent="0">
              <a:spcBef>
                <a:spcPts val="0"/>
              </a:spcBef>
              <a:spcAft>
                <a:spcPts val="0"/>
              </a:spcAft>
              <a:buNone/>
            </a:pPr>
            <a:r>
              <a:rPr lang="en-US" sz="1400" dirty="0" err="1">
                <a:highlight>
                  <a:srgbClr val="FFFF00"/>
                </a:highlight>
                <a:latin typeface="Courier New"/>
                <a:cs typeface="Courier New"/>
              </a:rPr>
              <a:t>ImportError</a:t>
            </a:r>
            <a:r>
              <a:rPr lang="en-US" sz="1400" dirty="0">
                <a:highlight>
                  <a:srgbClr val="FFFF00"/>
                </a:highlight>
                <a:latin typeface="Courier New"/>
                <a:cs typeface="Courier New"/>
              </a:rPr>
              <a:t>:</a:t>
            </a:r>
            <a:r>
              <a:rPr lang="en-US" sz="1400" dirty="0">
                <a:latin typeface="Courier New"/>
                <a:cs typeface="Courier New"/>
              </a:rPr>
              <a:t> /</a:t>
            </a:r>
            <a:r>
              <a:rPr lang="en-US" sz="1400" dirty="0" err="1">
                <a:latin typeface="Courier New"/>
                <a:cs typeface="Courier New"/>
              </a:rPr>
              <a:t>gpfs</a:t>
            </a:r>
            <a:r>
              <a:rPr lang="en-US" sz="1400" dirty="0">
                <a:latin typeface="Courier New"/>
                <a:cs typeface="Courier New"/>
              </a:rPr>
              <a:t>/home5/scur1443/HPML-course-materials/Day2/notebooks/</a:t>
            </a:r>
            <a:r>
              <a:rPr lang="en-US" sz="1400" dirty="0" err="1">
                <a:latin typeface="Courier New"/>
                <a:cs typeface="Courier New"/>
              </a:rPr>
              <a:t>my_pytorch_venv</a:t>
            </a:r>
            <a:r>
              <a:rPr lang="en-US" sz="1400" dirty="0">
                <a:latin typeface="Courier New"/>
                <a:cs typeface="Courier New"/>
              </a:rPr>
              <a:t>/lib/python3.11/site-packages/torch/lib/../../</a:t>
            </a:r>
            <a:r>
              <a:rPr lang="en-US" sz="1400" dirty="0" err="1">
                <a:latin typeface="Courier New"/>
                <a:cs typeface="Courier New"/>
              </a:rPr>
              <a:t>nvidia</a:t>
            </a:r>
            <a:r>
              <a:rPr lang="en-US" sz="1400" dirty="0">
                <a:latin typeface="Courier New"/>
                <a:cs typeface="Courier New"/>
              </a:rPr>
              <a:t>/</a:t>
            </a:r>
            <a:r>
              <a:rPr lang="en-US" sz="1400" dirty="0" err="1">
                <a:latin typeface="Courier New"/>
                <a:cs typeface="Courier New"/>
              </a:rPr>
              <a:t>cusparse</a:t>
            </a:r>
            <a:r>
              <a:rPr lang="en-US" sz="1400" dirty="0">
                <a:latin typeface="Courier New"/>
                <a:cs typeface="Courier New"/>
              </a:rPr>
              <a:t>/lib/libcusparse.so.12: </a:t>
            </a:r>
            <a:r>
              <a:rPr lang="en-US" sz="1400" dirty="0">
                <a:highlight>
                  <a:srgbClr val="FFFF00"/>
                </a:highlight>
                <a:latin typeface="Courier New"/>
                <a:cs typeface="Courier New"/>
              </a:rPr>
              <a:t>undefined symbol: __nvJitLinkComplete_12_4, version libnvJitLink.so.12</a:t>
            </a:r>
          </a:p>
          <a:p>
            <a:pPr marL="0" indent="0">
              <a:spcBef>
                <a:spcPts val="0"/>
              </a:spcBef>
              <a:spcAft>
                <a:spcPts val="0"/>
              </a:spcAft>
              <a:buNone/>
            </a:pPr>
            <a:endParaRPr lang="en-US" sz="1400" dirty="0">
              <a:latin typeface="Courier New"/>
              <a:cs typeface="Courier New"/>
            </a:endParaRPr>
          </a:p>
          <a:p>
            <a:pPr marL="0" indent="0">
              <a:spcBef>
                <a:spcPts val="0"/>
              </a:spcBef>
              <a:spcAft>
                <a:spcPts val="0"/>
              </a:spcAft>
              <a:buNone/>
            </a:pPr>
            <a:endParaRPr lang="en-US" sz="1600" dirty="0"/>
          </a:p>
          <a:p>
            <a:pPr marL="0" indent="0">
              <a:spcBef>
                <a:spcPts val="0"/>
              </a:spcBef>
              <a:spcAft>
                <a:spcPts val="0"/>
              </a:spcAft>
              <a:buNone/>
            </a:pPr>
            <a:r>
              <a:rPr lang="en-US" sz="1600" dirty="0"/>
              <a:t>Ugh, what now? Where does torch normally find the CUDA installation?</a:t>
            </a:r>
            <a:endParaRPr lang="en-US" sz="1600" dirty="0">
              <a:ea typeface="Calibri"/>
              <a:cs typeface="Calibri"/>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26</a:t>
            </a:fld>
            <a:endParaRPr lang="nl-NL"/>
          </a:p>
        </p:txBody>
      </p:sp>
      <p:sp>
        <p:nvSpPr>
          <p:cNvPr id="6" name="TextBox 5">
            <a:extLst>
              <a:ext uri="{FF2B5EF4-FFF2-40B4-BE49-F238E27FC236}">
                <a16:creationId xmlns:a16="http://schemas.microsoft.com/office/drawing/2014/main" id="{7E1FAEFC-BDD0-F62E-3BC6-54B6996C3819}"/>
              </a:ext>
            </a:extLst>
          </p:cNvPr>
          <p:cNvSpPr txBox="1"/>
          <p:nvPr/>
        </p:nvSpPr>
        <p:spPr>
          <a:xfrm>
            <a:off x="7510335" y="2702309"/>
            <a:ext cx="4288376" cy="400110"/>
          </a:xfrm>
          <a:prstGeom prst="rect">
            <a:avLst/>
          </a:prstGeom>
          <a:solidFill>
            <a:schemeClr val="bg1"/>
          </a:solidFill>
          <a:ln>
            <a:solidFill>
              <a:schemeClr val="tx1"/>
            </a:solidFill>
          </a:ln>
        </p:spPr>
        <p:txBody>
          <a:bodyPr wrap="square" lIns="182880" tIns="91440" rIns="182880" bIns="91440" rtlCol="0">
            <a:spAutoFit/>
          </a:bodyPr>
          <a:lstStyle/>
          <a:p>
            <a:r>
              <a:rPr lang="en-GB" sz="1400" dirty="0" err="1"/>
              <a:t>PyTorch</a:t>
            </a:r>
            <a:r>
              <a:rPr lang="en-GB" sz="1400" dirty="0"/>
              <a:t> is installed with CUDA 12.4 support (cu124).</a:t>
            </a:r>
            <a:endParaRPr lang="en-NL" sz="1400" dirty="0"/>
          </a:p>
        </p:txBody>
      </p:sp>
      <p:cxnSp>
        <p:nvCxnSpPr>
          <p:cNvPr id="7" name="Straight Arrow Connector 6">
            <a:extLst>
              <a:ext uri="{FF2B5EF4-FFF2-40B4-BE49-F238E27FC236}">
                <a16:creationId xmlns:a16="http://schemas.microsoft.com/office/drawing/2014/main" id="{E4175D83-8B10-A19C-A1A9-A7B80E3E00E9}"/>
              </a:ext>
            </a:extLst>
          </p:cNvPr>
          <p:cNvCxnSpPr>
            <a:cxnSpLocks/>
          </p:cNvCxnSpPr>
          <p:nvPr/>
        </p:nvCxnSpPr>
        <p:spPr>
          <a:xfrm flipV="1">
            <a:off x="9861755" y="2261419"/>
            <a:ext cx="98322" cy="403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14610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A0E87-123A-B147-480B-1F9CE8F5C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1F9B7-825C-1BDB-5A91-DB229150809F}"/>
              </a:ext>
            </a:extLst>
          </p:cNvPr>
          <p:cNvSpPr>
            <a:spLocks noGrp="1"/>
          </p:cNvSpPr>
          <p:nvPr>
            <p:ph type="title"/>
          </p:nvPr>
        </p:nvSpPr>
        <p:spPr/>
        <p:txBody>
          <a:bodyPr/>
          <a:lstStyle/>
          <a:p>
            <a:r>
              <a:rPr lang="nl-NL"/>
              <a:t>Attempt 2: PyTorch in a virtual environment with pip</a:t>
            </a:r>
          </a:p>
        </p:txBody>
      </p:sp>
      <p:sp>
        <p:nvSpPr>
          <p:cNvPr id="3" name="Vertical Text Placeholder 2">
            <a:extLst>
              <a:ext uri="{FF2B5EF4-FFF2-40B4-BE49-F238E27FC236}">
                <a16:creationId xmlns:a16="http://schemas.microsoft.com/office/drawing/2014/main" id="{1395C509-A8AD-6A29-C9A0-AC328F3CF13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nl-NL" sz="1400" b="1" dirty="0" err="1">
                <a:latin typeface="Courier New"/>
                <a:cs typeface="Courier New"/>
              </a:rPr>
              <a:t>ldd</a:t>
            </a:r>
            <a:r>
              <a:rPr lang="nl-NL" sz="1400" dirty="0">
                <a:latin typeface="Courier New"/>
                <a:cs typeface="Courier New"/>
              </a:rPr>
              <a:t> /</a:t>
            </a:r>
            <a:r>
              <a:rPr lang="nl-NL" sz="1400" dirty="0" err="1">
                <a:latin typeface="Courier New"/>
                <a:cs typeface="Courier New"/>
              </a:rPr>
              <a:t>gpfs</a:t>
            </a:r>
            <a:r>
              <a:rPr lang="nl-NL" sz="1400" dirty="0">
                <a:latin typeface="Courier New"/>
                <a:cs typeface="Courier New"/>
              </a:rPr>
              <a:t>/home5/scur1443/HPML-course-</a:t>
            </a:r>
            <a:r>
              <a:rPr lang="nl-NL" sz="1400" dirty="0" err="1">
                <a:latin typeface="Courier New"/>
                <a:cs typeface="Courier New"/>
              </a:rPr>
              <a:t>materials</a:t>
            </a:r>
            <a:r>
              <a:rPr lang="nl-NL" sz="1400" dirty="0">
                <a:latin typeface="Courier New"/>
                <a:cs typeface="Courier New"/>
              </a:rPr>
              <a:t>/Day2/notebooks/</a:t>
            </a:r>
            <a:r>
              <a:rPr lang="nl-NL" sz="1400" dirty="0" err="1">
                <a:latin typeface="Courier New"/>
                <a:cs typeface="Courier New"/>
              </a:rPr>
              <a:t>my_pytorch_venv</a:t>
            </a:r>
            <a:r>
              <a:rPr lang="nl-NL" sz="1400" dirty="0">
                <a:latin typeface="Courier New"/>
                <a:cs typeface="Courier New"/>
              </a:rPr>
              <a:t>/</a:t>
            </a:r>
            <a:r>
              <a:rPr lang="nl-NL" sz="1400" dirty="0" err="1">
                <a:latin typeface="Courier New"/>
                <a:cs typeface="Courier New"/>
              </a:rPr>
              <a:t>lib</a:t>
            </a:r>
            <a:r>
              <a:rPr lang="nl-NL" sz="1400" dirty="0">
                <a:latin typeface="Courier New"/>
                <a:cs typeface="Courier New"/>
              </a:rPr>
              <a:t>/python3.11/site-packages/</a:t>
            </a:r>
            <a:r>
              <a:rPr lang="nl-NL" sz="1400" dirty="0" err="1">
                <a:latin typeface="Courier New"/>
                <a:cs typeface="Courier New"/>
              </a:rPr>
              <a:t>torch</a:t>
            </a:r>
            <a:r>
              <a:rPr lang="nl-NL" sz="1400" dirty="0">
                <a:latin typeface="Courier New"/>
                <a:cs typeface="Courier New"/>
              </a:rPr>
              <a:t>/</a:t>
            </a:r>
            <a:r>
              <a:rPr lang="nl-NL" sz="1400" dirty="0" err="1">
                <a:latin typeface="Courier New"/>
                <a:cs typeface="Courier New"/>
              </a:rPr>
              <a:t>lib</a:t>
            </a:r>
            <a:r>
              <a:rPr lang="nl-NL" sz="1400" dirty="0">
                <a:latin typeface="Courier New"/>
                <a:cs typeface="Courier New"/>
              </a:rPr>
              <a:t>/../../</a:t>
            </a:r>
            <a:r>
              <a:rPr lang="nl-NL" sz="1400" dirty="0" err="1">
                <a:latin typeface="Courier New"/>
                <a:cs typeface="Courier New"/>
              </a:rPr>
              <a:t>nvidia</a:t>
            </a:r>
            <a:r>
              <a:rPr lang="nl-NL" sz="1400" dirty="0">
                <a:latin typeface="Courier New"/>
                <a:cs typeface="Courier New"/>
              </a:rPr>
              <a:t>/</a:t>
            </a:r>
            <a:r>
              <a:rPr lang="nl-NL" sz="1400" dirty="0" err="1">
                <a:latin typeface="Courier New"/>
                <a:cs typeface="Courier New"/>
              </a:rPr>
              <a:t>cusparse</a:t>
            </a:r>
            <a:r>
              <a:rPr lang="nl-NL" sz="1400" dirty="0">
                <a:latin typeface="Courier New"/>
                <a:cs typeface="Courier New"/>
              </a:rPr>
              <a:t>/</a:t>
            </a:r>
            <a:r>
              <a:rPr lang="nl-NL" sz="1400" dirty="0" err="1">
                <a:latin typeface="Courier New"/>
                <a:cs typeface="Courier New"/>
              </a:rPr>
              <a:t>lib</a:t>
            </a:r>
            <a:r>
              <a:rPr lang="nl-NL" sz="1400" dirty="0">
                <a:latin typeface="Courier New"/>
                <a:cs typeface="Courier New"/>
              </a:rPr>
              <a:t>/libcusparse.so.12</a:t>
            </a:r>
          </a:p>
          <a:p>
            <a:pPr marL="0" indent="0">
              <a:spcBef>
                <a:spcPts val="0"/>
              </a:spcBef>
              <a:spcAft>
                <a:spcPts val="0"/>
              </a:spcAft>
              <a:buNone/>
            </a:pPr>
            <a:r>
              <a:rPr lang="nl-NL" sz="1400" dirty="0">
                <a:latin typeface="Courier New"/>
                <a:cs typeface="Courier New"/>
              </a:rPr>
              <a:t>        linux-vdso.so.1 (0x00007ffce2326000)</a:t>
            </a:r>
          </a:p>
          <a:p>
            <a:pPr marL="0" indent="0">
              <a:spcBef>
                <a:spcPts val="0"/>
              </a:spcBef>
              <a:spcAft>
                <a:spcPts val="0"/>
              </a:spcAft>
              <a:buNone/>
            </a:pPr>
            <a:r>
              <a:rPr lang="nl-NL" sz="1400" dirty="0">
                <a:latin typeface="Courier New"/>
                <a:cs typeface="Courier New"/>
              </a:rPr>
              <a:t>        </a:t>
            </a:r>
            <a:r>
              <a:rPr lang="nl-NL" sz="1400" dirty="0">
                <a:highlight>
                  <a:srgbClr val="FFFF00"/>
                </a:highlight>
                <a:latin typeface="Courier New"/>
                <a:cs typeface="Courier New"/>
              </a:rPr>
              <a:t>libnvJitLink.so.12 =&gt; /</a:t>
            </a:r>
            <a:r>
              <a:rPr lang="nl-NL" sz="1400" dirty="0" err="1">
                <a:highlight>
                  <a:srgbClr val="FFFF00"/>
                </a:highlight>
                <a:latin typeface="Courier New"/>
                <a:cs typeface="Courier New"/>
              </a:rPr>
              <a:t>sw</a:t>
            </a:r>
            <a:r>
              <a:rPr lang="nl-NL" sz="1400" dirty="0">
                <a:highlight>
                  <a:srgbClr val="FFFF00"/>
                </a:highlight>
                <a:latin typeface="Courier New"/>
                <a:cs typeface="Courier New"/>
              </a:rPr>
              <a:t>/</a:t>
            </a:r>
            <a:r>
              <a:rPr lang="nl-NL" sz="1400" dirty="0" err="1">
                <a:highlight>
                  <a:srgbClr val="FFFF00"/>
                </a:highlight>
                <a:latin typeface="Courier New"/>
                <a:cs typeface="Courier New"/>
              </a:rPr>
              <a:t>arch</a:t>
            </a:r>
            <a:r>
              <a:rPr lang="nl-NL" sz="1400" dirty="0">
                <a:highlight>
                  <a:srgbClr val="FFFF00"/>
                </a:highlight>
                <a:latin typeface="Courier New"/>
                <a:cs typeface="Courier New"/>
              </a:rPr>
              <a:t>/RHEL8/</a:t>
            </a:r>
            <a:r>
              <a:rPr lang="nl-NL" sz="1400" dirty="0" err="1">
                <a:highlight>
                  <a:srgbClr val="FFFF00"/>
                </a:highlight>
                <a:latin typeface="Courier New"/>
                <a:cs typeface="Courier New"/>
              </a:rPr>
              <a:t>EB_production</a:t>
            </a:r>
            <a:r>
              <a:rPr lang="nl-NL" sz="1400" dirty="0">
                <a:highlight>
                  <a:srgbClr val="FFFF00"/>
                </a:highlight>
                <a:latin typeface="Courier New"/>
                <a:cs typeface="Courier New"/>
              </a:rPr>
              <a:t>/2023/software/</a:t>
            </a:r>
            <a:r>
              <a:rPr lang="nl-NL" sz="1400" b="1" dirty="0">
                <a:highlight>
                  <a:srgbClr val="FFFF00"/>
                </a:highlight>
                <a:latin typeface="Courier New"/>
                <a:cs typeface="Courier New"/>
              </a:rPr>
              <a:t>CUDA/12.1.1</a:t>
            </a:r>
            <a:r>
              <a:rPr lang="nl-NL" sz="1400" dirty="0">
                <a:highlight>
                  <a:srgbClr val="FFFF00"/>
                </a:highlight>
                <a:latin typeface="Courier New"/>
                <a:cs typeface="Courier New"/>
              </a:rPr>
              <a:t>/</a:t>
            </a:r>
            <a:r>
              <a:rPr lang="nl-NL" sz="1400" dirty="0" err="1">
                <a:highlight>
                  <a:srgbClr val="FFFF00"/>
                </a:highlight>
                <a:latin typeface="Courier New"/>
                <a:cs typeface="Courier New"/>
              </a:rPr>
              <a:t>lib</a:t>
            </a:r>
            <a:r>
              <a:rPr lang="nl-NL" sz="1400" dirty="0">
                <a:highlight>
                  <a:srgbClr val="FFFF00"/>
                </a:highlight>
                <a:latin typeface="Courier New"/>
                <a:cs typeface="Courier New"/>
              </a:rPr>
              <a:t>/libnvJitLink.so.12</a:t>
            </a:r>
            <a:r>
              <a:rPr lang="nl-NL" sz="1400" dirty="0">
                <a:latin typeface="Courier New"/>
                <a:cs typeface="Courier New"/>
              </a:rPr>
              <a:t> (0x0000146b3ef09000</a:t>
            </a:r>
            <a:endParaRPr lang="en-US" sz="1400" dirty="0">
              <a:latin typeface="Courier New"/>
              <a:cs typeface="Courier New"/>
            </a:endParaRPr>
          </a:p>
          <a:p>
            <a:pPr marL="0" indent="0">
              <a:spcBef>
                <a:spcPts val="0"/>
              </a:spcBef>
              <a:spcAft>
                <a:spcPts val="0"/>
              </a:spcAft>
              <a:buNone/>
            </a:pPr>
            <a:endParaRPr lang="en-US" sz="1600" dirty="0"/>
          </a:p>
          <a:p>
            <a:pPr marL="0" indent="0">
              <a:spcBef>
                <a:spcPts val="0"/>
              </a:spcBef>
              <a:spcAft>
                <a:spcPts val="0"/>
              </a:spcAft>
              <a:buNone/>
            </a:pPr>
            <a:r>
              <a:rPr lang="en-US" sz="1600" dirty="0"/>
              <a:t>This library has been linked with lbnvJitLink.so.12 </a:t>
            </a:r>
            <a:r>
              <a:rPr lang="en-US" sz="1600" i="1" dirty="0"/>
              <a:t>but only works with 12.4 (or newer). </a:t>
            </a:r>
          </a:p>
          <a:p>
            <a:pPr marL="0" indent="0">
              <a:spcBef>
                <a:spcPts val="0"/>
              </a:spcBef>
              <a:spcAft>
                <a:spcPts val="0"/>
              </a:spcAft>
              <a:buNone/>
            </a:pPr>
            <a:endParaRPr lang="en-US" sz="1600" i="1" dirty="0"/>
          </a:p>
          <a:p>
            <a:pPr marL="0" indent="0">
              <a:spcBef>
                <a:spcPts val="0"/>
              </a:spcBef>
              <a:spcAft>
                <a:spcPts val="0"/>
              </a:spcAft>
              <a:buNone/>
            </a:pPr>
            <a:endParaRPr lang="en-US" sz="1600" i="1" dirty="0">
              <a:ea typeface="Calibri"/>
              <a:cs typeface="Calibri"/>
            </a:endParaRPr>
          </a:p>
          <a:p>
            <a:pPr marL="0" indent="0">
              <a:spcBef>
                <a:spcPts val="0"/>
              </a:spcBef>
              <a:spcAft>
                <a:spcPts val="0"/>
              </a:spcAft>
              <a:buNone/>
            </a:pPr>
            <a:endParaRPr lang="en-US" sz="1600" i="1" dirty="0">
              <a:ea typeface="Calibri"/>
              <a:cs typeface="Calibri"/>
            </a:endParaRPr>
          </a:p>
        </p:txBody>
      </p:sp>
      <p:sp>
        <p:nvSpPr>
          <p:cNvPr id="4" name="Text Placeholder 3">
            <a:extLst>
              <a:ext uri="{FF2B5EF4-FFF2-40B4-BE49-F238E27FC236}">
                <a16:creationId xmlns:a16="http://schemas.microsoft.com/office/drawing/2014/main" id="{91852E4E-C3C1-123F-FDBD-AD3816716565}"/>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0EA417EA-BBBE-1954-4A5E-DB416D227A3C}"/>
              </a:ext>
            </a:extLst>
          </p:cNvPr>
          <p:cNvSpPr>
            <a:spLocks noGrp="1"/>
          </p:cNvSpPr>
          <p:nvPr>
            <p:ph type="sldNum" sz="quarter" idx="12"/>
          </p:nvPr>
        </p:nvSpPr>
        <p:spPr/>
        <p:txBody>
          <a:bodyPr/>
          <a:lstStyle/>
          <a:p>
            <a:fld id="{7AD0FE45-509C-4BDF-9EDE-64426F8DF3D2}" type="slidenum">
              <a:rPr lang="nl-NL" smtClean="0"/>
              <a:t>27</a:t>
            </a:fld>
            <a:endParaRPr lang="nl-NL"/>
          </a:p>
        </p:txBody>
      </p:sp>
    </p:spTree>
    <p:extLst>
      <p:ext uri="{BB962C8B-B14F-4D97-AF65-F5344CB8AC3E}">
        <p14:creationId xmlns:p14="http://schemas.microsoft.com/office/powerpoint/2010/main" val="53704134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55D1F-08AD-1D56-5596-12C210E74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74D4B-BC54-81C5-47F3-8008FE8CF801}"/>
              </a:ext>
            </a:extLst>
          </p:cNvPr>
          <p:cNvSpPr>
            <a:spLocks noGrp="1"/>
          </p:cNvSpPr>
          <p:nvPr>
            <p:ph type="title"/>
          </p:nvPr>
        </p:nvSpPr>
        <p:spPr/>
        <p:txBody>
          <a:bodyPr/>
          <a:lstStyle/>
          <a:p>
            <a:r>
              <a:rPr lang="nl-NL"/>
              <a:t>Attempt 2: PyTorch in a virtual environment with pip</a:t>
            </a:r>
          </a:p>
        </p:txBody>
      </p:sp>
      <p:sp>
        <p:nvSpPr>
          <p:cNvPr id="3" name="Vertical Text Placeholder 2">
            <a:extLst>
              <a:ext uri="{FF2B5EF4-FFF2-40B4-BE49-F238E27FC236}">
                <a16:creationId xmlns:a16="http://schemas.microsoft.com/office/drawing/2014/main" id="{6E5F6EA1-8671-D942-5260-5384B345754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en-US" sz="1600" b="1" dirty="0"/>
              <a:t>How to fix this?</a:t>
            </a:r>
          </a:p>
          <a:p>
            <a:pPr marL="0" indent="0">
              <a:spcBef>
                <a:spcPts val="0"/>
              </a:spcBef>
              <a:spcAft>
                <a:spcPts val="0"/>
              </a:spcAft>
              <a:buNone/>
            </a:pPr>
            <a:r>
              <a:rPr lang="en-US" sz="1600" dirty="0"/>
              <a:t>It is now picking up on the CUDA from our module environment.</a:t>
            </a:r>
            <a:r>
              <a:rPr lang="en-US" sz="1600" i="1" dirty="0"/>
              <a:t> </a:t>
            </a:r>
            <a:r>
              <a:rPr lang="en-US" sz="1600" dirty="0"/>
              <a:t>Nowadays, pip can also install CUDA itself (and does so), but the runtime linker picked up on the </a:t>
            </a:r>
            <a:r>
              <a:rPr lang="en-US" sz="1600" dirty="0">
                <a:latin typeface="Courier New" panose="02070309020205020404" pitchFamily="49" charset="0"/>
                <a:cs typeface="Courier New" panose="02070309020205020404" pitchFamily="49" charset="0"/>
              </a:rPr>
              <a:t>libnvJiTlink.so</a:t>
            </a:r>
            <a:r>
              <a:rPr lang="en-US" sz="1600" dirty="0"/>
              <a:t> from the module environment </a:t>
            </a:r>
            <a:r>
              <a:rPr lang="en-US" sz="1600" i="1" dirty="0"/>
              <a:t>first</a:t>
            </a:r>
            <a:r>
              <a:rPr lang="en-US" sz="1600" dirty="0"/>
              <a:t>. Why?</a:t>
            </a:r>
          </a:p>
          <a:p>
            <a:pPr marL="0" indent="0">
              <a:spcBef>
                <a:spcPts val="0"/>
              </a:spcBef>
              <a:spcAft>
                <a:spcPts val="0"/>
              </a:spcAft>
              <a:buNone/>
            </a:pPr>
            <a:endParaRPr lang="en-US" sz="1600" dirty="0"/>
          </a:p>
          <a:p>
            <a:pPr marL="0" indent="0">
              <a:spcBef>
                <a:spcPts val="0"/>
              </a:spcBef>
              <a:spcAft>
                <a:spcPts val="0"/>
              </a:spcAft>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readelf</a:t>
            </a:r>
            <a:r>
              <a:rPr lang="en-US" sz="1600" dirty="0">
                <a:latin typeface="Courier New" panose="02070309020205020404" pitchFamily="49" charset="0"/>
                <a:cs typeface="Courier New" panose="02070309020205020404" pitchFamily="49" charset="0"/>
              </a:rPr>
              <a:t> -a /home/scur1443/</a:t>
            </a:r>
            <a:r>
              <a:rPr lang="en-US" sz="1600" dirty="0" err="1">
                <a:latin typeface="Courier New" panose="02070309020205020404" pitchFamily="49" charset="0"/>
                <a:cs typeface="Courier New" panose="02070309020205020404" pitchFamily="49" charset="0"/>
              </a:rPr>
              <a:t>my_pytorch_venv</a:t>
            </a:r>
            <a:r>
              <a:rPr lang="en-US" sz="1600" dirty="0">
                <a:latin typeface="Courier New" panose="02070309020205020404" pitchFamily="49" charset="0"/>
                <a:cs typeface="Courier New" panose="02070309020205020404" pitchFamily="49" charset="0"/>
              </a:rPr>
              <a:t>/lib/python3.11/site-packages/torch/lib/../../</a:t>
            </a:r>
            <a:r>
              <a:rPr lang="en-US" sz="1600" dirty="0" err="1">
                <a:latin typeface="Courier New" panose="02070309020205020404" pitchFamily="49" charset="0"/>
                <a:cs typeface="Courier New" panose="02070309020205020404" pitchFamily="49" charset="0"/>
              </a:rPr>
              <a:t>nvidia</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cusparse</a:t>
            </a:r>
            <a:r>
              <a:rPr lang="en-US" sz="1600" dirty="0">
                <a:latin typeface="Courier New" panose="02070309020205020404" pitchFamily="49" charset="0"/>
                <a:cs typeface="Courier New" panose="02070309020205020404" pitchFamily="49" charset="0"/>
              </a:rPr>
              <a:t>/lib/libcusparse.so.12 | grep RUNPATH</a:t>
            </a:r>
          </a:p>
          <a:p>
            <a:pPr marL="0" indent="0">
              <a:spcBef>
                <a:spcPts val="0"/>
              </a:spcBef>
              <a:spcAft>
                <a:spcPts val="0"/>
              </a:spcAft>
              <a:buNone/>
            </a:pPr>
            <a:r>
              <a:rPr lang="en-US" sz="1600" dirty="0">
                <a:latin typeface="Courier New" panose="02070309020205020404" pitchFamily="49" charset="0"/>
                <a:cs typeface="Courier New" panose="02070309020205020404" pitchFamily="49" charset="0"/>
              </a:rPr>
              <a:t> 0x000000000000001d (RUNPATH)            Library </a:t>
            </a:r>
            <a:r>
              <a:rPr lang="en-US" sz="1600" dirty="0" err="1">
                <a:latin typeface="Courier New" panose="02070309020205020404" pitchFamily="49" charset="0"/>
                <a:cs typeface="Courier New" panose="02070309020205020404" pitchFamily="49" charset="0"/>
              </a:rPr>
              <a:t>runpath</a:t>
            </a:r>
            <a:r>
              <a:rPr lang="en-US" sz="1600" dirty="0">
                <a:latin typeface="Courier New" panose="02070309020205020404" pitchFamily="49" charset="0"/>
                <a:cs typeface="Courier New" panose="02070309020205020404" pitchFamily="49" charset="0"/>
              </a:rPr>
              <a:t>: [$ORIGIN:$ORIGIN/../../</a:t>
            </a:r>
            <a:r>
              <a:rPr lang="en-US" sz="1600" dirty="0" err="1">
                <a:latin typeface="Courier New" panose="02070309020205020404" pitchFamily="49" charset="0"/>
                <a:cs typeface="Courier New" panose="02070309020205020404" pitchFamily="49" charset="0"/>
              </a:rPr>
              <a:t>nvjitlink</a:t>
            </a:r>
            <a:r>
              <a:rPr lang="en-US" sz="1600" dirty="0">
                <a:latin typeface="Courier New" panose="02070309020205020404" pitchFamily="49" charset="0"/>
                <a:cs typeface="Courier New" panose="02070309020205020404" pitchFamily="49" charset="0"/>
              </a:rPr>
              <a:t>/lib]</a:t>
            </a:r>
          </a:p>
          <a:p>
            <a:pPr marL="0" indent="0">
              <a:spcBef>
                <a:spcPts val="0"/>
              </a:spcBef>
              <a:spcAft>
                <a:spcPts val="0"/>
              </a:spcAft>
              <a:buNone/>
            </a:pPr>
            <a:endParaRPr lang="en-US" sz="1600" i="1" dirty="0">
              <a:ea typeface="Calibri"/>
              <a:cs typeface="Calibri"/>
            </a:endParaRPr>
          </a:p>
          <a:p>
            <a:pPr marL="0" indent="0">
              <a:spcBef>
                <a:spcPts val="0"/>
              </a:spcBef>
              <a:spcAft>
                <a:spcPts val="0"/>
              </a:spcAft>
              <a:buNone/>
            </a:pPr>
            <a:r>
              <a:rPr lang="en-US" sz="1600" dirty="0">
                <a:ea typeface="Calibri"/>
                <a:cs typeface="Calibri"/>
              </a:rPr>
              <a:t>This library exists:</a:t>
            </a:r>
          </a:p>
          <a:p>
            <a:pPr marL="0" indent="0">
              <a:spcBef>
                <a:spcPts val="0"/>
              </a:spcBef>
              <a:spcAft>
                <a:spcPts val="0"/>
              </a:spcAft>
              <a:buNone/>
            </a:pPr>
            <a:endParaRPr lang="en-US" sz="1600" i="1" dirty="0">
              <a:ea typeface="Calibri"/>
              <a:cs typeface="Calibri"/>
            </a:endParaRP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 ls -al /home/scur1443/</a:t>
            </a:r>
            <a:r>
              <a:rPr lang="en-US" sz="1600" i="1" dirty="0" err="1">
                <a:latin typeface="Courier New" panose="02070309020205020404" pitchFamily="49" charset="0"/>
                <a:ea typeface="Calibri"/>
                <a:cs typeface="Courier New" panose="02070309020205020404" pitchFamily="49" charset="0"/>
              </a:rPr>
              <a:t>my_pytorch_venv</a:t>
            </a:r>
            <a:r>
              <a:rPr lang="en-US" sz="1600" i="1" dirty="0">
                <a:latin typeface="Courier New" panose="02070309020205020404" pitchFamily="49" charset="0"/>
                <a:ea typeface="Calibri"/>
                <a:cs typeface="Courier New" panose="02070309020205020404" pitchFamily="49" charset="0"/>
              </a:rPr>
              <a:t>/lib/python3.11/site-packages/</a:t>
            </a:r>
            <a:r>
              <a:rPr lang="en-US" sz="1600" i="1" dirty="0" err="1">
                <a:latin typeface="Courier New" panose="02070309020205020404" pitchFamily="49" charset="0"/>
                <a:ea typeface="Calibri"/>
                <a:cs typeface="Courier New" panose="02070309020205020404" pitchFamily="49" charset="0"/>
              </a:rPr>
              <a:t>nvidia</a:t>
            </a:r>
            <a:r>
              <a:rPr lang="en-US" sz="1600" i="1" dirty="0">
                <a:latin typeface="Courier New" panose="02070309020205020404" pitchFamily="49" charset="0"/>
                <a:ea typeface="Calibri"/>
                <a:cs typeface="Courier New" panose="02070309020205020404" pitchFamily="49" charset="0"/>
              </a:rPr>
              <a:t>/</a:t>
            </a:r>
            <a:r>
              <a:rPr lang="en-US" sz="1600" i="1" dirty="0" err="1">
                <a:latin typeface="Courier New" panose="02070309020205020404" pitchFamily="49" charset="0"/>
                <a:ea typeface="Calibri"/>
                <a:cs typeface="Courier New" panose="02070309020205020404" pitchFamily="49" charset="0"/>
              </a:rPr>
              <a:t>nvjitlink</a:t>
            </a:r>
            <a:r>
              <a:rPr lang="en-US" sz="1600" i="1" dirty="0">
                <a:latin typeface="Courier New" panose="02070309020205020404" pitchFamily="49" charset="0"/>
                <a:ea typeface="Calibri"/>
                <a:cs typeface="Courier New" panose="02070309020205020404" pitchFamily="49" charset="0"/>
              </a:rPr>
              <a:t>/lib/libnvJitLink.so.12 </a:t>
            </a: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a:t>
            </a:r>
            <a:r>
              <a:rPr lang="en-US" sz="1600" i="1" dirty="0" err="1">
                <a:latin typeface="Courier New" panose="02070309020205020404" pitchFamily="49" charset="0"/>
                <a:ea typeface="Calibri"/>
                <a:cs typeface="Courier New" panose="02070309020205020404" pitchFamily="49" charset="0"/>
              </a:rPr>
              <a:t>rw</a:t>
            </a:r>
            <a:r>
              <a:rPr lang="en-US" sz="1600" i="1" dirty="0">
                <a:latin typeface="Courier New" panose="02070309020205020404" pitchFamily="49" charset="0"/>
                <a:ea typeface="Calibri"/>
                <a:cs typeface="Courier New" panose="02070309020205020404" pitchFamily="49" charset="0"/>
              </a:rPr>
              <a:t>-</a:t>
            </a:r>
            <a:r>
              <a:rPr lang="en-US" sz="1600" i="1" dirty="0" err="1">
                <a:latin typeface="Courier New" panose="02070309020205020404" pitchFamily="49" charset="0"/>
                <a:ea typeface="Calibri"/>
                <a:cs typeface="Courier New" panose="02070309020205020404" pitchFamily="49" charset="0"/>
              </a:rPr>
              <a:t>rw</a:t>
            </a:r>
            <a:r>
              <a:rPr lang="en-US" sz="1600" i="1" dirty="0">
                <a:latin typeface="Courier New" panose="02070309020205020404" pitchFamily="49" charset="0"/>
                <a:ea typeface="Calibri"/>
                <a:cs typeface="Courier New" panose="02070309020205020404" pitchFamily="49" charset="0"/>
              </a:rPr>
              <a:t>----+ 1 scur1443 </a:t>
            </a:r>
            <a:r>
              <a:rPr lang="en-US" sz="1600" i="1" dirty="0" err="1">
                <a:latin typeface="Courier New" panose="02070309020205020404" pitchFamily="49" charset="0"/>
                <a:ea typeface="Calibri"/>
                <a:cs typeface="Courier New" panose="02070309020205020404" pitchFamily="49" charset="0"/>
              </a:rPr>
              <a:t>scur1443</a:t>
            </a:r>
            <a:r>
              <a:rPr lang="en-US" sz="1600" i="1" dirty="0">
                <a:latin typeface="Courier New" panose="02070309020205020404" pitchFamily="49" charset="0"/>
                <a:ea typeface="Calibri"/>
                <a:cs typeface="Courier New" panose="02070309020205020404" pitchFamily="49" charset="0"/>
              </a:rPr>
              <a:t> 53594512 Nov  4 12:14 /home/scur1443/</a:t>
            </a:r>
            <a:r>
              <a:rPr lang="en-US" sz="1600" i="1" dirty="0" err="1">
                <a:latin typeface="Courier New" panose="02070309020205020404" pitchFamily="49" charset="0"/>
                <a:ea typeface="Calibri"/>
                <a:cs typeface="Courier New" panose="02070309020205020404" pitchFamily="49" charset="0"/>
              </a:rPr>
              <a:t>my_pytorch_venv</a:t>
            </a:r>
            <a:r>
              <a:rPr lang="en-US" sz="1600" i="1" dirty="0">
                <a:latin typeface="Courier New" panose="02070309020205020404" pitchFamily="49" charset="0"/>
                <a:ea typeface="Calibri"/>
                <a:cs typeface="Courier New" panose="02070309020205020404" pitchFamily="49" charset="0"/>
              </a:rPr>
              <a:t>/lib/python3.11/site-packages/</a:t>
            </a:r>
            <a:r>
              <a:rPr lang="en-US" sz="1600" i="1" dirty="0" err="1">
                <a:latin typeface="Courier New" panose="02070309020205020404" pitchFamily="49" charset="0"/>
                <a:ea typeface="Calibri"/>
                <a:cs typeface="Courier New" panose="02070309020205020404" pitchFamily="49" charset="0"/>
              </a:rPr>
              <a:t>nvidia</a:t>
            </a:r>
            <a:r>
              <a:rPr lang="en-US" sz="1600" i="1" dirty="0">
                <a:latin typeface="Courier New" panose="02070309020205020404" pitchFamily="49" charset="0"/>
                <a:ea typeface="Calibri"/>
                <a:cs typeface="Courier New" panose="02070309020205020404" pitchFamily="49" charset="0"/>
              </a:rPr>
              <a:t>/</a:t>
            </a:r>
            <a:r>
              <a:rPr lang="en-US" sz="1600" i="1" dirty="0" err="1">
                <a:latin typeface="Courier New" panose="02070309020205020404" pitchFamily="49" charset="0"/>
                <a:ea typeface="Calibri"/>
                <a:cs typeface="Courier New" panose="02070309020205020404" pitchFamily="49" charset="0"/>
              </a:rPr>
              <a:t>nvjitlink</a:t>
            </a:r>
            <a:r>
              <a:rPr lang="en-US" sz="1600" i="1" dirty="0">
                <a:latin typeface="Courier New" panose="02070309020205020404" pitchFamily="49" charset="0"/>
                <a:ea typeface="Calibri"/>
                <a:cs typeface="Courier New" panose="02070309020205020404" pitchFamily="49" charset="0"/>
              </a:rPr>
              <a:t>/lib/libnvJitLink.so.12</a:t>
            </a:r>
          </a:p>
          <a:p>
            <a:pPr marL="0" indent="0">
              <a:spcBef>
                <a:spcPts val="0"/>
              </a:spcBef>
              <a:spcAft>
                <a:spcPts val="0"/>
              </a:spcAft>
              <a:buNone/>
            </a:pPr>
            <a:endParaRPr lang="en-US" sz="1600" dirty="0">
              <a:latin typeface="+mj-lt"/>
              <a:ea typeface="Calibri"/>
              <a:cs typeface="Courier New" panose="02070309020205020404" pitchFamily="49" charset="0"/>
            </a:endParaRPr>
          </a:p>
          <a:p>
            <a:pPr marL="0" indent="0">
              <a:spcBef>
                <a:spcPts val="0"/>
              </a:spcBef>
              <a:spcAft>
                <a:spcPts val="0"/>
              </a:spcAft>
              <a:buNone/>
            </a:pPr>
            <a:r>
              <a:rPr lang="en-US" sz="1600" dirty="0">
                <a:latin typeface="+mj-lt"/>
                <a:ea typeface="Calibri"/>
                <a:cs typeface="Courier New" panose="02070309020205020404" pitchFamily="49" charset="0"/>
              </a:rPr>
              <a:t>But: </a:t>
            </a:r>
            <a:r>
              <a:rPr lang="en-US" sz="1600" dirty="0">
                <a:highlight>
                  <a:srgbClr val="FFFF00"/>
                </a:highlight>
                <a:latin typeface="+mj-lt"/>
                <a:ea typeface="Calibri"/>
                <a:cs typeface="Courier New" panose="02070309020205020404" pitchFamily="49" charset="0"/>
              </a:rPr>
              <a:t>runtime linker (</a:t>
            </a:r>
            <a:r>
              <a:rPr lang="en-US" sz="1600" dirty="0" err="1">
                <a:highlight>
                  <a:srgbClr val="FFFF00"/>
                </a:highlight>
                <a:latin typeface="Courier New" panose="02070309020205020404" pitchFamily="49" charset="0"/>
                <a:ea typeface="Calibri"/>
                <a:cs typeface="Courier New" panose="02070309020205020404" pitchFamily="49" charset="0"/>
              </a:rPr>
              <a:t>ld</a:t>
            </a:r>
            <a:r>
              <a:rPr lang="en-US" sz="1600" dirty="0">
                <a:highlight>
                  <a:srgbClr val="FFFF00"/>
                </a:highlight>
                <a:latin typeface="+mj-lt"/>
                <a:ea typeface="Calibri"/>
                <a:cs typeface="Courier New" panose="02070309020205020404" pitchFamily="49" charset="0"/>
              </a:rPr>
              <a:t>) reads from </a:t>
            </a:r>
            <a:r>
              <a:rPr lang="en-US" sz="1600" dirty="0">
                <a:highlight>
                  <a:srgbClr val="FFFF00"/>
                </a:highlight>
                <a:latin typeface="Courier New" panose="02070309020205020404" pitchFamily="49" charset="0"/>
                <a:ea typeface="Calibri"/>
                <a:cs typeface="Courier New" panose="02070309020205020404" pitchFamily="49" charset="0"/>
              </a:rPr>
              <a:t>LD_LIBRARY_PATH</a:t>
            </a:r>
            <a:r>
              <a:rPr lang="en-US" sz="1600" dirty="0">
                <a:highlight>
                  <a:srgbClr val="FFFF00"/>
                </a:highlight>
                <a:latin typeface="+mj-lt"/>
                <a:ea typeface="Calibri"/>
                <a:cs typeface="Courier New" panose="02070309020205020404" pitchFamily="49" charset="0"/>
              </a:rPr>
              <a:t> </a:t>
            </a:r>
            <a:r>
              <a:rPr lang="en-US" sz="1600" i="1" dirty="0">
                <a:highlight>
                  <a:srgbClr val="FFFF00"/>
                </a:highlight>
                <a:latin typeface="+mj-lt"/>
                <a:ea typeface="Calibri"/>
                <a:cs typeface="Courier New" panose="02070309020205020404" pitchFamily="49" charset="0"/>
              </a:rPr>
              <a:t>before</a:t>
            </a:r>
            <a:r>
              <a:rPr lang="en-US" sz="1600" dirty="0">
                <a:highlight>
                  <a:srgbClr val="FFFF00"/>
                </a:highlight>
                <a:latin typeface="+mj-lt"/>
                <a:ea typeface="Calibri"/>
                <a:cs typeface="Courier New" panose="02070309020205020404" pitchFamily="49" charset="0"/>
              </a:rPr>
              <a:t> the </a:t>
            </a:r>
            <a:r>
              <a:rPr lang="en-US" sz="1600" dirty="0">
                <a:highlight>
                  <a:srgbClr val="FFFF00"/>
                </a:highlight>
                <a:latin typeface="Courier New" panose="02070309020205020404" pitchFamily="49" charset="0"/>
                <a:ea typeface="Calibri"/>
                <a:cs typeface="Courier New" panose="02070309020205020404" pitchFamily="49" charset="0"/>
              </a:rPr>
              <a:t>RUNPATH</a:t>
            </a:r>
            <a:r>
              <a:rPr lang="en-US" sz="1600" dirty="0">
                <a:highlight>
                  <a:srgbClr val="FFFF00"/>
                </a:highlight>
                <a:latin typeface="+mj-lt"/>
                <a:ea typeface="Calibri"/>
                <a:cs typeface="Courier New" panose="02070309020205020404" pitchFamily="49" charset="0"/>
              </a:rPr>
              <a:t> of any specific library</a:t>
            </a:r>
            <a:r>
              <a:rPr lang="en-US" sz="1600" dirty="0">
                <a:latin typeface="+mj-lt"/>
                <a:ea typeface="Calibri"/>
                <a:cs typeface="Courier New" panose="02070309020205020404" pitchFamily="49" charset="0"/>
              </a:rPr>
              <a:t> (see </a:t>
            </a:r>
            <a:r>
              <a:rPr lang="en-US" sz="1600" dirty="0">
                <a:latin typeface="Courier New" panose="02070309020205020404" pitchFamily="49" charset="0"/>
                <a:ea typeface="Calibri"/>
                <a:cs typeface="Courier New" panose="02070309020205020404" pitchFamily="49" charset="0"/>
              </a:rPr>
              <a:t>man </a:t>
            </a:r>
            <a:r>
              <a:rPr lang="en-US" sz="1600" dirty="0" err="1">
                <a:latin typeface="Courier New" panose="02070309020205020404" pitchFamily="49" charset="0"/>
                <a:ea typeface="Calibri"/>
                <a:cs typeface="Courier New" panose="02070309020205020404" pitchFamily="49" charset="0"/>
              </a:rPr>
              <a:t>ld</a:t>
            </a:r>
            <a:r>
              <a:rPr lang="en-US" sz="1600" dirty="0">
                <a:latin typeface="+mj-lt"/>
                <a:ea typeface="Calibri"/>
                <a:cs typeface="Courier New" panose="02070309020205020404" pitchFamily="49" charset="0"/>
              </a:rPr>
              <a:t>)</a:t>
            </a:r>
          </a:p>
        </p:txBody>
      </p:sp>
      <p:sp>
        <p:nvSpPr>
          <p:cNvPr id="4" name="Text Placeholder 3">
            <a:extLst>
              <a:ext uri="{FF2B5EF4-FFF2-40B4-BE49-F238E27FC236}">
                <a16:creationId xmlns:a16="http://schemas.microsoft.com/office/drawing/2014/main" id="{B639EB3C-C03B-B0CC-3C36-B75E1FF9B5BE}"/>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D2B148C2-1467-5C26-CB46-CD273E16F2B5}"/>
              </a:ext>
            </a:extLst>
          </p:cNvPr>
          <p:cNvSpPr>
            <a:spLocks noGrp="1"/>
          </p:cNvSpPr>
          <p:nvPr>
            <p:ph type="sldNum" sz="quarter" idx="12"/>
          </p:nvPr>
        </p:nvSpPr>
        <p:spPr/>
        <p:txBody>
          <a:bodyPr/>
          <a:lstStyle/>
          <a:p>
            <a:fld id="{7AD0FE45-509C-4BDF-9EDE-64426F8DF3D2}" type="slidenum">
              <a:rPr lang="nl-NL" smtClean="0"/>
              <a:t>28</a:t>
            </a:fld>
            <a:endParaRPr lang="nl-NL"/>
          </a:p>
        </p:txBody>
      </p:sp>
    </p:spTree>
    <p:extLst>
      <p:ext uri="{BB962C8B-B14F-4D97-AF65-F5344CB8AC3E}">
        <p14:creationId xmlns:p14="http://schemas.microsoft.com/office/powerpoint/2010/main" val="45782625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6388D-964F-2867-8049-E76F5E223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54441-DD8A-E874-00E4-F589C343BAF9}"/>
              </a:ext>
            </a:extLst>
          </p:cNvPr>
          <p:cNvSpPr>
            <a:spLocks noGrp="1"/>
          </p:cNvSpPr>
          <p:nvPr>
            <p:ph type="title"/>
          </p:nvPr>
        </p:nvSpPr>
        <p:spPr/>
        <p:txBody>
          <a:bodyPr/>
          <a:lstStyle/>
          <a:p>
            <a:r>
              <a:rPr lang="nl-NL"/>
              <a:t>Attempt 2: PyTorch in a virtual environment with pip</a:t>
            </a:r>
          </a:p>
        </p:txBody>
      </p:sp>
      <p:sp>
        <p:nvSpPr>
          <p:cNvPr id="3" name="Vertical Text Placeholder 2">
            <a:extLst>
              <a:ext uri="{FF2B5EF4-FFF2-40B4-BE49-F238E27FC236}">
                <a16:creationId xmlns:a16="http://schemas.microsoft.com/office/drawing/2014/main" id="{EB1CF225-C6A1-025F-963C-174C619AAD11}"/>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en-US" sz="1600" b="1" dirty="0"/>
              <a:t>Solution:</a:t>
            </a:r>
          </a:p>
          <a:p>
            <a:pPr marL="0" indent="0">
              <a:spcBef>
                <a:spcPts val="0"/>
              </a:spcBef>
              <a:spcAft>
                <a:spcPts val="0"/>
              </a:spcAft>
              <a:buNone/>
            </a:pPr>
            <a:r>
              <a:rPr lang="en-US" sz="1600" dirty="0"/>
              <a:t>Make sure there is no (incompatible) CUDA on </a:t>
            </a:r>
            <a:r>
              <a:rPr lang="en-US" sz="1600" dirty="0">
                <a:latin typeface="Courier New" panose="02070309020205020404" pitchFamily="49" charset="0"/>
                <a:cs typeface="Courier New" panose="02070309020205020404" pitchFamily="49" charset="0"/>
              </a:rPr>
              <a:t>LD_LIBRARY_PATH</a:t>
            </a:r>
            <a:r>
              <a:rPr lang="en-US" sz="1600" dirty="0"/>
              <a:t>:</a:t>
            </a:r>
          </a:p>
          <a:p>
            <a:pPr marL="0" indent="0">
              <a:spcBef>
                <a:spcPts val="0"/>
              </a:spcBef>
              <a:spcAft>
                <a:spcPts val="0"/>
              </a:spcAft>
              <a:buNone/>
            </a:pPr>
            <a:endParaRPr lang="en-US" sz="1600" dirty="0"/>
          </a:p>
          <a:p>
            <a:pPr marL="0" indent="0">
              <a:spcBef>
                <a:spcPts val="0"/>
              </a:spcBef>
              <a:spcAft>
                <a:spcPts val="0"/>
              </a:spcAft>
              <a:buNone/>
            </a:pPr>
            <a:r>
              <a:rPr lang="en-US" sz="1600" dirty="0">
                <a:latin typeface="Courier New" panose="02070309020205020404" pitchFamily="49" charset="0"/>
                <a:cs typeface="Courier New" panose="02070309020205020404" pitchFamily="49" charset="0"/>
              </a:rPr>
              <a:t>$ </a:t>
            </a:r>
            <a:r>
              <a:rPr lang="en-US" sz="1600" dirty="0">
                <a:highlight>
                  <a:srgbClr val="FFFF00"/>
                </a:highlight>
                <a:latin typeface="Courier New" panose="02070309020205020404" pitchFamily="49" charset="0"/>
                <a:cs typeface="Courier New" panose="02070309020205020404" pitchFamily="49" charset="0"/>
              </a:rPr>
              <a:t>module unload CUDA</a:t>
            </a:r>
          </a:p>
          <a:p>
            <a:pPr marL="0" indent="0">
              <a:spcBef>
                <a:spcPts val="0"/>
              </a:spcBef>
              <a:spcAft>
                <a:spcPts val="0"/>
              </a:spcAft>
              <a:buNone/>
            </a:pPr>
            <a:endParaRPr lang="en-US" sz="1600" i="1" dirty="0">
              <a:ea typeface="Calibri"/>
              <a:cs typeface="Calibri"/>
            </a:endParaRPr>
          </a:p>
          <a:p>
            <a:pPr marL="0" indent="0">
              <a:spcBef>
                <a:spcPts val="0"/>
              </a:spcBef>
              <a:spcAft>
                <a:spcPts val="0"/>
              </a:spcAft>
              <a:buNone/>
            </a:pPr>
            <a:r>
              <a:rPr lang="en-US" sz="1600" dirty="0">
                <a:ea typeface="Calibri"/>
                <a:cs typeface="Calibri"/>
              </a:rPr>
              <a:t>This library exists:</a:t>
            </a:r>
          </a:p>
          <a:p>
            <a:pPr marL="0" indent="0">
              <a:spcBef>
                <a:spcPts val="0"/>
              </a:spcBef>
              <a:spcAft>
                <a:spcPts val="0"/>
              </a:spcAft>
              <a:buNone/>
            </a:pPr>
            <a:endParaRPr lang="en-US" sz="1600" i="1" dirty="0">
              <a:ea typeface="Calibri"/>
              <a:cs typeface="Calibri"/>
            </a:endParaRP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&gt;&gt;&gt; import torch</a:t>
            </a: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&gt;&gt;&gt; </a:t>
            </a:r>
            <a:r>
              <a:rPr lang="en-US" sz="1600" i="1" dirty="0" err="1">
                <a:latin typeface="Courier New" panose="02070309020205020404" pitchFamily="49" charset="0"/>
                <a:ea typeface="Calibri"/>
                <a:cs typeface="Courier New" panose="02070309020205020404" pitchFamily="49" charset="0"/>
              </a:rPr>
              <a:t>torch.cuda.is_available</a:t>
            </a:r>
            <a:r>
              <a:rPr lang="en-US" sz="1600" i="1" dirty="0">
                <a:latin typeface="Courier New" panose="02070309020205020404" pitchFamily="49" charset="0"/>
                <a:ea typeface="Calibri"/>
                <a:cs typeface="Courier New" panose="02070309020205020404" pitchFamily="49" charset="0"/>
              </a:rPr>
              <a:t>()</a:t>
            </a: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True</a:t>
            </a: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&gt;&gt;&gt; </a:t>
            </a:r>
            <a:r>
              <a:rPr lang="en-US" sz="1600" i="1" dirty="0" err="1">
                <a:latin typeface="Courier New" panose="02070309020205020404" pitchFamily="49" charset="0"/>
                <a:ea typeface="Calibri"/>
                <a:cs typeface="Courier New" panose="02070309020205020404" pitchFamily="49" charset="0"/>
              </a:rPr>
              <a:t>torch.backends.cudnn.version</a:t>
            </a:r>
            <a:r>
              <a:rPr lang="en-US" sz="1600" i="1" dirty="0">
                <a:latin typeface="Courier New" panose="02070309020205020404" pitchFamily="49" charset="0"/>
                <a:ea typeface="Calibri"/>
                <a:cs typeface="Courier New" panose="02070309020205020404" pitchFamily="49" charset="0"/>
              </a:rPr>
              <a:t>()</a:t>
            </a: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90100</a:t>
            </a: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&gt;&gt;&gt; </a:t>
            </a:r>
            <a:r>
              <a:rPr lang="en-US" sz="1600" i="1" dirty="0" err="1">
                <a:latin typeface="Courier New" panose="02070309020205020404" pitchFamily="49" charset="0"/>
                <a:ea typeface="Calibri"/>
                <a:cs typeface="Courier New" panose="02070309020205020404" pitchFamily="49" charset="0"/>
              </a:rPr>
              <a:t>torch.backends.cudnn.enabled</a:t>
            </a:r>
            <a:endParaRPr lang="en-US" sz="1600" i="1" dirty="0">
              <a:latin typeface="Courier New" panose="02070309020205020404" pitchFamily="49" charset="0"/>
              <a:ea typeface="Calibri"/>
              <a:cs typeface="Courier New" panose="02070309020205020404" pitchFamily="49" charset="0"/>
            </a:endParaRPr>
          </a:p>
          <a:p>
            <a:pPr marL="0" indent="0">
              <a:spcBef>
                <a:spcPts val="0"/>
              </a:spcBef>
              <a:spcAft>
                <a:spcPts val="0"/>
              </a:spcAft>
              <a:buNone/>
            </a:pPr>
            <a:r>
              <a:rPr lang="en-US" sz="1600" i="1" dirty="0">
                <a:latin typeface="Courier New" panose="02070309020205020404" pitchFamily="49" charset="0"/>
                <a:ea typeface="Calibri"/>
                <a:cs typeface="Courier New" panose="02070309020205020404" pitchFamily="49" charset="0"/>
              </a:rPr>
              <a:t>True</a:t>
            </a:r>
          </a:p>
          <a:p>
            <a:pPr marL="0" indent="0">
              <a:spcBef>
                <a:spcPts val="0"/>
              </a:spcBef>
              <a:spcAft>
                <a:spcPts val="0"/>
              </a:spcAft>
              <a:buNone/>
            </a:pPr>
            <a:endParaRPr lang="en-US" sz="1600" dirty="0">
              <a:latin typeface="+mj-lt"/>
              <a:ea typeface="Calibri"/>
              <a:cs typeface="Courier New" panose="02070309020205020404" pitchFamily="49" charset="0"/>
            </a:endParaRPr>
          </a:p>
          <a:p>
            <a:pPr marL="0" indent="0">
              <a:spcBef>
                <a:spcPts val="0"/>
              </a:spcBef>
              <a:spcAft>
                <a:spcPts val="0"/>
              </a:spcAft>
              <a:buNone/>
            </a:pPr>
            <a:r>
              <a:rPr lang="en-US" sz="1600" dirty="0">
                <a:latin typeface="+mj-lt"/>
                <a:ea typeface="Calibri"/>
                <a:cs typeface="Courier New" panose="02070309020205020404" pitchFamily="49" charset="0"/>
              </a:rPr>
              <a:t>GPU support works now!</a:t>
            </a:r>
          </a:p>
        </p:txBody>
      </p:sp>
      <p:sp>
        <p:nvSpPr>
          <p:cNvPr id="4" name="Text Placeholder 3">
            <a:extLst>
              <a:ext uri="{FF2B5EF4-FFF2-40B4-BE49-F238E27FC236}">
                <a16:creationId xmlns:a16="http://schemas.microsoft.com/office/drawing/2014/main" id="{D637AB82-0EDF-5D58-BDBD-651DB78F318E}"/>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5A6AD70-CCEB-D49A-CAA0-F322F0C4FFA2}"/>
              </a:ext>
            </a:extLst>
          </p:cNvPr>
          <p:cNvSpPr>
            <a:spLocks noGrp="1"/>
          </p:cNvSpPr>
          <p:nvPr>
            <p:ph type="sldNum" sz="quarter" idx="12"/>
          </p:nvPr>
        </p:nvSpPr>
        <p:spPr/>
        <p:txBody>
          <a:bodyPr/>
          <a:lstStyle/>
          <a:p>
            <a:fld id="{7AD0FE45-509C-4BDF-9EDE-64426F8DF3D2}" type="slidenum">
              <a:rPr lang="nl-NL" smtClean="0"/>
              <a:t>29</a:t>
            </a:fld>
            <a:endParaRPr lang="nl-NL"/>
          </a:p>
        </p:txBody>
      </p:sp>
    </p:spTree>
    <p:extLst>
      <p:ext uri="{BB962C8B-B14F-4D97-AF65-F5344CB8AC3E}">
        <p14:creationId xmlns:p14="http://schemas.microsoft.com/office/powerpoint/2010/main" val="142117333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Tensorflow in a virtual environment </a:t>
            </a:r>
            <a:r>
              <a:rPr lang="nl-NL" dirty="0" err="1"/>
              <a:t>with</a:t>
            </a:r>
            <a:r>
              <a:rPr lang="nl-NL" dirty="0"/>
              <a:t> pip: </a:t>
            </a:r>
            <a:r>
              <a:rPr lang="nl-NL" dirty="0" err="1"/>
              <a:t>the</a:t>
            </a:r>
            <a:r>
              <a:rPr lang="nl-NL" dirty="0"/>
              <a:t> </a:t>
            </a:r>
            <a:r>
              <a:rPr lang="nl-NL" dirty="0" err="1"/>
              <a:t>old</a:t>
            </a:r>
            <a:r>
              <a:rPr lang="nl-NL" dirty="0"/>
              <a:t> </a:t>
            </a:r>
            <a:r>
              <a:rPr lang="nl-NL" dirty="0" err="1"/>
              <a:t>days</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nl-NL" sz="1400" dirty="0">
                <a:latin typeface="Courier New"/>
                <a:cs typeface="Courier New"/>
              </a:rPr>
              <a:t>$ python -m </a:t>
            </a:r>
            <a:r>
              <a:rPr lang="nl-NL" sz="1400" dirty="0" err="1">
                <a:latin typeface="Courier New"/>
                <a:cs typeface="Courier New"/>
              </a:rPr>
              <a:t>venv</a:t>
            </a:r>
            <a:r>
              <a:rPr lang="nl-NL" sz="1400" dirty="0">
                <a:latin typeface="Courier New"/>
                <a:cs typeface="Courier New"/>
              </a:rPr>
              <a:t> my_tf_venv</a:t>
            </a:r>
          </a:p>
          <a:p>
            <a:pPr marL="0" indent="0">
              <a:spcBef>
                <a:spcPts val="0"/>
              </a:spcBef>
              <a:spcAft>
                <a:spcPts val="0"/>
              </a:spcAft>
              <a:buNone/>
            </a:pPr>
            <a:r>
              <a:rPr lang="en-US" sz="1400" dirty="0">
                <a:latin typeface="Courier New"/>
                <a:cs typeface="Courier New"/>
              </a:rPr>
              <a:t>$ source </a:t>
            </a:r>
            <a:r>
              <a:rPr lang="en-US" sz="1400" dirty="0" err="1">
                <a:latin typeface="Courier New"/>
                <a:cs typeface="Courier New"/>
              </a:rPr>
              <a:t>my_tf_venv</a:t>
            </a:r>
            <a:r>
              <a:rPr lang="en-US" sz="1400" dirty="0">
                <a:latin typeface="Courier New"/>
                <a:cs typeface="Courier New"/>
              </a:rPr>
              <a:t>/bin/activate</a:t>
            </a:r>
          </a:p>
          <a:p>
            <a:pPr marL="0" indent="0">
              <a:spcBef>
                <a:spcPts val="0"/>
              </a:spcBef>
              <a:spcAft>
                <a:spcPts val="0"/>
              </a:spcAft>
              <a:buNone/>
            </a:pPr>
            <a:r>
              <a:rPr lang="en-US" sz="1400" dirty="0">
                <a:latin typeface="Courier New"/>
                <a:cs typeface="Courier New"/>
              </a:rPr>
              <a:t>$ pip3 install nvidia-cudnn-cu11==8.6.0.163 tensorflow==2.12.* (instructions from </a:t>
            </a:r>
            <a:r>
              <a:rPr lang="en-US" sz="1400" dirty="0">
                <a:latin typeface="Courier New"/>
                <a:cs typeface="Courier New"/>
                <a:hlinkClick r:id="rId2"/>
              </a:rPr>
              <a:t>https://www.tensorflow.org/install/pip</a:t>
            </a:r>
            <a:r>
              <a:rPr lang="en-US" sz="1400" dirty="0">
                <a:latin typeface="Courier New"/>
                <a:cs typeface="Courier New"/>
              </a:rPr>
              <a:t>)</a:t>
            </a:r>
          </a:p>
          <a:p>
            <a:pPr marL="0" indent="0">
              <a:spcBef>
                <a:spcPts val="0"/>
              </a:spcBef>
              <a:spcAft>
                <a:spcPts val="0"/>
              </a:spcAft>
              <a:buNone/>
            </a:pPr>
            <a:r>
              <a:rPr lang="en-US" sz="1400" dirty="0">
                <a:latin typeface="Courier New"/>
                <a:cs typeface="Courier New"/>
              </a:rPr>
              <a:t>$ python3 -c "import </a:t>
            </a:r>
            <a:r>
              <a:rPr lang="en-US" sz="1400" dirty="0" err="1">
                <a:latin typeface="Courier New"/>
                <a:cs typeface="Courier New"/>
              </a:rPr>
              <a:t>tensorflow</a:t>
            </a:r>
            <a:r>
              <a:rPr lang="en-US" sz="1400" dirty="0">
                <a:latin typeface="Courier New"/>
                <a:cs typeface="Courier New"/>
              </a:rPr>
              <a:t> as </a:t>
            </a:r>
            <a:r>
              <a:rPr lang="en-US" sz="1400" dirty="0" err="1">
                <a:latin typeface="Courier New"/>
                <a:cs typeface="Courier New"/>
              </a:rPr>
              <a:t>tf</a:t>
            </a:r>
            <a:r>
              <a:rPr lang="en-US" sz="1400" dirty="0">
                <a:latin typeface="Courier New"/>
                <a:cs typeface="Courier New"/>
              </a:rPr>
              <a:t>; print(</a:t>
            </a:r>
            <a:r>
              <a:rPr lang="en-US" sz="1400" dirty="0" err="1">
                <a:latin typeface="Courier New"/>
                <a:cs typeface="Courier New"/>
              </a:rPr>
              <a:t>tf.config.list_physical_devices</a:t>
            </a:r>
            <a:r>
              <a:rPr lang="en-US" sz="1400" dirty="0">
                <a:latin typeface="Courier New"/>
                <a:cs typeface="Courier New"/>
              </a:rPr>
              <a:t>('GPU'))"</a:t>
            </a:r>
          </a:p>
          <a:p>
            <a:pPr marL="0" indent="0">
              <a:spcBef>
                <a:spcPts val="0"/>
              </a:spcBef>
              <a:spcAft>
                <a:spcPts val="0"/>
              </a:spcAft>
              <a:buNone/>
            </a:pPr>
            <a:r>
              <a:rPr lang="en-US" sz="1400" dirty="0">
                <a:latin typeface="Courier New"/>
                <a:cs typeface="Courier New"/>
              </a:rPr>
              <a:t>2023-05-12 15:49:48.115916: I </a:t>
            </a:r>
            <a:r>
              <a:rPr lang="en-US" sz="1400" dirty="0" err="1">
                <a:latin typeface="Courier New"/>
                <a:cs typeface="Courier New"/>
              </a:rPr>
              <a:t>tensorflow</a:t>
            </a:r>
            <a:r>
              <a:rPr lang="en-US" sz="1400" dirty="0">
                <a:latin typeface="Courier New"/>
                <a:cs typeface="Courier New"/>
              </a:rPr>
              <a:t>/</a:t>
            </a:r>
            <a:r>
              <a:rPr lang="en-US" sz="1400" dirty="0" err="1">
                <a:latin typeface="Courier New"/>
                <a:cs typeface="Courier New"/>
              </a:rPr>
              <a:t>tsl</a:t>
            </a:r>
            <a:r>
              <a:rPr lang="en-US" sz="1400" dirty="0">
                <a:latin typeface="Courier New"/>
                <a:cs typeface="Courier New"/>
              </a:rPr>
              <a:t>/</a:t>
            </a:r>
            <a:r>
              <a:rPr lang="en-US" sz="1400" dirty="0" err="1">
                <a:latin typeface="Courier New"/>
                <a:cs typeface="Courier New"/>
              </a:rPr>
              <a:t>cuda</a:t>
            </a:r>
            <a:r>
              <a:rPr lang="en-US" sz="1400" dirty="0">
                <a:latin typeface="Courier New"/>
                <a:cs typeface="Courier New"/>
              </a:rPr>
              <a:t>/cudart_stub.cc:28] Could not find </a:t>
            </a:r>
            <a:r>
              <a:rPr lang="en-US" sz="1400" dirty="0" err="1">
                <a:latin typeface="Courier New"/>
                <a:cs typeface="Courier New"/>
              </a:rPr>
              <a:t>cuda</a:t>
            </a:r>
            <a:r>
              <a:rPr lang="en-US" sz="1400" dirty="0">
                <a:latin typeface="Courier New"/>
                <a:cs typeface="Courier New"/>
              </a:rPr>
              <a:t> drivers on your machine, GPU will not be used.</a:t>
            </a:r>
          </a:p>
          <a:p>
            <a:pPr marL="0" indent="0">
              <a:spcBef>
                <a:spcPts val="0"/>
              </a:spcBef>
              <a:spcAft>
                <a:spcPts val="0"/>
              </a:spcAft>
              <a:buNone/>
            </a:pPr>
            <a:r>
              <a:rPr lang="en-US" sz="1400" dirty="0">
                <a:latin typeface="Courier New"/>
                <a:cs typeface="Courier New"/>
              </a:rPr>
              <a:t>2023-05-12 15:49:48.222125: I </a:t>
            </a:r>
            <a:r>
              <a:rPr lang="en-US" sz="1400" dirty="0" err="1">
                <a:latin typeface="Courier New"/>
                <a:cs typeface="Courier New"/>
              </a:rPr>
              <a:t>tensorflow</a:t>
            </a:r>
            <a:r>
              <a:rPr lang="en-US" sz="1400" dirty="0">
                <a:latin typeface="Courier New"/>
                <a:cs typeface="Courier New"/>
              </a:rPr>
              <a:t>/</a:t>
            </a:r>
            <a:r>
              <a:rPr lang="en-US" sz="1400" dirty="0" err="1">
                <a:latin typeface="Courier New"/>
                <a:cs typeface="Courier New"/>
              </a:rPr>
              <a:t>tsl</a:t>
            </a:r>
            <a:r>
              <a:rPr lang="en-US" sz="1400" dirty="0">
                <a:latin typeface="Courier New"/>
                <a:cs typeface="Courier New"/>
              </a:rPr>
              <a:t>/</a:t>
            </a:r>
            <a:r>
              <a:rPr lang="en-US" sz="1400" dirty="0" err="1">
                <a:latin typeface="Courier New"/>
                <a:cs typeface="Courier New"/>
              </a:rPr>
              <a:t>cuda</a:t>
            </a:r>
            <a:r>
              <a:rPr lang="en-US" sz="1400" dirty="0">
                <a:latin typeface="Courier New"/>
                <a:cs typeface="Courier New"/>
              </a:rPr>
              <a:t>/cudart_stub.cc:28] Could not find </a:t>
            </a:r>
            <a:r>
              <a:rPr lang="en-US" sz="1400" dirty="0" err="1">
                <a:latin typeface="Courier New"/>
                <a:cs typeface="Courier New"/>
              </a:rPr>
              <a:t>cuda</a:t>
            </a:r>
            <a:r>
              <a:rPr lang="en-US" sz="1400" dirty="0">
                <a:latin typeface="Courier New"/>
                <a:cs typeface="Courier New"/>
              </a:rPr>
              <a:t> drivers on your machine, GPU will not be used.</a:t>
            </a:r>
          </a:p>
          <a:p>
            <a:pPr marL="0" indent="0">
              <a:spcBef>
                <a:spcPts val="0"/>
              </a:spcBef>
              <a:spcAft>
                <a:spcPts val="0"/>
              </a:spcAft>
              <a:buNone/>
            </a:pPr>
            <a:r>
              <a:rPr lang="en-US" sz="1400" dirty="0">
                <a:latin typeface="Courier New"/>
                <a:cs typeface="Courier New"/>
              </a:rPr>
              <a:t>2023-05-12 15:49:48.222644: I </a:t>
            </a:r>
            <a:r>
              <a:rPr lang="en-US" sz="1400" dirty="0" err="1">
                <a:latin typeface="Courier New"/>
                <a:cs typeface="Courier New"/>
              </a:rPr>
              <a:t>tensorflow</a:t>
            </a:r>
            <a:r>
              <a:rPr lang="en-US" sz="1400" dirty="0">
                <a:latin typeface="Courier New"/>
                <a:cs typeface="Courier New"/>
              </a:rPr>
              <a:t>/core/platform/cpu_feature_guard.cc:182] This TensorFlow binary is optimized to use available CPU instructions in performance-critical operations.</a:t>
            </a:r>
          </a:p>
          <a:p>
            <a:pPr marL="0" indent="0">
              <a:spcBef>
                <a:spcPts val="0"/>
              </a:spcBef>
              <a:spcAft>
                <a:spcPts val="0"/>
              </a:spcAft>
              <a:buNone/>
            </a:pPr>
            <a:r>
              <a:rPr lang="en-US" sz="1400" dirty="0">
                <a:latin typeface="Courier New"/>
                <a:cs typeface="Courier New"/>
              </a:rPr>
              <a:t>To enable the following instructions: AVX2 AVX512F FMA, in other operations, rebuild TensorFlow with the appropriate compiler flags.</a:t>
            </a:r>
          </a:p>
          <a:p>
            <a:pPr marL="0" indent="0">
              <a:spcBef>
                <a:spcPts val="0"/>
              </a:spcBef>
              <a:spcAft>
                <a:spcPts val="0"/>
              </a:spcAft>
              <a:buNone/>
            </a:pPr>
            <a:r>
              <a:rPr lang="en-US" sz="1400" dirty="0">
                <a:latin typeface="Courier New"/>
                <a:cs typeface="Courier New"/>
              </a:rPr>
              <a:t>2023-05-12 15:49:49.932425: W </a:t>
            </a:r>
            <a:r>
              <a:rPr lang="en-US" sz="1400" dirty="0" err="1">
                <a:latin typeface="Courier New"/>
                <a:cs typeface="Courier New"/>
              </a:rPr>
              <a:t>tensorflow</a:t>
            </a:r>
            <a:r>
              <a:rPr lang="en-US" sz="1400" dirty="0">
                <a:latin typeface="Courier New"/>
                <a:cs typeface="Courier New"/>
              </a:rPr>
              <a:t>/compiler/tf2tensorrt/utils/py_utils.cc:38] TF-TRT Warning: Could not find </a:t>
            </a:r>
            <a:r>
              <a:rPr lang="en-US" sz="1400" dirty="0" err="1">
                <a:latin typeface="Courier New"/>
                <a:cs typeface="Courier New"/>
              </a:rPr>
              <a:t>TensorRT</a:t>
            </a:r>
            <a:endParaRPr lang="en-US" sz="1400" dirty="0">
              <a:latin typeface="Courier New"/>
              <a:cs typeface="Courier New"/>
            </a:endParaRPr>
          </a:p>
          <a:p>
            <a:pPr marL="0" indent="0">
              <a:spcBef>
                <a:spcPts val="0"/>
              </a:spcBef>
              <a:spcAft>
                <a:spcPts val="0"/>
              </a:spcAft>
              <a:buNone/>
            </a:pPr>
            <a:r>
              <a:rPr lang="en-US" sz="1400" dirty="0">
                <a:latin typeface="Courier New"/>
                <a:cs typeface="Courier New"/>
              </a:rPr>
              <a:t>2023-05-12 15:49:52.152843: W </a:t>
            </a:r>
            <a:r>
              <a:rPr lang="en-US" sz="1400" dirty="0" err="1">
                <a:latin typeface="Courier New"/>
                <a:cs typeface="Courier New"/>
              </a:rPr>
              <a:t>tensorflow</a:t>
            </a:r>
            <a:r>
              <a:rPr lang="en-US" sz="1400" dirty="0">
                <a:latin typeface="Courier New"/>
                <a:cs typeface="Courier New"/>
              </a:rPr>
              <a:t>/core/</a:t>
            </a:r>
            <a:r>
              <a:rPr lang="en-US" sz="1400" dirty="0" err="1">
                <a:latin typeface="Courier New"/>
                <a:cs typeface="Courier New"/>
              </a:rPr>
              <a:t>common_runtime</a:t>
            </a:r>
            <a:r>
              <a:rPr lang="en-US" sz="1400" dirty="0">
                <a:latin typeface="Courier New"/>
                <a:cs typeface="Courier New"/>
              </a:rPr>
              <a:t>/</a:t>
            </a:r>
            <a:r>
              <a:rPr lang="en-US" sz="1400" dirty="0" err="1">
                <a:latin typeface="Courier New"/>
                <a:cs typeface="Courier New"/>
              </a:rPr>
              <a:t>gpu</a:t>
            </a:r>
            <a:r>
              <a:rPr lang="en-US" sz="1400" dirty="0">
                <a:latin typeface="Courier New"/>
                <a:cs typeface="Courier New"/>
              </a:rPr>
              <a:t>/gpu_device.cc:1956] Cannot </a:t>
            </a:r>
            <a:r>
              <a:rPr lang="en-US" sz="1400" dirty="0" err="1">
                <a:latin typeface="Courier New"/>
                <a:cs typeface="Courier New"/>
              </a:rPr>
              <a:t>dlopen</a:t>
            </a:r>
            <a:r>
              <a:rPr lang="en-US" sz="1400" dirty="0">
                <a:latin typeface="Courier New"/>
                <a:cs typeface="Courier New"/>
              </a:rPr>
              <a:t> some GPU libraries. Please make sure the missing libraries mentioned above are installed properly if you would like to use GPU. Follow the guide at https://www.tensorflow.org/install/gpu for how to download and setup the required libraries for your platform.</a:t>
            </a:r>
          </a:p>
          <a:p>
            <a:pPr marL="0" indent="0">
              <a:spcBef>
                <a:spcPts val="0"/>
              </a:spcBef>
              <a:spcAft>
                <a:spcPts val="0"/>
              </a:spcAft>
              <a:buNone/>
            </a:pPr>
            <a:r>
              <a:rPr lang="en-US" sz="1400" dirty="0">
                <a:latin typeface="Courier New"/>
                <a:cs typeface="Courier New"/>
              </a:rPr>
              <a:t>Skipping registering GPU devices...</a:t>
            </a:r>
          </a:p>
          <a:p>
            <a:pPr marL="0" indent="0">
              <a:spcBef>
                <a:spcPts val="0"/>
              </a:spcBef>
              <a:spcAft>
                <a:spcPts val="0"/>
              </a:spcAft>
              <a:buNone/>
            </a:pPr>
            <a:r>
              <a:rPr lang="en-US" sz="1400" dirty="0">
                <a:latin typeface="Courier New"/>
                <a:cs typeface="Courier New"/>
              </a:rPr>
              <a:t>[]</a:t>
            </a:r>
            <a:endParaRPr lang="en-US" sz="1600" dirty="0">
              <a:latin typeface="Courier New"/>
              <a:cs typeface="Courier New"/>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30</a:t>
            </a:fld>
            <a:endParaRPr lang="nl-NL"/>
          </a:p>
        </p:txBody>
      </p:sp>
    </p:spTree>
    <p:extLst>
      <p:ext uri="{BB962C8B-B14F-4D97-AF65-F5344CB8AC3E}">
        <p14:creationId xmlns:p14="http://schemas.microsoft.com/office/powerpoint/2010/main" val="145174735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Tensorflow in a virtual environment </a:t>
            </a:r>
            <a:r>
              <a:rPr lang="nl-NL" dirty="0" err="1"/>
              <a:t>with</a:t>
            </a:r>
            <a:r>
              <a:rPr lang="nl-NL" dirty="0"/>
              <a:t> pip: </a:t>
            </a:r>
            <a:r>
              <a:rPr lang="nl-NL" dirty="0" err="1"/>
              <a:t>the</a:t>
            </a:r>
            <a:r>
              <a:rPr lang="nl-NL" dirty="0"/>
              <a:t> </a:t>
            </a:r>
            <a:r>
              <a:rPr lang="nl-NL" dirty="0" err="1"/>
              <a:t>old</a:t>
            </a:r>
            <a:r>
              <a:rPr lang="nl-NL" dirty="0"/>
              <a:t> </a:t>
            </a:r>
            <a:r>
              <a:rPr lang="nl-NL" dirty="0" err="1"/>
              <a:t>days</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en-US" sz="1400" dirty="0">
                <a:latin typeface="Courier New"/>
                <a:cs typeface="Courier New"/>
              </a:rPr>
              <a:t>$ python3 -c "import </a:t>
            </a:r>
            <a:r>
              <a:rPr lang="en-US" sz="1400" dirty="0" err="1">
                <a:latin typeface="Courier New"/>
                <a:cs typeface="Courier New"/>
              </a:rPr>
              <a:t>tensorflow</a:t>
            </a:r>
            <a:r>
              <a:rPr lang="en-US" sz="1400" dirty="0">
                <a:latin typeface="Courier New"/>
                <a:cs typeface="Courier New"/>
              </a:rPr>
              <a:t> as </a:t>
            </a:r>
            <a:r>
              <a:rPr lang="en-US" sz="1400" dirty="0" err="1">
                <a:latin typeface="Courier New"/>
                <a:cs typeface="Courier New"/>
              </a:rPr>
              <a:t>tf</a:t>
            </a:r>
            <a:r>
              <a:rPr lang="en-US" sz="1400" dirty="0">
                <a:latin typeface="Courier New"/>
                <a:cs typeface="Courier New"/>
              </a:rPr>
              <a:t>; print(</a:t>
            </a:r>
            <a:r>
              <a:rPr lang="en-US" sz="1400" dirty="0" err="1">
                <a:latin typeface="Courier New"/>
                <a:cs typeface="Courier New"/>
              </a:rPr>
              <a:t>tf.config.list_physical_devices</a:t>
            </a:r>
            <a:r>
              <a:rPr lang="en-US" sz="1400" dirty="0">
                <a:latin typeface="Courier New"/>
                <a:cs typeface="Courier New"/>
              </a:rPr>
              <a:t>('GPU'))"</a:t>
            </a:r>
          </a:p>
          <a:p>
            <a:pPr marL="0" indent="0">
              <a:spcBef>
                <a:spcPts val="0"/>
              </a:spcBef>
              <a:spcAft>
                <a:spcPts val="0"/>
              </a:spcAft>
              <a:buNone/>
            </a:pPr>
            <a:r>
              <a:rPr lang="en-US" sz="1400" dirty="0">
                <a:latin typeface="Courier New"/>
                <a:cs typeface="Courier New"/>
              </a:rPr>
              <a:t>2023-05-12 15:49:48.222125: I </a:t>
            </a:r>
            <a:r>
              <a:rPr lang="en-US" sz="1400" dirty="0" err="1">
                <a:latin typeface="Courier New"/>
                <a:cs typeface="Courier New"/>
              </a:rPr>
              <a:t>tensorflow</a:t>
            </a:r>
            <a:r>
              <a:rPr lang="en-US" sz="1400" dirty="0">
                <a:latin typeface="Courier New"/>
                <a:cs typeface="Courier New"/>
              </a:rPr>
              <a:t>/</a:t>
            </a:r>
            <a:r>
              <a:rPr lang="en-US" sz="1400" dirty="0" err="1">
                <a:latin typeface="Courier New"/>
                <a:cs typeface="Courier New"/>
              </a:rPr>
              <a:t>tsl</a:t>
            </a:r>
            <a:r>
              <a:rPr lang="en-US" sz="1400" dirty="0">
                <a:latin typeface="Courier New"/>
                <a:cs typeface="Courier New"/>
              </a:rPr>
              <a:t>/</a:t>
            </a:r>
            <a:r>
              <a:rPr lang="en-US" sz="1400" dirty="0" err="1">
                <a:latin typeface="Courier New"/>
                <a:cs typeface="Courier New"/>
              </a:rPr>
              <a:t>cuda</a:t>
            </a:r>
            <a:r>
              <a:rPr lang="en-US" sz="1400" dirty="0">
                <a:latin typeface="Courier New"/>
                <a:cs typeface="Courier New"/>
              </a:rPr>
              <a:t>/cudart_stub.cc:28] </a:t>
            </a:r>
            <a:r>
              <a:rPr lang="en-US" sz="1400" b="1" dirty="0">
                <a:latin typeface="Courier New"/>
                <a:cs typeface="Courier New"/>
              </a:rPr>
              <a:t>Could not find </a:t>
            </a:r>
            <a:r>
              <a:rPr lang="en-US" sz="1400" b="1" dirty="0" err="1">
                <a:latin typeface="Courier New"/>
                <a:cs typeface="Courier New"/>
              </a:rPr>
              <a:t>cuda</a:t>
            </a:r>
            <a:r>
              <a:rPr lang="en-US" sz="1400" b="1" dirty="0">
                <a:latin typeface="Courier New"/>
                <a:cs typeface="Courier New"/>
              </a:rPr>
              <a:t> drivers on your machine, GPU will not be used</a:t>
            </a:r>
            <a:r>
              <a:rPr lang="en-US" sz="1400" dirty="0">
                <a:latin typeface="Courier New"/>
                <a:cs typeface="Courier New"/>
              </a:rPr>
              <a:t>.</a:t>
            </a:r>
          </a:p>
          <a:p>
            <a:pPr marL="0" indent="0">
              <a:spcBef>
                <a:spcPts val="0"/>
              </a:spcBef>
              <a:spcAft>
                <a:spcPts val="0"/>
              </a:spcAft>
              <a:buNone/>
            </a:pPr>
            <a:r>
              <a:rPr lang="en-US" sz="1400" dirty="0">
                <a:latin typeface="Courier New"/>
                <a:cs typeface="Courier New"/>
              </a:rPr>
              <a:t>…</a:t>
            </a:r>
          </a:p>
          <a:p>
            <a:pPr marL="0" indent="0">
              <a:spcBef>
                <a:spcPts val="0"/>
              </a:spcBef>
              <a:spcAft>
                <a:spcPts val="0"/>
              </a:spcAft>
              <a:buNone/>
            </a:pPr>
            <a:r>
              <a:rPr lang="en-US" sz="1400" dirty="0">
                <a:latin typeface="Courier New"/>
                <a:cs typeface="Courier New"/>
              </a:rPr>
              <a:t>2023-05-12 15:49:52.152843: W </a:t>
            </a:r>
            <a:r>
              <a:rPr lang="en-US" sz="1400" dirty="0" err="1">
                <a:latin typeface="Courier New"/>
                <a:cs typeface="Courier New"/>
              </a:rPr>
              <a:t>tensorflow</a:t>
            </a:r>
            <a:r>
              <a:rPr lang="en-US" sz="1400" dirty="0">
                <a:latin typeface="Courier New"/>
                <a:cs typeface="Courier New"/>
              </a:rPr>
              <a:t>/core/</a:t>
            </a:r>
            <a:r>
              <a:rPr lang="en-US" sz="1400" dirty="0" err="1">
                <a:latin typeface="Courier New"/>
                <a:cs typeface="Courier New"/>
              </a:rPr>
              <a:t>common_runtime</a:t>
            </a:r>
            <a:r>
              <a:rPr lang="en-US" sz="1400" dirty="0">
                <a:latin typeface="Courier New"/>
                <a:cs typeface="Courier New"/>
              </a:rPr>
              <a:t>/</a:t>
            </a:r>
            <a:r>
              <a:rPr lang="en-US" sz="1400" dirty="0" err="1">
                <a:latin typeface="Courier New"/>
                <a:cs typeface="Courier New"/>
              </a:rPr>
              <a:t>gpu</a:t>
            </a:r>
            <a:r>
              <a:rPr lang="en-US" sz="1400" dirty="0">
                <a:latin typeface="Courier New"/>
                <a:cs typeface="Courier New"/>
              </a:rPr>
              <a:t>/gpu_device.cc:1956] </a:t>
            </a:r>
            <a:r>
              <a:rPr lang="en-US" sz="1400" b="1" dirty="0">
                <a:latin typeface="Courier New"/>
                <a:cs typeface="Courier New"/>
              </a:rPr>
              <a:t>Cannot </a:t>
            </a:r>
            <a:r>
              <a:rPr lang="en-US" sz="1400" b="1" dirty="0" err="1">
                <a:latin typeface="Courier New"/>
                <a:cs typeface="Courier New"/>
              </a:rPr>
              <a:t>dlopen</a:t>
            </a:r>
            <a:r>
              <a:rPr lang="en-US" sz="1400" b="1" dirty="0">
                <a:latin typeface="Courier New"/>
                <a:cs typeface="Courier New"/>
              </a:rPr>
              <a:t> some GPU libraries. </a:t>
            </a:r>
            <a:r>
              <a:rPr lang="en-US" sz="1400" dirty="0">
                <a:latin typeface="Courier New"/>
                <a:cs typeface="Courier New"/>
              </a:rPr>
              <a:t>Please make sure the missing libraries mentioned above are installed properly if you would like to use GPU. Follow the guide at https://www.tensorflow.org/install/gpu for how to download and setup the required libraries for your platform.</a:t>
            </a:r>
          </a:p>
          <a:p>
            <a:pPr marL="0" indent="0">
              <a:spcBef>
                <a:spcPts val="0"/>
              </a:spcBef>
              <a:spcAft>
                <a:spcPts val="0"/>
              </a:spcAft>
              <a:buNone/>
            </a:pPr>
            <a:r>
              <a:rPr lang="en-US" sz="1400" dirty="0">
                <a:latin typeface="Courier New"/>
                <a:cs typeface="Courier New"/>
              </a:rPr>
              <a:t>Skipping registering GPU devices...</a:t>
            </a:r>
          </a:p>
          <a:p>
            <a:pPr marL="0" indent="0">
              <a:spcBef>
                <a:spcPts val="0"/>
              </a:spcBef>
              <a:spcAft>
                <a:spcPts val="0"/>
              </a:spcAft>
              <a:buNone/>
            </a:pPr>
            <a:r>
              <a:rPr lang="en-US" sz="1400" dirty="0">
                <a:latin typeface="Courier New"/>
                <a:cs typeface="Courier New"/>
              </a:rPr>
              <a:t>[]</a:t>
            </a:r>
          </a:p>
          <a:p>
            <a:pPr marL="0" indent="0">
              <a:spcBef>
                <a:spcPts val="0"/>
              </a:spcBef>
              <a:spcAft>
                <a:spcPts val="0"/>
              </a:spcAft>
              <a:buNone/>
            </a:pPr>
            <a:endParaRPr lang="en-US" sz="1600"/>
          </a:p>
          <a:p>
            <a:pPr marL="0" indent="0">
              <a:spcBef>
                <a:spcPts val="0"/>
              </a:spcBef>
              <a:spcAft>
                <a:spcPts val="0"/>
              </a:spcAft>
              <a:buNone/>
            </a:pPr>
            <a:r>
              <a:rPr lang="en-US" sz="1800" dirty="0"/>
              <a:t>This TensorFlow installation is not using the GPUs! You wouldn’t believe how many users don’t read these warnings. They allocate (very) expensive GPUs, and then don’t use them… Please make us happy, don’t do this! </a:t>
            </a:r>
            <a:endParaRPr lang="en-US" sz="1800" dirty="0">
              <a:ea typeface="Calibri"/>
              <a:cs typeface="Calibri"/>
              <a:sym typeface="Wingdings" panose="05000000000000000000" pitchFamily="2" charset="2"/>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Tree>
    <p:extLst>
      <p:ext uri="{BB962C8B-B14F-4D97-AF65-F5344CB8AC3E}">
        <p14:creationId xmlns:p14="http://schemas.microsoft.com/office/powerpoint/2010/main" val="233678706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Tensorflow in a virtual environment </a:t>
            </a:r>
            <a:r>
              <a:rPr lang="nl-NL" dirty="0" err="1"/>
              <a:t>with</a:t>
            </a:r>
            <a:r>
              <a:rPr lang="nl-NL" dirty="0"/>
              <a:t> pip: present </a:t>
            </a:r>
            <a:r>
              <a:rPr lang="nl-NL" dirty="0" err="1"/>
              <a:t>day</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 python3 -m pip install </a:t>
            </a:r>
            <a:r>
              <a:rPr lang="en-US" sz="1400" dirty="0" err="1">
                <a:latin typeface="Courier New" panose="02070309020205020404" pitchFamily="49" charset="0"/>
                <a:cs typeface="Courier New" panose="02070309020205020404" pitchFamily="49" charset="0"/>
              </a:rPr>
              <a:t>tensorflow</a:t>
            </a:r>
            <a:r>
              <a:rPr lang="en-US" sz="1400" dirty="0">
                <a:latin typeface="Courier New" panose="02070309020205020404" pitchFamily="49" charset="0"/>
                <a:cs typeface="Courier New" panose="02070309020205020404" pitchFamily="49" charset="0"/>
              </a:rPr>
              <a:t>[and-</a:t>
            </a:r>
            <a:r>
              <a:rPr lang="en-US" sz="1400" dirty="0" err="1">
                <a:latin typeface="Courier New" panose="02070309020205020404" pitchFamily="49" charset="0"/>
                <a:cs typeface="Courier New" panose="02070309020205020404" pitchFamily="49" charset="0"/>
              </a:rPr>
              <a:t>cuda</a:t>
            </a:r>
            <a:r>
              <a:rPr lang="en-US" sz="14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 python3 -c "import </a:t>
            </a:r>
            <a:r>
              <a:rPr lang="en-US" sz="1400" dirty="0" err="1">
                <a:latin typeface="Courier New" panose="02070309020205020404" pitchFamily="49" charset="0"/>
                <a:cs typeface="Courier New" panose="02070309020205020404" pitchFamily="49" charset="0"/>
              </a:rPr>
              <a:t>tensorflow</a:t>
            </a:r>
            <a:r>
              <a:rPr lang="en-US" sz="1400" dirty="0">
                <a:latin typeface="Courier New" panose="02070309020205020404" pitchFamily="49" charset="0"/>
                <a:cs typeface="Courier New" panose="02070309020205020404" pitchFamily="49" charset="0"/>
              </a:rPr>
              <a:t> as </a:t>
            </a:r>
            <a:r>
              <a:rPr lang="en-US" sz="1400" dirty="0" err="1">
                <a:latin typeface="Courier New" panose="02070309020205020404" pitchFamily="49" charset="0"/>
                <a:cs typeface="Courier New" panose="02070309020205020404" pitchFamily="49" charset="0"/>
              </a:rPr>
              <a:t>tf</a:t>
            </a:r>
            <a:r>
              <a:rPr lang="en-US" sz="1400" dirty="0">
                <a:latin typeface="Courier New" panose="02070309020205020404" pitchFamily="49" charset="0"/>
                <a:cs typeface="Courier New" panose="02070309020205020404" pitchFamily="49" charset="0"/>
              </a:rPr>
              <a:t>; print(</a:t>
            </a:r>
            <a:r>
              <a:rPr lang="en-US" sz="1400" dirty="0" err="1">
                <a:latin typeface="Courier New" panose="02070309020205020404" pitchFamily="49" charset="0"/>
                <a:cs typeface="Courier New" panose="02070309020205020404" pitchFamily="49" charset="0"/>
              </a:rPr>
              <a:t>tf.config.list_physical_devices</a:t>
            </a:r>
            <a:r>
              <a:rPr lang="en-US" sz="1400" dirty="0">
                <a:latin typeface="Courier New" panose="02070309020205020404" pitchFamily="49" charset="0"/>
                <a:cs typeface="Courier New" panose="02070309020205020404" pitchFamily="49" charset="0"/>
              </a:rPr>
              <a:t>('GPU'))"</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PhysicalDevice</a:t>
            </a:r>
            <a:r>
              <a:rPr lang="en-US" sz="1400" dirty="0">
                <a:latin typeface="Courier New" panose="02070309020205020404" pitchFamily="49" charset="0"/>
                <a:cs typeface="Courier New" panose="02070309020205020404" pitchFamily="49" charset="0"/>
              </a:rPr>
              <a:t>(name='/physical_device:GPU:0', </a:t>
            </a:r>
            <a:r>
              <a:rPr lang="en-US" sz="1400" dirty="0" err="1">
                <a:latin typeface="Courier New" panose="02070309020205020404" pitchFamily="49" charset="0"/>
                <a:cs typeface="Courier New" panose="02070309020205020404" pitchFamily="49" charset="0"/>
              </a:rPr>
              <a:t>device_type</a:t>
            </a:r>
            <a:r>
              <a:rPr lang="en-US" sz="1400" dirty="0">
                <a:latin typeface="Courier New" panose="02070309020205020404" pitchFamily="49" charset="0"/>
                <a:cs typeface="Courier New" panose="02070309020205020404" pitchFamily="49" charset="0"/>
              </a:rPr>
              <a:t>='GPU')]</a:t>
            </a:r>
          </a:p>
          <a:p>
            <a:pPr marL="0" indent="0">
              <a:spcBef>
                <a:spcPts val="0"/>
              </a:spcBef>
              <a:spcAft>
                <a:spcPts val="0"/>
              </a:spcAft>
              <a:buNone/>
            </a:pPr>
            <a:endParaRPr lang="en-US" sz="1600" dirty="0"/>
          </a:p>
          <a:p>
            <a:pPr marL="0" indent="0">
              <a:spcBef>
                <a:spcPts val="0"/>
              </a:spcBef>
              <a:spcAft>
                <a:spcPts val="0"/>
              </a:spcAft>
              <a:buNone/>
            </a:pPr>
            <a:r>
              <a:rPr lang="en-US" sz="1800" dirty="0" err="1"/>
              <a:t>Yeey</a:t>
            </a:r>
            <a:r>
              <a:rPr lang="en-US" sz="1800" dirty="0"/>
              <a:t>, this ‘just works’ now!</a:t>
            </a:r>
          </a:p>
          <a:p>
            <a:pPr marL="0" indent="0">
              <a:spcBef>
                <a:spcPts val="0"/>
              </a:spcBef>
              <a:spcAft>
                <a:spcPts val="0"/>
              </a:spcAft>
              <a:buNone/>
            </a:pPr>
            <a:endParaRPr lang="en-US" sz="1800" dirty="0"/>
          </a:p>
          <a:p>
            <a:pPr marL="0" indent="0">
              <a:spcBef>
                <a:spcPts val="0"/>
              </a:spcBef>
              <a:spcAft>
                <a:spcPts val="0"/>
              </a:spcAft>
              <a:buNone/>
            </a:pPr>
            <a:r>
              <a:rPr lang="en-US" sz="1800" dirty="0"/>
              <a:t>Why?</a:t>
            </a:r>
          </a:p>
          <a:p>
            <a:pPr>
              <a:spcBef>
                <a:spcPts val="0"/>
              </a:spcBef>
              <a:spcAft>
                <a:spcPts val="0"/>
              </a:spcAft>
              <a:buFont typeface="Arial" panose="020B0604020202020204" pitchFamily="34" charset="0"/>
              <a:buChar char="•"/>
            </a:pPr>
            <a:r>
              <a:rPr lang="en-US" sz="1800" dirty="0"/>
              <a:t>Again: because pip can now be used to install CUDA as well (previously, you’d have to load it from the system – and if you didn’t, you would have no GPU support)</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Tree>
    <p:extLst>
      <p:ext uri="{BB962C8B-B14F-4D97-AF65-F5344CB8AC3E}">
        <p14:creationId xmlns:p14="http://schemas.microsoft.com/office/powerpoint/2010/main" val="44038680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8AB9-4D88-89D6-372E-4D25D9A20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EA326-799C-548E-1782-AE9686D146F2}"/>
              </a:ext>
            </a:extLst>
          </p:cNvPr>
          <p:cNvSpPr>
            <a:spLocks noGrp="1"/>
          </p:cNvSpPr>
          <p:nvPr>
            <p:ph type="title"/>
          </p:nvPr>
        </p:nvSpPr>
        <p:spPr/>
        <p:txBody>
          <a:bodyPr/>
          <a:lstStyle/>
          <a:p>
            <a:r>
              <a:rPr lang="nl-NL" dirty="0"/>
              <a:t>Tensorflow in a virtual environment </a:t>
            </a:r>
            <a:r>
              <a:rPr lang="nl-NL" dirty="0" err="1"/>
              <a:t>with</a:t>
            </a:r>
            <a:r>
              <a:rPr lang="nl-NL" dirty="0"/>
              <a:t> pip: present </a:t>
            </a:r>
            <a:r>
              <a:rPr lang="nl-NL" dirty="0" err="1"/>
              <a:t>day</a:t>
            </a:r>
            <a:endParaRPr lang="nl-NL" dirty="0"/>
          </a:p>
        </p:txBody>
      </p:sp>
      <p:sp>
        <p:nvSpPr>
          <p:cNvPr id="3" name="Vertical Text Placeholder 2">
            <a:extLst>
              <a:ext uri="{FF2B5EF4-FFF2-40B4-BE49-F238E27FC236}">
                <a16:creationId xmlns:a16="http://schemas.microsoft.com/office/drawing/2014/main" id="{97328902-2793-C7AE-6975-77133E9BE389}"/>
              </a:ext>
            </a:extLst>
          </p:cNvPr>
          <p:cNvSpPr>
            <a:spLocks noGrp="1"/>
          </p:cNvSpPr>
          <p:nvPr>
            <p:ph type="body" orient="vert" idx="1"/>
          </p:nvPr>
        </p:nvSpPr>
        <p:spPr>
          <a:xfrm>
            <a:off x="516362" y="1145098"/>
            <a:ext cx="9882007" cy="4456846"/>
          </a:xfrm>
        </p:spPr>
        <p:txBody>
          <a:bodyPr/>
          <a:lstStyle/>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 python3 -m pip install </a:t>
            </a:r>
            <a:r>
              <a:rPr lang="en-US" sz="1400" dirty="0" err="1">
                <a:latin typeface="Courier New" panose="02070309020205020404" pitchFamily="49" charset="0"/>
                <a:cs typeface="Courier New" panose="02070309020205020404" pitchFamily="49" charset="0"/>
              </a:rPr>
              <a:t>tensorflow</a:t>
            </a:r>
            <a:r>
              <a:rPr lang="en-US" sz="1400" dirty="0">
                <a:latin typeface="Courier New" panose="02070309020205020404" pitchFamily="49" charset="0"/>
                <a:cs typeface="Courier New" panose="02070309020205020404" pitchFamily="49" charset="0"/>
              </a:rPr>
              <a:t>[and-</a:t>
            </a:r>
            <a:r>
              <a:rPr lang="en-US" sz="1400" dirty="0" err="1">
                <a:latin typeface="Courier New" panose="02070309020205020404" pitchFamily="49" charset="0"/>
                <a:cs typeface="Courier New" panose="02070309020205020404" pitchFamily="49" charset="0"/>
              </a:rPr>
              <a:t>cuda</a:t>
            </a:r>
            <a:r>
              <a:rPr lang="en-US" sz="14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 python3 -c "import </a:t>
            </a:r>
            <a:r>
              <a:rPr lang="en-US" sz="1400" dirty="0" err="1">
                <a:latin typeface="Courier New" panose="02070309020205020404" pitchFamily="49" charset="0"/>
                <a:cs typeface="Courier New" panose="02070309020205020404" pitchFamily="49" charset="0"/>
              </a:rPr>
              <a:t>tensorflow</a:t>
            </a:r>
            <a:r>
              <a:rPr lang="en-US" sz="1400" dirty="0">
                <a:latin typeface="Courier New" panose="02070309020205020404" pitchFamily="49" charset="0"/>
                <a:cs typeface="Courier New" panose="02070309020205020404" pitchFamily="49" charset="0"/>
              </a:rPr>
              <a:t> as </a:t>
            </a:r>
            <a:r>
              <a:rPr lang="en-US" sz="1400" dirty="0" err="1">
                <a:latin typeface="Courier New" panose="02070309020205020404" pitchFamily="49" charset="0"/>
                <a:cs typeface="Courier New" panose="02070309020205020404" pitchFamily="49" charset="0"/>
              </a:rPr>
              <a:t>tf</a:t>
            </a:r>
            <a:r>
              <a:rPr lang="en-US" sz="1400" dirty="0">
                <a:latin typeface="Courier New" panose="02070309020205020404" pitchFamily="49" charset="0"/>
                <a:cs typeface="Courier New" panose="02070309020205020404" pitchFamily="49" charset="0"/>
              </a:rPr>
              <a:t>; print(</a:t>
            </a:r>
            <a:r>
              <a:rPr lang="en-US" sz="1400" dirty="0" err="1">
                <a:latin typeface="Courier New" panose="02070309020205020404" pitchFamily="49" charset="0"/>
                <a:cs typeface="Courier New" panose="02070309020205020404" pitchFamily="49" charset="0"/>
              </a:rPr>
              <a:t>tf.config.list_physical_devices</a:t>
            </a:r>
            <a:r>
              <a:rPr lang="en-US" sz="1400" dirty="0">
                <a:latin typeface="Courier New" panose="02070309020205020404" pitchFamily="49" charset="0"/>
                <a:cs typeface="Courier New" panose="02070309020205020404" pitchFamily="49" charset="0"/>
              </a:rPr>
              <a:t>('GPU'))"</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2023-05-12 15:49:48.222644: I </a:t>
            </a:r>
            <a:r>
              <a:rPr lang="en-US" sz="1400" dirty="0" err="1">
                <a:latin typeface="Courier New" panose="02070309020205020404" pitchFamily="49" charset="0"/>
                <a:cs typeface="Courier New" panose="02070309020205020404" pitchFamily="49" charset="0"/>
              </a:rPr>
              <a:t>tensorflow</a:t>
            </a:r>
            <a:r>
              <a:rPr lang="en-US" sz="1400" dirty="0">
                <a:latin typeface="Courier New" panose="02070309020205020404" pitchFamily="49" charset="0"/>
                <a:cs typeface="Courier New" panose="02070309020205020404" pitchFamily="49" charset="0"/>
              </a:rPr>
              <a:t>/core/platform/cpu_feature_guard.cc:182] </a:t>
            </a:r>
            <a:r>
              <a:rPr lang="en-US" sz="1400" b="1" dirty="0">
                <a:latin typeface="Courier New" panose="02070309020205020404" pitchFamily="49" charset="0"/>
                <a:cs typeface="Courier New" panose="02070309020205020404" pitchFamily="49" charset="0"/>
              </a:rPr>
              <a:t>This TensorFlow binary is optimized to use available CPU instructions in performance-critical operations.</a:t>
            </a:r>
          </a:p>
          <a:p>
            <a:pPr marL="0" indent="0">
              <a:spcBef>
                <a:spcPts val="0"/>
              </a:spcBef>
              <a:spcAft>
                <a:spcPts val="0"/>
              </a:spcAft>
              <a:buNone/>
            </a:pPr>
            <a:r>
              <a:rPr lang="en-US" sz="1400" b="1" dirty="0">
                <a:latin typeface="Courier New" panose="02070309020205020404" pitchFamily="49" charset="0"/>
                <a:cs typeface="Courier New" panose="02070309020205020404" pitchFamily="49" charset="0"/>
              </a:rPr>
              <a:t>To enable the following instructions: AVX2 AVX512F FMA, in other operations, rebuild TensorFlow with the appropriate compiler flags.</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PhysicalDevice</a:t>
            </a:r>
            <a:r>
              <a:rPr lang="en-US" sz="1400" dirty="0">
                <a:latin typeface="Courier New" panose="02070309020205020404" pitchFamily="49" charset="0"/>
                <a:cs typeface="Courier New" panose="02070309020205020404" pitchFamily="49" charset="0"/>
              </a:rPr>
              <a:t>(name='/physical_device:GPU:0', </a:t>
            </a:r>
            <a:r>
              <a:rPr lang="en-US" sz="1400" dirty="0" err="1">
                <a:latin typeface="Courier New" panose="02070309020205020404" pitchFamily="49" charset="0"/>
                <a:cs typeface="Courier New" panose="02070309020205020404" pitchFamily="49" charset="0"/>
              </a:rPr>
              <a:t>device_type</a:t>
            </a:r>
            <a:r>
              <a:rPr lang="en-US" sz="1400" dirty="0">
                <a:latin typeface="Courier New" panose="02070309020205020404" pitchFamily="49" charset="0"/>
                <a:cs typeface="Courier New" panose="02070309020205020404" pitchFamily="49" charset="0"/>
              </a:rPr>
              <a:t>='GPU')]</a:t>
            </a:r>
          </a:p>
          <a:p>
            <a:pPr marL="0" indent="0">
              <a:spcBef>
                <a:spcPts val="0"/>
              </a:spcBef>
              <a:spcAft>
                <a:spcPts val="0"/>
              </a:spcAft>
              <a:buNone/>
            </a:pPr>
            <a:endParaRPr lang="en-US" sz="1600" dirty="0"/>
          </a:p>
          <a:p>
            <a:pPr marL="0" indent="0">
              <a:spcBef>
                <a:spcPts val="0"/>
              </a:spcBef>
              <a:spcAft>
                <a:spcPts val="0"/>
              </a:spcAft>
              <a:buNone/>
            </a:pPr>
            <a:r>
              <a:rPr lang="en-US" sz="1800" dirty="0"/>
              <a:t>But it’s not all sunshine and rainbows…</a:t>
            </a:r>
          </a:p>
          <a:p>
            <a:pPr>
              <a:spcBef>
                <a:spcPts val="0"/>
              </a:spcBef>
              <a:spcAft>
                <a:spcPts val="0"/>
              </a:spcAft>
              <a:buFont typeface="Arial" panose="020B0604020202020204" pitchFamily="34" charset="0"/>
              <a:buChar char="•"/>
            </a:pPr>
            <a:r>
              <a:rPr lang="en-US" sz="1800" dirty="0"/>
              <a:t>This TensorFlow itself is build without modern extensions to the X86_64 instruction set (AVX2, AVX512 and FMA). This problem is somewhat mitigated by the fact that for performance critical functions, TensorFlow uses low level CPU libraries that </a:t>
            </a:r>
            <a:r>
              <a:rPr lang="en-US" sz="1800" i="1" dirty="0"/>
              <a:t>are</a:t>
            </a:r>
            <a:r>
              <a:rPr lang="en-US" sz="1800" dirty="0"/>
              <a:t> optimized (we will get back to this later today). But, for the last 1% of performance on CPU, one would have to rebuild TensorFlow from sources </a:t>
            </a:r>
            <a:r>
              <a:rPr lang="en-US" sz="1800" i="1" dirty="0"/>
              <a:t>with</a:t>
            </a:r>
            <a:r>
              <a:rPr lang="en-US" sz="1800" dirty="0"/>
              <a:t> these instruction sets enabled </a:t>
            </a:r>
          </a:p>
          <a:p>
            <a:pPr marL="538163" lvl="1">
              <a:spcBef>
                <a:spcPts val="0"/>
              </a:spcBef>
              <a:spcAft>
                <a:spcPts val="0"/>
              </a:spcAft>
              <a:buFont typeface="Arial" panose="020B0604020202020204" pitchFamily="34" charset="0"/>
              <a:buChar char="•"/>
            </a:pPr>
            <a:r>
              <a:rPr lang="en-US" sz="1800" dirty="0"/>
              <a:t>We do this for our TensorFlow module!</a:t>
            </a:r>
          </a:p>
        </p:txBody>
      </p:sp>
      <p:sp>
        <p:nvSpPr>
          <p:cNvPr id="4" name="Text Placeholder 3">
            <a:extLst>
              <a:ext uri="{FF2B5EF4-FFF2-40B4-BE49-F238E27FC236}">
                <a16:creationId xmlns:a16="http://schemas.microsoft.com/office/drawing/2014/main" id="{8395B047-0554-4E71-89D8-B7AC336E45B1}"/>
              </a:ext>
            </a:extLst>
          </p:cNvPr>
          <p:cNvSpPr>
            <a:spLocks noGrp="1"/>
          </p:cNvSpPr>
          <p:nvPr>
            <p:ph type="body" sz="quarter" idx="65"/>
          </p:nvPr>
        </p:nvSpPr>
        <p:spPr/>
        <p:txBody>
          <a:bodyPr/>
          <a:lstStyle/>
          <a:p>
            <a:endParaRPr lang="nl-NL"/>
          </a:p>
        </p:txBody>
      </p:sp>
    </p:spTree>
    <p:extLst>
      <p:ext uri="{BB962C8B-B14F-4D97-AF65-F5344CB8AC3E}">
        <p14:creationId xmlns:p14="http://schemas.microsoft.com/office/powerpoint/2010/main" val="414778635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Tensorflow in a virtual environment with pip</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spcBef>
                <a:spcPts val="0"/>
              </a:spcBef>
              <a:spcAft>
                <a:spcPts val="0"/>
              </a:spcAft>
              <a:buNone/>
            </a:pPr>
            <a:r>
              <a:rPr lang="nl-NL" sz="1800" dirty="0" err="1">
                <a:latin typeface="+mj-lt"/>
                <a:cs typeface="Courier New"/>
              </a:rPr>
              <a:t>So</a:t>
            </a:r>
            <a:r>
              <a:rPr lang="nl-NL" sz="1800" dirty="0">
                <a:latin typeface="+mj-lt"/>
                <a:cs typeface="Courier New"/>
              </a:rPr>
              <a:t>, </a:t>
            </a:r>
            <a:r>
              <a:rPr lang="nl-NL" sz="1800" dirty="0" err="1">
                <a:latin typeface="+mj-lt"/>
                <a:cs typeface="Courier New"/>
              </a:rPr>
              <a:t>what</a:t>
            </a:r>
            <a:r>
              <a:rPr lang="nl-NL" sz="1800" dirty="0">
                <a:latin typeface="+mj-lt"/>
                <a:cs typeface="Courier New"/>
              </a:rPr>
              <a:t> </a:t>
            </a:r>
            <a:r>
              <a:rPr lang="nl-NL" sz="1800" dirty="0" err="1">
                <a:latin typeface="+mj-lt"/>
                <a:cs typeface="Courier New"/>
              </a:rPr>
              <a:t>if</a:t>
            </a:r>
            <a:r>
              <a:rPr lang="nl-NL" sz="1800" dirty="0">
                <a:latin typeface="+mj-lt"/>
                <a:cs typeface="Courier New"/>
              </a:rPr>
              <a:t> </a:t>
            </a:r>
            <a:r>
              <a:rPr lang="nl-NL" sz="1800" dirty="0" err="1">
                <a:latin typeface="+mj-lt"/>
                <a:cs typeface="Courier New"/>
              </a:rPr>
              <a:t>supply</a:t>
            </a:r>
            <a:r>
              <a:rPr lang="nl-NL" sz="1800" dirty="0">
                <a:latin typeface="+mj-lt"/>
                <a:cs typeface="Courier New"/>
              </a:rPr>
              <a:t> </a:t>
            </a:r>
            <a:r>
              <a:rPr lang="nl-NL" sz="1800" dirty="0" err="1">
                <a:latin typeface="+mj-lt"/>
                <a:cs typeface="Courier New"/>
              </a:rPr>
              <a:t>the</a:t>
            </a:r>
            <a:r>
              <a:rPr lang="nl-NL" sz="1800" dirty="0">
                <a:latin typeface="+mj-lt"/>
                <a:cs typeface="Courier New"/>
              </a:rPr>
              <a:t> </a:t>
            </a:r>
            <a:r>
              <a:rPr lang="nl-NL" sz="1800" dirty="0" err="1">
                <a:latin typeface="+mj-lt"/>
                <a:cs typeface="Courier New"/>
              </a:rPr>
              <a:t>necessary</a:t>
            </a:r>
            <a:r>
              <a:rPr lang="nl-NL" sz="1800" dirty="0">
                <a:latin typeface="+mj-lt"/>
                <a:cs typeface="Courier New"/>
              </a:rPr>
              <a:t> </a:t>
            </a:r>
            <a:r>
              <a:rPr lang="nl-NL" sz="1800" dirty="0" err="1">
                <a:latin typeface="+mj-lt"/>
                <a:cs typeface="Courier New"/>
              </a:rPr>
              <a:t>cuDNN</a:t>
            </a:r>
            <a:r>
              <a:rPr lang="nl-NL" sz="1800" dirty="0">
                <a:latin typeface="+mj-lt"/>
                <a:cs typeface="Courier New"/>
              </a:rPr>
              <a:t> (</a:t>
            </a:r>
            <a:r>
              <a:rPr lang="nl-NL" sz="1800" dirty="0" err="1">
                <a:latin typeface="+mj-lt"/>
                <a:cs typeface="Courier New"/>
              </a:rPr>
              <a:t>version</a:t>
            </a:r>
            <a:r>
              <a:rPr lang="nl-NL" sz="1800" dirty="0">
                <a:latin typeface="+mj-lt"/>
                <a:cs typeface="Courier New"/>
              </a:rPr>
              <a:t> 8.6) </a:t>
            </a:r>
            <a:r>
              <a:rPr lang="nl-NL" sz="1800" dirty="0" err="1">
                <a:latin typeface="+mj-lt"/>
                <a:cs typeface="Courier New"/>
              </a:rPr>
              <a:t>and</a:t>
            </a:r>
            <a:r>
              <a:rPr lang="nl-NL" sz="1800" dirty="0">
                <a:latin typeface="+mj-lt"/>
                <a:cs typeface="Courier New"/>
              </a:rPr>
              <a:t> CUDA (</a:t>
            </a:r>
            <a:r>
              <a:rPr lang="nl-NL" sz="1800" dirty="0" err="1">
                <a:latin typeface="+mj-lt"/>
                <a:cs typeface="Courier New"/>
              </a:rPr>
              <a:t>version</a:t>
            </a:r>
            <a:r>
              <a:rPr lang="nl-NL" sz="1800" dirty="0">
                <a:latin typeface="+mj-lt"/>
                <a:cs typeface="Courier New"/>
              </a:rPr>
              <a:t> 11.8) at </a:t>
            </a:r>
            <a:r>
              <a:rPr lang="nl-NL" sz="1800" dirty="0" err="1">
                <a:latin typeface="+mj-lt"/>
                <a:cs typeface="Courier New"/>
              </a:rPr>
              <a:t>runtime</a:t>
            </a:r>
            <a:r>
              <a:rPr lang="nl-NL" sz="1800" dirty="0">
                <a:latin typeface="+mj-lt"/>
                <a:cs typeface="Courier New"/>
              </a:rPr>
              <a:t>?</a:t>
            </a:r>
          </a:p>
          <a:p>
            <a:pPr marL="0" indent="0">
              <a:spcBef>
                <a:spcPts val="0"/>
              </a:spcBef>
              <a:spcAft>
                <a:spcPts val="0"/>
              </a:spcAft>
              <a:buNone/>
            </a:pPr>
            <a:endParaRPr lang="nl-NL" sz="1400">
              <a:latin typeface="+mj-lt"/>
              <a:cs typeface="Courier New" panose="02070309020205020404" pitchFamily="49" charset="0"/>
            </a:endParaRPr>
          </a:p>
          <a:p>
            <a:pPr marL="0" indent="0">
              <a:spcBef>
                <a:spcPts val="0"/>
              </a:spcBef>
              <a:spcAft>
                <a:spcPts val="0"/>
              </a:spcAft>
              <a:buNone/>
            </a:pPr>
            <a:r>
              <a:rPr lang="nl-NL" sz="1400">
                <a:latin typeface="Courier New"/>
                <a:cs typeface="Courier New"/>
              </a:rPr>
              <a:t>$ module load </a:t>
            </a:r>
            <a:r>
              <a:rPr lang="nl-NL" sz="1400">
                <a:latin typeface="Courier New"/>
                <a:ea typeface="+mn-lt"/>
                <a:cs typeface="+mn-lt"/>
              </a:rPr>
              <a:t>cuDNN/8.9.2.26-CUDA-12.1.1</a:t>
            </a:r>
          </a:p>
          <a:p>
            <a:pPr marL="0" indent="0">
              <a:spcBef>
                <a:spcPts val="0"/>
              </a:spcBef>
              <a:spcAft>
                <a:spcPts val="0"/>
              </a:spcAft>
              <a:buNone/>
            </a:pPr>
            <a:r>
              <a:rPr lang="en-US" sz="1400" dirty="0">
                <a:latin typeface="Courier New"/>
                <a:cs typeface="Courier New"/>
              </a:rPr>
              <a:t>$ python3 -c "import </a:t>
            </a:r>
            <a:r>
              <a:rPr lang="en-US" sz="1400" dirty="0" err="1">
                <a:latin typeface="Courier New"/>
                <a:cs typeface="Courier New"/>
              </a:rPr>
              <a:t>tensorflow</a:t>
            </a:r>
            <a:r>
              <a:rPr lang="en-US" sz="1400" dirty="0">
                <a:latin typeface="Courier New"/>
                <a:cs typeface="Courier New"/>
              </a:rPr>
              <a:t> as </a:t>
            </a:r>
            <a:r>
              <a:rPr lang="en-US" sz="1400" dirty="0" err="1">
                <a:latin typeface="Courier New"/>
                <a:cs typeface="Courier New"/>
              </a:rPr>
              <a:t>tf</a:t>
            </a:r>
            <a:r>
              <a:rPr lang="en-US" sz="1400" dirty="0">
                <a:latin typeface="Courier New"/>
                <a:cs typeface="Courier New"/>
              </a:rPr>
              <a:t>; </a:t>
            </a:r>
            <a:r>
              <a:rPr lang="en-US" sz="1400" b="1" dirty="0">
                <a:latin typeface="Courier New"/>
                <a:cs typeface="Courier New"/>
              </a:rPr>
              <a:t>print(</a:t>
            </a:r>
            <a:r>
              <a:rPr lang="en-US" sz="1400" b="1" dirty="0" err="1">
                <a:latin typeface="Courier New"/>
                <a:cs typeface="Courier New"/>
              </a:rPr>
              <a:t>tf.config.list_physical_devices</a:t>
            </a:r>
            <a:r>
              <a:rPr lang="en-US" sz="1400" b="1" dirty="0">
                <a:latin typeface="Courier New"/>
                <a:cs typeface="Courier New"/>
              </a:rPr>
              <a:t>('GPU’))</a:t>
            </a:r>
            <a:r>
              <a:rPr lang="en-US" sz="1400" dirty="0">
                <a:latin typeface="Courier New"/>
                <a:cs typeface="Courier New"/>
              </a:rPr>
              <a:t>”</a:t>
            </a:r>
          </a:p>
          <a:p>
            <a:pPr marL="0" indent="0">
              <a:spcBef>
                <a:spcPts val="0"/>
              </a:spcBef>
              <a:spcAft>
                <a:spcPts val="0"/>
              </a:spcAft>
              <a:buNone/>
            </a:pPr>
            <a:r>
              <a:rPr lang="en-US" sz="1400" dirty="0">
                <a:latin typeface="Courier New"/>
                <a:cs typeface="Courier New"/>
              </a:rPr>
              <a:t>2023-05-12 16:00:34.191403: I </a:t>
            </a:r>
            <a:r>
              <a:rPr lang="en-US" sz="1400" dirty="0" err="1">
                <a:latin typeface="Courier New"/>
                <a:cs typeface="Courier New"/>
              </a:rPr>
              <a:t>tensorflow</a:t>
            </a:r>
            <a:r>
              <a:rPr lang="en-US" sz="1400" dirty="0">
                <a:latin typeface="Courier New"/>
                <a:cs typeface="Courier New"/>
              </a:rPr>
              <a:t>/core/platform/cpu_feature_guard.cc:182] This TensorFlow binary is optimized to use available CPU instructions in performance-critical operations.</a:t>
            </a:r>
          </a:p>
          <a:p>
            <a:pPr marL="0" indent="0">
              <a:spcBef>
                <a:spcPts val="0"/>
              </a:spcBef>
              <a:spcAft>
                <a:spcPts val="0"/>
              </a:spcAft>
              <a:buNone/>
            </a:pPr>
            <a:r>
              <a:rPr lang="en-US" sz="1400" dirty="0">
                <a:latin typeface="Courier New"/>
                <a:cs typeface="Courier New"/>
              </a:rPr>
              <a:t>To enable the following instructions: AVX2 AVX512F FMA, in other operations, rebuild TensorFlow with the appropriate compiler flags.</a:t>
            </a:r>
          </a:p>
          <a:p>
            <a:pPr marL="0" indent="0">
              <a:spcBef>
                <a:spcPts val="0"/>
              </a:spcBef>
              <a:spcAft>
                <a:spcPts val="0"/>
              </a:spcAft>
              <a:buNone/>
            </a:pPr>
            <a:r>
              <a:rPr lang="en-US" sz="1400" dirty="0">
                <a:latin typeface="Courier New"/>
                <a:cs typeface="Courier New"/>
              </a:rPr>
              <a:t>2023-05-12 16:00:35.657146: W </a:t>
            </a:r>
            <a:r>
              <a:rPr lang="en-US" sz="1400" dirty="0" err="1">
                <a:latin typeface="Courier New"/>
                <a:cs typeface="Courier New"/>
              </a:rPr>
              <a:t>tensorflow</a:t>
            </a:r>
            <a:r>
              <a:rPr lang="en-US" sz="1400" dirty="0">
                <a:latin typeface="Courier New"/>
                <a:cs typeface="Courier New"/>
              </a:rPr>
              <a:t>/compiler/tf2tensorrt/utils/py_utils.cc:38] TF-TRT Warning: Could not find </a:t>
            </a:r>
            <a:r>
              <a:rPr lang="en-US" sz="1400" dirty="0" err="1">
                <a:latin typeface="Courier New"/>
                <a:cs typeface="Courier New"/>
              </a:rPr>
              <a:t>TensorRT</a:t>
            </a:r>
            <a:endParaRPr lang="en-US" sz="1400" dirty="0">
              <a:latin typeface="Courier New"/>
              <a:cs typeface="Courier New"/>
            </a:endParaRPr>
          </a:p>
          <a:p>
            <a:pPr marL="0" indent="0">
              <a:spcBef>
                <a:spcPts val="0"/>
              </a:spcBef>
              <a:spcAft>
                <a:spcPts val="0"/>
              </a:spcAft>
              <a:buNone/>
            </a:pPr>
            <a:r>
              <a:rPr lang="en-US" sz="1400" b="1" dirty="0">
                <a:latin typeface="Courier New"/>
                <a:cs typeface="Courier New"/>
              </a:rPr>
              <a:t>[</a:t>
            </a:r>
            <a:r>
              <a:rPr lang="en-US" sz="1400" b="1" dirty="0" err="1">
                <a:latin typeface="Courier New"/>
                <a:cs typeface="Courier New"/>
              </a:rPr>
              <a:t>PhysicalDevice</a:t>
            </a:r>
            <a:r>
              <a:rPr lang="en-US" sz="1400" b="1" dirty="0">
                <a:latin typeface="Courier New"/>
                <a:cs typeface="Courier New"/>
              </a:rPr>
              <a:t>(name='/physical_device:GPU:0', </a:t>
            </a:r>
            <a:r>
              <a:rPr lang="en-US" sz="1400" b="1" dirty="0" err="1">
                <a:latin typeface="Courier New"/>
                <a:cs typeface="Courier New"/>
              </a:rPr>
              <a:t>device_type</a:t>
            </a:r>
            <a:r>
              <a:rPr lang="en-US" sz="1400" b="1" dirty="0">
                <a:latin typeface="Courier New"/>
                <a:cs typeface="Courier New"/>
              </a:rPr>
              <a:t>='GPU')]</a:t>
            </a:r>
          </a:p>
          <a:p>
            <a:pPr marL="0" indent="0">
              <a:spcBef>
                <a:spcPts val="0"/>
              </a:spcBef>
              <a:spcAft>
                <a:spcPts val="0"/>
              </a:spcAft>
              <a:buNone/>
            </a:pPr>
            <a:endParaRPr lang="en-US" sz="1600"/>
          </a:p>
          <a:p>
            <a:pPr marL="0" indent="0">
              <a:spcBef>
                <a:spcPts val="0"/>
              </a:spcBef>
              <a:spcAft>
                <a:spcPts val="0"/>
              </a:spcAft>
              <a:buNone/>
            </a:pPr>
            <a:r>
              <a:rPr lang="en-US" sz="1800" dirty="0"/>
              <a:t>Yes, TensorFlow now sees the GPU in my node!</a:t>
            </a:r>
            <a:endParaRPr lang="en-US" sz="1800" dirty="0">
              <a:ea typeface="Calibri"/>
              <a:cs typeface="Calibri"/>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34</a:t>
            </a:fld>
            <a:endParaRPr lang="nl-NL"/>
          </a:p>
        </p:txBody>
      </p:sp>
    </p:spTree>
    <p:extLst>
      <p:ext uri="{BB962C8B-B14F-4D97-AF65-F5344CB8AC3E}">
        <p14:creationId xmlns:p14="http://schemas.microsoft.com/office/powerpoint/2010/main" val="116063747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So, what did we just do…?</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latin typeface="+mj-lt"/>
                <a:cs typeface="Courier New" panose="02070309020205020404" pitchFamily="49" charset="0"/>
              </a:rPr>
              <a:t>We </a:t>
            </a:r>
            <a:r>
              <a:rPr lang="nl-NL" dirty="0" err="1">
                <a:latin typeface="+mj-lt"/>
                <a:cs typeface="Courier New" panose="02070309020205020404" pitchFamily="49" charset="0"/>
              </a:rPr>
              <a:t>installed</a:t>
            </a:r>
            <a:r>
              <a:rPr lang="nl-NL" dirty="0">
                <a:latin typeface="+mj-lt"/>
                <a:cs typeface="Courier New" panose="02070309020205020404" pitchFamily="49" charset="0"/>
              </a:rPr>
              <a:t> </a:t>
            </a:r>
            <a:r>
              <a:rPr lang="nl-NL" dirty="0" err="1">
                <a:latin typeface="+mj-lt"/>
                <a:cs typeface="Courier New" panose="02070309020205020404" pitchFamily="49" charset="0"/>
              </a:rPr>
              <a:t>TensorFlow</a:t>
            </a:r>
            <a:r>
              <a:rPr lang="nl-NL" dirty="0">
                <a:latin typeface="+mj-lt"/>
                <a:cs typeface="Courier New" panose="02070309020205020404" pitchFamily="49" charset="0"/>
              </a:rPr>
              <a:t> </a:t>
            </a:r>
            <a:r>
              <a:rPr lang="nl-NL" dirty="0" err="1">
                <a:latin typeface="+mj-lt"/>
                <a:cs typeface="Courier New" panose="02070309020205020404" pitchFamily="49" charset="0"/>
              </a:rPr>
              <a:t>and</a:t>
            </a:r>
            <a:r>
              <a:rPr lang="nl-NL" dirty="0">
                <a:latin typeface="+mj-lt"/>
                <a:cs typeface="Courier New" panose="02070309020205020404" pitchFamily="49" charset="0"/>
              </a:rPr>
              <a:t> </a:t>
            </a:r>
            <a:r>
              <a:rPr lang="nl-NL" dirty="0" err="1">
                <a:latin typeface="+mj-lt"/>
                <a:cs typeface="Courier New" panose="02070309020205020404" pitchFamily="49" charset="0"/>
              </a:rPr>
              <a:t>PyTorch</a:t>
            </a:r>
            <a:r>
              <a:rPr lang="nl-NL" dirty="0">
                <a:latin typeface="+mj-lt"/>
                <a:cs typeface="Courier New" panose="02070309020205020404" pitchFamily="49" charset="0"/>
              </a:rPr>
              <a:t> </a:t>
            </a:r>
            <a:r>
              <a:rPr lang="nl-NL" dirty="0" err="1">
                <a:latin typeface="+mj-lt"/>
                <a:cs typeface="Courier New" panose="02070309020205020404" pitchFamily="49" charset="0"/>
              </a:rPr>
              <a:t>from</a:t>
            </a:r>
            <a:r>
              <a:rPr lang="nl-NL" dirty="0">
                <a:latin typeface="+mj-lt"/>
                <a:cs typeface="Courier New" panose="02070309020205020404" pitchFamily="49" charset="0"/>
              </a:rPr>
              <a:t> </a:t>
            </a:r>
            <a:r>
              <a:rPr lang="nl-NL" dirty="0" err="1">
                <a:latin typeface="+mj-lt"/>
                <a:cs typeface="Courier New" panose="02070309020205020404" pitchFamily="49" charset="0"/>
              </a:rPr>
              <a:t>their</a:t>
            </a:r>
            <a:r>
              <a:rPr lang="nl-NL" dirty="0">
                <a:latin typeface="+mj-lt"/>
                <a:cs typeface="Courier New" panose="02070309020205020404" pitchFamily="49" charset="0"/>
              </a:rPr>
              <a:t> </a:t>
            </a:r>
            <a:r>
              <a:rPr lang="nl-NL" dirty="0" err="1">
                <a:latin typeface="+mj-lt"/>
                <a:cs typeface="Courier New" panose="02070309020205020404" pitchFamily="49" charset="0"/>
              </a:rPr>
              <a:t>wheels</a:t>
            </a:r>
            <a:r>
              <a:rPr lang="nl-NL" dirty="0">
                <a:latin typeface="+mj-lt"/>
                <a:cs typeface="Courier New" panose="02070309020205020404" pitchFamily="49" charset="0"/>
              </a:rPr>
              <a:t>. </a:t>
            </a:r>
            <a:r>
              <a:rPr lang="nl-NL" dirty="0" err="1">
                <a:latin typeface="+mj-lt"/>
                <a:cs typeface="Courier New" panose="02070309020205020404" pitchFamily="49" charset="0"/>
              </a:rPr>
              <a:t>That</a:t>
            </a:r>
            <a:r>
              <a:rPr lang="nl-NL" dirty="0">
                <a:latin typeface="+mj-lt"/>
                <a:cs typeface="Courier New" panose="02070309020205020404" pitchFamily="49" charset="0"/>
              </a:rPr>
              <a:t> means we are </a:t>
            </a:r>
            <a:r>
              <a:rPr lang="nl-NL" dirty="0" err="1">
                <a:latin typeface="+mj-lt"/>
                <a:cs typeface="Courier New" panose="02070309020205020404" pitchFamily="49" charset="0"/>
              </a:rPr>
              <a:t>doing</a:t>
            </a:r>
            <a:r>
              <a:rPr lang="nl-NL" dirty="0">
                <a:latin typeface="+mj-lt"/>
                <a:cs typeface="Courier New" panose="02070309020205020404" pitchFamily="49" charset="0"/>
              </a:rPr>
              <a:t> a </a:t>
            </a:r>
            <a:r>
              <a:rPr lang="nl-NL" b="1" dirty="0" err="1">
                <a:latin typeface="+mj-lt"/>
                <a:cs typeface="Courier New" panose="02070309020205020404" pitchFamily="49" charset="0"/>
              </a:rPr>
              <a:t>binary</a:t>
            </a:r>
            <a:r>
              <a:rPr lang="nl-NL" dirty="0">
                <a:latin typeface="+mj-lt"/>
                <a:cs typeface="Courier New" panose="02070309020205020404" pitchFamily="49" charset="0"/>
              </a:rPr>
              <a:t> </a:t>
            </a:r>
            <a:r>
              <a:rPr lang="nl-NL" dirty="0" err="1">
                <a:latin typeface="+mj-lt"/>
                <a:cs typeface="Courier New" panose="02070309020205020404" pitchFamily="49" charset="0"/>
              </a:rPr>
              <a:t>installation</a:t>
            </a:r>
            <a:r>
              <a:rPr lang="nl-NL" dirty="0">
                <a:latin typeface="+mj-lt"/>
                <a:cs typeface="Courier New" panose="02070309020205020404" pitchFamily="49" charset="0"/>
              </a:rPr>
              <a:t>. </a:t>
            </a:r>
            <a:r>
              <a:rPr lang="nl-NL" dirty="0" err="1">
                <a:latin typeface="+mj-lt"/>
                <a:cs typeface="Courier New" panose="02070309020205020404" pitchFamily="49" charset="0"/>
              </a:rPr>
              <a:t>Essentially</a:t>
            </a:r>
            <a:r>
              <a:rPr lang="nl-NL" dirty="0">
                <a:latin typeface="+mj-lt"/>
                <a:cs typeface="Courier New" panose="02070309020205020404" pitchFamily="49" charset="0"/>
              </a:rPr>
              <a:t>, we are </a:t>
            </a:r>
            <a:r>
              <a:rPr lang="nl-NL" dirty="0" err="1">
                <a:latin typeface="+mj-lt"/>
                <a:cs typeface="Courier New" panose="02070309020205020404" pitchFamily="49" charset="0"/>
              </a:rPr>
              <a:t>just</a:t>
            </a:r>
            <a:r>
              <a:rPr lang="nl-NL" dirty="0">
                <a:latin typeface="+mj-lt"/>
                <a:cs typeface="Courier New" panose="02070309020205020404" pitchFamily="49" charset="0"/>
              </a:rPr>
              <a:t> </a:t>
            </a:r>
            <a:r>
              <a:rPr lang="nl-NL" dirty="0" err="1">
                <a:latin typeface="+mj-lt"/>
                <a:cs typeface="Courier New" panose="02070309020205020404" pitchFamily="49" charset="0"/>
              </a:rPr>
              <a:t>copying</a:t>
            </a:r>
            <a:r>
              <a:rPr lang="nl-NL" dirty="0">
                <a:latin typeface="+mj-lt"/>
                <a:cs typeface="Courier New" panose="02070309020205020404" pitchFamily="49" charset="0"/>
              </a:rPr>
              <a:t> </a:t>
            </a:r>
            <a:r>
              <a:rPr lang="nl-NL" i="1" dirty="0" err="1">
                <a:latin typeface="+mj-lt"/>
                <a:cs typeface="Courier New" panose="02070309020205020404" pitchFamily="49" charset="0"/>
              </a:rPr>
              <a:t>already</a:t>
            </a:r>
            <a:r>
              <a:rPr lang="nl-NL" i="1" dirty="0">
                <a:latin typeface="+mj-lt"/>
                <a:cs typeface="Courier New" panose="02070309020205020404" pitchFamily="49" charset="0"/>
              </a:rPr>
              <a:t> </a:t>
            </a:r>
            <a:r>
              <a:rPr lang="nl-NL" i="1" dirty="0" err="1">
                <a:latin typeface="+mj-lt"/>
                <a:cs typeface="Courier New" panose="02070309020205020404" pitchFamily="49" charset="0"/>
              </a:rPr>
              <a:t>compiled</a:t>
            </a:r>
            <a:r>
              <a:rPr lang="nl-NL" dirty="0">
                <a:latin typeface="+mj-lt"/>
                <a:cs typeface="Courier New" panose="02070309020205020404" pitchFamily="49" charset="0"/>
              </a:rPr>
              <a:t> </a:t>
            </a:r>
            <a:r>
              <a:rPr lang="nl-NL" dirty="0" err="1">
                <a:latin typeface="+mj-lt"/>
                <a:cs typeface="Courier New" panose="02070309020205020404" pitchFamily="49" charset="0"/>
              </a:rPr>
              <a:t>executables</a:t>
            </a:r>
            <a:r>
              <a:rPr lang="nl-NL" dirty="0">
                <a:latin typeface="+mj-lt"/>
                <a:cs typeface="Courier New" panose="02070309020205020404" pitchFamily="49" charset="0"/>
              </a:rPr>
              <a:t> (+ python scripts) </a:t>
            </a:r>
            <a:r>
              <a:rPr lang="nl-NL" dirty="0" err="1">
                <a:latin typeface="+mj-lt"/>
                <a:cs typeface="Courier New" panose="02070309020205020404" pitchFamily="49" charset="0"/>
              </a:rPr>
              <a:t>and</a:t>
            </a:r>
            <a:r>
              <a:rPr lang="nl-NL" dirty="0">
                <a:latin typeface="+mj-lt"/>
                <a:cs typeface="Courier New" panose="02070309020205020404" pitchFamily="49" charset="0"/>
              </a:rPr>
              <a:t> </a:t>
            </a:r>
            <a:r>
              <a:rPr lang="nl-NL" dirty="0" err="1">
                <a:latin typeface="+mj-lt"/>
                <a:cs typeface="Courier New" panose="02070309020205020404" pitchFamily="49" charset="0"/>
              </a:rPr>
              <a:t>libraries</a:t>
            </a:r>
            <a:r>
              <a:rPr lang="nl-NL" dirty="0">
                <a:latin typeface="+mj-lt"/>
                <a:cs typeface="Courier New" panose="02070309020205020404" pitchFamily="49" charset="0"/>
              </a:rPr>
              <a:t> </a:t>
            </a:r>
            <a:r>
              <a:rPr lang="nl-NL" dirty="0" err="1">
                <a:latin typeface="+mj-lt"/>
                <a:cs typeface="Courier New" panose="02070309020205020404" pitchFamily="49" charset="0"/>
              </a:rPr>
              <a:t>to</a:t>
            </a:r>
            <a:r>
              <a:rPr lang="nl-NL" dirty="0">
                <a:latin typeface="+mj-lt"/>
                <a:cs typeface="Courier New" panose="02070309020205020404" pitchFamily="49" charset="0"/>
              </a:rPr>
              <a:t> </a:t>
            </a:r>
            <a:r>
              <a:rPr lang="nl-NL" dirty="0" err="1">
                <a:latin typeface="+mj-lt"/>
                <a:cs typeface="Courier New" panose="02070309020205020404" pitchFamily="49" charset="0"/>
              </a:rPr>
              <a:t>our</a:t>
            </a:r>
            <a:r>
              <a:rPr lang="nl-NL" dirty="0">
                <a:latin typeface="+mj-lt"/>
                <a:cs typeface="Courier New" panose="02070309020205020404" pitchFamily="49" charset="0"/>
              </a:rPr>
              <a:t> system. </a:t>
            </a:r>
          </a:p>
          <a:p>
            <a:pPr marL="0" indent="0">
              <a:buNone/>
            </a:pPr>
            <a:r>
              <a:rPr lang="nl-NL" dirty="0" err="1">
                <a:latin typeface="+mj-lt"/>
                <a:cs typeface="Courier New" panose="02070309020205020404" pitchFamily="49" charset="0"/>
              </a:rPr>
              <a:t>That</a:t>
            </a:r>
            <a:r>
              <a:rPr lang="nl-NL" dirty="0">
                <a:latin typeface="+mj-lt"/>
                <a:cs typeface="Courier New" panose="02070309020205020404" pitchFamily="49" charset="0"/>
              </a:rPr>
              <a:t> means we have </a:t>
            </a:r>
            <a:r>
              <a:rPr lang="nl-NL" i="1" dirty="0">
                <a:latin typeface="+mj-lt"/>
                <a:cs typeface="Courier New" panose="02070309020205020404" pitchFamily="49" charset="0"/>
              </a:rPr>
              <a:t>no control</a:t>
            </a:r>
            <a:r>
              <a:rPr lang="nl-NL" dirty="0">
                <a:latin typeface="+mj-lt"/>
                <a:cs typeface="Courier New" panose="02070309020205020404" pitchFamily="49" charset="0"/>
              </a:rPr>
              <a:t> over </a:t>
            </a:r>
          </a:p>
          <a:p>
            <a:pPr>
              <a:buFont typeface="Arial" panose="020B0604020202020204" pitchFamily="34" charset="0"/>
              <a:buChar char="•"/>
            </a:pPr>
            <a:r>
              <a:rPr lang="nl-NL" dirty="0">
                <a:latin typeface="+mj-lt"/>
                <a:cs typeface="Courier New" panose="02070309020205020404" pitchFamily="49" charset="0"/>
              </a:rPr>
              <a:t>compiler </a:t>
            </a:r>
            <a:r>
              <a:rPr lang="nl-NL" dirty="0" err="1">
                <a:latin typeface="+mj-lt"/>
                <a:cs typeface="Courier New" panose="02070309020205020404" pitchFamily="49" charset="0"/>
              </a:rPr>
              <a:t>optimization</a:t>
            </a:r>
            <a:r>
              <a:rPr lang="nl-NL" dirty="0">
                <a:latin typeface="+mj-lt"/>
                <a:cs typeface="Courier New" panose="02070309020205020404" pitchFamily="49" charset="0"/>
              </a:rPr>
              <a:t> </a:t>
            </a:r>
            <a:r>
              <a:rPr lang="nl-NL" dirty="0" err="1">
                <a:latin typeface="+mj-lt"/>
                <a:cs typeface="Courier New" panose="02070309020205020404" pitchFamily="49" charset="0"/>
              </a:rPr>
              <a:t>flags</a:t>
            </a:r>
            <a:endParaRPr lang="nl-NL" dirty="0">
              <a:latin typeface="+mj-lt"/>
              <a:cs typeface="Courier New" panose="02070309020205020404" pitchFamily="49" charset="0"/>
            </a:endParaRPr>
          </a:p>
          <a:p>
            <a:pPr>
              <a:buFont typeface="Arial" panose="020B0604020202020204" pitchFamily="34" charset="0"/>
              <a:buChar char="•"/>
            </a:pPr>
            <a:r>
              <a:rPr lang="nl-NL" dirty="0" err="1">
                <a:latin typeface="+mj-lt"/>
                <a:cs typeface="Courier New" panose="02070309020205020404" pitchFamily="49" charset="0"/>
              </a:rPr>
              <a:t>which</a:t>
            </a:r>
            <a:r>
              <a:rPr lang="nl-NL" dirty="0">
                <a:latin typeface="+mj-lt"/>
                <a:cs typeface="Courier New" panose="02070309020205020404" pitchFamily="49" charset="0"/>
              </a:rPr>
              <a:t> </a:t>
            </a:r>
            <a:r>
              <a:rPr lang="nl-NL" dirty="0" err="1">
                <a:latin typeface="+mj-lt"/>
                <a:cs typeface="Courier New" panose="02070309020205020404" pitchFamily="49" charset="0"/>
              </a:rPr>
              <a:t>versions</a:t>
            </a:r>
            <a:r>
              <a:rPr lang="nl-NL" dirty="0">
                <a:latin typeface="+mj-lt"/>
                <a:cs typeface="Courier New" panose="02070309020205020404" pitchFamily="49" charset="0"/>
              </a:rPr>
              <a:t> are </a:t>
            </a:r>
            <a:r>
              <a:rPr lang="nl-NL" dirty="0" err="1">
                <a:latin typeface="+mj-lt"/>
                <a:cs typeface="Courier New" panose="02070309020205020404" pitchFamily="49" charset="0"/>
              </a:rPr>
              <a:t>used</a:t>
            </a:r>
            <a:r>
              <a:rPr lang="nl-NL" dirty="0">
                <a:latin typeface="+mj-lt"/>
                <a:cs typeface="Courier New" panose="02070309020205020404" pitchFamily="49" charset="0"/>
              </a:rPr>
              <a:t> </a:t>
            </a:r>
            <a:r>
              <a:rPr lang="nl-NL" dirty="0" err="1">
                <a:latin typeface="+mj-lt"/>
                <a:cs typeface="Courier New" panose="02070309020205020404" pitchFamily="49" charset="0"/>
              </a:rPr>
              <a:t>for</a:t>
            </a:r>
            <a:r>
              <a:rPr lang="nl-NL" dirty="0">
                <a:latin typeface="+mj-lt"/>
                <a:cs typeface="Courier New" panose="02070309020205020404" pitchFamily="49" charset="0"/>
              </a:rPr>
              <a:t> </a:t>
            </a:r>
            <a:r>
              <a:rPr lang="nl-NL" dirty="0" err="1">
                <a:latin typeface="+mj-lt"/>
                <a:cs typeface="Courier New" panose="02070309020205020404" pitchFamily="49" charset="0"/>
              </a:rPr>
              <a:t>dependencies</a:t>
            </a:r>
            <a:endParaRPr lang="nl-NL" dirty="0">
              <a:latin typeface="+mj-lt"/>
              <a:cs typeface="Courier New" panose="02070309020205020404" pitchFamily="49" charset="0"/>
            </a:endParaRPr>
          </a:p>
          <a:p>
            <a:pPr marL="512763" lvl="1">
              <a:buFont typeface="Arial" panose="020B0604020202020204" pitchFamily="34" charset="0"/>
              <a:buChar char="•"/>
            </a:pPr>
            <a:r>
              <a:rPr lang="nl-NL" dirty="0">
                <a:latin typeface="+mj-lt"/>
                <a:cs typeface="Courier New" panose="02070309020205020404" pitchFamily="49" charset="0"/>
              </a:rPr>
              <a:t>E.g. running on H100 </a:t>
            </a:r>
            <a:r>
              <a:rPr lang="nl-NL" dirty="0" err="1">
                <a:latin typeface="+mj-lt"/>
                <a:cs typeface="Courier New" panose="02070309020205020404" pitchFamily="49" charset="0"/>
              </a:rPr>
              <a:t>GPUs</a:t>
            </a:r>
            <a:r>
              <a:rPr lang="nl-NL" dirty="0">
                <a:latin typeface="+mj-lt"/>
                <a:cs typeface="Courier New" panose="02070309020205020404" pitchFamily="49" charset="0"/>
              </a:rPr>
              <a:t> </a:t>
            </a:r>
            <a:r>
              <a:rPr lang="nl-NL" dirty="0" err="1">
                <a:latin typeface="+mj-lt"/>
                <a:cs typeface="Courier New" panose="02070309020205020404" pitchFamily="49" charset="0"/>
              </a:rPr>
              <a:t>requires</a:t>
            </a:r>
            <a:r>
              <a:rPr lang="nl-NL" dirty="0">
                <a:latin typeface="+mj-lt"/>
                <a:cs typeface="Courier New" panose="02070309020205020404" pitchFamily="49" charset="0"/>
              </a:rPr>
              <a:t> CUDA 12.X. </a:t>
            </a:r>
            <a:r>
              <a:rPr lang="nl-NL" dirty="0" err="1">
                <a:latin typeface="+mj-lt"/>
                <a:cs typeface="Courier New" panose="02070309020205020404" pitchFamily="49" charset="0"/>
              </a:rPr>
              <a:t>Pulling</a:t>
            </a:r>
            <a:r>
              <a:rPr lang="nl-NL" dirty="0">
                <a:latin typeface="+mj-lt"/>
                <a:cs typeface="Courier New" panose="02070309020205020404" pitchFamily="49" charset="0"/>
              </a:rPr>
              <a:t> in </a:t>
            </a:r>
            <a:r>
              <a:rPr lang="nl-NL" dirty="0" err="1">
                <a:latin typeface="+mj-lt"/>
                <a:cs typeface="Courier New" panose="02070309020205020404" pitchFamily="49" charset="0"/>
              </a:rPr>
              <a:t>an</a:t>
            </a:r>
            <a:r>
              <a:rPr lang="nl-NL" dirty="0">
                <a:latin typeface="+mj-lt"/>
                <a:cs typeface="Courier New" panose="02070309020205020404" pitchFamily="49" charset="0"/>
              </a:rPr>
              <a:t> </a:t>
            </a:r>
            <a:r>
              <a:rPr lang="nl-NL" dirty="0" err="1">
                <a:latin typeface="+mj-lt"/>
                <a:cs typeface="Courier New" panose="02070309020205020404" pitchFamily="49" charset="0"/>
              </a:rPr>
              <a:t>older</a:t>
            </a:r>
            <a:r>
              <a:rPr lang="nl-NL" dirty="0">
                <a:latin typeface="+mj-lt"/>
                <a:cs typeface="Courier New" panose="02070309020205020404" pitchFamily="49" charset="0"/>
              </a:rPr>
              <a:t> </a:t>
            </a:r>
            <a:r>
              <a:rPr lang="nl-NL" dirty="0" err="1">
                <a:latin typeface="+mj-lt"/>
                <a:cs typeface="Courier New" panose="02070309020205020404" pitchFamily="49" charset="0"/>
              </a:rPr>
              <a:t>PyTorch</a:t>
            </a:r>
            <a:r>
              <a:rPr lang="nl-NL" dirty="0">
                <a:latin typeface="+mj-lt"/>
                <a:cs typeface="Courier New" panose="02070309020205020404" pitchFamily="49" charset="0"/>
              </a:rPr>
              <a:t> / </a:t>
            </a:r>
            <a:r>
              <a:rPr lang="nl-NL" dirty="0" err="1">
                <a:latin typeface="+mj-lt"/>
                <a:cs typeface="Courier New" panose="02070309020205020404" pitchFamily="49" charset="0"/>
              </a:rPr>
              <a:t>TensorFlow</a:t>
            </a:r>
            <a:r>
              <a:rPr lang="nl-NL" dirty="0">
                <a:latin typeface="+mj-lt"/>
                <a:cs typeface="Courier New" panose="02070309020205020404" pitchFamily="49" charset="0"/>
              </a:rPr>
              <a:t> </a:t>
            </a:r>
            <a:r>
              <a:rPr lang="nl-NL" dirty="0" err="1">
                <a:latin typeface="+mj-lt"/>
                <a:cs typeface="Courier New" panose="02070309020205020404" pitchFamily="49" charset="0"/>
              </a:rPr>
              <a:t>version</a:t>
            </a:r>
            <a:r>
              <a:rPr lang="nl-NL" dirty="0">
                <a:latin typeface="+mj-lt"/>
                <a:cs typeface="Courier New" panose="02070309020205020404" pitchFamily="49" charset="0"/>
              </a:rPr>
              <a:t> </a:t>
            </a:r>
            <a:r>
              <a:rPr lang="nl-NL" dirty="0" err="1">
                <a:latin typeface="+mj-lt"/>
                <a:cs typeface="Courier New" panose="02070309020205020404" pitchFamily="49" charset="0"/>
              </a:rPr>
              <a:t>compiled</a:t>
            </a:r>
            <a:r>
              <a:rPr lang="nl-NL" dirty="0">
                <a:latin typeface="+mj-lt"/>
                <a:cs typeface="Courier New" panose="02070309020205020404" pitchFamily="49" charset="0"/>
              </a:rPr>
              <a:t> </a:t>
            </a:r>
            <a:r>
              <a:rPr lang="nl-NL" dirty="0" err="1">
                <a:latin typeface="+mj-lt"/>
                <a:cs typeface="Courier New" panose="02070309020205020404" pitchFamily="49" charset="0"/>
              </a:rPr>
              <a:t>against</a:t>
            </a:r>
            <a:r>
              <a:rPr lang="nl-NL" dirty="0">
                <a:latin typeface="+mj-lt"/>
                <a:cs typeface="Courier New" panose="02070309020205020404" pitchFamily="49" charset="0"/>
              </a:rPr>
              <a:t> CUDA 11.X </a:t>
            </a:r>
            <a:r>
              <a:rPr lang="nl-NL" i="1" dirty="0" err="1">
                <a:latin typeface="+mj-lt"/>
                <a:cs typeface="Courier New" panose="02070309020205020404" pitchFamily="49" charset="0"/>
              </a:rPr>
              <a:t>will</a:t>
            </a:r>
            <a:r>
              <a:rPr lang="nl-NL" i="1" dirty="0">
                <a:latin typeface="+mj-lt"/>
                <a:cs typeface="Courier New" panose="02070309020205020404" pitchFamily="49" charset="0"/>
              </a:rPr>
              <a:t> </a:t>
            </a:r>
            <a:r>
              <a:rPr lang="nl-NL" i="1" dirty="0" err="1">
                <a:latin typeface="+mj-lt"/>
                <a:cs typeface="Courier New" panose="02070309020205020404" pitchFamily="49" charset="0"/>
              </a:rPr>
              <a:t>not</a:t>
            </a:r>
            <a:r>
              <a:rPr lang="nl-NL" i="1" dirty="0">
                <a:latin typeface="+mj-lt"/>
                <a:cs typeface="Courier New" panose="02070309020205020404" pitchFamily="49" charset="0"/>
              </a:rPr>
              <a:t> </a:t>
            </a:r>
            <a:r>
              <a:rPr lang="nl-NL" i="1" dirty="0" err="1">
                <a:latin typeface="+mj-lt"/>
                <a:cs typeface="Courier New" panose="02070309020205020404" pitchFamily="49" charset="0"/>
              </a:rPr>
              <a:t>work</a:t>
            </a:r>
            <a:r>
              <a:rPr lang="nl-NL" dirty="0">
                <a:latin typeface="+mj-lt"/>
                <a:cs typeface="Courier New" panose="02070309020205020404" pitchFamily="49" charset="0"/>
              </a:rPr>
              <a:t> on these </a:t>
            </a:r>
            <a:r>
              <a:rPr lang="nl-NL" dirty="0" err="1">
                <a:latin typeface="+mj-lt"/>
                <a:cs typeface="Courier New" panose="02070309020205020404" pitchFamily="49" charset="0"/>
              </a:rPr>
              <a:t>GPUs</a:t>
            </a:r>
            <a:r>
              <a:rPr lang="nl-NL" dirty="0">
                <a:latin typeface="+mj-lt"/>
                <a:cs typeface="Courier New" panose="02070309020205020404" pitchFamily="49" charset="0"/>
              </a:rPr>
              <a:t>.</a:t>
            </a:r>
          </a:p>
          <a:p>
            <a:pPr marL="0" indent="0">
              <a:buNone/>
            </a:pPr>
            <a:endParaRPr lang="nl-NL" dirty="0">
              <a:latin typeface="+mj-lt"/>
              <a:cs typeface="Courier New" panose="02070309020205020404" pitchFamily="49" charset="0"/>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35</a:t>
            </a:fld>
            <a:endParaRPr lang="nl-NL"/>
          </a:p>
        </p:txBody>
      </p:sp>
    </p:spTree>
    <p:extLst>
      <p:ext uri="{BB962C8B-B14F-4D97-AF65-F5344CB8AC3E}">
        <p14:creationId xmlns:p14="http://schemas.microsoft.com/office/powerpoint/2010/main" val="4053154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Doing software installation myself is complicated!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buNone/>
            </a:pPr>
            <a:r>
              <a:rPr lang="nl-NL" dirty="0">
                <a:latin typeface="+mj-lt"/>
                <a:cs typeface="Courier New"/>
              </a:rPr>
              <a:t>Yes </a:t>
            </a:r>
            <a:r>
              <a:rPr lang="nl-NL" dirty="0" err="1">
                <a:latin typeface="+mj-lt"/>
                <a:cs typeface="Courier New"/>
              </a:rPr>
              <a:t>it</a:t>
            </a:r>
            <a:r>
              <a:rPr lang="nl-NL" dirty="0">
                <a:latin typeface="+mj-lt"/>
                <a:cs typeface="Courier New"/>
              </a:rPr>
              <a:t> is! For </a:t>
            </a:r>
            <a:r>
              <a:rPr lang="nl-NL" dirty="0" err="1">
                <a:latin typeface="+mj-lt"/>
                <a:cs typeface="Courier New"/>
              </a:rPr>
              <a:t>good</a:t>
            </a:r>
            <a:r>
              <a:rPr lang="nl-NL" dirty="0">
                <a:latin typeface="+mj-lt"/>
                <a:cs typeface="Courier New"/>
              </a:rPr>
              <a:t> performance, </a:t>
            </a:r>
            <a:r>
              <a:rPr lang="nl-NL" dirty="0" err="1">
                <a:latin typeface="+mj-lt"/>
                <a:cs typeface="Courier New"/>
              </a:rPr>
              <a:t>you</a:t>
            </a:r>
            <a:r>
              <a:rPr lang="nl-NL" dirty="0">
                <a:latin typeface="+mj-lt"/>
                <a:cs typeface="Courier New"/>
              </a:rPr>
              <a:t> </a:t>
            </a:r>
            <a:r>
              <a:rPr lang="nl-NL" dirty="0" err="1">
                <a:latin typeface="+mj-lt"/>
                <a:cs typeface="Courier New"/>
              </a:rPr>
              <a:t>need</a:t>
            </a:r>
            <a:r>
              <a:rPr lang="nl-NL" dirty="0">
                <a:latin typeface="+mj-lt"/>
                <a:cs typeface="Courier New"/>
              </a:rPr>
              <a:t> </a:t>
            </a:r>
            <a:r>
              <a:rPr lang="nl-NL" dirty="0" err="1">
                <a:latin typeface="+mj-lt"/>
                <a:cs typeface="Courier New"/>
              </a:rPr>
              <a:t>to</a:t>
            </a:r>
            <a:r>
              <a:rPr lang="nl-NL" dirty="0">
                <a:latin typeface="+mj-lt"/>
                <a:cs typeface="Courier New"/>
              </a:rPr>
              <a:t> make </a:t>
            </a:r>
            <a:r>
              <a:rPr lang="nl-NL" dirty="0" err="1">
                <a:latin typeface="+mj-lt"/>
                <a:cs typeface="Courier New"/>
              </a:rPr>
              <a:t>sure</a:t>
            </a:r>
            <a:endParaRPr lang="nl-NL" dirty="0" err="1">
              <a:latin typeface="+mj-lt"/>
              <a:ea typeface="Calibri"/>
              <a:cs typeface="Courier New"/>
            </a:endParaRPr>
          </a:p>
          <a:p>
            <a:pPr>
              <a:buFont typeface="Arial" panose="020B0604020202020204" pitchFamily="34" charset="0"/>
              <a:buChar char="•"/>
            </a:pPr>
            <a:r>
              <a:rPr lang="nl-NL" dirty="0" err="1">
                <a:latin typeface="+mj-lt"/>
                <a:cs typeface="Courier New"/>
              </a:rPr>
              <a:t>you’re</a:t>
            </a:r>
            <a:r>
              <a:rPr lang="nl-NL" dirty="0">
                <a:latin typeface="+mj-lt"/>
                <a:cs typeface="Courier New"/>
              </a:rPr>
              <a:t> software is </a:t>
            </a:r>
            <a:r>
              <a:rPr lang="nl-NL" dirty="0" err="1">
                <a:latin typeface="+mj-lt"/>
                <a:cs typeface="Courier New"/>
              </a:rPr>
              <a:t>optimized</a:t>
            </a:r>
            <a:r>
              <a:rPr lang="nl-NL" dirty="0">
                <a:latin typeface="+mj-lt"/>
                <a:cs typeface="Courier New"/>
              </a:rPr>
              <a:t> </a:t>
            </a:r>
            <a:r>
              <a:rPr lang="nl-NL" dirty="0" err="1">
                <a:latin typeface="+mj-lt"/>
                <a:cs typeface="Courier New"/>
              </a:rPr>
              <a:t>for</a:t>
            </a:r>
            <a:r>
              <a:rPr lang="nl-NL" dirty="0">
                <a:latin typeface="+mj-lt"/>
                <a:cs typeface="Courier New"/>
              </a:rPr>
              <a:t> </a:t>
            </a:r>
            <a:r>
              <a:rPr lang="nl-NL" dirty="0" err="1">
                <a:latin typeface="+mj-lt"/>
                <a:cs typeface="Courier New"/>
              </a:rPr>
              <a:t>the</a:t>
            </a:r>
            <a:r>
              <a:rPr lang="nl-NL" dirty="0">
                <a:latin typeface="+mj-lt"/>
                <a:cs typeface="Courier New"/>
              </a:rPr>
              <a:t> </a:t>
            </a:r>
            <a:r>
              <a:rPr lang="nl-NL" dirty="0" err="1">
                <a:latin typeface="+mj-lt"/>
                <a:cs typeface="Courier New"/>
              </a:rPr>
              <a:t>capabilities</a:t>
            </a:r>
            <a:r>
              <a:rPr lang="nl-NL" dirty="0">
                <a:latin typeface="+mj-lt"/>
                <a:cs typeface="Courier New"/>
              </a:rPr>
              <a:t> of </a:t>
            </a:r>
            <a:r>
              <a:rPr lang="nl-NL" dirty="0" err="1">
                <a:latin typeface="+mj-lt"/>
                <a:cs typeface="Courier New"/>
              </a:rPr>
              <a:t>your</a:t>
            </a:r>
            <a:r>
              <a:rPr lang="nl-NL" dirty="0">
                <a:latin typeface="+mj-lt"/>
                <a:cs typeface="Courier New"/>
              </a:rPr>
              <a:t> hardware</a:t>
            </a:r>
            <a:endParaRPr lang="nl-NL" dirty="0">
              <a:latin typeface="+mj-lt"/>
              <a:ea typeface="Calibri"/>
              <a:cs typeface="Courier New"/>
            </a:endParaRPr>
          </a:p>
          <a:p>
            <a:pPr>
              <a:buFont typeface="Arial" panose="020B0604020202020204" pitchFamily="34" charset="0"/>
              <a:buChar char="•"/>
            </a:pPr>
            <a:r>
              <a:rPr lang="nl-NL" dirty="0" err="1">
                <a:latin typeface="+mj-lt"/>
                <a:cs typeface="Courier New"/>
              </a:rPr>
              <a:t>all</a:t>
            </a:r>
            <a:r>
              <a:rPr lang="nl-NL" dirty="0">
                <a:latin typeface="+mj-lt"/>
                <a:cs typeface="Courier New"/>
              </a:rPr>
              <a:t> </a:t>
            </a:r>
            <a:r>
              <a:rPr lang="nl-NL" dirty="0" err="1">
                <a:latin typeface="+mj-lt"/>
                <a:cs typeface="Courier New"/>
              </a:rPr>
              <a:t>the</a:t>
            </a:r>
            <a:r>
              <a:rPr lang="nl-NL" dirty="0">
                <a:latin typeface="+mj-lt"/>
                <a:cs typeface="Courier New"/>
              </a:rPr>
              <a:t> </a:t>
            </a:r>
            <a:r>
              <a:rPr lang="nl-NL" dirty="0" err="1">
                <a:latin typeface="+mj-lt"/>
                <a:cs typeface="Courier New"/>
              </a:rPr>
              <a:t>dependencies</a:t>
            </a:r>
            <a:r>
              <a:rPr lang="nl-NL" dirty="0">
                <a:latin typeface="+mj-lt"/>
                <a:cs typeface="Courier New"/>
              </a:rPr>
              <a:t> </a:t>
            </a:r>
            <a:r>
              <a:rPr lang="nl-NL" dirty="0" err="1">
                <a:latin typeface="+mj-lt"/>
                <a:cs typeface="Courier New"/>
              </a:rPr>
              <a:t>your</a:t>
            </a:r>
            <a:r>
              <a:rPr lang="nl-NL" dirty="0">
                <a:latin typeface="+mj-lt"/>
                <a:cs typeface="Courier New"/>
              </a:rPr>
              <a:t> software </a:t>
            </a:r>
            <a:r>
              <a:rPr lang="nl-NL" dirty="0" err="1">
                <a:latin typeface="+mj-lt"/>
                <a:cs typeface="Courier New"/>
              </a:rPr>
              <a:t>needs</a:t>
            </a:r>
            <a:r>
              <a:rPr lang="nl-NL" dirty="0">
                <a:latin typeface="+mj-lt"/>
                <a:cs typeface="Courier New"/>
              </a:rPr>
              <a:t> are present (</a:t>
            </a:r>
            <a:r>
              <a:rPr lang="nl-NL" dirty="0" err="1">
                <a:latin typeface="+mj-lt"/>
                <a:cs typeface="Courier New"/>
              </a:rPr>
              <a:t>and</a:t>
            </a:r>
            <a:r>
              <a:rPr lang="nl-NL" dirty="0">
                <a:latin typeface="+mj-lt"/>
                <a:cs typeface="Courier New"/>
              </a:rPr>
              <a:t> found!)</a:t>
            </a:r>
            <a:endParaRPr lang="nl-NL" dirty="0">
              <a:latin typeface="+mj-lt"/>
              <a:ea typeface="Calibri"/>
              <a:cs typeface="Courier New"/>
            </a:endParaRPr>
          </a:p>
          <a:p>
            <a:pPr>
              <a:buFont typeface="Arial" panose="020B0604020202020204" pitchFamily="34" charset="0"/>
              <a:buChar char="•"/>
            </a:pPr>
            <a:r>
              <a:rPr lang="nl-NL" dirty="0" err="1">
                <a:latin typeface="+mj-lt"/>
                <a:cs typeface="Courier New"/>
              </a:rPr>
              <a:t>Your</a:t>
            </a:r>
            <a:r>
              <a:rPr lang="nl-NL" dirty="0">
                <a:latin typeface="+mj-lt"/>
                <a:cs typeface="Courier New"/>
              </a:rPr>
              <a:t> software is </a:t>
            </a:r>
            <a:r>
              <a:rPr lang="nl-NL" dirty="0" err="1">
                <a:latin typeface="+mj-lt"/>
                <a:cs typeface="Courier New"/>
              </a:rPr>
              <a:t>using</a:t>
            </a:r>
            <a:r>
              <a:rPr lang="nl-NL" dirty="0">
                <a:latin typeface="+mj-lt"/>
                <a:cs typeface="Courier New"/>
              </a:rPr>
              <a:t> </a:t>
            </a:r>
            <a:r>
              <a:rPr lang="nl-NL" dirty="0" err="1">
                <a:latin typeface="+mj-lt"/>
                <a:cs typeface="Courier New"/>
              </a:rPr>
              <a:t>the</a:t>
            </a:r>
            <a:r>
              <a:rPr lang="nl-NL" dirty="0">
                <a:latin typeface="+mj-lt"/>
                <a:cs typeface="Courier New"/>
              </a:rPr>
              <a:t> hardware </a:t>
            </a:r>
            <a:r>
              <a:rPr lang="nl-NL" dirty="0" err="1">
                <a:latin typeface="+mj-lt"/>
                <a:cs typeface="Courier New"/>
              </a:rPr>
              <a:t>you</a:t>
            </a:r>
            <a:r>
              <a:rPr lang="nl-NL" dirty="0">
                <a:latin typeface="+mj-lt"/>
                <a:cs typeface="Courier New"/>
              </a:rPr>
              <a:t> </a:t>
            </a:r>
            <a:r>
              <a:rPr lang="nl-NL" dirty="0" err="1">
                <a:latin typeface="+mj-lt"/>
                <a:cs typeface="Courier New"/>
              </a:rPr>
              <a:t>expect</a:t>
            </a:r>
            <a:r>
              <a:rPr lang="nl-NL" dirty="0">
                <a:latin typeface="+mj-lt"/>
                <a:cs typeface="Courier New"/>
              </a:rPr>
              <a:t>, </a:t>
            </a:r>
            <a:r>
              <a:rPr lang="nl-NL" dirty="0" err="1">
                <a:latin typeface="+mj-lt"/>
                <a:cs typeface="Courier New"/>
              </a:rPr>
              <a:t>and</a:t>
            </a:r>
            <a:r>
              <a:rPr lang="nl-NL" dirty="0">
                <a:latin typeface="+mj-lt"/>
                <a:cs typeface="Courier New"/>
              </a:rPr>
              <a:t> is </a:t>
            </a:r>
            <a:r>
              <a:rPr lang="nl-NL" dirty="0" err="1">
                <a:latin typeface="+mj-lt"/>
                <a:cs typeface="Courier New"/>
              </a:rPr>
              <a:t>giving</a:t>
            </a:r>
            <a:r>
              <a:rPr lang="nl-NL" dirty="0">
                <a:latin typeface="+mj-lt"/>
                <a:cs typeface="Courier New"/>
              </a:rPr>
              <a:t> </a:t>
            </a:r>
            <a:r>
              <a:rPr lang="nl-NL" dirty="0" err="1">
                <a:latin typeface="+mj-lt"/>
                <a:cs typeface="Courier New"/>
              </a:rPr>
              <a:t>the</a:t>
            </a:r>
            <a:r>
              <a:rPr lang="nl-NL" dirty="0">
                <a:latin typeface="+mj-lt"/>
                <a:cs typeface="Courier New"/>
              </a:rPr>
              <a:t> performance </a:t>
            </a:r>
            <a:r>
              <a:rPr lang="nl-NL" dirty="0" err="1">
                <a:latin typeface="+mj-lt"/>
                <a:cs typeface="Courier New"/>
              </a:rPr>
              <a:t>you</a:t>
            </a:r>
            <a:r>
              <a:rPr lang="nl-NL" dirty="0">
                <a:latin typeface="+mj-lt"/>
                <a:cs typeface="Courier New"/>
              </a:rPr>
              <a:t> </a:t>
            </a:r>
            <a:r>
              <a:rPr lang="nl-NL" dirty="0" err="1">
                <a:latin typeface="+mj-lt"/>
                <a:cs typeface="Courier New"/>
              </a:rPr>
              <a:t>expect</a:t>
            </a:r>
            <a:r>
              <a:rPr lang="nl-NL" dirty="0">
                <a:latin typeface="+mj-lt"/>
                <a:cs typeface="Courier New"/>
              </a:rPr>
              <a:t> (is </a:t>
            </a:r>
            <a:r>
              <a:rPr lang="nl-NL" dirty="0" err="1">
                <a:latin typeface="+mj-lt"/>
                <a:cs typeface="Courier New"/>
              </a:rPr>
              <a:t>it</a:t>
            </a:r>
            <a:r>
              <a:rPr lang="nl-NL" dirty="0">
                <a:latin typeface="+mj-lt"/>
                <a:cs typeface="Courier New"/>
              </a:rPr>
              <a:t> </a:t>
            </a:r>
            <a:r>
              <a:rPr lang="nl-NL" i="1" dirty="0" err="1">
                <a:latin typeface="+mj-lt"/>
                <a:cs typeface="Courier New"/>
              </a:rPr>
              <a:t>really</a:t>
            </a:r>
            <a:r>
              <a:rPr lang="nl-NL" dirty="0">
                <a:latin typeface="+mj-lt"/>
                <a:cs typeface="Courier New"/>
              </a:rPr>
              <a:t> </a:t>
            </a:r>
            <a:r>
              <a:rPr lang="nl-NL" dirty="0" err="1">
                <a:latin typeface="+mj-lt"/>
                <a:cs typeface="Courier New"/>
              </a:rPr>
              <a:t>using</a:t>
            </a:r>
            <a:r>
              <a:rPr lang="nl-NL" dirty="0">
                <a:latin typeface="+mj-lt"/>
                <a:cs typeface="Courier New"/>
              </a:rPr>
              <a:t> </a:t>
            </a:r>
            <a:r>
              <a:rPr lang="nl-NL" dirty="0" err="1">
                <a:latin typeface="+mj-lt"/>
                <a:cs typeface="Courier New"/>
              </a:rPr>
              <a:t>the</a:t>
            </a:r>
            <a:r>
              <a:rPr lang="nl-NL" dirty="0">
                <a:latin typeface="+mj-lt"/>
                <a:cs typeface="Courier New"/>
              </a:rPr>
              <a:t> </a:t>
            </a:r>
            <a:r>
              <a:rPr lang="nl-NL" dirty="0" err="1">
                <a:latin typeface="+mj-lt"/>
                <a:cs typeface="Courier New"/>
              </a:rPr>
              <a:t>GPUs</a:t>
            </a:r>
            <a:r>
              <a:rPr lang="nl-NL" dirty="0">
                <a:latin typeface="+mj-lt"/>
                <a:cs typeface="Courier New"/>
              </a:rPr>
              <a:t>?)</a:t>
            </a:r>
            <a:endParaRPr lang="nl-NL" dirty="0">
              <a:latin typeface="+mj-lt"/>
              <a:ea typeface="Calibri"/>
              <a:cs typeface="Courier New"/>
            </a:endParaRPr>
          </a:p>
          <a:p>
            <a:pPr>
              <a:buFont typeface="Arial" panose="020B0604020202020204" pitchFamily="34" charset="0"/>
              <a:buChar char="•"/>
            </a:pPr>
            <a:endParaRPr lang="nl-NL" dirty="0">
              <a:latin typeface="+mj-lt"/>
              <a:cs typeface="Courier New" panose="02070309020205020404" pitchFamily="49" charset="0"/>
            </a:endParaRPr>
          </a:p>
          <a:p>
            <a:pPr marL="0" indent="0">
              <a:buNone/>
            </a:pPr>
            <a:r>
              <a:rPr lang="nl-NL" dirty="0" err="1">
                <a:latin typeface="+mj-lt"/>
                <a:cs typeface="Courier New"/>
              </a:rPr>
              <a:t>What</a:t>
            </a:r>
            <a:r>
              <a:rPr lang="nl-NL" dirty="0">
                <a:latin typeface="+mj-lt"/>
                <a:cs typeface="Courier New"/>
              </a:rPr>
              <a:t> we </a:t>
            </a:r>
            <a:r>
              <a:rPr lang="nl-NL" dirty="0" err="1">
                <a:latin typeface="+mj-lt"/>
                <a:cs typeface="Courier New"/>
              </a:rPr>
              <a:t>could</a:t>
            </a:r>
            <a:r>
              <a:rPr lang="nl-NL" dirty="0">
                <a:latin typeface="+mj-lt"/>
                <a:cs typeface="Courier New"/>
              </a:rPr>
              <a:t> have </a:t>
            </a:r>
            <a:r>
              <a:rPr lang="nl-NL" dirty="0" err="1">
                <a:latin typeface="+mj-lt"/>
                <a:cs typeface="Courier New"/>
              </a:rPr>
              <a:t>done</a:t>
            </a:r>
            <a:r>
              <a:rPr lang="nl-NL" dirty="0">
                <a:latin typeface="+mj-lt"/>
                <a:cs typeface="Courier New"/>
              </a:rPr>
              <a:t>…</a:t>
            </a:r>
            <a:endParaRPr lang="nl-NL" dirty="0">
              <a:latin typeface="+mj-lt"/>
              <a:ea typeface="Calibri"/>
              <a:cs typeface="Courier New"/>
            </a:endParaRPr>
          </a:p>
          <a:p>
            <a:pPr marL="0" indent="0">
              <a:buNone/>
            </a:pPr>
            <a:r>
              <a:rPr lang="nl-NL" dirty="0">
                <a:latin typeface="Courier New"/>
                <a:cs typeface="Courier New"/>
              </a:rPr>
              <a:t>Module load 2023</a:t>
            </a:r>
            <a:endParaRPr lang="nl-NL" dirty="0">
              <a:latin typeface="Courier New" panose="02070309020205020404" pitchFamily="49" charset="0"/>
              <a:cs typeface="Courier New" panose="02070309020205020404" pitchFamily="49" charset="0"/>
            </a:endParaRPr>
          </a:p>
          <a:p>
            <a:pPr marL="0" indent="0">
              <a:buNone/>
            </a:pPr>
            <a:r>
              <a:rPr lang="nl-NL" dirty="0">
                <a:latin typeface="Courier New"/>
                <a:cs typeface="Courier New"/>
              </a:rPr>
              <a:t>Module load </a:t>
            </a:r>
            <a:r>
              <a:rPr lang="nl-NL" dirty="0" err="1">
                <a:latin typeface="Courier New"/>
                <a:ea typeface="+mn-lt"/>
                <a:cs typeface="+mn-lt"/>
              </a:rPr>
              <a:t>PyTorch</a:t>
            </a:r>
            <a:r>
              <a:rPr lang="nl-NL" dirty="0">
                <a:latin typeface="Courier New"/>
                <a:ea typeface="+mn-lt"/>
                <a:cs typeface="+mn-lt"/>
              </a:rPr>
              <a:t>/2.1.2-foss-2023a-CUDA-12.1.1</a:t>
            </a:r>
          </a:p>
          <a:p>
            <a:pPr marL="0" indent="0">
              <a:buNone/>
            </a:pPr>
            <a:r>
              <a:rPr lang="en-US" sz="2000" dirty="0">
                <a:latin typeface="Courier New"/>
                <a:cs typeface="Courier New"/>
              </a:rPr>
              <a:t>python3 -c "import torch; print(</a:t>
            </a:r>
            <a:r>
              <a:rPr lang="en-US" sz="2000" dirty="0" err="1">
                <a:latin typeface="Courier New"/>
                <a:cs typeface="Courier New"/>
              </a:rPr>
              <a:t>torch.__file</a:t>
            </a:r>
            <a:r>
              <a:rPr lang="en-US" sz="2000" dirty="0">
                <a:latin typeface="Courier New"/>
                <a:cs typeface="Courier New"/>
              </a:rPr>
              <a:t>__)"</a:t>
            </a:r>
            <a:endParaRPr lang="nl-NL" dirty="0">
              <a:latin typeface="Courier New"/>
              <a:cs typeface="Courier New"/>
            </a:endParaRP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36</a:t>
            </a:fld>
            <a:endParaRPr lang="nl-NL"/>
          </a:p>
        </p:txBody>
      </p:sp>
    </p:spTree>
    <p:extLst>
      <p:ext uri="{BB962C8B-B14F-4D97-AF65-F5344CB8AC3E}">
        <p14:creationId xmlns:p14="http://schemas.microsoft.com/office/powerpoint/2010/main" val="204611476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Module environment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a:t>Why using software from the module environment is a good idea</a:t>
            </a:r>
          </a:p>
          <a:p>
            <a:pPr>
              <a:buFont typeface="Arial" panose="020B0604020202020204" pitchFamily="34" charset="0"/>
              <a:buChar char="•"/>
            </a:pPr>
            <a:r>
              <a:rPr lang="nl-NL"/>
              <a:t>Convenient!</a:t>
            </a:r>
          </a:p>
          <a:p>
            <a:pPr>
              <a:buFont typeface="Arial" panose="020B0604020202020204" pitchFamily="34" charset="0"/>
              <a:buChar char="•"/>
            </a:pPr>
            <a:r>
              <a:rPr lang="nl-NL"/>
              <a:t>All dependencies are provided by our module environment</a:t>
            </a:r>
          </a:p>
          <a:p>
            <a:pPr>
              <a:buFont typeface="Arial" panose="020B0604020202020204" pitchFamily="34" charset="0"/>
              <a:buChar char="•"/>
            </a:pPr>
            <a:r>
              <a:rPr lang="nl-NL"/>
              <a:t>Optimized for our specific hardware</a:t>
            </a:r>
          </a:p>
          <a:p>
            <a:pPr marL="539750" lvl="1">
              <a:buFont typeface="Arial" panose="020B0604020202020204" pitchFamily="34" charset="0"/>
              <a:buChar char="•"/>
            </a:pPr>
            <a:r>
              <a:rPr lang="nl-NL" err="1"/>
              <a:t>Difference</a:t>
            </a:r>
            <a:r>
              <a:rPr lang="nl-NL"/>
              <a:t> is most </a:t>
            </a:r>
            <a:r>
              <a:rPr lang="nl-NL" err="1"/>
              <a:t>pronounced</a:t>
            </a:r>
            <a:r>
              <a:rPr lang="nl-NL"/>
              <a:t> </a:t>
            </a:r>
            <a:r>
              <a:rPr lang="nl-NL" err="1"/>
              <a:t>for</a:t>
            </a:r>
            <a:r>
              <a:rPr lang="nl-NL"/>
              <a:t> CPU-</a:t>
            </a:r>
            <a:r>
              <a:rPr lang="nl-NL" err="1"/>
              <a:t>based</a:t>
            </a:r>
            <a:r>
              <a:rPr lang="nl-NL"/>
              <a:t> codes. CUDA </a:t>
            </a:r>
            <a:r>
              <a:rPr lang="nl-NL" err="1"/>
              <a:t>binaries</a:t>
            </a:r>
            <a:r>
              <a:rPr lang="nl-NL"/>
              <a:t> are </a:t>
            </a:r>
            <a:r>
              <a:rPr lang="nl-NL" err="1"/>
              <a:t>typically</a:t>
            </a:r>
            <a:r>
              <a:rPr lang="nl-NL"/>
              <a:t> (but </a:t>
            </a:r>
            <a:r>
              <a:rPr lang="nl-NL" err="1"/>
              <a:t>not</a:t>
            </a:r>
            <a:r>
              <a:rPr lang="nl-NL"/>
              <a:t> </a:t>
            </a:r>
            <a:r>
              <a:rPr lang="nl-NL" err="1"/>
              <a:t>always</a:t>
            </a:r>
            <a:r>
              <a:rPr lang="nl-NL"/>
              <a:t>!) </a:t>
            </a:r>
            <a:r>
              <a:rPr lang="nl-NL" err="1"/>
              <a:t>optimized</a:t>
            </a:r>
            <a:r>
              <a:rPr lang="nl-NL"/>
              <a:t> </a:t>
            </a:r>
            <a:r>
              <a:rPr lang="nl-NL" err="1"/>
              <a:t>for</a:t>
            </a:r>
            <a:r>
              <a:rPr lang="nl-NL"/>
              <a:t> a </a:t>
            </a:r>
            <a:r>
              <a:rPr lang="nl-NL" err="1"/>
              <a:t>wide</a:t>
            </a:r>
            <a:r>
              <a:rPr lang="nl-NL"/>
              <a:t> range of GPU </a:t>
            </a:r>
            <a:r>
              <a:rPr lang="nl-NL" err="1"/>
              <a:t>models</a:t>
            </a:r>
            <a:endParaRPr lang="nl-NL"/>
          </a:p>
          <a:p>
            <a:pPr>
              <a:buFont typeface="Arial" panose="020B0604020202020204" pitchFamily="34" charset="0"/>
              <a:buChar char="•"/>
            </a:pPr>
            <a:r>
              <a:rPr lang="nl-NL" err="1"/>
              <a:t>One</a:t>
            </a:r>
            <a:r>
              <a:rPr lang="nl-NL"/>
              <a:t> software stack </a:t>
            </a:r>
            <a:r>
              <a:rPr lang="nl-NL" err="1"/>
              <a:t>to</a:t>
            </a:r>
            <a:r>
              <a:rPr lang="nl-NL"/>
              <a:t> debug in case of </a:t>
            </a:r>
            <a:r>
              <a:rPr lang="nl-NL" err="1"/>
              <a:t>problems</a:t>
            </a:r>
            <a:r>
              <a:rPr lang="nl-NL"/>
              <a:t> (</a:t>
            </a:r>
            <a:r>
              <a:rPr lang="nl-NL" err="1"/>
              <a:t>easier</a:t>
            </a:r>
            <a:r>
              <a:rPr lang="nl-NL"/>
              <a:t> </a:t>
            </a:r>
            <a:r>
              <a:rPr lang="nl-NL" err="1"/>
              <a:t>to</a:t>
            </a:r>
            <a:r>
              <a:rPr lang="nl-NL"/>
              <a:t> debug </a:t>
            </a:r>
            <a:r>
              <a:rPr lang="nl-NL" err="1"/>
              <a:t>then</a:t>
            </a:r>
            <a:r>
              <a:rPr lang="nl-NL"/>
              <a:t> </a:t>
            </a:r>
            <a:r>
              <a:rPr lang="nl-NL" err="1"/>
              <a:t>when</a:t>
            </a:r>
            <a:r>
              <a:rPr lang="nl-NL"/>
              <a:t> users </a:t>
            </a:r>
            <a:r>
              <a:rPr lang="nl-NL" err="1"/>
              <a:t>each</a:t>
            </a:r>
            <a:r>
              <a:rPr lang="nl-NL"/>
              <a:t> have </a:t>
            </a:r>
            <a:r>
              <a:rPr lang="nl-NL" err="1"/>
              <a:t>their</a:t>
            </a:r>
            <a:r>
              <a:rPr lang="nl-NL"/>
              <a:t> </a:t>
            </a:r>
            <a:r>
              <a:rPr lang="nl-NL" err="1"/>
              <a:t>own</a:t>
            </a:r>
            <a:r>
              <a:rPr lang="nl-NL"/>
              <a:t> software </a:t>
            </a:r>
            <a:r>
              <a:rPr lang="nl-NL" err="1"/>
              <a:t>installations</a:t>
            </a:r>
            <a:r>
              <a:rPr lang="nl-NL"/>
              <a:t>!)</a:t>
            </a:r>
          </a:p>
          <a:p>
            <a:pPr>
              <a:buFont typeface="Arial" panose="020B0604020202020204" pitchFamily="34" charset="0"/>
              <a:buChar char="•"/>
            </a:pPr>
            <a:r>
              <a:rPr lang="nl-NL"/>
              <a:t>Many users use the same installation =&gt; bigger chance of spotting problems. </a:t>
            </a:r>
            <a:r>
              <a:rPr lang="nl-NL" err="1"/>
              <a:t>Only</a:t>
            </a:r>
            <a:r>
              <a:rPr lang="nl-NL"/>
              <a:t> have </a:t>
            </a:r>
            <a:r>
              <a:rPr lang="nl-NL" err="1"/>
              <a:t>to</a:t>
            </a:r>
            <a:r>
              <a:rPr lang="nl-NL"/>
              <a:t> </a:t>
            </a:r>
            <a:r>
              <a:rPr lang="nl-NL" err="1"/>
              <a:t>solve</a:t>
            </a:r>
            <a:r>
              <a:rPr lang="nl-NL"/>
              <a:t> </a:t>
            </a:r>
            <a:r>
              <a:rPr lang="nl-NL" err="1"/>
              <a:t>them</a:t>
            </a:r>
            <a:r>
              <a:rPr lang="nl-NL"/>
              <a:t> </a:t>
            </a:r>
            <a:r>
              <a:rPr lang="nl-NL" err="1"/>
              <a:t>once</a:t>
            </a:r>
            <a:r>
              <a:rPr lang="nl-NL"/>
              <a:t>, </a:t>
            </a:r>
            <a:r>
              <a:rPr lang="nl-NL" err="1"/>
              <a:t>and</a:t>
            </a:r>
            <a:r>
              <a:rPr lang="nl-NL"/>
              <a:t> </a:t>
            </a:r>
            <a:r>
              <a:rPr lang="nl-NL" err="1"/>
              <a:t>they’ll</a:t>
            </a:r>
            <a:r>
              <a:rPr lang="nl-NL"/>
              <a:t> </a:t>
            </a:r>
            <a:r>
              <a:rPr lang="nl-NL" err="1"/>
              <a:t>be</a:t>
            </a:r>
            <a:r>
              <a:rPr lang="nl-NL"/>
              <a:t> </a:t>
            </a:r>
            <a:r>
              <a:rPr lang="nl-NL" err="1"/>
              <a:t>solved</a:t>
            </a:r>
            <a:r>
              <a:rPr lang="nl-NL"/>
              <a:t> </a:t>
            </a:r>
            <a:r>
              <a:rPr lang="nl-NL" err="1"/>
              <a:t>for</a:t>
            </a:r>
            <a:r>
              <a:rPr lang="nl-NL"/>
              <a:t> </a:t>
            </a:r>
            <a:r>
              <a:rPr lang="nl-NL" err="1"/>
              <a:t>everyone</a:t>
            </a:r>
            <a:r>
              <a:rPr lang="nl-NL"/>
              <a:t>.</a:t>
            </a:r>
          </a:p>
          <a:p>
            <a:pPr>
              <a:buFont typeface="Arial" panose="020B0604020202020204" pitchFamily="34" charset="0"/>
              <a:buChar char="•"/>
            </a:pPr>
            <a:r>
              <a:rPr lang="nl-NL" err="1"/>
              <a:t>Less</a:t>
            </a:r>
            <a:r>
              <a:rPr lang="nl-NL"/>
              <a:t> </a:t>
            </a:r>
            <a:r>
              <a:rPr lang="nl-NL" err="1"/>
              <a:t>duplication</a:t>
            </a:r>
            <a:r>
              <a:rPr lang="nl-NL"/>
              <a:t> (save disk </a:t>
            </a:r>
            <a:r>
              <a:rPr lang="nl-NL" err="1"/>
              <a:t>space</a:t>
            </a:r>
            <a:r>
              <a:rPr lang="nl-NL"/>
              <a:t>, </a:t>
            </a:r>
            <a:r>
              <a:rPr lang="nl-NL" err="1"/>
              <a:t>reduce</a:t>
            </a:r>
            <a:r>
              <a:rPr lang="nl-NL"/>
              <a:t> </a:t>
            </a:r>
            <a:r>
              <a:rPr lang="nl-NL" err="1"/>
              <a:t>amount</a:t>
            </a:r>
            <a:r>
              <a:rPr lang="nl-NL"/>
              <a:t> of files)</a:t>
            </a:r>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37</a:t>
            </a:fld>
            <a:endParaRPr lang="nl-NL"/>
          </a:p>
        </p:txBody>
      </p:sp>
    </p:spTree>
    <p:extLst>
      <p:ext uri="{BB962C8B-B14F-4D97-AF65-F5344CB8AC3E}">
        <p14:creationId xmlns:p14="http://schemas.microsoft.com/office/powerpoint/2010/main" val="360136205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Reasons to still install your own…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a:t>Module environment does </a:t>
            </a:r>
            <a:r>
              <a:rPr lang="nl-NL" dirty="0" err="1"/>
              <a:t>not</a:t>
            </a:r>
            <a:r>
              <a:rPr lang="nl-NL" dirty="0"/>
              <a:t> </a:t>
            </a:r>
            <a:r>
              <a:rPr lang="nl-NL" dirty="0" err="1"/>
              <a:t>provide</a:t>
            </a:r>
            <a:r>
              <a:rPr lang="nl-NL" dirty="0"/>
              <a:t> </a:t>
            </a:r>
            <a:r>
              <a:rPr lang="nl-NL" dirty="0" err="1"/>
              <a:t>my</a:t>
            </a:r>
            <a:r>
              <a:rPr lang="nl-NL" dirty="0"/>
              <a:t> software at </a:t>
            </a:r>
            <a:r>
              <a:rPr lang="nl-NL" dirty="0" err="1"/>
              <a:t>all</a:t>
            </a:r>
            <a:endParaRPr lang="nl-NL" dirty="0"/>
          </a:p>
          <a:p>
            <a:pPr>
              <a:buFont typeface="Arial" panose="020B0604020202020204" pitchFamily="34" charset="0"/>
              <a:buChar char="•"/>
            </a:pPr>
            <a:r>
              <a:rPr lang="nl-NL" dirty="0"/>
              <a:t>Module environment does </a:t>
            </a:r>
            <a:r>
              <a:rPr lang="nl-NL" dirty="0" err="1"/>
              <a:t>provide</a:t>
            </a:r>
            <a:r>
              <a:rPr lang="nl-NL" dirty="0"/>
              <a:t> </a:t>
            </a:r>
            <a:r>
              <a:rPr lang="nl-NL" dirty="0" err="1"/>
              <a:t>my</a:t>
            </a:r>
            <a:r>
              <a:rPr lang="nl-NL" dirty="0"/>
              <a:t> software, but </a:t>
            </a:r>
            <a:r>
              <a:rPr lang="nl-NL" dirty="0" err="1"/>
              <a:t>not</a:t>
            </a:r>
            <a:r>
              <a:rPr lang="nl-NL" dirty="0"/>
              <a:t> </a:t>
            </a:r>
            <a:r>
              <a:rPr lang="nl-NL" dirty="0" err="1"/>
              <a:t>the</a:t>
            </a:r>
            <a:r>
              <a:rPr lang="nl-NL" dirty="0"/>
              <a:t> </a:t>
            </a:r>
            <a:r>
              <a:rPr lang="nl-NL" dirty="0" err="1"/>
              <a:t>version</a:t>
            </a:r>
            <a:r>
              <a:rPr lang="nl-NL" dirty="0"/>
              <a:t> I want</a:t>
            </a:r>
          </a:p>
          <a:p>
            <a:pPr marL="538163" lvl="1">
              <a:buFont typeface="Arial" panose="020B0604020202020204" pitchFamily="34" charset="0"/>
              <a:buChar char="•"/>
              <a:tabLst>
                <a:tab pos="628650" algn="l"/>
              </a:tabLst>
            </a:pPr>
            <a:r>
              <a:rPr lang="nl-NL" dirty="0"/>
              <a:t>Building </a:t>
            </a:r>
            <a:r>
              <a:rPr lang="nl-NL" dirty="0" err="1"/>
              <a:t>PyTorch</a:t>
            </a:r>
            <a:r>
              <a:rPr lang="nl-NL" dirty="0"/>
              <a:t> / </a:t>
            </a:r>
            <a:r>
              <a:rPr lang="nl-NL" dirty="0" err="1"/>
              <a:t>TensorFlow</a:t>
            </a:r>
            <a:r>
              <a:rPr lang="nl-NL" dirty="0"/>
              <a:t> </a:t>
            </a:r>
            <a:r>
              <a:rPr lang="nl-NL" dirty="0" err="1"/>
              <a:t>from</a:t>
            </a:r>
            <a:r>
              <a:rPr lang="nl-NL" dirty="0"/>
              <a:t> sources is </a:t>
            </a:r>
            <a:r>
              <a:rPr lang="nl-NL" i="1" dirty="0" err="1"/>
              <a:t>hell</a:t>
            </a:r>
            <a:r>
              <a:rPr lang="nl-NL" dirty="0"/>
              <a:t>. </a:t>
            </a:r>
            <a:r>
              <a:rPr lang="nl-NL" dirty="0" err="1"/>
              <a:t>Thus</a:t>
            </a:r>
            <a:r>
              <a:rPr lang="nl-NL" dirty="0"/>
              <a:t>, </a:t>
            </a:r>
            <a:r>
              <a:rPr lang="nl-NL" dirty="0" err="1"/>
              <a:t>the</a:t>
            </a:r>
            <a:r>
              <a:rPr lang="nl-NL" dirty="0"/>
              <a:t> HPC community </a:t>
            </a:r>
            <a:r>
              <a:rPr lang="nl-NL" dirty="0" err="1"/>
              <a:t>always</a:t>
            </a:r>
            <a:r>
              <a:rPr lang="nl-NL" dirty="0"/>
              <a:t> </a:t>
            </a:r>
            <a:r>
              <a:rPr lang="nl-NL" dirty="0" err="1"/>
              <a:t>lags</a:t>
            </a:r>
            <a:r>
              <a:rPr lang="nl-NL" dirty="0"/>
              <a:t> </a:t>
            </a:r>
            <a:r>
              <a:rPr lang="nl-NL" dirty="0" err="1"/>
              <a:t>behind</a:t>
            </a:r>
            <a:r>
              <a:rPr lang="nl-NL" dirty="0"/>
              <a:t> a few </a:t>
            </a:r>
            <a:r>
              <a:rPr lang="nl-NL" dirty="0" err="1"/>
              <a:t>versions</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38</a:t>
            </a:fld>
            <a:endParaRPr lang="nl-NL"/>
          </a:p>
        </p:txBody>
      </p:sp>
    </p:spTree>
    <p:extLst>
      <p:ext uri="{BB962C8B-B14F-4D97-AF65-F5344CB8AC3E}">
        <p14:creationId xmlns:p14="http://schemas.microsoft.com/office/powerpoint/2010/main" val="174617578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Combining virtual environment with modules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buNone/>
            </a:pPr>
            <a:r>
              <a:rPr lang="nl-NL" dirty="0" err="1"/>
              <a:t>What</a:t>
            </a:r>
            <a:r>
              <a:rPr lang="nl-NL" dirty="0"/>
              <a:t> do </a:t>
            </a:r>
            <a:r>
              <a:rPr lang="nl-NL" dirty="0" err="1"/>
              <a:t>you</a:t>
            </a:r>
            <a:r>
              <a:rPr lang="nl-NL" dirty="0"/>
              <a:t> do </a:t>
            </a:r>
            <a:r>
              <a:rPr lang="nl-NL" dirty="0" err="1"/>
              <a:t>if</a:t>
            </a:r>
            <a:r>
              <a:rPr lang="nl-NL" dirty="0"/>
              <a:t> </a:t>
            </a:r>
            <a:r>
              <a:rPr lang="nl-NL" dirty="0" err="1"/>
              <a:t>you</a:t>
            </a:r>
            <a:r>
              <a:rPr lang="nl-NL" dirty="0"/>
              <a:t> </a:t>
            </a:r>
            <a:r>
              <a:rPr lang="nl-NL" dirty="0" err="1"/>
              <a:t>need</a:t>
            </a:r>
            <a:r>
              <a:rPr lang="nl-NL" dirty="0"/>
              <a:t> </a:t>
            </a:r>
            <a:r>
              <a:rPr lang="nl-NL" dirty="0" err="1"/>
              <a:t>additional</a:t>
            </a:r>
            <a:r>
              <a:rPr lang="nl-NL" dirty="0"/>
              <a:t> Python packages? </a:t>
            </a:r>
          </a:p>
          <a:p>
            <a:pPr>
              <a:buFont typeface="Arial" panose="020B0604020202020204" pitchFamily="34" charset="0"/>
              <a:buChar char="•"/>
            </a:pPr>
            <a:r>
              <a:rPr lang="nl-NL" dirty="0"/>
              <a:t>Load </a:t>
            </a:r>
            <a:r>
              <a:rPr lang="nl-NL" dirty="0" err="1"/>
              <a:t>whatever</a:t>
            </a:r>
            <a:r>
              <a:rPr lang="nl-NL" dirty="0"/>
              <a:t> </a:t>
            </a:r>
            <a:r>
              <a:rPr lang="nl-NL" dirty="0" err="1"/>
              <a:t>you</a:t>
            </a:r>
            <a:r>
              <a:rPr lang="nl-NL" dirty="0"/>
              <a:t> </a:t>
            </a:r>
            <a:r>
              <a:rPr lang="nl-NL" dirty="0" err="1"/>
              <a:t>can</a:t>
            </a:r>
            <a:r>
              <a:rPr lang="nl-NL" dirty="0"/>
              <a:t>/want </a:t>
            </a:r>
            <a:r>
              <a:rPr lang="nl-NL" dirty="0" err="1"/>
              <a:t>to</a:t>
            </a:r>
            <a:r>
              <a:rPr lang="nl-NL" dirty="0"/>
              <a:t> </a:t>
            </a:r>
            <a:r>
              <a:rPr lang="nl-NL" dirty="0" err="1"/>
              <a:t>use</a:t>
            </a:r>
            <a:r>
              <a:rPr lang="nl-NL" dirty="0"/>
              <a:t> </a:t>
            </a:r>
            <a:r>
              <a:rPr lang="nl-NL" dirty="0" err="1"/>
              <a:t>from</a:t>
            </a:r>
            <a:r>
              <a:rPr lang="nl-NL" dirty="0"/>
              <a:t> </a:t>
            </a:r>
            <a:r>
              <a:rPr lang="nl-NL" dirty="0" err="1"/>
              <a:t>the</a:t>
            </a:r>
            <a:r>
              <a:rPr lang="nl-NL" dirty="0"/>
              <a:t> module environment</a:t>
            </a:r>
            <a:endParaRPr lang="nl-NL" dirty="0">
              <a:ea typeface="Calibri"/>
              <a:cs typeface="Calibri"/>
            </a:endParaRPr>
          </a:p>
          <a:p>
            <a:pPr>
              <a:buFont typeface="Arial" panose="020B0604020202020204" pitchFamily="34" charset="0"/>
              <a:buChar char="•"/>
            </a:pPr>
            <a:r>
              <a:rPr lang="nl-NL" err="1"/>
              <a:t>Create</a:t>
            </a:r>
            <a:r>
              <a:rPr lang="nl-NL" dirty="0"/>
              <a:t> a virtual environment </a:t>
            </a:r>
            <a:r>
              <a:rPr lang="nl-NL" err="1"/>
              <a:t>with</a:t>
            </a:r>
            <a:r>
              <a:rPr lang="nl-NL" dirty="0"/>
              <a:t> </a:t>
            </a:r>
            <a:r>
              <a:rPr lang="nl-NL" dirty="0">
                <a:latin typeface="Courier New"/>
                <a:cs typeface="Courier New"/>
              </a:rPr>
              <a:t>python –m </a:t>
            </a:r>
            <a:r>
              <a:rPr lang="nl-NL" err="1">
                <a:latin typeface="Courier New"/>
                <a:cs typeface="Courier New"/>
              </a:rPr>
              <a:t>venv</a:t>
            </a:r>
            <a:r>
              <a:rPr lang="nl-NL" dirty="0">
                <a:latin typeface="Courier New"/>
                <a:cs typeface="Courier New"/>
              </a:rPr>
              <a:t> &lt;</a:t>
            </a:r>
            <a:r>
              <a:rPr lang="nl-NL" err="1">
                <a:latin typeface="Courier New"/>
                <a:cs typeface="Courier New"/>
              </a:rPr>
              <a:t>venv</a:t>
            </a:r>
            <a:r>
              <a:rPr lang="nl-NL" dirty="0">
                <a:latin typeface="Courier New"/>
                <a:cs typeface="Courier New"/>
              </a:rPr>
              <a:t>-name&gt;</a:t>
            </a:r>
            <a:endParaRPr lang="nl-NL" dirty="0">
              <a:latin typeface="Courier New" panose="02070309020205020404" pitchFamily="49" charset="0"/>
              <a:cs typeface="Courier New" panose="02070309020205020404" pitchFamily="49" charset="0"/>
            </a:endParaRPr>
          </a:p>
          <a:p>
            <a:pPr>
              <a:buFont typeface="Arial" panose="020B0604020202020204" pitchFamily="34" charset="0"/>
              <a:buChar char="•"/>
            </a:pPr>
            <a:r>
              <a:rPr lang="nl-NL" dirty="0" err="1"/>
              <a:t>Activate</a:t>
            </a:r>
            <a:r>
              <a:rPr lang="nl-NL" dirty="0"/>
              <a:t> </a:t>
            </a:r>
            <a:r>
              <a:rPr lang="nl-NL" dirty="0" err="1"/>
              <a:t>the</a:t>
            </a:r>
            <a:r>
              <a:rPr lang="nl-NL" dirty="0"/>
              <a:t> virtual environment, </a:t>
            </a:r>
            <a:r>
              <a:rPr lang="nl-NL" dirty="0" err="1"/>
              <a:t>and</a:t>
            </a:r>
            <a:r>
              <a:rPr lang="nl-NL" dirty="0"/>
              <a:t> pip-</a:t>
            </a:r>
            <a:r>
              <a:rPr lang="nl-NL" dirty="0" err="1"/>
              <a:t>install</a:t>
            </a:r>
            <a:r>
              <a:rPr lang="nl-NL" dirty="0"/>
              <a:t> </a:t>
            </a:r>
            <a:r>
              <a:rPr lang="nl-NL" dirty="0" err="1"/>
              <a:t>your</a:t>
            </a:r>
            <a:r>
              <a:rPr lang="nl-NL" dirty="0"/>
              <a:t> </a:t>
            </a:r>
            <a:r>
              <a:rPr lang="nl-NL" dirty="0" err="1"/>
              <a:t>additional</a:t>
            </a:r>
            <a:r>
              <a:rPr lang="nl-NL" dirty="0"/>
              <a:t> package</a:t>
            </a:r>
            <a:endParaRPr lang="nl-NL" dirty="0">
              <a:ea typeface="Calibri"/>
              <a:cs typeface="Calibri"/>
            </a:endParaRPr>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39</a:t>
            </a:fld>
            <a:endParaRPr lang="nl-NL"/>
          </a:p>
        </p:txBody>
      </p:sp>
      <p:pic>
        <p:nvPicPr>
          <p:cNvPr id="6" name="Picture 5" descr="A screenshot of a computer code&#10;&#10;AI-generated content may be incorrect.">
            <a:extLst>
              <a:ext uri="{FF2B5EF4-FFF2-40B4-BE49-F238E27FC236}">
                <a16:creationId xmlns:a16="http://schemas.microsoft.com/office/drawing/2014/main" id="{DFBEC888-B64B-43D2-B19B-697C1375E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4297" y="3836014"/>
            <a:ext cx="5119413" cy="2242575"/>
          </a:xfrm>
          <a:prstGeom prst="rect">
            <a:avLst/>
          </a:prstGeom>
        </p:spPr>
      </p:pic>
    </p:spTree>
    <p:extLst>
      <p:ext uri="{BB962C8B-B14F-4D97-AF65-F5344CB8AC3E}">
        <p14:creationId xmlns:p14="http://schemas.microsoft.com/office/powerpoint/2010/main" val="219919380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More on the module environment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buNone/>
            </a:pPr>
            <a:r>
              <a:rPr lang="nl-NL" dirty="0"/>
              <a:t>See </a:t>
            </a:r>
            <a:r>
              <a:rPr lang="nl-NL" dirty="0">
                <a:hlinkClick r:id="rId2"/>
              </a:rPr>
              <a:t>https://servicedesk.surf.nl/wiki/display/WIKI/Environment+Modules</a:t>
            </a:r>
            <a:r>
              <a:rPr lang="nl-NL" dirty="0"/>
              <a:t> </a:t>
            </a:r>
          </a:p>
          <a:p>
            <a:pPr>
              <a:buFont typeface="Arial" panose="020B0604020202020204" pitchFamily="34" charset="0"/>
              <a:buChar char="•"/>
            </a:pPr>
            <a:r>
              <a:rPr lang="nl-NL" dirty="0"/>
              <a:t>module </a:t>
            </a:r>
            <a:r>
              <a:rPr lang="nl-NL" dirty="0" err="1"/>
              <a:t>avail</a:t>
            </a:r>
            <a:r>
              <a:rPr lang="nl-NL" dirty="0"/>
              <a:t> / module av: show </a:t>
            </a:r>
            <a:r>
              <a:rPr lang="nl-NL" dirty="0" err="1"/>
              <a:t>what</a:t>
            </a:r>
            <a:r>
              <a:rPr lang="nl-NL" dirty="0"/>
              <a:t> modules </a:t>
            </a:r>
            <a:r>
              <a:rPr lang="nl-NL" dirty="0" err="1"/>
              <a:t>can</a:t>
            </a:r>
            <a:r>
              <a:rPr lang="nl-NL" dirty="0"/>
              <a:t> </a:t>
            </a:r>
            <a:r>
              <a:rPr lang="nl-NL" dirty="0" err="1"/>
              <a:t>be</a:t>
            </a:r>
            <a:r>
              <a:rPr lang="nl-NL" dirty="0"/>
              <a:t> </a:t>
            </a:r>
            <a:r>
              <a:rPr lang="nl-NL" dirty="0" err="1"/>
              <a:t>loaded</a:t>
            </a:r>
            <a:endParaRPr lang="nl-NL" dirty="0">
              <a:ea typeface="Calibri"/>
              <a:cs typeface="Calibri"/>
            </a:endParaRPr>
          </a:p>
          <a:p>
            <a:pPr>
              <a:buFont typeface="Arial" panose="020B0604020202020204" pitchFamily="34" charset="0"/>
              <a:buChar char="•"/>
            </a:pPr>
            <a:r>
              <a:rPr lang="nl-NL" dirty="0"/>
              <a:t>module spider &lt;</a:t>
            </a:r>
            <a:r>
              <a:rPr lang="nl-NL" dirty="0" err="1"/>
              <a:t>modulename</a:t>
            </a:r>
            <a:r>
              <a:rPr lang="nl-NL" dirty="0"/>
              <a:t>&gt;: show </a:t>
            </a:r>
            <a:r>
              <a:rPr lang="nl-NL" dirty="0" err="1"/>
              <a:t>what</a:t>
            </a:r>
            <a:r>
              <a:rPr lang="nl-NL" dirty="0"/>
              <a:t> modules </a:t>
            </a:r>
            <a:r>
              <a:rPr lang="nl-NL" dirty="0" err="1"/>
              <a:t>can</a:t>
            </a:r>
            <a:r>
              <a:rPr lang="nl-NL" dirty="0"/>
              <a:t> </a:t>
            </a:r>
            <a:r>
              <a:rPr lang="nl-NL" dirty="0" err="1"/>
              <a:t>be</a:t>
            </a:r>
            <a:r>
              <a:rPr lang="nl-NL" dirty="0"/>
              <a:t> </a:t>
            </a:r>
            <a:r>
              <a:rPr lang="nl-NL" dirty="0" err="1"/>
              <a:t>loaded</a:t>
            </a:r>
            <a:r>
              <a:rPr lang="nl-NL" dirty="0"/>
              <a:t> </a:t>
            </a:r>
            <a:r>
              <a:rPr lang="nl-NL" dirty="0" err="1"/>
              <a:t>after</a:t>
            </a:r>
            <a:r>
              <a:rPr lang="nl-NL" dirty="0"/>
              <a:t> </a:t>
            </a:r>
            <a:r>
              <a:rPr lang="nl-NL" dirty="0" err="1"/>
              <a:t>other</a:t>
            </a:r>
            <a:r>
              <a:rPr lang="nl-NL" dirty="0"/>
              <a:t> modules (e.g. 2023) are </a:t>
            </a:r>
            <a:r>
              <a:rPr lang="nl-NL" dirty="0" err="1"/>
              <a:t>loaded</a:t>
            </a:r>
            <a:r>
              <a:rPr lang="nl-NL" dirty="0"/>
              <a:t> first</a:t>
            </a:r>
            <a:endParaRPr lang="nl-NL" dirty="0">
              <a:ea typeface="Calibri"/>
              <a:cs typeface="Calibri"/>
            </a:endParaRPr>
          </a:p>
          <a:p>
            <a:pPr>
              <a:buFont typeface="Arial" panose="020B0604020202020204" pitchFamily="34" charset="0"/>
              <a:buChar char="•"/>
            </a:pPr>
            <a:r>
              <a:rPr lang="nl-NL" dirty="0"/>
              <a:t>module load &lt;</a:t>
            </a:r>
            <a:r>
              <a:rPr lang="nl-NL" dirty="0" err="1"/>
              <a:t>modulename</a:t>
            </a:r>
            <a:r>
              <a:rPr lang="nl-NL" dirty="0"/>
              <a:t>&gt;: load a module</a:t>
            </a:r>
            <a:endParaRPr lang="nl-NL" dirty="0">
              <a:ea typeface="Calibri"/>
              <a:cs typeface="Calibri"/>
            </a:endParaRPr>
          </a:p>
          <a:p>
            <a:pPr>
              <a:buFont typeface="Arial" panose="020B0604020202020204" pitchFamily="34" charset="0"/>
              <a:buChar char="•"/>
            </a:pPr>
            <a:r>
              <a:rPr lang="nl-NL" dirty="0"/>
              <a:t>module display / module show &lt;</a:t>
            </a:r>
            <a:r>
              <a:rPr lang="nl-NL" dirty="0" err="1"/>
              <a:t>modulename</a:t>
            </a:r>
            <a:r>
              <a:rPr lang="nl-NL" dirty="0"/>
              <a:t>&gt;: prints </a:t>
            </a:r>
            <a:r>
              <a:rPr lang="nl-NL" dirty="0" err="1"/>
              <a:t>the</a:t>
            </a:r>
            <a:r>
              <a:rPr lang="nl-NL" dirty="0"/>
              <a:t> </a:t>
            </a:r>
            <a:r>
              <a:rPr lang="nl-NL" dirty="0" err="1"/>
              <a:t>lua</a:t>
            </a:r>
            <a:r>
              <a:rPr lang="nl-NL" dirty="0"/>
              <a:t> script </a:t>
            </a:r>
            <a:r>
              <a:rPr lang="nl-NL" dirty="0" err="1"/>
              <a:t>that</a:t>
            </a:r>
            <a:r>
              <a:rPr lang="nl-NL" dirty="0"/>
              <a:t> a ‘module load’ </a:t>
            </a:r>
            <a:r>
              <a:rPr lang="nl-NL" dirty="0" err="1"/>
              <a:t>will</a:t>
            </a:r>
            <a:r>
              <a:rPr lang="nl-NL" dirty="0"/>
              <a:t> </a:t>
            </a:r>
            <a:r>
              <a:rPr lang="nl-NL" dirty="0" err="1"/>
              <a:t>execute</a:t>
            </a:r>
            <a:endParaRPr lang="nl-NL" dirty="0">
              <a:ea typeface="Calibri"/>
              <a:cs typeface="Calibri"/>
            </a:endParaRPr>
          </a:p>
          <a:p>
            <a:pPr>
              <a:buFont typeface="Arial" panose="020B0604020202020204" pitchFamily="34" charset="0"/>
              <a:buChar char="•"/>
            </a:pPr>
            <a:r>
              <a:rPr lang="nl-NL" dirty="0"/>
              <a:t>module </a:t>
            </a:r>
            <a:r>
              <a:rPr lang="nl-NL" dirty="0" err="1"/>
              <a:t>unload</a:t>
            </a:r>
            <a:r>
              <a:rPr lang="nl-NL" dirty="0"/>
              <a:t> &lt;</a:t>
            </a:r>
            <a:r>
              <a:rPr lang="nl-NL" dirty="0" err="1"/>
              <a:t>modulename</a:t>
            </a:r>
            <a:r>
              <a:rPr lang="nl-NL" dirty="0"/>
              <a:t>&gt;: </a:t>
            </a:r>
            <a:r>
              <a:rPr lang="nl-NL" dirty="0" err="1"/>
              <a:t>unload</a:t>
            </a:r>
            <a:r>
              <a:rPr lang="nl-NL" dirty="0"/>
              <a:t> a module</a:t>
            </a:r>
            <a:endParaRPr lang="nl-NL" dirty="0">
              <a:ea typeface="Calibri"/>
              <a:cs typeface="Calibri"/>
            </a:endParaRPr>
          </a:p>
          <a:p>
            <a:pPr>
              <a:buFont typeface="Arial" panose="020B0604020202020204" pitchFamily="34" charset="0"/>
              <a:buChar char="•"/>
            </a:pPr>
            <a:r>
              <a:rPr lang="nl-NL" dirty="0"/>
              <a:t>module list: show </a:t>
            </a:r>
            <a:r>
              <a:rPr lang="nl-NL" dirty="0" err="1"/>
              <a:t>currently</a:t>
            </a:r>
            <a:r>
              <a:rPr lang="nl-NL" dirty="0"/>
              <a:t> </a:t>
            </a:r>
            <a:r>
              <a:rPr lang="nl-NL" dirty="0" err="1"/>
              <a:t>loaded</a:t>
            </a:r>
            <a:r>
              <a:rPr lang="nl-NL" dirty="0"/>
              <a:t> modules</a:t>
            </a:r>
            <a:endParaRPr lang="nl-NL" dirty="0">
              <a:ea typeface="Calibri"/>
              <a:cs typeface="Calibri"/>
            </a:endParaRPr>
          </a:p>
          <a:p>
            <a:pPr>
              <a:buFont typeface="Arial" panose="020B0604020202020204" pitchFamily="34" charset="0"/>
              <a:buChar char="•"/>
            </a:pPr>
            <a:r>
              <a:rPr lang="nl-NL" dirty="0"/>
              <a:t>module purge: </a:t>
            </a:r>
            <a:r>
              <a:rPr lang="nl-NL" dirty="0" err="1"/>
              <a:t>unload</a:t>
            </a:r>
            <a:r>
              <a:rPr lang="nl-NL" dirty="0"/>
              <a:t> </a:t>
            </a:r>
            <a:r>
              <a:rPr lang="nl-NL" dirty="0" err="1"/>
              <a:t>all</a:t>
            </a:r>
            <a:r>
              <a:rPr lang="nl-NL" dirty="0"/>
              <a:t> modules</a:t>
            </a:r>
            <a:endParaRPr lang="nl-NL" dirty="0">
              <a:ea typeface="Calibri"/>
              <a:cs typeface="Calibri"/>
            </a:endParaRPr>
          </a:p>
          <a:p>
            <a:pPr>
              <a:buFont typeface="Arial" panose="020B0604020202020204" pitchFamily="34" charset="0"/>
              <a:buChar char="•"/>
            </a:pPr>
            <a:endParaRPr lang="nl-NL"/>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40</a:t>
            </a:fld>
            <a:endParaRPr lang="nl-NL"/>
          </a:p>
        </p:txBody>
      </p:sp>
    </p:spTree>
    <p:extLst>
      <p:ext uri="{BB962C8B-B14F-4D97-AF65-F5344CB8AC3E}">
        <p14:creationId xmlns:p14="http://schemas.microsoft.com/office/powerpoint/2010/main" val="303833761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Requests for additional modules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vert="horz" lIns="0" tIns="0" rIns="0" bIns="0" rtlCol="0" anchor="t">
            <a:noAutofit/>
          </a:bodyPr>
          <a:lstStyle/>
          <a:p>
            <a:pPr marL="0" indent="0">
              <a:buNone/>
            </a:pPr>
            <a:r>
              <a:rPr lang="nl-NL" dirty="0"/>
              <a:t>See </a:t>
            </a:r>
            <a:r>
              <a:rPr lang="nl-NL" dirty="0" err="1"/>
              <a:t>our</a:t>
            </a:r>
            <a:r>
              <a:rPr lang="nl-NL" dirty="0"/>
              <a:t> module policy at </a:t>
            </a:r>
            <a:r>
              <a:rPr lang="nl-NL" dirty="0">
                <a:ea typeface="+mn-lt"/>
                <a:cs typeface="+mn-lt"/>
              </a:rPr>
              <a:t>https://servicedesk.surf.nl/wiki/display/WIKI/Software+policy+Snellius</a:t>
            </a:r>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41</a:t>
            </a:fld>
            <a:endParaRPr lang="nl-NL"/>
          </a:p>
        </p:txBody>
      </p:sp>
    </p:spTree>
    <p:extLst>
      <p:ext uri="{BB962C8B-B14F-4D97-AF65-F5344CB8AC3E}">
        <p14:creationId xmlns:p14="http://schemas.microsoft.com/office/powerpoint/2010/main" val="80806957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Why is conda used so much?</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Anaconda is </a:t>
            </a:r>
            <a:r>
              <a:rPr lang="nl-NL" dirty="0" err="1"/>
              <a:t>used</a:t>
            </a:r>
            <a:r>
              <a:rPr lang="nl-NL" dirty="0"/>
              <a:t> </a:t>
            </a:r>
            <a:r>
              <a:rPr lang="nl-NL" dirty="0" err="1"/>
              <a:t>widely</a:t>
            </a:r>
            <a:r>
              <a:rPr lang="nl-NL" dirty="0"/>
              <a:t> </a:t>
            </a:r>
            <a:r>
              <a:rPr lang="nl-NL" dirty="0" err="1"/>
              <a:t>accross</a:t>
            </a:r>
            <a:r>
              <a:rPr lang="nl-NL" dirty="0"/>
              <a:t> </a:t>
            </a:r>
            <a:r>
              <a:rPr lang="nl-NL" dirty="0" err="1"/>
              <a:t>scientific</a:t>
            </a:r>
            <a:r>
              <a:rPr lang="nl-NL" dirty="0"/>
              <a:t> </a:t>
            </a:r>
            <a:r>
              <a:rPr lang="nl-NL" dirty="0" err="1"/>
              <a:t>domains</a:t>
            </a:r>
            <a:r>
              <a:rPr lang="nl-NL" dirty="0"/>
              <a:t>. </a:t>
            </a:r>
            <a:r>
              <a:rPr lang="nl-NL" dirty="0" err="1"/>
              <a:t>Why</a:t>
            </a:r>
            <a:r>
              <a:rPr lang="nl-NL" dirty="0"/>
              <a:t>?</a:t>
            </a:r>
          </a:p>
          <a:p>
            <a:pPr>
              <a:buFont typeface="Arial" panose="020B0604020202020204" pitchFamily="34" charset="0"/>
              <a:buChar char="•"/>
            </a:pPr>
            <a:r>
              <a:rPr lang="nl-NL" dirty="0"/>
              <a:t>Python virtual environments is </a:t>
            </a:r>
            <a:r>
              <a:rPr lang="nl-NL" dirty="0" err="1"/>
              <a:t>limited</a:t>
            </a:r>
            <a:r>
              <a:rPr lang="nl-NL" dirty="0"/>
              <a:t> </a:t>
            </a:r>
            <a:r>
              <a:rPr lang="nl-NL" dirty="0" err="1"/>
              <a:t>to</a:t>
            </a:r>
            <a:r>
              <a:rPr lang="nl-NL" dirty="0"/>
              <a:t> managing Python packages. </a:t>
            </a:r>
            <a:r>
              <a:rPr lang="nl-NL" dirty="0" err="1"/>
              <a:t>Conda</a:t>
            </a:r>
            <a:r>
              <a:rPr lang="nl-NL" dirty="0"/>
              <a:t> </a:t>
            </a:r>
            <a:r>
              <a:rPr lang="nl-NL" dirty="0" err="1"/>
              <a:t>also</a:t>
            </a:r>
            <a:r>
              <a:rPr lang="nl-NL" dirty="0"/>
              <a:t> </a:t>
            </a:r>
            <a:r>
              <a:rPr lang="nl-NL" dirty="0" err="1"/>
              <a:t>manages</a:t>
            </a:r>
            <a:r>
              <a:rPr lang="nl-NL" dirty="0"/>
              <a:t> non-Python </a:t>
            </a:r>
            <a:r>
              <a:rPr lang="nl-NL" dirty="0" err="1"/>
              <a:t>installations</a:t>
            </a:r>
            <a:r>
              <a:rPr lang="nl-NL" dirty="0"/>
              <a:t> (e.g. CUDA)</a:t>
            </a:r>
          </a:p>
          <a:p>
            <a:pPr marL="512763" lvl="1">
              <a:buFont typeface="Arial" panose="020B0604020202020204" pitchFamily="34" charset="0"/>
              <a:buChar char="•"/>
            </a:pPr>
            <a:r>
              <a:rPr lang="nl-NL" dirty="0" err="1"/>
              <a:t>This</a:t>
            </a:r>
            <a:r>
              <a:rPr lang="nl-NL" dirty="0"/>
              <a:t> leads </a:t>
            </a:r>
            <a:r>
              <a:rPr lang="nl-NL" dirty="0" err="1"/>
              <a:t>to</a:t>
            </a:r>
            <a:r>
              <a:rPr lang="nl-NL" dirty="0"/>
              <a:t> </a:t>
            </a:r>
            <a:r>
              <a:rPr lang="nl-NL" dirty="0" err="1"/>
              <a:t>better</a:t>
            </a:r>
            <a:r>
              <a:rPr lang="nl-NL" dirty="0"/>
              <a:t> </a:t>
            </a:r>
            <a:r>
              <a:rPr lang="nl-NL" dirty="0" err="1"/>
              <a:t>reproducibility</a:t>
            </a:r>
            <a:r>
              <a:rPr lang="nl-NL" dirty="0"/>
              <a:t> </a:t>
            </a:r>
            <a:r>
              <a:rPr lang="nl-NL" dirty="0" err="1"/>
              <a:t>and</a:t>
            </a:r>
            <a:r>
              <a:rPr lang="nl-NL" dirty="0"/>
              <a:t> </a:t>
            </a:r>
            <a:r>
              <a:rPr lang="nl-NL" dirty="0" err="1"/>
              <a:t>less</a:t>
            </a:r>
            <a:r>
              <a:rPr lang="nl-NL" dirty="0"/>
              <a:t> issues </a:t>
            </a:r>
            <a:r>
              <a:rPr lang="nl-NL" dirty="0" err="1"/>
              <a:t>with</a:t>
            </a:r>
            <a:r>
              <a:rPr lang="nl-NL" dirty="0"/>
              <a:t> missing </a:t>
            </a:r>
            <a:r>
              <a:rPr lang="nl-NL" dirty="0" err="1"/>
              <a:t>libraries</a:t>
            </a:r>
            <a:r>
              <a:rPr lang="nl-NL" dirty="0"/>
              <a:t>, </a:t>
            </a:r>
            <a:r>
              <a:rPr lang="nl-NL" dirty="0" err="1"/>
              <a:t>particularly</a:t>
            </a:r>
            <a:r>
              <a:rPr lang="nl-NL" dirty="0"/>
              <a:t> </a:t>
            </a:r>
            <a:r>
              <a:rPr lang="nl-NL" dirty="0" err="1"/>
              <a:t>for</a:t>
            </a:r>
            <a:r>
              <a:rPr lang="nl-NL" dirty="0"/>
              <a:t> novice users</a:t>
            </a:r>
          </a:p>
          <a:p>
            <a:pPr>
              <a:buFont typeface="Arial" panose="020B0604020202020204" pitchFamily="34" charset="0"/>
              <a:buChar char="•"/>
            </a:pPr>
            <a:r>
              <a:rPr lang="nl-NL" dirty="0" err="1"/>
              <a:t>Many</a:t>
            </a:r>
            <a:r>
              <a:rPr lang="nl-NL" dirty="0"/>
              <a:t> </a:t>
            </a:r>
            <a:r>
              <a:rPr lang="nl-NL" dirty="0" err="1"/>
              <a:t>instructions</a:t>
            </a:r>
            <a:r>
              <a:rPr lang="nl-NL" dirty="0"/>
              <a:t> </a:t>
            </a:r>
            <a:r>
              <a:rPr lang="nl-NL" dirty="0" err="1"/>
              <a:t>for</a:t>
            </a:r>
            <a:r>
              <a:rPr lang="nl-NL" dirty="0"/>
              <a:t> software </a:t>
            </a:r>
            <a:r>
              <a:rPr lang="nl-NL" dirty="0" err="1"/>
              <a:t>installation</a:t>
            </a:r>
            <a:r>
              <a:rPr lang="nl-NL" dirty="0"/>
              <a:t> </a:t>
            </a:r>
            <a:r>
              <a:rPr lang="nl-NL" dirty="0" err="1"/>
              <a:t>reference</a:t>
            </a:r>
            <a:r>
              <a:rPr lang="nl-NL" dirty="0"/>
              <a:t> </a:t>
            </a:r>
            <a:r>
              <a:rPr lang="nl-NL" dirty="0" err="1"/>
              <a:t>conda</a:t>
            </a:r>
            <a:endParaRPr lang="nl-NL" dirty="0"/>
          </a:p>
          <a:p>
            <a:pPr>
              <a:buFont typeface="Arial" panose="020B0604020202020204" pitchFamily="34" charset="0"/>
              <a:buChar char="•"/>
            </a:pPr>
            <a:r>
              <a:rPr lang="nl-NL" dirty="0" err="1"/>
              <a:t>Conda</a:t>
            </a:r>
            <a:r>
              <a:rPr lang="nl-NL" dirty="0"/>
              <a:t> does proper </a:t>
            </a:r>
            <a:r>
              <a:rPr lang="nl-NL" dirty="0" err="1"/>
              <a:t>dependency</a:t>
            </a:r>
            <a:r>
              <a:rPr lang="nl-NL" dirty="0"/>
              <a:t> </a:t>
            </a:r>
            <a:r>
              <a:rPr lang="nl-NL" dirty="0" err="1"/>
              <a:t>resolution</a:t>
            </a:r>
            <a:r>
              <a:rPr lang="nl-NL" dirty="0"/>
              <a:t> (pip </a:t>
            </a:r>
            <a:r>
              <a:rPr lang="nl-NL" dirty="0" err="1"/>
              <a:t>doesn’t</a:t>
            </a:r>
            <a:r>
              <a:rPr lang="nl-NL" dirty="0"/>
              <a:t>) </a:t>
            </a:r>
            <a:r>
              <a:rPr lang="nl-NL" dirty="0" err="1"/>
              <a:t>to</a:t>
            </a:r>
            <a:r>
              <a:rPr lang="nl-NL" dirty="0"/>
              <a:t> </a:t>
            </a:r>
            <a:r>
              <a:rPr lang="nl-NL" dirty="0" err="1"/>
              <a:t>figure</a:t>
            </a:r>
            <a:r>
              <a:rPr lang="nl-NL" dirty="0"/>
              <a:t> out </a:t>
            </a:r>
            <a:r>
              <a:rPr lang="nl-NL" dirty="0" err="1"/>
              <a:t>if</a:t>
            </a:r>
            <a:r>
              <a:rPr lang="nl-NL" dirty="0"/>
              <a:t> </a:t>
            </a:r>
            <a:r>
              <a:rPr lang="nl-NL" dirty="0" err="1"/>
              <a:t>all</a:t>
            </a:r>
            <a:r>
              <a:rPr lang="nl-NL" dirty="0"/>
              <a:t> packages in </a:t>
            </a:r>
            <a:r>
              <a:rPr lang="nl-NL" dirty="0" err="1"/>
              <a:t>an</a:t>
            </a:r>
            <a:r>
              <a:rPr lang="nl-NL" dirty="0"/>
              <a:t> environment are compatible. </a:t>
            </a:r>
          </a:p>
          <a:p>
            <a:pPr marL="512763" lvl="1">
              <a:buFont typeface="Arial" panose="020B0604020202020204" pitchFamily="34" charset="0"/>
              <a:buChar char="•"/>
              <a:tabLst>
                <a:tab pos="512763" algn="l"/>
              </a:tabLst>
            </a:pPr>
            <a:r>
              <a:rPr lang="nl-NL" dirty="0" err="1"/>
              <a:t>If</a:t>
            </a:r>
            <a:r>
              <a:rPr lang="nl-NL" dirty="0"/>
              <a:t> package A is </a:t>
            </a:r>
            <a:r>
              <a:rPr lang="nl-NL" dirty="0" err="1"/>
              <a:t>used</a:t>
            </a:r>
            <a:r>
              <a:rPr lang="nl-NL" dirty="0"/>
              <a:t> as </a:t>
            </a:r>
            <a:r>
              <a:rPr lang="nl-NL" dirty="0" err="1"/>
              <a:t>dependency</a:t>
            </a:r>
            <a:r>
              <a:rPr lang="nl-NL" dirty="0"/>
              <a:t> </a:t>
            </a:r>
            <a:r>
              <a:rPr lang="nl-NL" dirty="0" err="1"/>
              <a:t>by</a:t>
            </a:r>
            <a:r>
              <a:rPr lang="nl-NL" dirty="0"/>
              <a:t> packages B </a:t>
            </a:r>
            <a:r>
              <a:rPr lang="nl-NL" dirty="0" err="1"/>
              <a:t>and</a:t>
            </a:r>
            <a:r>
              <a:rPr lang="nl-NL" dirty="0"/>
              <a:t> C, </a:t>
            </a:r>
            <a:r>
              <a:rPr lang="nl-NL" dirty="0" err="1"/>
              <a:t>and</a:t>
            </a:r>
            <a:r>
              <a:rPr lang="nl-NL" dirty="0"/>
              <a:t> </a:t>
            </a:r>
            <a:r>
              <a:rPr lang="nl-NL" dirty="0" err="1"/>
              <a:t>those</a:t>
            </a:r>
            <a:r>
              <a:rPr lang="nl-NL" dirty="0"/>
              <a:t> package have </a:t>
            </a:r>
            <a:r>
              <a:rPr lang="nl-NL" dirty="0" err="1"/>
              <a:t>version</a:t>
            </a:r>
            <a:r>
              <a:rPr lang="nl-NL" dirty="0"/>
              <a:t> </a:t>
            </a:r>
            <a:r>
              <a:rPr lang="nl-NL" dirty="0" err="1"/>
              <a:t>requirements</a:t>
            </a:r>
            <a:r>
              <a:rPr lang="nl-NL" dirty="0"/>
              <a:t> A &lt; 2.0 </a:t>
            </a:r>
            <a:r>
              <a:rPr lang="nl-NL" dirty="0" err="1"/>
              <a:t>and</a:t>
            </a:r>
            <a:r>
              <a:rPr lang="nl-NL" dirty="0"/>
              <a:t> A &gt; 2.5, </a:t>
            </a:r>
            <a:r>
              <a:rPr lang="nl-NL" dirty="0" err="1"/>
              <a:t>conda</a:t>
            </a:r>
            <a:r>
              <a:rPr lang="nl-NL" dirty="0"/>
              <a:t> </a:t>
            </a:r>
            <a:r>
              <a:rPr lang="nl-NL" dirty="0" err="1"/>
              <a:t>will</a:t>
            </a:r>
            <a:r>
              <a:rPr lang="nl-NL" dirty="0"/>
              <a:t> </a:t>
            </a:r>
            <a:r>
              <a:rPr lang="nl-NL" dirty="0" err="1"/>
              <a:t>simply</a:t>
            </a:r>
            <a:r>
              <a:rPr lang="nl-NL" dirty="0"/>
              <a:t> error out </a:t>
            </a:r>
            <a:r>
              <a:rPr lang="nl-NL" dirty="0" err="1"/>
              <a:t>and</a:t>
            </a:r>
            <a:r>
              <a:rPr lang="nl-NL" dirty="0"/>
              <a:t> </a:t>
            </a:r>
            <a:r>
              <a:rPr lang="nl-NL" dirty="0" err="1"/>
              <a:t>tell</a:t>
            </a:r>
            <a:r>
              <a:rPr lang="nl-NL" dirty="0"/>
              <a:t> </a:t>
            </a:r>
            <a:r>
              <a:rPr lang="nl-NL" dirty="0" err="1"/>
              <a:t>you</a:t>
            </a:r>
            <a:r>
              <a:rPr lang="nl-NL" dirty="0"/>
              <a:t> </a:t>
            </a:r>
            <a:r>
              <a:rPr lang="nl-NL" dirty="0" err="1"/>
              <a:t>it’s</a:t>
            </a:r>
            <a:r>
              <a:rPr lang="nl-NL" dirty="0"/>
              <a:t> </a:t>
            </a:r>
            <a:r>
              <a:rPr lang="nl-NL" dirty="0" err="1"/>
              <a:t>impossible</a:t>
            </a:r>
            <a:r>
              <a:rPr lang="nl-NL" dirty="0"/>
              <a:t> </a:t>
            </a:r>
            <a:r>
              <a:rPr lang="nl-NL" dirty="0" err="1"/>
              <a:t>to</a:t>
            </a:r>
            <a:r>
              <a:rPr lang="nl-NL" dirty="0"/>
              <a:t> </a:t>
            </a:r>
            <a:r>
              <a:rPr lang="nl-NL" dirty="0" err="1"/>
              <a:t>satisfy</a:t>
            </a:r>
            <a:r>
              <a:rPr lang="nl-NL" dirty="0"/>
              <a:t> </a:t>
            </a:r>
            <a:r>
              <a:rPr lang="nl-NL" dirty="0" err="1"/>
              <a:t>both</a:t>
            </a:r>
            <a:r>
              <a:rPr lang="nl-NL" dirty="0"/>
              <a:t> </a:t>
            </a:r>
            <a:r>
              <a:rPr lang="nl-NL" dirty="0" err="1"/>
              <a:t>requirements</a:t>
            </a:r>
            <a:r>
              <a:rPr lang="nl-NL" dirty="0"/>
              <a:t>. Pip </a:t>
            </a:r>
            <a:r>
              <a:rPr lang="nl-NL" dirty="0" err="1"/>
              <a:t>will</a:t>
            </a:r>
            <a:r>
              <a:rPr lang="nl-NL" dirty="0"/>
              <a:t> </a:t>
            </a:r>
            <a:r>
              <a:rPr lang="nl-NL" dirty="0" err="1"/>
              <a:t>install</a:t>
            </a:r>
            <a:r>
              <a:rPr lang="nl-NL" dirty="0"/>
              <a:t> A &lt; 2.0 </a:t>
            </a:r>
            <a:r>
              <a:rPr lang="nl-NL" dirty="0" err="1"/>
              <a:t>and</a:t>
            </a:r>
            <a:r>
              <a:rPr lang="nl-NL" dirty="0"/>
              <a:t> </a:t>
            </a:r>
            <a:r>
              <a:rPr lang="nl-NL" dirty="0" err="1"/>
              <a:t>then</a:t>
            </a:r>
            <a:r>
              <a:rPr lang="nl-NL" dirty="0"/>
              <a:t> </a:t>
            </a:r>
            <a:r>
              <a:rPr lang="nl-NL" dirty="0" err="1"/>
              <a:t>overwrite</a:t>
            </a:r>
            <a:r>
              <a:rPr lang="nl-NL" dirty="0"/>
              <a:t> </a:t>
            </a:r>
            <a:r>
              <a:rPr lang="nl-NL" dirty="0" err="1"/>
              <a:t>with</a:t>
            </a:r>
            <a:r>
              <a:rPr lang="nl-NL" dirty="0"/>
              <a:t> A &gt; 2.5.</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42</a:t>
            </a:fld>
            <a:endParaRPr lang="nl-NL"/>
          </a:p>
        </p:txBody>
      </p:sp>
    </p:spTree>
    <p:extLst>
      <p:ext uri="{BB962C8B-B14F-4D97-AF65-F5344CB8AC3E}">
        <p14:creationId xmlns:p14="http://schemas.microsoft.com/office/powerpoint/2010/main" val="65509251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Conda</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593229"/>
          </a:xfrm>
        </p:spPr>
        <p:txBody>
          <a:bodyPr/>
          <a:lstStyle/>
          <a:p>
            <a:pPr marL="0" indent="0">
              <a:buNone/>
            </a:pPr>
            <a:r>
              <a:rPr lang="nl-NL" sz="1800"/>
              <a:t>So, why is conda bad on HPC systems?</a:t>
            </a:r>
          </a:p>
          <a:p>
            <a:pPr>
              <a:buFont typeface="Arial" panose="020B0604020202020204" pitchFamily="34" charset="0"/>
              <a:buChar char="•"/>
            </a:pPr>
            <a:r>
              <a:rPr lang="nl-NL" sz="1800"/>
              <a:t>Conda uses generically optimized binaries =&gt; (potentially) bad for performance</a:t>
            </a:r>
          </a:p>
          <a:p>
            <a:pPr>
              <a:buFont typeface="Arial" panose="020B0604020202020204" pitchFamily="34" charset="0"/>
              <a:buChar char="•"/>
            </a:pPr>
            <a:r>
              <a:rPr lang="nl-NL" sz="1800"/>
              <a:t>Conda makes incorrect assumption about the location of system libraries =&gt; Still issues at runtime</a:t>
            </a:r>
          </a:p>
          <a:p>
            <a:pPr>
              <a:buFont typeface="Arial" panose="020B0604020202020204" pitchFamily="34" charset="0"/>
              <a:buChar char="•"/>
            </a:pPr>
            <a:r>
              <a:rPr lang="nl-NL" sz="1800"/>
              <a:t>Conda virtual environments produce enormous amounts of files, easily half your file quotum on an HPC system</a:t>
            </a:r>
          </a:p>
          <a:p>
            <a:pPr marL="512763" lvl="1">
              <a:buFont typeface="Arial" panose="020B0604020202020204" pitchFamily="34" charset="0"/>
              <a:buChar char="•"/>
            </a:pPr>
            <a:r>
              <a:rPr lang="nl-NL" sz="1800"/>
              <a:t>Many small files are hard to handle for HPC file systems, we’ll get back to this</a:t>
            </a:r>
          </a:p>
          <a:p>
            <a:pPr marL="512763" lvl="1">
              <a:buFont typeface="Arial" panose="020B0604020202020204" pitchFamily="34" charset="0"/>
              <a:buChar char="•"/>
            </a:pPr>
            <a:r>
              <a:rPr lang="nl-NL" sz="1800"/>
              <a:t>Conda on LUMI (largest EU system) is only allowed in a container… </a:t>
            </a:r>
            <a:r>
              <a:rPr lang="nl-NL" sz="1800">
                <a:hlinkClick r:id="rId2"/>
              </a:rPr>
              <a:t>https://docs.lumi-supercomputer.eu/software/installing/container-wrapper/</a:t>
            </a:r>
            <a:r>
              <a:rPr lang="nl-NL" sz="1800"/>
              <a:t> </a:t>
            </a:r>
          </a:p>
          <a:p>
            <a:pPr>
              <a:buFont typeface="Arial" panose="020B0604020202020204" pitchFamily="34" charset="0"/>
              <a:buChar char="•"/>
            </a:pPr>
            <a:r>
              <a:rPr lang="nl-NL" sz="1800"/>
              <a:t>Conda modifies the </a:t>
            </a:r>
            <a:r>
              <a:rPr lang="nl-NL" sz="1800">
                <a:latin typeface="Courier New" panose="02070309020205020404" pitchFamily="49" charset="0"/>
                <a:cs typeface="Courier New" panose="02070309020205020404" pitchFamily="49" charset="0"/>
              </a:rPr>
              <a:t>.bashrc </a:t>
            </a:r>
            <a:r>
              <a:rPr lang="nl-NL" sz="1800"/>
              <a:t>file, which can easily cause conflicts or uninteded effects</a:t>
            </a:r>
          </a:p>
          <a:p>
            <a:pPr>
              <a:buFont typeface="Arial" panose="020B0604020202020204" pitchFamily="34" charset="0"/>
              <a:buChar char="•"/>
            </a:pPr>
            <a:r>
              <a:rPr lang="nl-NL" sz="1800"/>
              <a:t>Conda environments are hard to support</a:t>
            </a:r>
          </a:p>
          <a:p>
            <a:pPr marL="512763" lvl="1">
              <a:buFont typeface="Arial" panose="020B0604020202020204" pitchFamily="34" charset="0"/>
              <a:buChar char="•"/>
              <a:tabLst>
                <a:tab pos="512763" algn="l"/>
              </a:tabLst>
            </a:pPr>
            <a:r>
              <a:rPr lang="nl-NL" sz="1800"/>
              <a:t>Each conda environment is a full software stack. Each user might have multiple conda environments (i.e. multiple complete stacks). We simply cannot support all of those</a:t>
            </a:r>
          </a:p>
          <a:p>
            <a:pPr marL="0" lvl="1" indent="0">
              <a:buNone/>
              <a:tabLst>
                <a:tab pos="512763" algn="l"/>
              </a:tabLst>
            </a:pPr>
            <a:r>
              <a:rPr lang="nl-NL" sz="1800"/>
              <a:t>See e.g. </a:t>
            </a:r>
            <a:r>
              <a:rPr lang="nl-NL" sz="1800">
                <a:hlinkClick r:id="rId3"/>
              </a:rPr>
              <a:t>https://docs.alliancecan.ca/wiki/Anaconda/en</a:t>
            </a:r>
            <a:r>
              <a:rPr lang="nl-NL" sz="180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43</a:t>
            </a:fld>
            <a:endParaRPr lang="nl-NL"/>
          </a:p>
        </p:txBody>
      </p:sp>
    </p:spTree>
    <p:extLst>
      <p:ext uri="{BB962C8B-B14F-4D97-AF65-F5344CB8AC3E}">
        <p14:creationId xmlns:p14="http://schemas.microsoft.com/office/powerpoint/2010/main" val="183048344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Containers…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a:hlinkClick r:id="rId2"/>
              </a:rPr>
              <a:t>https://docs.alliancecan.ca/wiki/Singularity</a:t>
            </a:r>
            <a:endParaRPr lang="nl-NL"/>
          </a:p>
          <a:p>
            <a:pPr marL="0" indent="0">
              <a:buNone/>
            </a:pPr>
            <a:r>
              <a:rPr lang="nl-NL"/>
              <a:t>Containers are ok-ish on HPC systems. Some remarks </a:t>
            </a:r>
          </a:p>
          <a:p>
            <a:pPr>
              <a:buFont typeface="Arial" panose="020B0604020202020204" pitchFamily="34" charset="0"/>
              <a:buChar char="•"/>
            </a:pPr>
            <a:r>
              <a:rPr lang="nl-NL"/>
              <a:t>Containers are nice for HPC file systems, since they save file I/O</a:t>
            </a:r>
          </a:p>
          <a:p>
            <a:pPr>
              <a:buFont typeface="Arial" panose="020B0604020202020204" pitchFamily="34" charset="0"/>
              <a:buChar char="•"/>
            </a:pPr>
            <a:r>
              <a:rPr lang="nl-NL"/>
              <a:t>Containers generally have generically optimized binaries, so same performance issues apply as to conda / any binary install (Nvidia GPU performance ok, CPU may or may not be ok)</a:t>
            </a:r>
          </a:p>
          <a:p>
            <a:pPr>
              <a:buFont typeface="Arial" panose="020B0604020202020204" pitchFamily="34" charset="0"/>
              <a:buChar char="•"/>
            </a:pPr>
            <a:r>
              <a:rPr lang="nl-NL"/>
              <a:t>Like conda, it is a software stack on its own. We can’t help debug.</a:t>
            </a:r>
          </a:p>
          <a:p>
            <a:pPr>
              <a:buFont typeface="Arial" panose="020B0604020202020204" pitchFamily="34" charset="0"/>
              <a:buChar char="•"/>
            </a:pPr>
            <a:r>
              <a:rPr lang="nl-NL"/>
              <a:t>Very </a:t>
            </a:r>
            <a:r>
              <a:rPr lang="nl-NL" i="1"/>
              <a:t>static</a:t>
            </a:r>
            <a:r>
              <a:rPr lang="nl-NL"/>
              <a:t> software environments, hard to add one package =&gt; Container rebuild needed</a:t>
            </a:r>
          </a:p>
          <a:p>
            <a:pPr>
              <a:buFont typeface="Arial" panose="020B0604020202020204" pitchFamily="34" charset="0"/>
              <a:buChar char="•"/>
            </a:pPr>
            <a:r>
              <a:rPr lang="nl-NL"/>
              <a:t>Need to pull in full container to use one small script</a:t>
            </a:r>
          </a:p>
          <a:p>
            <a:pPr>
              <a:buFont typeface="Arial" panose="020B0604020202020204" pitchFamily="34" charset="0"/>
              <a:buChar char="•"/>
            </a:pPr>
            <a:r>
              <a:rPr lang="nl-NL"/>
              <a:t>Multinode use with MPI applications can be difficult</a:t>
            </a:r>
          </a:p>
          <a:p>
            <a:pPr>
              <a:buFont typeface="Arial" panose="020B0604020202020204" pitchFamily="34" charset="0"/>
              <a:buChar char="•"/>
            </a:pPr>
            <a:endParaRPr lang="nl-NL"/>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44</a:t>
            </a:fld>
            <a:endParaRPr lang="nl-NL"/>
          </a:p>
        </p:txBody>
      </p:sp>
    </p:spTree>
    <p:extLst>
      <p:ext uri="{BB962C8B-B14F-4D97-AF65-F5344CB8AC3E}">
        <p14:creationId xmlns:p14="http://schemas.microsoft.com/office/powerpoint/2010/main" val="102551765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graph&#10;&#10;AI-generated content may be incorrect.">
            <a:extLst>
              <a:ext uri="{FF2B5EF4-FFF2-40B4-BE49-F238E27FC236}">
                <a16:creationId xmlns:a16="http://schemas.microsoft.com/office/drawing/2014/main" id="{BA0DEE23-06F2-FA19-E344-6F55192E97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6155" y="811469"/>
            <a:ext cx="8603226" cy="3958331"/>
          </a:xfrm>
          <a:prstGeom prst="rect">
            <a:avLst/>
          </a:prstGeom>
        </p:spPr>
      </p:pic>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Why is performance so important on an HPC system?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4" y="1145097"/>
            <a:ext cx="4035972" cy="5078721"/>
          </a:xfrm>
        </p:spPr>
        <p:txBody>
          <a:bodyPr/>
          <a:lstStyle/>
          <a:p>
            <a:pPr marL="0" indent="0">
              <a:buNone/>
            </a:pPr>
            <a:r>
              <a:rPr lang="nl-NL" dirty="0" err="1"/>
              <a:t>Questions</a:t>
            </a:r>
            <a:r>
              <a:rPr lang="nl-NL" dirty="0"/>
              <a:t>:</a:t>
            </a:r>
          </a:p>
          <a:p>
            <a:pPr>
              <a:buFont typeface="Arial" panose="020B0604020202020204" pitchFamily="34" charset="0"/>
              <a:buChar char="•"/>
            </a:pPr>
            <a:r>
              <a:rPr lang="nl-NL" dirty="0"/>
              <a:t>How </a:t>
            </a:r>
            <a:r>
              <a:rPr lang="nl-NL" dirty="0" err="1"/>
              <a:t>much</a:t>
            </a:r>
            <a:r>
              <a:rPr lang="nl-NL" dirty="0"/>
              <a:t> power do </a:t>
            </a:r>
            <a:r>
              <a:rPr lang="nl-NL" dirty="0" err="1"/>
              <a:t>you</a:t>
            </a:r>
            <a:r>
              <a:rPr lang="nl-NL" dirty="0"/>
              <a:t> </a:t>
            </a:r>
            <a:r>
              <a:rPr lang="nl-NL" dirty="0" err="1"/>
              <a:t>think</a:t>
            </a:r>
            <a:r>
              <a:rPr lang="nl-NL" dirty="0"/>
              <a:t> </a:t>
            </a:r>
            <a:r>
              <a:rPr lang="nl-NL" dirty="0" err="1"/>
              <a:t>Snellius</a:t>
            </a:r>
            <a:r>
              <a:rPr lang="nl-NL" dirty="0"/>
              <a:t> draws?</a:t>
            </a:r>
          </a:p>
          <a:p>
            <a:pPr>
              <a:buFont typeface="Arial" panose="020B0604020202020204" pitchFamily="34" charset="0"/>
              <a:buChar char="•"/>
            </a:pPr>
            <a:r>
              <a:rPr lang="nl-NL" dirty="0"/>
              <a:t>How </a:t>
            </a:r>
            <a:r>
              <a:rPr lang="nl-NL" dirty="0" err="1"/>
              <a:t>much</a:t>
            </a:r>
            <a:r>
              <a:rPr lang="nl-NL" dirty="0"/>
              <a:t> money do </a:t>
            </a:r>
            <a:r>
              <a:rPr lang="nl-NL" dirty="0" err="1"/>
              <a:t>you</a:t>
            </a:r>
            <a:r>
              <a:rPr lang="nl-NL" dirty="0"/>
              <a:t> </a:t>
            </a:r>
            <a:r>
              <a:rPr lang="nl-NL" dirty="0" err="1"/>
              <a:t>think</a:t>
            </a:r>
            <a:r>
              <a:rPr lang="nl-NL" dirty="0"/>
              <a:t>  </a:t>
            </a:r>
            <a:r>
              <a:rPr lang="nl-NL" dirty="0" err="1"/>
              <a:t>Snellius</a:t>
            </a:r>
            <a:r>
              <a:rPr lang="nl-NL" dirty="0"/>
              <a:t> </a:t>
            </a:r>
            <a:r>
              <a:rPr lang="nl-NL" dirty="0" err="1"/>
              <a:t>costs</a:t>
            </a:r>
            <a:r>
              <a:rPr lang="nl-NL" dirty="0"/>
              <a:t>?</a:t>
            </a:r>
          </a:p>
          <a:p>
            <a:pPr marL="0" indent="0">
              <a:buNone/>
            </a:pPr>
            <a:endParaRPr lang="nl-NL" dirty="0"/>
          </a:p>
          <a:p>
            <a:pPr marL="0" indent="0">
              <a:buNone/>
            </a:pPr>
            <a:endParaRPr lang="nl-NL" dirty="0"/>
          </a:p>
          <a:p>
            <a:pPr marL="0" indent="0">
              <a:buNone/>
            </a:pPr>
            <a:endParaRPr lang="nl-NL" dirty="0"/>
          </a:p>
          <a:p>
            <a:pPr marL="0" indent="0">
              <a:buNone/>
            </a:pPr>
            <a:r>
              <a:rPr lang="nl-NL" dirty="0" err="1"/>
              <a:t>With</a:t>
            </a:r>
            <a:r>
              <a:rPr lang="nl-NL" dirty="0"/>
              <a:t> more performance we </a:t>
            </a:r>
            <a:r>
              <a:rPr lang="nl-NL" dirty="0" err="1"/>
              <a:t>can</a:t>
            </a:r>
            <a:endParaRPr lang="nl-NL" dirty="0"/>
          </a:p>
          <a:p>
            <a:pPr>
              <a:buFont typeface="Arial" panose="020B0604020202020204" pitchFamily="34" charset="0"/>
              <a:buChar char="•"/>
            </a:pPr>
            <a:r>
              <a:rPr lang="nl-NL" dirty="0"/>
              <a:t>Do </a:t>
            </a:r>
            <a:r>
              <a:rPr lang="nl-NL" dirty="0" err="1"/>
              <a:t>the</a:t>
            </a:r>
            <a:r>
              <a:rPr lang="nl-NL" dirty="0"/>
              <a:t> </a:t>
            </a:r>
            <a:r>
              <a:rPr lang="nl-NL" dirty="0" err="1"/>
              <a:t>same</a:t>
            </a:r>
            <a:r>
              <a:rPr lang="nl-NL" dirty="0"/>
              <a:t> </a:t>
            </a:r>
            <a:r>
              <a:rPr lang="nl-NL" dirty="0" err="1"/>
              <a:t>science</a:t>
            </a:r>
            <a:r>
              <a:rPr lang="nl-NL" dirty="0"/>
              <a:t>, </a:t>
            </a:r>
            <a:r>
              <a:rPr lang="nl-NL" dirty="0" err="1"/>
              <a:t>for</a:t>
            </a:r>
            <a:r>
              <a:rPr lang="nl-NL" dirty="0"/>
              <a:t> </a:t>
            </a:r>
            <a:r>
              <a:rPr lang="nl-NL" dirty="0" err="1"/>
              <a:t>less</a:t>
            </a:r>
            <a:r>
              <a:rPr lang="nl-NL" dirty="0"/>
              <a:t> money / energy</a:t>
            </a:r>
          </a:p>
          <a:p>
            <a:pPr>
              <a:buFont typeface="Arial" panose="020B0604020202020204" pitchFamily="34" charset="0"/>
              <a:buChar char="•"/>
            </a:pPr>
            <a:r>
              <a:rPr lang="nl-NL" dirty="0"/>
              <a:t>Do more </a:t>
            </a:r>
            <a:r>
              <a:rPr lang="nl-NL" dirty="0" err="1"/>
              <a:t>science</a:t>
            </a: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45</a:t>
            </a:fld>
            <a:endParaRPr lang="nl-NL"/>
          </a:p>
        </p:txBody>
      </p:sp>
      <p:sp>
        <p:nvSpPr>
          <p:cNvPr id="9" name="TextBox 8">
            <a:extLst>
              <a:ext uri="{FF2B5EF4-FFF2-40B4-BE49-F238E27FC236}">
                <a16:creationId xmlns:a16="http://schemas.microsoft.com/office/drawing/2014/main" id="{D650338B-01BD-BBE1-77BD-843FD5F6BC6A}"/>
              </a:ext>
            </a:extLst>
          </p:cNvPr>
          <p:cNvSpPr txBox="1"/>
          <p:nvPr/>
        </p:nvSpPr>
        <p:spPr>
          <a:xfrm>
            <a:off x="712650" y="6394322"/>
            <a:ext cx="6100916" cy="253916"/>
          </a:xfrm>
          <a:prstGeom prst="rect">
            <a:avLst/>
          </a:prstGeom>
          <a:noFill/>
        </p:spPr>
        <p:txBody>
          <a:bodyPr wrap="square">
            <a:spAutoFit/>
          </a:bodyPr>
          <a:lstStyle/>
          <a:p>
            <a:pPr marL="0" indent="0">
              <a:buNone/>
            </a:pPr>
            <a:r>
              <a:rPr lang="nl-NL" sz="1050" dirty="0">
                <a:hlinkClick r:id="rId3"/>
              </a:rPr>
              <a:t>https://grafana.hpcv.surf.nl/d/dca6ffeb-569a-463e-8340-2424c2bcd6e0/power-usage?orgId=1</a:t>
            </a:r>
            <a:r>
              <a:rPr lang="nl-NL" sz="1050" dirty="0"/>
              <a:t> (</a:t>
            </a:r>
            <a:r>
              <a:rPr lang="nl-NL" sz="1050" dirty="0" err="1"/>
              <a:t>not</a:t>
            </a:r>
            <a:r>
              <a:rPr lang="nl-NL" sz="1050" dirty="0"/>
              <a:t> public)</a:t>
            </a:r>
          </a:p>
        </p:txBody>
      </p:sp>
      <p:sp>
        <p:nvSpPr>
          <p:cNvPr id="12" name="TextBox 11">
            <a:extLst>
              <a:ext uri="{FF2B5EF4-FFF2-40B4-BE49-F238E27FC236}">
                <a16:creationId xmlns:a16="http://schemas.microsoft.com/office/drawing/2014/main" id="{BB39A870-33B6-531A-E646-9941A82C1295}"/>
              </a:ext>
            </a:extLst>
          </p:cNvPr>
          <p:cNvSpPr txBox="1"/>
          <p:nvPr/>
        </p:nvSpPr>
        <p:spPr>
          <a:xfrm>
            <a:off x="9667568" y="4769800"/>
            <a:ext cx="2091813" cy="338554"/>
          </a:xfrm>
          <a:prstGeom prst="rect">
            <a:avLst/>
          </a:prstGeom>
          <a:noFill/>
        </p:spPr>
        <p:txBody>
          <a:bodyPr wrap="square">
            <a:spAutoFit/>
          </a:bodyPr>
          <a:lstStyle/>
          <a:p>
            <a:r>
              <a:rPr lang="nl-NL" sz="1600" dirty="0"/>
              <a:t>Analysis </a:t>
            </a:r>
            <a:r>
              <a:rPr lang="nl-NL" sz="1600" dirty="0" err="1"/>
              <a:t>by</a:t>
            </a:r>
            <a:r>
              <a:rPr lang="nl-NL" sz="1600" dirty="0"/>
              <a:t> </a:t>
            </a:r>
            <a:r>
              <a:rPr lang="nl-NL" sz="1600" dirty="0" err="1"/>
              <a:t>Teimour</a:t>
            </a:r>
            <a:endParaRPr lang="en-NL" sz="1600" dirty="0"/>
          </a:p>
        </p:txBody>
      </p:sp>
    </p:spTree>
    <p:extLst>
      <p:ext uri="{BB962C8B-B14F-4D97-AF65-F5344CB8AC3E}">
        <p14:creationId xmlns:p14="http://schemas.microsoft.com/office/powerpoint/2010/main" val="9650193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Best practices: software on HPC (1/2)</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a:t>Use software from the module environment whenever you can</a:t>
            </a:r>
          </a:p>
          <a:p>
            <a:pPr marL="512763" lvl="1">
              <a:buFont typeface="Arial" panose="020B0604020202020204" pitchFamily="34" charset="0"/>
              <a:buChar char="•"/>
            </a:pPr>
            <a:r>
              <a:rPr lang="en-US"/>
              <a:t>Build on top of the module environment when you have to</a:t>
            </a:r>
          </a:p>
          <a:p>
            <a:pPr>
              <a:buFont typeface="Arial" panose="020B0604020202020204" pitchFamily="34" charset="0"/>
              <a:buChar char="•"/>
            </a:pPr>
            <a:r>
              <a:rPr lang="en-US"/>
              <a:t>Never use system installations of Python/GNU compilers/Perl/</a:t>
            </a:r>
            <a:r>
              <a:rPr lang="en-US" err="1"/>
              <a:t>etc</a:t>
            </a:r>
            <a:endParaRPr lang="en-US"/>
          </a:p>
          <a:p>
            <a:pPr>
              <a:buFont typeface="Arial" panose="020B0604020202020204" pitchFamily="34" charset="0"/>
              <a:buChar char="•"/>
            </a:pPr>
            <a:r>
              <a:rPr lang="en-US"/>
              <a:t>If you need additional Python packages: built a virtual environment on top of software from the module environment</a:t>
            </a:r>
          </a:p>
          <a:p>
            <a:pPr marL="539750" lvl="1">
              <a:buFont typeface="Arial" panose="020B0604020202020204" pitchFamily="34" charset="0"/>
              <a:buChar char="•"/>
            </a:pPr>
            <a:r>
              <a:rPr lang="en-US"/>
              <a:t>Load the modules first, </a:t>
            </a:r>
            <a:r>
              <a:rPr lang="en-US" i="1"/>
              <a:t>then</a:t>
            </a:r>
            <a:r>
              <a:rPr lang="en-US"/>
              <a:t> create / load the virtual environment</a:t>
            </a:r>
          </a:p>
          <a:p>
            <a:pPr>
              <a:buFont typeface="Arial" panose="020B0604020202020204" pitchFamily="34" charset="0"/>
              <a:buChar char="•"/>
            </a:pPr>
            <a:endParaRPr lang="en-US"/>
          </a:p>
          <a:p>
            <a:pPr>
              <a:buFont typeface="Arial" panose="020B0604020202020204" pitchFamily="34" charset="0"/>
              <a:buChar char="•"/>
            </a:pPr>
            <a:endParaRPr lang="en-US"/>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46</a:t>
            </a:fld>
            <a:endParaRPr lang="nl-NL"/>
          </a:p>
        </p:txBody>
      </p:sp>
    </p:spTree>
    <p:extLst>
      <p:ext uri="{BB962C8B-B14F-4D97-AF65-F5344CB8AC3E}">
        <p14:creationId xmlns:p14="http://schemas.microsoft.com/office/powerpoint/2010/main" val="264161200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Best practices: software on HPC (2/2)</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a:t>Avoid using </a:t>
            </a:r>
            <a:r>
              <a:rPr lang="en-US" err="1"/>
              <a:t>conda</a:t>
            </a:r>
            <a:endParaRPr lang="en-US"/>
          </a:p>
          <a:p>
            <a:pPr marL="569913" lvl="1">
              <a:buFont typeface="Arial" panose="020B0604020202020204" pitchFamily="34" charset="0"/>
              <a:buChar char="•"/>
            </a:pPr>
            <a:r>
              <a:rPr lang="en-US"/>
              <a:t>But if you do, install </a:t>
            </a:r>
            <a:r>
              <a:rPr lang="en-US" i="1"/>
              <a:t>everything</a:t>
            </a:r>
            <a:r>
              <a:rPr lang="en-US"/>
              <a:t> with </a:t>
            </a:r>
            <a:r>
              <a:rPr lang="en-US" err="1"/>
              <a:t>conda</a:t>
            </a:r>
            <a:r>
              <a:rPr lang="en-US"/>
              <a:t>. Don’t combine with modules.</a:t>
            </a:r>
          </a:p>
          <a:p>
            <a:pPr marL="569913" lvl="1">
              <a:buFont typeface="Arial" panose="020B0604020202020204" pitchFamily="34" charset="0"/>
              <a:buChar char="•"/>
            </a:pPr>
            <a:r>
              <a:rPr lang="en-US"/>
              <a:t>Expect little support from us</a:t>
            </a:r>
          </a:p>
          <a:p>
            <a:pPr marL="288925" indent="-288925">
              <a:buFont typeface="Arial" panose="020B0604020202020204" pitchFamily="34" charset="0"/>
              <a:buChar char="•"/>
            </a:pPr>
            <a:r>
              <a:rPr lang="en-US"/>
              <a:t>Use containers with care</a:t>
            </a:r>
          </a:p>
          <a:p>
            <a:pPr marL="569913" lvl="1" indent="-288925">
              <a:buFont typeface="Arial" panose="020B0604020202020204" pitchFamily="34" charset="0"/>
              <a:buChar char="•"/>
            </a:pPr>
            <a:r>
              <a:rPr lang="en-US"/>
              <a:t>Optimization usually ok for GPU, but may be poor for CPU</a:t>
            </a:r>
          </a:p>
          <a:p>
            <a:pPr marL="569913" lvl="1">
              <a:buFont typeface="Arial" panose="020B0604020202020204" pitchFamily="34" charset="0"/>
              <a:buChar char="•"/>
            </a:pPr>
            <a:r>
              <a:rPr lang="en-US"/>
              <a:t>Expect little support from us</a:t>
            </a:r>
          </a:p>
          <a:p>
            <a:pPr marL="569913" lvl="1">
              <a:buFont typeface="Arial" panose="020B0604020202020204" pitchFamily="34" charset="0"/>
              <a:buChar char="•"/>
            </a:pPr>
            <a:r>
              <a:rPr lang="en-US" err="1"/>
              <a:t>Multinode</a:t>
            </a:r>
            <a:r>
              <a:rPr lang="en-US"/>
              <a:t> can be tricky (if MPI is used)</a:t>
            </a:r>
          </a:p>
          <a:p>
            <a:pPr>
              <a:buFont typeface="Arial" panose="020B0604020202020204" pitchFamily="34" charset="0"/>
              <a:buChar char="•"/>
            </a:pPr>
            <a:endParaRPr lang="en-US"/>
          </a:p>
          <a:p>
            <a:pPr>
              <a:buFont typeface="Arial" panose="020B0604020202020204" pitchFamily="34" charset="0"/>
              <a:buChar char="•"/>
            </a:pPr>
            <a:endParaRPr lang="en-US"/>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47</a:t>
            </a:fld>
            <a:endParaRPr lang="nl-NL"/>
          </a:p>
        </p:txBody>
      </p:sp>
    </p:spTree>
    <p:extLst>
      <p:ext uri="{BB962C8B-B14F-4D97-AF65-F5344CB8AC3E}">
        <p14:creationId xmlns:p14="http://schemas.microsoft.com/office/powerpoint/2010/main" val="32266545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036e0a74f67ba7fba8b432fe1cbcb1e279f331"/>
  <p:tag name="JUTAG_EINDMACROS_PRESERVEGUIDES" val="1"/>
</p:tagLst>
</file>

<file path=ppt/theme/theme1.xml><?xml version="1.0" encoding="utf-8"?>
<a:theme xmlns:a="http://schemas.openxmlformats.org/drawingml/2006/main" name="SURF">
  <a:themeElements>
    <a:clrScheme name="Aangepast 5">
      <a:dk1>
        <a:sysClr val="windowText" lastClr="000000"/>
      </a:dk1>
      <a:lt1>
        <a:sysClr val="window" lastClr="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a:ea typeface=""/>
        <a:cs typeface=""/>
      </a:majorFont>
      <a:minorFont>
        <a:latin typeface="Calibri"/>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cap="all" dirty="0" err="1" smtClean="0"/>
        </a:defPPr>
      </a:lstStyle>
    </a:txDef>
  </a:objectDefaults>
  <a:extraClrSchemeLst/>
  <a:extLst>
    <a:ext uri="{05A4C25C-085E-4340-85A3-A5531E510DB2}">
      <thm15:themeFamily xmlns:thm15="http://schemas.microsoft.com/office/thememl/2012/main" name="Presentatie SURF.potx" id="{7FCCFDF8-7726-472E-A700-5D7F9EECB06C}" vid="{17BE6A99-8B59-4987-ABEF-B9883AFE7ACC}"/>
    </a:ext>
  </a:extLst>
</a:theme>
</file>

<file path=ppt/theme/theme2.xml><?xml version="1.0" encoding="utf-8"?>
<a:theme xmlns:a="http://schemas.openxmlformats.org/drawingml/2006/main" name="(INSTRUCTI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SURF.potx" id="{7FCCFDF8-7726-472E-A700-5D7F9EECB06C}" vid="{0BD3932E-07CB-492E-A279-310A2EE43DED}"/>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SURF</Template>
  <TotalTime>466</TotalTime>
  <Words>5508</Words>
  <Application>Microsoft Macintosh PowerPoint</Application>
  <PresentationFormat>Widescreen</PresentationFormat>
  <Paragraphs>466</Paragraphs>
  <Slides>47</Slides>
  <Notes>1</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47</vt:i4>
      </vt:variant>
    </vt:vector>
  </HeadingPairs>
  <TitlesOfParts>
    <vt:vector size="54" baseType="lpstr">
      <vt:lpstr>Arial</vt:lpstr>
      <vt:lpstr>Calibri</vt:lpstr>
      <vt:lpstr>Courier New</vt:lpstr>
      <vt:lpstr>Open Sans</vt:lpstr>
      <vt:lpstr>Oswald</vt:lpstr>
      <vt:lpstr>SURF</vt:lpstr>
      <vt:lpstr>(INSTRUCTIES)</vt:lpstr>
      <vt:lpstr>PowerPoint Presentation</vt:lpstr>
      <vt:lpstr>Demos, hands-on</vt:lpstr>
      <vt:lpstr>Best practices: software on HPC (1/2)</vt:lpstr>
      <vt:lpstr>Best practices: software on HPC (2/2)</vt:lpstr>
      <vt:lpstr>Parallel computing for Deep Learning</vt:lpstr>
      <vt:lpstr>Software terminology</vt:lpstr>
      <vt:lpstr>Compiled vs interpreted languages</vt:lpstr>
      <vt:lpstr>Compiled vs interpreted languages</vt:lpstr>
      <vt:lpstr>Compiled vs interpreted languages</vt:lpstr>
      <vt:lpstr>Computer architecture / Instruction Set Architecture (ISA)</vt:lpstr>
      <vt:lpstr>Micro-architecture</vt:lpstr>
      <vt:lpstr>Demo: Compute the square of a number in C</vt:lpstr>
      <vt:lpstr>Optimizing for micro-architecture</vt:lpstr>
      <vt:lpstr>Optimizing for micro-architecture</vt:lpstr>
      <vt:lpstr>What is a library?</vt:lpstr>
      <vt:lpstr>What is a dependency?</vt:lpstr>
      <vt:lpstr>What is a dependency?</vt:lpstr>
      <vt:lpstr>What is a dependency?</vt:lpstr>
      <vt:lpstr>How does all this apply to AI?</vt:lpstr>
      <vt:lpstr>How does all this apply to AI?</vt:lpstr>
      <vt:lpstr>How does all this apply to AI?</vt:lpstr>
      <vt:lpstr>What can happen: PyTorch in a virtual environment with pip</vt:lpstr>
      <vt:lpstr>Do NOT use anything from system paths</vt:lpstr>
      <vt:lpstr>Module environment</vt:lpstr>
      <vt:lpstr>How does e.g. PATH work?</vt:lpstr>
      <vt:lpstr>Attempt 2: PyTorch in a virtual environment with pip</vt:lpstr>
      <vt:lpstr>Attempt 2: PyTorch in a virtual environment with pip</vt:lpstr>
      <vt:lpstr>Attempt 2: PyTorch in a virtual environment with pip</vt:lpstr>
      <vt:lpstr>Attempt 2: PyTorch in a virtual environment with pip</vt:lpstr>
      <vt:lpstr>Tensorflow in a virtual environment with pip: the old days</vt:lpstr>
      <vt:lpstr>Tensorflow in a virtual environment with pip: the old days</vt:lpstr>
      <vt:lpstr>Tensorflow in a virtual environment with pip: present day</vt:lpstr>
      <vt:lpstr>Tensorflow in a virtual environment with pip: present day</vt:lpstr>
      <vt:lpstr>Tensorflow in a virtual environment with pip</vt:lpstr>
      <vt:lpstr>So, what did we just do…?</vt:lpstr>
      <vt:lpstr>Doing software installation myself is complicated!</vt:lpstr>
      <vt:lpstr>Module environment</vt:lpstr>
      <vt:lpstr>Reasons to still install your own…</vt:lpstr>
      <vt:lpstr>Combining virtual environment with modules</vt:lpstr>
      <vt:lpstr>More on the module environment</vt:lpstr>
      <vt:lpstr>Requests for additional modules</vt:lpstr>
      <vt:lpstr>Why is conda used so much?</vt:lpstr>
      <vt:lpstr>Conda</vt:lpstr>
      <vt:lpstr>Containers…</vt:lpstr>
      <vt:lpstr>Why is performance so important on an HPC system?</vt:lpstr>
      <vt:lpstr>Best practices: software on HPC (1/2)</vt:lpstr>
      <vt:lpstr>Best practices: software on HPC (2/2)</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Sjabloonversie 2.0, 2 juli 2018</dc:description>
  <cp:lastModifiedBy>Monica Rotulo</cp:lastModifiedBy>
  <cp:revision>103</cp:revision>
  <cp:lastPrinted>2019-06-12T07:01:08Z</cp:lastPrinted>
  <dcterms:created xsi:type="dcterms:W3CDTF">2018-10-01T11:25:03Z</dcterms:created>
  <dcterms:modified xsi:type="dcterms:W3CDTF">2025-02-03T20:27:41Z</dcterms:modified>
  <cp:category/>
</cp:coreProperties>
</file>