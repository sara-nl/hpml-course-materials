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58" autoAdjust="0"/>
    <p:restoredTop sz="93310" autoAdjust="0"/>
  </p:normalViewPr>
  <p:slideViewPr>
    <p:cSldViewPr snapToGrid="0">
      <p:cViewPr varScale="1">
        <p:scale>
          <a:sx n="110" d="100"/>
          <a:sy n="110" d="100"/>
        </p:scale>
        <p:origin x="117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08-04-2025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08-04-2025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08-04-2025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08-04-2025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08-04-2025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08-04-2025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08-04-2025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snellius.surf.nl/jhssrf02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Performance Machine Learning Tutorial –  8 &amp; 9 April 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Trainers: Bryan Cardenas Guevara and Lars Veefkind</a:t>
            </a:r>
          </a:p>
          <a:p>
            <a:r>
              <a:rPr lang="en-US" dirty="0"/>
              <a:t>Machine Learning Advisors at SURF in HPML Team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dr. Erik Bekkers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Day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 to 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connected networks, Convolutional networks, Transformers</a:t>
            </a:r>
          </a:p>
          <a:p>
            <a:pPr marL="0" indent="0">
              <a:buNone/>
            </a:pPr>
            <a:r>
              <a:rPr lang="en-US" dirty="0"/>
              <a:t>Day 2: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1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nl-NL" sz="1600" dirty="0"/>
              <a:t>9:30 – 9:45	</a:t>
            </a:r>
            <a:r>
              <a:rPr lang="nl-NL" sz="1600" dirty="0" err="1"/>
              <a:t>Welcome</a:t>
            </a:r>
            <a:r>
              <a:rPr lang="nl-NL" sz="1600" dirty="0"/>
              <a:t> </a:t>
            </a:r>
            <a:r>
              <a:rPr lang="nl-NL" sz="1600" dirty="0" err="1"/>
              <a:t>and</a:t>
            </a:r>
            <a:r>
              <a:rPr lang="nl-NL" sz="1600" dirty="0"/>
              <a:t> course </a:t>
            </a:r>
            <a:r>
              <a:rPr lang="nl-NL" sz="1600" dirty="0" err="1"/>
              <a:t>overview</a:t>
            </a:r>
            <a:r>
              <a:rPr lang="nl-NL" sz="1600" dirty="0"/>
              <a:t> </a:t>
            </a:r>
          </a:p>
          <a:p>
            <a:r>
              <a:rPr lang="nl-NL" sz="1600" dirty="0"/>
              <a:t>9:40 – 10:20	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ML &amp; DL basic </a:t>
            </a:r>
            <a:r>
              <a:rPr lang="nl-NL" sz="1600" dirty="0" err="1"/>
              <a:t>principles</a:t>
            </a:r>
            <a:endParaRPr lang="nl-NL" sz="1600" dirty="0"/>
          </a:p>
          <a:p>
            <a:r>
              <a:rPr lang="nl-NL" sz="1600" dirty="0"/>
              <a:t>10:20 – 10:40         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</a:t>
            </a:r>
            <a:r>
              <a:rPr lang="nl-NL" sz="1600" dirty="0" err="1"/>
              <a:t>PyTorch</a:t>
            </a:r>
            <a:r>
              <a:rPr lang="nl-NL" sz="1600" dirty="0"/>
              <a:t> (notebook) </a:t>
            </a:r>
          </a:p>
          <a:p>
            <a:r>
              <a:rPr lang="nl-NL" sz="1600" dirty="0"/>
              <a:t>10:40 – 10:50	Coffee break</a:t>
            </a:r>
          </a:p>
          <a:p>
            <a:r>
              <a:rPr lang="nl-NL" sz="1600" dirty="0"/>
              <a:t>10:50 – 11:30	</a:t>
            </a:r>
            <a:r>
              <a:rPr lang="en-US" sz="1600" dirty="0"/>
              <a:t>Hands-on: Fully connected network </a:t>
            </a:r>
          </a:p>
          <a:p>
            <a:r>
              <a:rPr lang="nl-NL" sz="1600" dirty="0"/>
              <a:t>11:30 – 11:45	</a:t>
            </a:r>
            <a:r>
              <a:rPr lang="nl-NL" sz="1600" dirty="0" err="1"/>
              <a:t>Recap</a:t>
            </a:r>
            <a:r>
              <a:rPr lang="nl-NL" sz="1600" dirty="0"/>
              <a:t> Hands-on</a:t>
            </a:r>
          </a:p>
          <a:p>
            <a:r>
              <a:rPr lang="nl-NL" sz="1600" dirty="0"/>
              <a:t>11:45 – 12:45         Lunch Break</a:t>
            </a:r>
          </a:p>
          <a:p>
            <a:r>
              <a:rPr lang="nl-NL" sz="1600" dirty="0"/>
              <a:t>12:45 – 13:45	</a:t>
            </a:r>
            <a:r>
              <a:rPr lang="en-US" sz="1600" dirty="0"/>
              <a:t>Convolutional neural networks</a:t>
            </a:r>
          </a:p>
          <a:p>
            <a:r>
              <a:rPr lang="en-US" sz="1600" dirty="0"/>
              <a:t>13:45 – 14:30         Hands-on: Convolutional neural networks </a:t>
            </a:r>
          </a:p>
          <a:p>
            <a:r>
              <a:rPr lang="en-US" sz="1600" dirty="0"/>
              <a:t>14:30 – 14:45         Recap hands-on </a:t>
            </a:r>
          </a:p>
          <a:p>
            <a:r>
              <a:rPr lang="en-US" sz="1600" dirty="0"/>
              <a:t>15:00</a:t>
            </a:r>
            <a:r>
              <a:rPr lang="nl-NL" sz="1600" dirty="0"/>
              <a:t> – </a:t>
            </a:r>
            <a:r>
              <a:rPr lang="en-US" sz="1600" dirty="0"/>
              <a:t>15:15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LLMs / Transformers </a:t>
            </a:r>
            <a:endParaRPr lang="nl-NL" sz="1600" dirty="0"/>
          </a:p>
          <a:p>
            <a:r>
              <a:rPr lang="nl-NL" sz="1600" dirty="0"/>
              <a:t>15:45 – 16:30	Hands-on / demo notebook: </a:t>
            </a:r>
            <a:r>
              <a:rPr lang="nl-NL" sz="1600" dirty="0" err="1"/>
              <a:t>Transformers</a:t>
            </a:r>
            <a:endParaRPr lang="nl-NL" sz="1600" dirty="0"/>
          </a:p>
          <a:p>
            <a:r>
              <a:rPr lang="nl-NL" sz="1600" dirty="0"/>
              <a:t>16:30 – 17:00	</a:t>
            </a:r>
            <a:r>
              <a:rPr lang="nl-NL" sz="1600" dirty="0" err="1"/>
              <a:t>Questions</a:t>
            </a:r>
            <a:r>
              <a:rPr lang="nl-NL" sz="1600" dirty="0"/>
              <a:t>, </a:t>
            </a:r>
            <a:r>
              <a:rPr lang="nl-NL" sz="1600" dirty="0" err="1"/>
              <a:t>wrap</a:t>
            </a:r>
            <a:r>
              <a:rPr lang="nl-NL" sz="1600" dirty="0"/>
              <a:t>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https://jupyter.snellius.surf.nl/jhssrf020</a:t>
            </a:r>
            <a:endParaRPr lang="en-US" dirty="0"/>
          </a:p>
          <a:p>
            <a:pPr marL="569913" lvl="1"/>
            <a:r>
              <a:rPr lang="en-US" dirty="0"/>
              <a:t>Select the ‘course hours’ profile, and click ‘spawn’</a:t>
            </a:r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19077</TotalTime>
  <Words>570</Words>
  <Application>Microsoft Macintosh PowerPoint</Application>
  <PresentationFormat>Widescreen</PresentationFormat>
  <Paragraphs>87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High Performance Machine Learning Tutorial –  8 &amp; 9 April 2025</vt:lpstr>
      <vt:lpstr>Credit where credit is due</vt:lpstr>
      <vt:lpstr>About EuroCC &amp; EuroHPC JU</vt:lpstr>
      <vt:lpstr>About SURF</vt:lpstr>
      <vt:lpstr>Course plan</vt:lpstr>
      <vt:lpstr>Course plan Day 1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541</cp:revision>
  <cp:lastPrinted>2019-06-12T07:01:08Z</cp:lastPrinted>
  <dcterms:created xsi:type="dcterms:W3CDTF">2018-10-01T11:25:03Z</dcterms:created>
  <dcterms:modified xsi:type="dcterms:W3CDTF">2025-04-08T07:23:29Z</dcterms:modified>
  <cp:category/>
</cp:coreProperties>
</file>