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3.xml" ContentType="application/vnd.openxmlformats-officedocument.theme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42" r:id="rId1"/>
    <p:sldMasterId id="2147483743" r:id="rId2"/>
    <p:sldMasterId id="2147483744" r:id="rId3"/>
    <p:sldMasterId id="2147483745" r:id="rId4"/>
  </p:sldMasterIdLst>
  <p:notesMasterIdLst>
    <p:notesMasterId r:id="rId2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2" r:id="rId19"/>
    <p:sldId id="270" r:id="rId20"/>
    <p:sldId id="271" r:id="rId21"/>
  </p:sldIdLst>
  <p:sldSz cx="12192000" cy="6858000"/>
  <p:notesSz cx="6858000" cy="9144000"/>
  <p:embeddedFontLst>
    <p:embeddedFont>
      <p:font typeface="Nunito" pitchFamily="2" charset="77"/>
      <p:regular r:id="rId23"/>
      <p:bold r:id="rId24"/>
      <p:italic r:id="rId25"/>
      <p:boldItalic r:id="rId26"/>
    </p:embeddedFont>
    <p:embeddedFont>
      <p:font typeface="Quattrocento Sans" panose="020B0502050000020003" pitchFamily="3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15"/>
  </p:normalViewPr>
  <p:slideViewPr>
    <p:cSldViewPr snapToGrid="0">
      <p:cViewPr varScale="1">
        <p:scale>
          <a:sx n="113" d="100"/>
          <a:sy n="113" d="100"/>
        </p:scale>
        <p:origin x="6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4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0" name="Google Shape;7040;g3499dd801ae_0_29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41" name="Google Shape;7041;g3499dd801ae_0_29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2" name="Google Shape;7042;g3499dd801ae_0_29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2" name="Google Shape;7052;g3499dd801ae_0_124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3" name="Google Shape;7053;g3499dd801ae_0_124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1" name="Google Shape;7061;g3499dd801ae_0_165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2" name="Google Shape;7062;g3499dd801ae_0_165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9" name="Google Shape;7069;g3499dd801ae_0_165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0" name="Google Shape;7070;g3499dd801ae_0_165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7" name="Google Shape;7077;g3499dd801ae_0_165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8" name="Google Shape;7078;g3499dd801ae_0_165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5" name="Google Shape;7085;g3499dd801ae_0_165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6" name="Google Shape;7086;g3499dd801ae_0_165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3" name="Google Shape;7093;g3499dd801ae_0_165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4" name="Google Shape;7094;g3499dd801ae_0_165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2" name="Google Shape;7102;g3499dd801ae_0_165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3" name="Google Shape;7103;g3499dd801ae_0_165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1" name="Google Shape;7111;g3499dd801ae_0_165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2" name="Google Shape;7112;g3499dd801ae_0_165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0" name="Google Shape;7120;g3499dd801ae_0_16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1" name="Google Shape;7121;g3499dd801ae_0_165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9" name="Google Shape;7129;g3499dd801ae_0_165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0" name="Google Shape;7130;g3499dd801ae_0_165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9" name="Google Shape;7139;g3499dd801ae_0_165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0" name="Google Shape;7140;g3499dd801ae_0_165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7" name="Google Shape;7147;g3499dd801ae_0_166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8" name="Google Shape;7148;g3499dd801ae_0_166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5" name="Google Shape;7155;g3499dd801ae_0_166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6" name="Google Shape;7156;g3499dd801ae_0_166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4">
          <a:extLst>
            <a:ext uri="{FF2B5EF4-FFF2-40B4-BE49-F238E27FC236}">
              <a16:creationId xmlns:a16="http://schemas.microsoft.com/office/drawing/2014/main" id="{613CBCBE-D802-30C7-D41D-ABF26E965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5" name="Google Shape;7155;g3499dd801ae_0_16608:notes">
            <a:extLst>
              <a:ext uri="{FF2B5EF4-FFF2-40B4-BE49-F238E27FC236}">
                <a16:creationId xmlns:a16="http://schemas.microsoft.com/office/drawing/2014/main" id="{5F0F383E-CC3C-B243-BE16-0EFC52A63A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6" name="Google Shape;7156;g3499dd801ae_0_16608:notes">
            <a:extLst>
              <a:ext uri="{FF2B5EF4-FFF2-40B4-BE49-F238E27FC236}">
                <a16:creationId xmlns:a16="http://schemas.microsoft.com/office/drawing/2014/main" id="{74AAACC9-17A6-D8E3-6357-5366EE051C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6954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4" name="Google Shape;7164;g3499dd801ae_0_166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65" name="Google Shape;7165;g3499dd801ae_0_166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6" name="Google Shape;7166;g3499dd801ae_0_166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Google Shape;7173;g3499dd801ae_0_195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74" name="Google Shape;7174;g3499dd801ae_0_195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5" name="Google Shape;7175;g3499dd801ae_0_195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9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blad" type="blank">
  <p:cSld name="BLANK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>
            <a:spLocks noGrp="1"/>
          </p:cNvSpPr>
          <p:nvPr>
            <p:ph type="ftr" idx="11"/>
          </p:nvPr>
        </p:nvSpPr>
        <p:spPr>
          <a:xfrm>
            <a:off x="927000" y="7004160"/>
            <a:ext cx="6718320" cy="21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"/>
          <p:cNvSpPr txBox="1">
            <a:spLocks noGrp="1"/>
          </p:cNvSpPr>
          <p:nvPr>
            <p:ph type="sldNum" idx="12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sz="1200" b="1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sz="1200" b="1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sz="1200" b="1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sz="1200" b="1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sz="1200" b="1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sz="1200" b="1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sz="1200" b="1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sz="1200" b="1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sz="1200" b="1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2"/>
          <p:cNvSpPr txBox="1">
            <a:spLocks noGrp="1"/>
          </p:cNvSpPr>
          <p:nvPr>
            <p:ph type="dt" idx="10"/>
          </p:nvPr>
        </p:nvSpPr>
        <p:spPr>
          <a:xfrm>
            <a:off x="7645680" y="7004160"/>
            <a:ext cx="3139920" cy="21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">
  <p:cSld name="Empty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>
            <a:spLocks noGrp="1"/>
          </p:cNvSpPr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s 3x + Text">
  <p:cSld name="Images 3x + Tex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>
            <a:spLocks noGrp="1"/>
          </p:cNvSpPr>
          <p:nvPr>
            <p:ph type="pic" idx="2"/>
          </p:nvPr>
        </p:nvSpPr>
        <p:spPr>
          <a:xfrm>
            <a:off x="4495345" y="1911112"/>
            <a:ext cx="3201300" cy="3217500"/>
          </a:xfrm>
          <a:prstGeom prst="roundRect">
            <a:avLst>
              <a:gd name="adj" fmla="val 5072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24" name="Google Shape;124;p5"/>
          <p:cNvSpPr>
            <a:spLocks noGrp="1"/>
          </p:cNvSpPr>
          <p:nvPr>
            <p:ph type="pic" idx="3"/>
          </p:nvPr>
        </p:nvSpPr>
        <p:spPr>
          <a:xfrm>
            <a:off x="8257326" y="1911112"/>
            <a:ext cx="3201300" cy="3217500"/>
          </a:xfrm>
          <a:prstGeom prst="roundRect">
            <a:avLst>
              <a:gd name="adj" fmla="val 5072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25" name="Google Shape;125;p5"/>
          <p:cNvSpPr>
            <a:spLocks noGrp="1"/>
          </p:cNvSpPr>
          <p:nvPr>
            <p:ph type="pic" idx="4"/>
          </p:nvPr>
        </p:nvSpPr>
        <p:spPr>
          <a:xfrm>
            <a:off x="720000" y="1911112"/>
            <a:ext cx="3201300" cy="3217500"/>
          </a:xfrm>
          <a:prstGeom prst="roundRect">
            <a:avLst>
              <a:gd name="adj" fmla="val 5072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26" name="Google Shape;126;p5"/>
          <p:cNvSpPr/>
          <p:nvPr/>
        </p:nvSpPr>
        <p:spPr>
          <a:xfrm>
            <a:off x="0" y="-367937"/>
            <a:ext cx="13908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Images 3x + Text</a:t>
            </a:r>
            <a:endParaRPr sz="1500"/>
          </a:p>
        </p:txBody>
      </p:sp>
      <p:grpSp>
        <p:nvGrpSpPr>
          <p:cNvPr id="127" name="Google Shape;127;p5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128" name="Google Shape;128;p5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129" name="Google Shape;129;p5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30" name="Google Shape;130;p5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135" name="Google Shape;135;p5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136" name="Google Shape;136;p5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5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5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139" name="Google Shape;139;p5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42" name="Google Shape;142;p5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143" name="Google Shape;143;p5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4" name="Google Shape;144;p5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5" name="Google Shape;145;p5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46" name="Google Shape;146;p5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147" name="Google Shape;147;p5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8" name="Google Shape;148;p5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" name="Google Shape;149;p5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50" name="Google Shape;150;p5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153" name="Google Shape;153;p5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154" name="Google Shape;154;p5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155" name="Google Shape;155;p5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156" name="Google Shape;156;p5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157" name="Google Shape;157;p5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58" name="Google Shape;158;p5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59" name="Google Shape;159;p5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160" name="Google Shape;160;p5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61" name="Google Shape;161;p5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62" name="Google Shape;162;p5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63" name="Google Shape;163;p5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4" name="Google Shape;164;p5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65" name="Google Shape;165;p5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66" name="Google Shape;166;p5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7" name="Google Shape;167;p5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68" name="Google Shape;168;p5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169" name="Google Shape;169;p5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0" name="Google Shape;170;p5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171" name="Google Shape;171;p5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172" name="Google Shape;172;p5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5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4" name="Google Shape;174;p5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175" name="Google Shape;175;p5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176" name="Google Shape;176;p5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77" name="Google Shape;177;p5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78" name="Google Shape;178;p5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179" name="Google Shape;179;p5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180" name="Google Shape;180;p5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181" name="Google Shape;181;p5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182" name="Google Shape;182;p5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183" name="Google Shape;183;p5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184" name="Google Shape;184;p5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185" name="Google Shape;185;p5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186" name="Google Shape;186;p5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187" name="Google Shape;187;p5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5"/>
          <p:cNvSpPr txBox="1">
            <a:spLocks noGrp="1"/>
          </p:cNvSpPr>
          <p:nvPr>
            <p:ph type="body" idx="5"/>
          </p:nvPr>
        </p:nvSpPr>
        <p:spPr>
          <a:xfrm>
            <a:off x="1005757" y="4705618"/>
            <a:ext cx="1763700" cy="77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4400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sz="19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5"/>
          <p:cNvSpPr txBox="1">
            <a:spLocks noGrp="1"/>
          </p:cNvSpPr>
          <p:nvPr>
            <p:ph type="body" idx="6"/>
          </p:nvPr>
        </p:nvSpPr>
        <p:spPr>
          <a:xfrm>
            <a:off x="4768998" y="4705618"/>
            <a:ext cx="1763700" cy="770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4400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sz="19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5"/>
          <p:cNvSpPr txBox="1">
            <a:spLocks noGrp="1"/>
          </p:cNvSpPr>
          <p:nvPr>
            <p:ph type="body" idx="7"/>
          </p:nvPr>
        </p:nvSpPr>
        <p:spPr>
          <a:xfrm>
            <a:off x="8532239" y="4705618"/>
            <a:ext cx="1763700" cy="770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4400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sz="19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5"/>
          <p:cNvSpPr txBox="1">
            <a:spLocks noGrp="1"/>
          </p:cNvSpPr>
          <p:nvPr>
            <p:ph type="body" idx="8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5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 (m) #2">
  <p:cSld name="Text + Image (m) #2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name="adj" fmla="val 3563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195" name="Google Shape;195;p6"/>
          <p:cNvSpPr>
            <a:spLocks noGrp="1"/>
          </p:cNvSpPr>
          <p:nvPr>
            <p:ph type="pic" idx="2"/>
          </p:nvPr>
        </p:nvSpPr>
        <p:spPr>
          <a:xfrm>
            <a:off x="6383338" y="722312"/>
            <a:ext cx="5079900" cy="5083200"/>
          </a:xfrm>
          <a:prstGeom prst="roundRect">
            <a:avLst>
              <a:gd name="adj" fmla="val 3310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96" name="Google Shape;196;p6"/>
          <p:cNvSpPr/>
          <p:nvPr/>
        </p:nvSpPr>
        <p:spPr>
          <a:xfrm>
            <a:off x="0" y="-367937"/>
            <a:ext cx="16584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(m) #2</a:t>
            </a:r>
            <a:endParaRPr sz="1500"/>
          </a:p>
        </p:txBody>
      </p:sp>
      <p:sp>
        <p:nvSpPr>
          <p:cNvPr id="197" name="Google Shape;197;p6"/>
          <p:cNvSpPr txBox="1">
            <a:spLocks noGrp="1"/>
          </p:cNvSpPr>
          <p:nvPr>
            <p:ph type="body" idx="1"/>
          </p:nvPr>
        </p:nvSpPr>
        <p:spPr>
          <a:xfrm>
            <a:off x="728695" y="1991183"/>
            <a:ext cx="5043600" cy="3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6"/>
          <p:cNvSpPr txBox="1">
            <a:spLocks noGrp="1"/>
          </p:cNvSpPr>
          <p:nvPr>
            <p:ph type="body" idx="3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6"/>
          <p:cNvSpPr txBox="1">
            <a:spLocks noGrp="1"/>
          </p:cNvSpPr>
          <p:nvPr>
            <p:ph type="body" idx="4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6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49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201" name="Google Shape;201;p6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202" name="Google Shape;202;p6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203" name="Google Shape;203;p6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204" name="Google Shape;204;p6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205" name="Google Shape;205;p6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208" name="Google Shape;208;p6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210" name="Google Shape;210;p6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211" name="Google Shape;211;p6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213" name="Google Shape;213;p6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214" name="Google Shape;214;p6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215" name="Google Shape;215;p6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216" name="Google Shape;216;p6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217" name="Google Shape;217;p6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218" name="Google Shape;218;p6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219" name="Google Shape;219;p6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220" name="Google Shape;220;p6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221" name="Google Shape;221;p6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222" name="Google Shape;222;p6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223" name="Google Shape;223;p6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224" name="Google Shape;224;p6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" name="Google Shape;225;p6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6" name="Google Shape;226;p6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227" name="Google Shape;227;p6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228" name="Google Shape;228;p6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29" name="Google Shape;229;p6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230" name="Google Shape;230;p6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231" name="Google Shape;231;p6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32" name="Google Shape;232;p6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33" name="Google Shape;233;p6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34" name="Google Shape;234;p6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35" name="Google Shape;235;p6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36" name="Google Shape;236;p6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37" name="Google Shape;237;p6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238" name="Google Shape;238;p6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239" name="Google Shape;239;p6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40" name="Google Shape;240;p6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41" name="Google Shape;241;p6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42" name="Google Shape;242;p6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43" name="Google Shape;243;p6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44" name="Google Shape;244;p6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45" name="Google Shape;245;p6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246" name="Google Shape;246;p6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247" name="Google Shape;247;p6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249" name="Google Shape;249;p6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250" name="Google Shape;250;p6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51" name="Google Shape;251;p6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252" name="Google Shape;252;p6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53" name="Google Shape;253;p6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54" name="Google Shape;254;p6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55" name="Google Shape;255;p6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56" name="Google Shape;256;p6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57" name="Google Shape;257;p6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58" name="Google Shape;258;p6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259" name="Google Shape;259;p6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60" name="Google Shape;260;p6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261" name="Google Shape;261;p6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62" name="Google Shape;262;p6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63" name="Google Shape;263;p6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64" name="Google Shape;264;p6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65" name="Google Shape;265;p6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66" name="Google Shape;266;p6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67" name="Google Shape;267;p6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268" name="Google Shape;268;p6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269" name="Google Shape;269;p6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70" name="Google Shape;270;p6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71" name="Google Shape;271;p6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272" name="Google Shape;272;p6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grpSp>
        <p:nvGrpSpPr>
          <p:cNvPr id="273" name="Google Shape;273;p6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274" name="Google Shape;274;p6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275" name="Google Shape;275;p6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276" name="Google Shape;276;p6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277" name="Google Shape;277;p6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6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279" name="Google Shape;279;p6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280" name="Google Shape;280;p6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281" name="Google Shape;281;p6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282" name="Google Shape;282;p6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283" name="Google Shape;283;p6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284" name="Google Shape;284;p6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285" name="Google Shape;285;p6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286" name="Google Shape;286;p6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287" name="Google Shape;287;p6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8" name="Google Shape;288;p6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9" name="Google Shape;289;p6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290" name="Google Shape;290;p6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91" name="Google Shape;291;p6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292" name="Google Shape;292;p6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293" name="Google Shape;293;p6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4" name="Google Shape;294;p6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95" name="Google Shape;295;p6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296" name="Google Shape;296;p6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7" name="Google Shape;297;p6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98" name="Google Shape;298;p6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299" name="Google Shape;299;p6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0" name="Google Shape;300;p6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301" name="Google Shape;301;p6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6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3" name="Google Shape;303;p6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304" name="Google Shape;304;p6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05" name="Google Shape;305;p6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6" name="Google Shape;306;p6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7" name="Google Shape;307;p6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08" name="Google Shape;308;p6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309" name="Google Shape;309;p6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310" name="Google Shape;310;p6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311" name="Google Shape;311;p6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12" name="Google Shape;312;p6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313" name="Google Shape;313;p6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4" name="Google Shape;314;p6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15" name="Google Shape;315;p6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 (s)">
  <p:cSld name="Text + Image (s)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7"/>
          <p:cNvSpPr/>
          <p:nvPr/>
        </p:nvSpPr>
        <p:spPr>
          <a:xfrm>
            <a:off x="0" y="-367937"/>
            <a:ext cx="13200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(s)</a:t>
            </a:r>
            <a:endParaRPr sz="1500"/>
          </a:p>
        </p:txBody>
      </p:sp>
      <p:sp>
        <p:nvSpPr>
          <p:cNvPr id="318" name="Google Shape;318;p7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7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7"/>
          <p:cNvSpPr txBox="1">
            <a:spLocks noGrp="1"/>
          </p:cNvSpPr>
          <p:nvPr>
            <p:ph type="title"/>
          </p:nvPr>
        </p:nvSpPr>
        <p:spPr>
          <a:xfrm>
            <a:off x="865162" y="722313"/>
            <a:ext cx="7342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7"/>
          <p:cNvSpPr>
            <a:spLocks noGrp="1"/>
          </p:cNvSpPr>
          <p:nvPr>
            <p:ph type="pic" idx="3"/>
          </p:nvPr>
        </p:nvSpPr>
        <p:spPr>
          <a:xfrm>
            <a:off x="8562290" y="722313"/>
            <a:ext cx="2901300" cy="5083200"/>
          </a:xfrm>
          <a:prstGeom prst="roundRect">
            <a:avLst>
              <a:gd name="adj" fmla="val 5432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22" name="Google Shape;322;p7"/>
          <p:cNvSpPr txBox="1">
            <a:spLocks noGrp="1"/>
          </p:cNvSpPr>
          <p:nvPr>
            <p:ph type="body" idx="4"/>
          </p:nvPr>
        </p:nvSpPr>
        <p:spPr>
          <a:xfrm>
            <a:off x="720000" y="1592263"/>
            <a:ext cx="7488000" cy="42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grpSp>
        <p:nvGrpSpPr>
          <p:cNvPr id="323" name="Google Shape;323;p7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324" name="Google Shape;324;p7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325" name="Google Shape;325;p7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26" name="Google Shape;326;p7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327" name="Google Shape;327;p7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28" name="Google Shape;328;p7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31" name="Google Shape;331;p7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332" name="Google Shape;332;p7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335" name="Google Shape;335;p7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336" name="Google Shape;336;p7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339" name="Google Shape;339;p7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340" name="Google Shape;340;p7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341" name="Google Shape;341;p7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342" name="Google Shape;342;p7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345" name="Google Shape;345;p7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346" name="Google Shape;346;p7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7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8" name="Google Shape;348;p7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349" name="Google Shape;349;p7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350" name="Google Shape;350;p7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1" name="Google Shape;351;p7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352" name="Google Shape;352;p7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353" name="Google Shape;353;p7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54" name="Google Shape;354;p7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55" name="Google Shape;355;p7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56" name="Google Shape;356;p7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57" name="Google Shape;357;p7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358" name="Google Shape;358;p7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59" name="Google Shape;359;p7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360" name="Google Shape;360;p7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361" name="Google Shape;361;p7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62" name="Google Shape;362;p7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63" name="Google Shape;363;p7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64" name="Google Shape;364;p7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65" name="Google Shape;365;p7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366" name="Google Shape;366;p7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367" name="Google Shape;367;p7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368" name="Google Shape;368;p7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369" name="Google Shape;369;p7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370" name="Google Shape;370;p7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371" name="Google Shape;371;p7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372" name="Google Shape;372;p7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73" name="Google Shape;373;p7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374" name="Google Shape;374;p7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75" name="Google Shape;375;p7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76" name="Google Shape;376;p7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77" name="Google Shape;377;p7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78" name="Google Shape;378;p7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379" name="Google Shape;379;p7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80" name="Google Shape;380;p7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381" name="Google Shape;381;p7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82" name="Google Shape;382;p7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383" name="Google Shape;383;p7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84" name="Google Shape;384;p7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85" name="Google Shape;385;p7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86" name="Google Shape;386;p7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87" name="Google Shape;387;p7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388" name="Google Shape;388;p7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89" name="Google Shape;389;p7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390" name="Google Shape;390;p7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391" name="Google Shape;391;p7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92" name="Google Shape;392;p7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93" name="Google Shape;393;p7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394" name="Google Shape;394;p7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grpSp>
        <p:nvGrpSpPr>
          <p:cNvPr id="395" name="Google Shape;395;p7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396" name="Google Shape;396;p7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397" name="Google Shape;397;p7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398" name="Google Shape;398;p7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99" name="Google Shape;399;p7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7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01" name="Google Shape;401;p7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402" name="Google Shape;402;p7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403" name="Google Shape;403;p7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04" name="Google Shape;404;p7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405" name="Google Shape;405;p7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406" name="Google Shape;406;p7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407" name="Google Shape;407;p7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408" name="Google Shape;408;p7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409" name="Google Shape;409;p7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10" name="Google Shape;410;p7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11" name="Google Shape;411;p7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412" name="Google Shape;412;p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413" name="Google Shape;413;p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414" name="Google Shape;414;p7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415" name="Google Shape;415;p7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6" name="Google Shape;416;p7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17" name="Google Shape;417;p7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418" name="Google Shape;418;p7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9" name="Google Shape;419;p7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20" name="Google Shape;420;p7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421" name="Google Shape;421;p7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2" name="Google Shape;422;p7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423" name="Google Shape;423;p7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7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5" name="Google Shape;425;p7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426" name="Google Shape;426;p7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427" name="Google Shape;427;p7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8" name="Google Shape;428;p7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" name="Google Shape;429;p7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30" name="Google Shape;430;p7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431" name="Google Shape;431;p7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432" name="Google Shape;432;p7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433" name="Google Shape;433;p7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34" name="Google Shape;434;p7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435" name="Google Shape;435;p7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6" name="Google Shape;436;p7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37" name="Google Shape;437;p7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 (m)">
  <p:cSld name="Text + Image (m)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8"/>
          <p:cNvSpPr/>
          <p:nvPr/>
        </p:nvSpPr>
        <p:spPr>
          <a:xfrm>
            <a:off x="0" y="-367937"/>
            <a:ext cx="14052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(m)</a:t>
            </a:r>
            <a:endParaRPr sz="1500"/>
          </a:p>
        </p:txBody>
      </p:sp>
      <p:sp>
        <p:nvSpPr>
          <p:cNvPr id="440" name="Google Shape;440;p8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p8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8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49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443" name="Google Shape;443;p8"/>
          <p:cNvSpPr>
            <a:spLocks noGrp="1"/>
          </p:cNvSpPr>
          <p:nvPr>
            <p:ph type="pic" idx="3"/>
          </p:nvPr>
        </p:nvSpPr>
        <p:spPr>
          <a:xfrm>
            <a:off x="6384888" y="722312"/>
            <a:ext cx="5078400" cy="5083200"/>
          </a:xfrm>
          <a:prstGeom prst="roundRect">
            <a:avLst>
              <a:gd name="adj" fmla="val 3310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44" name="Google Shape;444;p8"/>
          <p:cNvSpPr txBox="1">
            <a:spLocks noGrp="1"/>
          </p:cNvSpPr>
          <p:nvPr>
            <p:ph type="body" idx="4"/>
          </p:nvPr>
        </p:nvSpPr>
        <p:spPr>
          <a:xfrm>
            <a:off x="728695" y="1991183"/>
            <a:ext cx="5043600" cy="3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grpSp>
        <p:nvGrpSpPr>
          <p:cNvPr id="445" name="Google Shape;445;p8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446" name="Google Shape;446;p8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447" name="Google Shape;447;p8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48" name="Google Shape;448;p8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49" name="Google Shape;449;p8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50" name="Google Shape;450;p8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451" name="Google Shape;451;p8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52" name="Google Shape;452;p8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53" name="Google Shape;453;p8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454" name="Google Shape;454;p8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455" name="Google Shape;455;p8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456" name="Google Shape;456;p8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457" name="Google Shape;457;p8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458" name="Google Shape;458;p8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459" name="Google Shape;459;p8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460" name="Google Shape;460;p8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461" name="Google Shape;461;p8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62" name="Google Shape;462;p8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463" name="Google Shape;463;p8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64" name="Google Shape;464;p8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465" name="Google Shape;465;p8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466" name="Google Shape;466;p8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467" name="Google Shape;467;p8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468" name="Google Shape;468;p8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" name="Google Shape;469;p8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0" name="Google Shape;470;p8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471" name="Google Shape;471;p8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472" name="Google Shape;472;p8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73" name="Google Shape;473;p8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474" name="Google Shape;474;p8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75" name="Google Shape;475;p8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76" name="Google Shape;476;p8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77" name="Google Shape;477;p8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78" name="Google Shape;478;p8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79" name="Google Shape;479;p8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80" name="Google Shape;480;p8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81" name="Google Shape;481;p8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482" name="Google Shape;482;p8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83" name="Google Shape;483;p8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84" name="Google Shape;484;p8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85" name="Google Shape;485;p8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86" name="Google Shape;486;p8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87" name="Google Shape;487;p8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88" name="Google Shape;488;p8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489" name="Google Shape;489;p8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490" name="Google Shape;490;p8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491" name="Google Shape;491;p8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492" name="Google Shape;492;p8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493" name="Google Shape;493;p8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494" name="Google Shape;494;p8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95" name="Google Shape;495;p8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96" name="Google Shape;496;p8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97" name="Google Shape;497;p8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98" name="Google Shape;498;p8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99" name="Google Shape;499;p8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0" name="Google Shape;500;p8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01" name="Google Shape;501;p8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02" name="Google Shape;502;p8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503" name="Google Shape;503;p8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04" name="Google Shape;504;p8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05" name="Google Shape;505;p8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6" name="Google Shape;506;p8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7" name="Google Shape;507;p8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8" name="Google Shape;508;p8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9" name="Google Shape;509;p8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10" name="Google Shape;510;p8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11" name="Google Shape;511;p8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512" name="Google Shape;512;p8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513" name="Google Shape;513;p8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14" name="Google Shape;514;p8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15" name="Google Shape;515;p8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516" name="Google Shape;516;p8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grpSp>
        <p:nvGrpSpPr>
          <p:cNvPr id="517" name="Google Shape;517;p8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518" name="Google Shape;518;p8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519" name="Google Shape;519;p8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520" name="Google Shape;520;p8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521" name="Google Shape;521;p8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8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523" name="Google Shape;523;p8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524" name="Google Shape;524;p8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525" name="Google Shape;525;p8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26" name="Google Shape;526;p8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527" name="Google Shape;527;p8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528" name="Google Shape;528;p8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529" name="Google Shape;529;p8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530" name="Google Shape;530;p8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531" name="Google Shape;531;p8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2" name="Google Shape;532;p8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3" name="Google Shape;533;p8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534" name="Google Shape;534;p8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535" name="Google Shape;535;p8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536" name="Google Shape;536;p8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537" name="Google Shape;537;p8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8" name="Google Shape;538;p8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39" name="Google Shape;539;p8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540" name="Google Shape;540;p8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1" name="Google Shape;541;p8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542" name="Google Shape;542;p8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543" name="Google Shape;543;p8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4" name="Google Shape;544;p8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545" name="Google Shape;545;p8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p8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7" name="Google Shape;547;p8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548" name="Google Shape;548;p8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549" name="Google Shape;549;p8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0" name="Google Shape;550;p8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1" name="Google Shape;551;p8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52" name="Google Shape;552;p8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553" name="Google Shape;553;p8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554" name="Google Shape;554;p8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555" name="Google Shape;555;p8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56" name="Google Shape;556;p8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557" name="Google Shape;557;p8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8" name="Google Shape;558;p8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559" name="Google Shape;559;p8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#1">
  <p:cSld name="Text #1"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9"/>
          <p:cNvSpPr/>
          <p:nvPr/>
        </p:nvSpPr>
        <p:spPr>
          <a:xfrm>
            <a:off x="714375" y="1385455"/>
            <a:ext cx="7810800" cy="4420800"/>
          </a:xfrm>
          <a:prstGeom prst="roundRect">
            <a:avLst>
              <a:gd name="adj" fmla="val 3563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562" name="Google Shape;562;p9"/>
          <p:cNvSpPr txBox="1">
            <a:spLocks noGrp="1"/>
          </p:cNvSpPr>
          <p:nvPr>
            <p:ph type="body" idx="1"/>
          </p:nvPr>
        </p:nvSpPr>
        <p:spPr>
          <a:xfrm>
            <a:off x="865162" y="1592263"/>
            <a:ext cx="7488000" cy="40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63" name="Google Shape;563;p9"/>
          <p:cNvSpPr/>
          <p:nvPr/>
        </p:nvSpPr>
        <p:spPr>
          <a:xfrm>
            <a:off x="0" y="-367937"/>
            <a:ext cx="6009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#1</a:t>
            </a:r>
            <a:endParaRPr sz="1500"/>
          </a:p>
        </p:txBody>
      </p:sp>
      <p:sp>
        <p:nvSpPr>
          <p:cNvPr id="564" name="Google Shape;564;p9"/>
          <p:cNvSpPr txBox="1">
            <a:spLocks noGrp="1"/>
          </p:cNvSpPr>
          <p:nvPr>
            <p:ph type="body" idx="2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565" name="Google Shape;565;p9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566" name="Google Shape;566;p9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567" name="Google Shape;567;p9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568" name="Google Shape;568;p9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69" name="Google Shape;569;p9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570" name="Google Shape;570;p9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571" name="Google Shape;571;p9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72" name="Google Shape;572;p9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73" name="Google Shape;573;p9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574" name="Google Shape;574;p9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575" name="Google Shape;575;p9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576" name="Google Shape;576;p9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577" name="Google Shape;577;p9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578" name="Google Shape;578;p9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579" name="Google Shape;579;p9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580" name="Google Shape;580;p9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581" name="Google Shape;581;p9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82" name="Google Shape;582;p9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583" name="Google Shape;583;p9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84" name="Google Shape;584;p9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585" name="Google Shape;585;p9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586" name="Google Shape;586;p9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587" name="Google Shape;587;p9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588" name="Google Shape;588;p9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589;p9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0" name="Google Shape;590;p9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591" name="Google Shape;591;p9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592" name="Google Shape;592;p9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3" name="Google Shape;593;p9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594" name="Google Shape;594;p9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95" name="Google Shape;595;p9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6" name="Google Shape;596;p9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7" name="Google Shape;597;p9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8" name="Google Shape;598;p9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9" name="Google Shape;599;p9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00" name="Google Shape;600;p9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01" name="Google Shape;601;p9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602" name="Google Shape;602;p9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603" name="Google Shape;603;p9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04" name="Google Shape;604;p9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05" name="Google Shape;605;p9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06" name="Google Shape;606;p9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07" name="Google Shape;607;p9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08" name="Google Shape;608;p9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609" name="Google Shape;609;p9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610" name="Google Shape;610;p9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611" name="Google Shape;611;p9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612" name="Google Shape;612;p9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613" name="Google Shape;613;p9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614" name="Google Shape;614;p9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15" name="Google Shape;615;p9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616" name="Google Shape;616;p9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7" name="Google Shape;617;p9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8" name="Google Shape;618;p9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9" name="Google Shape;619;p9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20" name="Google Shape;620;p9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21" name="Google Shape;621;p9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22" name="Google Shape;622;p9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623" name="Google Shape;623;p9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24" name="Google Shape;624;p9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625" name="Google Shape;625;p9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26" name="Google Shape;626;p9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27" name="Google Shape;627;p9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28" name="Google Shape;628;p9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29" name="Google Shape;629;p9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30" name="Google Shape;630;p9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31" name="Google Shape;631;p9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632" name="Google Shape;632;p9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633" name="Google Shape;633;p9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34" name="Google Shape;634;p9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35" name="Google Shape;635;p9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636" name="Google Shape;636;p9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637" name="Google Shape;637;p9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38" name="Google Shape;638;p9"/>
          <p:cNvSpPr txBox="1">
            <a:spLocks noGrp="1"/>
          </p:cNvSpPr>
          <p:nvPr>
            <p:ph type="title"/>
          </p:nvPr>
        </p:nvSpPr>
        <p:spPr>
          <a:xfrm>
            <a:off x="865162" y="722313"/>
            <a:ext cx="105591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#1">
  <p:cSld name="Title only #1"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0"/>
          <p:cNvSpPr/>
          <p:nvPr/>
        </p:nvSpPr>
        <p:spPr>
          <a:xfrm>
            <a:off x="0" y="-367937"/>
            <a:ext cx="10419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Title only #1</a:t>
            </a:r>
            <a:endParaRPr sz="1500"/>
          </a:p>
        </p:txBody>
      </p:sp>
      <p:sp>
        <p:nvSpPr>
          <p:cNvPr id="641" name="Google Shape;641;p10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42" name="Google Shape;642;p10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43" name="Google Shape;643;p10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 1x + Image 2x">
  <p:cSld name="Column 1x + Image 2x"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11"/>
          <p:cNvSpPr>
            <a:spLocks noGrp="1"/>
          </p:cNvSpPr>
          <p:nvPr>
            <p:ph type="pic" idx="2"/>
          </p:nvPr>
        </p:nvSpPr>
        <p:spPr>
          <a:xfrm>
            <a:off x="728694" y="1991183"/>
            <a:ext cx="3401700" cy="3814500"/>
          </a:xfrm>
          <a:prstGeom prst="roundRect">
            <a:avLst>
              <a:gd name="adj" fmla="val 4031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646" name="Google Shape;646;p11"/>
          <p:cNvSpPr txBox="1">
            <a:spLocks noGrp="1"/>
          </p:cNvSpPr>
          <p:nvPr>
            <p:ph type="body" idx="1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47" name="Google Shape;647;p11"/>
          <p:cNvSpPr txBox="1">
            <a:spLocks noGrp="1"/>
          </p:cNvSpPr>
          <p:nvPr>
            <p:ph type="body" idx="3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48" name="Google Shape;648;p11"/>
          <p:cNvSpPr txBox="1">
            <a:spLocks noGrp="1"/>
          </p:cNvSpPr>
          <p:nvPr>
            <p:ph type="body" idx="4"/>
          </p:nvPr>
        </p:nvSpPr>
        <p:spPr>
          <a:xfrm>
            <a:off x="4395228" y="722313"/>
            <a:ext cx="3398400" cy="50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>
            <a:endParaRPr/>
          </a:p>
        </p:txBody>
      </p:sp>
      <p:sp>
        <p:nvSpPr>
          <p:cNvPr id="649" name="Google Shape;649;p11"/>
          <p:cNvSpPr txBox="1">
            <a:spLocks noGrp="1"/>
          </p:cNvSpPr>
          <p:nvPr>
            <p:ph type="body" idx="5"/>
          </p:nvPr>
        </p:nvSpPr>
        <p:spPr>
          <a:xfrm>
            <a:off x="865163" y="722314"/>
            <a:ext cx="3260700" cy="1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3500"/>
              <a:buFont typeface="Calibri"/>
              <a:buNone/>
              <a:defRPr sz="3500" b="1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50" name="Google Shape;650;p11"/>
          <p:cNvSpPr>
            <a:spLocks noGrp="1"/>
          </p:cNvSpPr>
          <p:nvPr>
            <p:ph type="pic" idx="6"/>
          </p:nvPr>
        </p:nvSpPr>
        <p:spPr>
          <a:xfrm>
            <a:off x="8061762" y="722313"/>
            <a:ext cx="3401700" cy="5083200"/>
          </a:xfrm>
          <a:prstGeom prst="roundRect">
            <a:avLst>
              <a:gd name="adj" fmla="val 4031"/>
            </a:avLst>
          </a:prstGeom>
          <a:solidFill>
            <a:srgbClr val="F2F2F2"/>
          </a:solidFill>
          <a:ln>
            <a:noFill/>
          </a:ln>
        </p:spPr>
      </p:sp>
      <p:grpSp>
        <p:nvGrpSpPr>
          <p:cNvPr id="651" name="Google Shape;651;p11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652" name="Google Shape;652;p11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653" name="Google Shape;653;p11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54" name="Google Shape;654;p11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655" name="Google Shape;655;p11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56" name="Google Shape;656;p11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657" name="Google Shape;657;p11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658" name="Google Shape;658;p11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59" name="Google Shape;659;p11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660" name="Google Shape;660;p11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661" name="Google Shape;661;p11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662" name="Google Shape;662;p11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663" name="Google Shape;663;p11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664" name="Google Shape;664;p11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665" name="Google Shape;665;p11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666" name="Google Shape;666;p11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667" name="Google Shape;667;p11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668" name="Google Shape;668;p11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669" name="Google Shape;669;p11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670" name="Google Shape;670;p11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671" name="Google Shape;671;p11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672" name="Google Shape;672;p11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673" name="Google Shape;673;p11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674" name="Google Shape;674;p11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11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6" name="Google Shape;676;p11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677" name="Google Shape;677;p11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678" name="Google Shape;678;p11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79" name="Google Shape;679;p11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680" name="Google Shape;680;p11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681" name="Google Shape;681;p11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82" name="Google Shape;682;p11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83" name="Google Shape;683;p11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84" name="Google Shape;684;p11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85" name="Google Shape;685;p11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86" name="Google Shape;686;p11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87" name="Google Shape;687;p11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688" name="Google Shape;688;p11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689" name="Google Shape;689;p11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90" name="Google Shape;690;p11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91" name="Google Shape;691;p11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92" name="Google Shape;692;p11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93" name="Google Shape;693;p11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94" name="Google Shape;694;p11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695" name="Google Shape;695;p11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696" name="Google Shape;696;p11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697" name="Google Shape;697;p11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698" name="Google Shape;698;p11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699" name="Google Shape;699;p11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700" name="Google Shape;700;p11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01" name="Google Shape;701;p11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702" name="Google Shape;702;p11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703" name="Google Shape;703;p11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704" name="Google Shape;704;p11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705" name="Google Shape;705;p11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706" name="Google Shape;706;p11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707" name="Google Shape;707;p11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08" name="Google Shape;708;p11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709" name="Google Shape;709;p11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10" name="Google Shape;710;p11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711" name="Google Shape;711;p11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712" name="Google Shape;712;p11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713" name="Google Shape;713;p11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714" name="Google Shape;714;p11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715" name="Google Shape;715;p11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716" name="Google Shape;716;p11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17" name="Google Shape;717;p11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718" name="Google Shape;718;p11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719" name="Google Shape;719;p11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720" name="Google Shape;720;p11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721" name="Google Shape;721;p11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722" name="Google Shape;722;p11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723" name="Google Shape;723;p11"/>
          <p:cNvSpPr txBox="1">
            <a:spLocks noGrp="1"/>
          </p:cNvSpPr>
          <p:nvPr>
            <p:ph type="dt" idx="10"/>
          </p:nvPr>
        </p:nvSpPr>
        <p:spPr>
          <a:xfrm>
            <a:off x="8317776" y="634385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724" name="Google Shape;724;p11"/>
          <p:cNvSpPr txBox="1">
            <a:spLocks noGrp="1"/>
          </p:cNvSpPr>
          <p:nvPr>
            <p:ph type="ftr" idx="11"/>
          </p:nvPr>
        </p:nvSpPr>
        <p:spPr>
          <a:xfrm>
            <a:off x="9801225" y="6343856"/>
            <a:ext cx="1658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725" name="Google Shape;725;p11"/>
          <p:cNvSpPr txBox="1">
            <a:spLocks noGrp="1"/>
          </p:cNvSpPr>
          <p:nvPr>
            <p:ph type="sldNum" idx="12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726" name="Google Shape;726;p11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727" name="Google Shape;727;p11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728" name="Google Shape;728;p11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729" name="Google Shape;729;p11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730" name="Google Shape;730;p11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11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732" name="Google Shape;732;p11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733" name="Google Shape;733;p11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734" name="Google Shape;734;p11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735" name="Google Shape;735;p11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736" name="Google Shape;736;p11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737" name="Google Shape;737;p11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738" name="Google Shape;738;p11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739" name="Google Shape;739;p11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740" name="Google Shape;740;p11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41" name="Google Shape;741;p11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42" name="Google Shape;742;p11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743" name="Google Shape;743;p11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744" name="Google Shape;744;p11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745" name="Google Shape;745;p11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746" name="Google Shape;746;p11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7" name="Google Shape;747;p11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48" name="Google Shape;748;p11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749" name="Google Shape;749;p11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50" name="Google Shape;750;p11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751" name="Google Shape;751;p11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752" name="Google Shape;752;p11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3" name="Google Shape;753;p11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754" name="Google Shape;754;p11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5" name="Google Shape;755;p11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6" name="Google Shape;756;p11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757" name="Google Shape;757;p11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758" name="Google Shape;758;p11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9" name="Google Shape;759;p11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0" name="Google Shape;760;p11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61" name="Google Shape;761;p11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762" name="Google Shape;762;p11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763" name="Google Shape;763;p11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764" name="Google Shape;764;p11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65" name="Google Shape;765;p11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766" name="Google Shape;766;p11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67" name="Google Shape;767;p11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768" name="Google Shape;768;p11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769" name="Google Shape;769;p11"/>
          <p:cNvSpPr txBox="1">
            <a:spLocks noGrp="1"/>
          </p:cNvSpPr>
          <p:nvPr>
            <p:ph type="title"/>
          </p:nvPr>
        </p:nvSpPr>
        <p:spPr>
          <a:xfrm>
            <a:off x="-1" y="-367937"/>
            <a:ext cx="26955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 (2x)">
  <p:cSld name="Text + Image (2x)"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12"/>
          <p:cNvSpPr>
            <a:spLocks noGrp="1"/>
          </p:cNvSpPr>
          <p:nvPr>
            <p:ph type="pic" idx="2"/>
          </p:nvPr>
        </p:nvSpPr>
        <p:spPr>
          <a:xfrm>
            <a:off x="720001" y="1592264"/>
            <a:ext cx="5076000" cy="2442000"/>
          </a:xfrm>
          <a:prstGeom prst="roundRect">
            <a:avLst>
              <a:gd name="adj" fmla="val 9597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772" name="Google Shape;772;p12"/>
          <p:cNvSpPr/>
          <p:nvPr/>
        </p:nvSpPr>
        <p:spPr>
          <a:xfrm>
            <a:off x="0" y="-367937"/>
            <a:ext cx="14373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(2x)</a:t>
            </a:r>
            <a:endParaRPr sz="1500"/>
          </a:p>
        </p:txBody>
      </p:sp>
      <p:sp>
        <p:nvSpPr>
          <p:cNvPr id="773" name="Google Shape;773;p12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774" name="Google Shape;774;p12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775" name="Google Shape;775;p12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776" name="Google Shape;776;p12"/>
          <p:cNvSpPr>
            <a:spLocks noGrp="1"/>
          </p:cNvSpPr>
          <p:nvPr>
            <p:ph type="pic" idx="4"/>
          </p:nvPr>
        </p:nvSpPr>
        <p:spPr>
          <a:xfrm>
            <a:off x="6396001" y="1592264"/>
            <a:ext cx="5076000" cy="2442000"/>
          </a:xfrm>
          <a:prstGeom prst="roundRect">
            <a:avLst>
              <a:gd name="adj" fmla="val 9597"/>
            </a:avLst>
          </a:prstGeom>
          <a:solidFill>
            <a:srgbClr val="F2F2F2"/>
          </a:solidFill>
          <a:ln>
            <a:noFill/>
          </a:ln>
        </p:spPr>
      </p:sp>
      <p:grpSp>
        <p:nvGrpSpPr>
          <p:cNvPr id="777" name="Google Shape;777;p12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778" name="Google Shape;778;p12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779" name="Google Shape;779;p12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780" name="Google Shape;780;p12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781" name="Google Shape;781;p12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" name="Google Shape;782;p12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783" name="Google Shape;783;p12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784" name="Google Shape;784;p12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785" name="Google Shape;785;p12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786" name="Google Shape;786;p12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787" name="Google Shape;787;p12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788" name="Google Shape;788;p12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789" name="Google Shape;789;p12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790" name="Google Shape;790;p12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791" name="Google Shape;791;p12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92" name="Google Shape;792;p12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93" name="Google Shape;793;p12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794" name="Google Shape;794;p12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795" name="Google Shape;795;p12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796" name="Google Shape;796;p12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797" name="Google Shape;797;p12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8" name="Google Shape;798;p12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99" name="Google Shape;799;p12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800" name="Google Shape;800;p12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01" name="Google Shape;801;p12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802" name="Google Shape;802;p12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803" name="Google Shape;803;p12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4" name="Google Shape;804;p12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805" name="Google Shape;805;p12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" name="Google Shape;806;p12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7" name="Google Shape;807;p12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808" name="Google Shape;808;p12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809" name="Google Shape;809;p12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0" name="Google Shape;810;p12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1" name="Google Shape;811;p12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12" name="Google Shape;812;p12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813" name="Google Shape;813;p12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814" name="Google Shape;814;p12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815" name="Google Shape;815;p12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16" name="Google Shape;816;p12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817" name="Google Shape;817;p12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8" name="Google Shape;818;p12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819" name="Google Shape;819;p12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 (l)">
  <p:cSld name="Text + Image (l)"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3"/>
          <p:cNvSpPr>
            <a:spLocks noGrp="1"/>
          </p:cNvSpPr>
          <p:nvPr>
            <p:ph type="pic" idx="2"/>
          </p:nvPr>
        </p:nvSpPr>
        <p:spPr>
          <a:xfrm>
            <a:off x="4329987" y="722312"/>
            <a:ext cx="7133100" cy="5083200"/>
          </a:xfrm>
          <a:prstGeom prst="roundRect">
            <a:avLst>
              <a:gd name="adj" fmla="val 3394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822" name="Google Shape;822;p13"/>
          <p:cNvSpPr/>
          <p:nvPr/>
        </p:nvSpPr>
        <p:spPr>
          <a:xfrm>
            <a:off x="0" y="-367937"/>
            <a:ext cx="12879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(l)</a:t>
            </a:r>
            <a:endParaRPr sz="1500"/>
          </a:p>
        </p:txBody>
      </p:sp>
      <p:sp>
        <p:nvSpPr>
          <p:cNvPr id="823" name="Google Shape;823;p13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824" name="Google Shape;824;p13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825" name="Google Shape;825;p13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28536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826" name="Google Shape;826;p13"/>
          <p:cNvSpPr txBox="1">
            <a:spLocks noGrp="1"/>
          </p:cNvSpPr>
          <p:nvPr>
            <p:ph type="body" idx="4"/>
          </p:nvPr>
        </p:nvSpPr>
        <p:spPr>
          <a:xfrm>
            <a:off x="728695" y="1991183"/>
            <a:ext cx="2990100" cy="3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grpSp>
        <p:nvGrpSpPr>
          <p:cNvPr id="827" name="Google Shape;827;p13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828" name="Google Shape;828;p13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829" name="Google Shape;829;p13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830" name="Google Shape;830;p13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831" name="Google Shape;831;p13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832" name="Google Shape;832;p13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833" name="Google Shape;833;p13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834" name="Google Shape;834;p13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835" name="Google Shape;835;p13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836" name="Google Shape;836;p13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837" name="Google Shape;837;p13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838" name="Google Shape;838;p13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839" name="Google Shape;839;p13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840" name="Google Shape;840;p13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841" name="Google Shape;841;p13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842" name="Google Shape;842;p13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843" name="Google Shape;843;p13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844" name="Google Shape;844;p13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845" name="Google Shape;845;p13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846" name="Google Shape;846;p13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847" name="Google Shape;847;p13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848" name="Google Shape;848;p13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849" name="Google Shape;849;p13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850" name="Google Shape;850;p13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1" name="Google Shape;851;p13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52" name="Google Shape;852;p13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853" name="Google Shape;853;p13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854" name="Google Shape;854;p13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55" name="Google Shape;855;p13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856" name="Google Shape;856;p13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857" name="Google Shape;857;p13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858" name="Google Shape;858;p13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859" name="Google Shape;859;p13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860" name="Google Shape;860;p13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861" name="Google Shape;861;p13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862" name="Google Shape;862;p13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63" name="Google Shape;863;p13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864" name="Google Shape;864;p13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865" name="Google Shape;865;p13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866" name="Google Shape;866;p13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867" name="Google Shape;867;p13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868" name="Google Shape;868;p13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869" name="Google Shape;869;p13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870" name="Google Shape;870;p13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871" name="Google Shape;871;p13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872" name="Google Shape;872;p13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873" name="Google Shape;873;p13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874" name="Google Shape;874;p13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875" name="Google Shape;875;p13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876" name="Google Shape;876;p13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77" name="Google Shape;877;p13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878" name="Google Shape;878;p13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879" name="Google Shape;879;p13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880" name="Google Shape;880;p13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881" name="Google Shape;881;p13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882" name="Google Shape;882;p13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883" name="Google Shape;883;p13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84" name="Google Shape;884;p13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885" name="Google Shape;885;p13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86" name="Google Shape;886;p13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887" name="Google Shape;887;p13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888" name="Google Shape;888;p13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889" name="Google Shape;889;p13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890" name="Google Shape;890;p13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891" name="Google Shape;891;p13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892" name="Google Shape;892;p13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93" name="Google Shape;893;p13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894" name="Google Shape;894;p13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895" name="Google Shape;895;p13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896" name="Google Shape;896;p13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897" name="Google Shape;897;p13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898" name="Google Shape;898;p13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grpSp>
        <p:nvGrpSpPr>
          <p:cNvPr id="899" name="Google Shape;899;p13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900" name="Google Shape;900;p13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901" name="Google Shape;901;p13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902" name="Google Shape;902;p13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903" name="Google Shape;903;p13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13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905" name="Google Shape;905;p13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906" name="Google Shape;906;p13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907" name="Google Shape;907;p13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908" name="Google Shape;908;p13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909" name="Google Shape;909;p13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910" name="Google Shape;910;p13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911" name="Google Shape;911;p13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912" name="Google Shape;912;p13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913" name="Google Shape;913;p13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14" name="Google Shape;914;p13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15" name="Google Shape;915;p13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916" name="Google Shape;916;p13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917" name="Google Shape;917;p13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918" name="Google Shape;918;p13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919" name="Google Shape;919;p13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0" name="Google Shape;920;p13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21" name="Google Shape;921;p13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922" name="Google Shape;922;p13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3" name="Google Shape;923;p13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24" name="Google Shape;924;p13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925" name="Google Shape;925;p13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26" name="Google Shape;926;p13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927" name="Google Shape;927;p13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8;p13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29" name="Google Shape;929;p13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930" name="Google Shape;930;p13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931" name="Google Shape;931;p13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2" name="Google Shape;932;p13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3" name="Google Shape;933;p13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34" name="Google Shape;934;p13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935" name="Google Shape;935;p13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936" name="Google Shape;936;p13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937" name="Google Shape;937;p13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38" name="Google Shape;938;p13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939" name="Google Shape;939;p13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0" name="Google Shape;940;p13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41" name="Google Shape;941;p13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Icon instruction">
  <p:cSld name="Title + Icon instruction"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14"/>
          <p:cNvSpPr/>
          <p:nvPr/>
        </p:nvSpPr>
        <p:spPr>
          <a:xfrm>
            <a:off x="0" y="-367937"/>
            <a:ext cx="18996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Title + Icon instruction</a:t>
            </a:r>
            <a:endParaRPr sz="1500"/>
          </a:p>
        </p:txBody>
      </p:sp>
      <p:sp>
        <p:nvSpPr>
          <p:cNvPr id="944" name="Google Shape;944;p14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945" name="Google Shape;945;p14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946" name="Google Shape;946;p14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947" name="Google Shape;947;p14"/>
          <p:cNvGrpSpPr/>
          <p:nvPr/>
        </p:nvGrpSpPr>
        <p:grpSpPr>
          <a:xfrm>
            <a:off x="12377595" y="0"/>
            <a:ext cx="3693213" cy="6209710"/>
            <a:chOff x="-3786164" y="0"/>
            <a:chExt cx="3693213" cy="6209710"/>
          </a:xfrm>
        </p:grpSpPr>
        <p:sp>
          <p:nvSpPr>
            <p:cNvPr id="948" name="Google Shape;948;p14"/>
            <p:cNvSpPr/>
            <p:nvPr/>
          </p:nvSpPr>
          <p:spPr>
            <a:xfrm>
              <a:off x="-3786164" y="0"/>
              <a:ext cx="3593100" cy="55722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ICON</a:t>
              </a:r>
              <a:endParaRPr sz="1500"/>
            </a:p>
          </p:txBody>
        </p:sp>
        <p:sp>
          <p:nvSpPr>
            <p:cNvPr id="949" name="Google Shape;949;p14"/>
            <p:cNvSpPr/>
            <p:nvPr/>
          </p:nvSpPr>
          <p:spPr>
            <a:xfrm>
              <a:off x="-3786164" y="5381710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950" name="Google Shape;950;p14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951" name="Google Shape;951;p14"/>
            <p:cNvSpPr/>
            <p:nvPr/>
          </p:nvSpPr>
          <p:spPr>
            <a:xfrm>
              <a:off x="-3319416" y="465323"/>
              <a:ext cx="29442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icon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Go to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‘Icons’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14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953" name="Google Shape;953;p14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icon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954" name="Google Shape;954;p14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955" name="Google Shape;955;p14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956" name="Google Shape;956;p14"/>
            <p:cNvSpPr/>
            <p:nvPr/>
          </p:nvSpPr>
          <p:spPr>
            <a:xfrm>
              <a:off x="-3319415" y="2634835"/>
              <a:ext cx="2944800" cy="63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Drag the icon to the preferred position on the slide. To give the icon a different colour,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‘Drawing Tools’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-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‘Format’ 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‘Shape Fill’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grpSp>
          <p:nvGrpSpPr>
            <p:cNvPr id="957" name="Google Shape;957;p14"/>
            <p:cNvGrpSpPr/>
            <p:nvPr/>
          </p:nvGrpSpPr>
          <p:grpSpPr>
            <a:xfrm>
              <a:off x="-376743" y="5210740"/>
              <a:ext cx="283792" cy="283792"/>
              <a:chOff x="-510741" y="5913713"/>
              <a:chExt cx="267652" cy="267652"/>
            </a:xfrm>
          </p:grpSpPr>
          <p:sp>
            <p:nvSpPr>
              <p:cNvPr id="958" name="Google Shape;958;p14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9" name="Google Shape;959;p14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60" name="Google Shape;960;p14"/>
            <p:cNvGrpSpPr/>
            <p:nvPr/>
          </p:nvGrpSpPr>
          <p:grpSpPr>
            <a:xfrm>
              <a:off x="-938434" y="5519087"/>
              <a:ext cx="627900" cy="576654"/>
              <a:chOff x="-938434" y="4570310"/>
              <a:chExt cx="627900" cy="576654"/>
            </a:xfrm>
          </p:grpSpPr>
          <p:grpSp>
            <p:nvGrpSpPr>
              <p:cNvPr id="961" name="Google Shape;961;p14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962" name="Google Shape;962;p14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963" name="Google Shape;963;p14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964" name="Google Shape;964;p14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965" name="Google Shape;965;p14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966" name="Google Shape;966;p14"/>
            <p:cNvGrpSpPr/>
            <p:nvPr/>
          </p:nvGrpSpPr>
          <p:grpSpPr>
            <a:xfrm>
              <a:off x="-3398401" y="1222618"/>
              <a:ext cx="491700" cy="410742"/>
              <a:chOff x="-3241990" y="1222618"/>
              <a:chExt cx="491700" cy="410742"/>
            </a:xfrm>
          </p:grpSpPr>
          <p:sp>
            <p:nvSpPr>
              <p:cNvPr id="967" name="Google Shape;967;p14"/>
              <p:cNvSpPr txBox="1"/>
              <p:nvPr/>
            </p:nvSpPr>
            <p:spPr>
              <a:xfrm>
                <a:off x="-3241990" y="1489960"/>
                <a:ext cx="491700" cy="14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Icons</a:t>
                </a:r>
                <a:endParaRPr sz="1500"/>
              </a:p>
            </p:txBody>
          </p:sp>
          <p:grpSp>
            <p:nvGrpSpPr>
              <p:cNvPr id="968" name="Google Shape;968;p14"/>
              <p:cNvGrpSpPr/>
              <p:nvPr/>
            </p:nvGrpSpPr>
            <p:grpSpPr>
              <a:xfrm>
                <a:off x="-3119155" y="1222618"/>
                <a:ext cx="245953" cy="246687"/>
                <a:chOff x="1314120" y="4794393"/>
                <a:chExt cx="1787446" cy="1792784"/>
              </a:xfrm>
            </p:grpSpPr>
            <p:grpSp>
              <p:nvGrpSpPr>
                <p:cNvPr id="969" name="Google Shape;969;p14"/>
                <p:cNvGrpSpPr/>
                <p:nvPr/>
              </p:nvGrpSpPr>
              <p:grpSpPr>
                <a:xfrm>
                  <a:off x="1314120" y="4794393"/>
                  <a:ext cx="1787446" cy="1792784"/>
                  <a:chOff x="1314120" y="4794393"/>
                  <a:chExt cx="1787446" cy="1792784"/>
                </a:xfrm>
              </p:grpSpPr>
              <p:grpSp>
                <p:nvGrpSpPr>
                  <p:cNvPr id="970" name="Google Shape;970;p14"/>
                  <p:cNvGrpSpPr/>
                  <p:nvPr/>
                </p:nvGrpSpPr>
                <p:grpSpPr>
                  <a:xfrm>
                    <a:off x="1314120" y="4794393"/>
                    <a:ext cx="1787446" cy="1792784"/>
                    <a:chOff x="1314120" y="4794393"/>
                    <a:chExt cx="1787446" cy="1792784"/>
                  </a:xfrm>
                </p:grpSpPr>
                <p:sp>
                  <p:nvSpPr>
                    <p:cNvPr id="971" name="Google Shape;971;p14"/>
                    <p:cNvSpPr/>
                    <p:nvPr/>
                  </p:nvSpPr>
                  <p:spPr>
                    <a:xfrm>
                      <a:off x="1314120" y="4794393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972" name="Google Shape;972;p14"/>
                    <p:cNvSpPr/>
                    <p:nvPr/>
                  </p:nvSpPr>
                  <p:spPr>
                    <a:xfrm>
                      <a:off x="2247436" y="4794393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973" name="Google Shape;973;p14"/>
                    <p:cNvSpPr/>
                    <p:nvPr/>
                  </p:nvSpPr>
                  <p:spPr>
                    <a:xfrm>
                      <a:off x="1314120" y="5733047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974" name="Google Shape;974;p14"/>
                    <p:cNvSpPr/>
                    <p:nvPr/>
                  </p:nvSpPr>
                  <p:spPr>
                    <a:xfrm>
                      <a:off x="2247436" y="5733047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</p:grpSp>
              <p:grpSp>
                <p:nvGrpSpPr>
                  <p:cNvPr id="975" name="Google Shape;975;p14"/>
                  <p:cNvGrpSpPr/>
                  <p:nvPr/>
                </p:nvGrpSpPr>
                <p:grpSpPr>
                  <a:xfrm>
                    <a:off x="1544558" y="5023941"/>
                    <a:ext cx="1270519" cy="1329240"/>
                    <a:chOff x="1544558" y="5023941"/>
                    <a:chExt cx="1270519" cy="1329240"/>
                  </a:xfrm>
                </p:grpSpPr>
                <p:sp>
                  <p:nvSpPr>
                    <p:cNvPr id="976" name="Google Shape;976;p14"/>
                    <p:cNvSpPr/>
                    <p:nvPr/>
                  </p:nvSpPr>
                  <p:spPr>
                    <a:xfrm>
                      <a:off x="1544558" y="5033728"/>
                      <a:ext cx="391476" cy="391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91476" h="391476" extrusionOk="0">
                          <a:moveTo>
                            <a:pt x="338071" y="146781"/>
                          </a:moveTo>
                          <a:lnTo>
                            <a:pt x="338071" y="54251"/>
                          </a:lnTo>
                          <a:lnTo>
                            <a:pt x="290026" y="54251"/>
                          </a:lnTo>
                          <a:lnTo>
                            <a:pt x="290026" y="98737"/>
                          </a:lnTo>
                          <a:lnTo>
                            <a:pt x="197496" y="6206"/>
                          </a:lnTo>
                          <a:lnTo>
                            <a:pt x="6206" y="197496"/>
                          </a:lnTo>
                          <a:lnTo>
                            <a:pt x="7096" y="387896"/>
                          </a:lnTo>
                          <a:lnTo>
                            <a:pt x="146781" y="387896"/>
                          </a:lnTo>
                          <a:lnTo>
                            <a:pt x="242871" y="387896"/>
                          </a:lnTo>
                          <a:lnTo>
                            <a:pt x="388785" y="387896"/>
                          </a:lnTo>
                          <a:lnTo>
                            <a:pt x="388785" y="197496"/>
                          </a:lnTo>
                          <a:lnTo>
                            <a:pt x="338071" y="14678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977" name="Google Shape;977;p14"/>
                    <p:cNvSpPr/>
                    <p:nvPr/>
                  </p:nvSpPr>
                  <p:spPr>
                    <a:xfrm>
                      <a:off x="2530367" y="5023941"/>
                      <a:ext cx="284710" cy="391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4710" h="391476" extrusionOk="0">
                          <a:moveTo>
                            <a:pt x="208172" y="169914"/>
                          </a:moveTo>
                          <a:cubicBezTo>
                            <a:pt x="226856" y="153010"/>
                            <a:pt x="238423" y="128097"/>
                            <a:pt x="238423" y="100516"/>
                          </a:cubicBezTo>
                          <a:cubicBezTo>
                            <a:pt x="238423" y="48912"/>
                            <a:pt x="196606" y="6206"/>
                            <a:pt x="145892" y="6206"/>
                          </a:cubicBezTo>
                          <a:cubicBezTo>
                            <a:pt x="95178" y="6206"/>
                            <a:pt x="53361" y="48023"/>
                            <a:pt x="53361" y="100516"/>
                          </a:cubicBezTo>
                          <a:cubicBezTo>
                            <a:pt x="53361" y="128097"/>
                            <a:pt x="64927" y="152120"/>
                            <a:pt x="83611" y="169914"/>
                          </a:cubicBezTo>
                          <a:cubicBezTo>
                            <a:pt x="37346" y="187709"/>
                            <a:pt x="6206" y="224187"/>
                            <a:pt x="6206" y="272232"/>
                          </a:cubicBezTo>
                          <a:lnTo>
                            <a:pt x="6206" y="321167"/>
                          </a:lnTo>
                          <a:lnTo>
                            <a:pt x="6206" y="332733"/>
                          </a:lnTo>
                          <a:lnTo>
                            <a:pt x="6206" y="342520"/>
                          </a:lnTo>
                          <a:lnTo>
                            <a:pt x="6206" y="346079"/>
                          </a:lnTo>
                          <a:lnTo>
                            <a:pt x="6206" y="358535"/>
                          </a:lnTo>
                          <a:lnTo>
                            <a:pt x="6206" y="389675"/>
                          </a:lnTo>
                          <a:lnTo>
                            <a:pt x="287357" y="389675"/>
                          </a:lnTo>
                          <a:lnTo>
                            <a:pt x="287357" y="272232"/>
                          </a:lnTo>
                          <a:cubicBezTo>
                            <a:pt x="285578" y="224187"/>
                            <a:pt x="253548" y="186819"/>
                            <a:pt x="208172" y="169914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978" name="Google Shape;978;p14"/>
                    <p:cNvSpPr/>
                    <p:nvPr/>
                  </p:nvSpPr>
                  <p:spPr>
                    <a:xfrm>
                      <a:off x="1599720" y="5961705"/>
                      <a:ext cx="275813" cy="391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5813" h="391476" extrusionOk="0">
                          <a:moveTo>
                            <a:pt x="142333" y="388785"/>
                          </a:moveTo>
                          <a:cubicBezTo>
                            <a:pt x="217069" y="388785"/>
                            <a:pt x="278460" y="328284"/>
                            <a:pt x="278460" y="252658"/>
                          </a:cubicBezTo>
                          <a:cubicBezTo>
                            <a:pt x="278460" y="241092"/>
                            <a:pt x="276681" y="230415"/>
                            <a:pt x="274011" y="219738"/>
                          </a:cubicBezTo>
                          <a:cubicBezTo>
                            <a:pt x="273122" y="215290"/>
                            <a:pt x="271342" y="210841"/>
                            <a:pt x="269563" y="206393"/>
                          </a:cubicBezTo>
                          <a:lnTo>
                            <a:pt x="242871" y="161907"/>
                          </a:lnTo>
                          <a:lnTo>
                            <a:pt x="142333" y="6206"/>
                          </a:lnTo>
                          <a:lnTo>
                            <a:pt x="41795" y="161907"/>
                          </a:lnTo>
                          <a:lnTo>
                            <a:pt x="15103" y="206393"/>
                          </a:lnTo>
                          <a:cubicBezTo>
                            <a:pt x="13324" y="210841"/>
                            <a:pt x="12434" y="215290"/>
                            <a:pt x="10654" y="219738"/>
                          </a:cubicBezTo>
                          <a:cubicBezTo>
                            <a:pt x="7985" y="230415"/>
                            <a:pt x="6206" y="241092"/>
                            <a:pt x="6206" y="252658"/>
                          </a:cubicBezTo>
                          <a:cubicBezTo>
                            <a:pt x="6206" y="327395"/>
                            <a:pt x="67596" y="388785"/>
                            <a:pt x="142333" y="388785"/>
                          </a:cubicBezTo>
                          <a:lnTo>
                            <a:pt x="142333" y="38878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</p:grpSp>
            </p:grpSp>
            <p:sp>
              <p:nvSpPr>
                <p:cNvPr id="979" name="Google Shape;979;p14"/>
                <p:cNvSpPr/>
                <p:nvPr/>
              </p:nvSpPr>
              <p:spPr>
                <a:xfrm>
                  <a:off x="2476984" y="5962595"/>
                  <a:ext cx="391476" cy="3914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476" h="391476" extrusionOk="0">
                      <a:moveTo>
                        <a:pt x="43574" y="81832"/>
                      </a:moveTo>
                      <a:lnTo>
                        <a:pt x="10654" y="149451"/>
                      </a:lnTo>
                      <a:lnTo>
                        <a:pt x="65817" y="176142"/>
                      </a:lnTo>
                      <a:cubicBezTo>
                        <a:pt x="64038" y="185929"/>
                        <a:pt x="64038" y="195716"/>
                        <a:pt x="64038" y="205503"/>
                      </a:cubicBezTo>
                      <a:lnTo>
                        <a:pt x="6206" y="225966"/>
                      </a:lnTo>
                      <a:lnTo>
                        <a:pt x="31118" y="297144"/>
                      </a:lnTo>
                      <a:lnTo>
                        <a:pt x="88950" y="276680"/>
                      </a:lnTo>
                      <a:cubicBezTo>
                        <a:pt x="94288" y="284688"/>
                        <a:pt x="101406" y="291806"/>
                        <a:pt x="108524" y="298034"/>
                      </a:cubicBezTo>
                      <a:lnTo>
                        <a:pt x="81832" y="353196"/>
                      </a:lnTo>
                      <a:lnTo>
                        <a:pt x="149451" y="386116"/>
                      </a:lnTo>
                      <a:lnTo>
                        <a:pt x="176142" y="330953"/>
                      </a:lnTo>
                      <a:cubicBezTo>
                        <a:pt x="185929" y="332733"/>
                        <a:pt x="195716" y="332733"/>
                        <a:pt x="205503" y="332733"/>
                      </a:cubicBezTo>
                      <a:lnTo>
                        <a:pt x="225966" y="390565"/>
                      </a:lnTo>
                      <a:lnTo>
                        <a:pt x="297144" y="365652"/>
                      </a:lnTo>
                      <a:lnTo>
                        <a:pt x="276681" y="307821"/>
                      </a:lnTo>
                      <a:cubicBezTo>
                        <a:pt x="284688" y="302482"/>
                        <a:pt x="291806" y="295365"/>
                        <a:pt x="298034" y="288247"/>
                      </a:cubicBezTo>
                      <a:lnTo>
                        <a:pt x="353196" y="314938"/>
                      </a:lnTo>
                      <a:lnTo>
                        <a:pt x="386116" y="247320"/>
                      </a:lnTo>
                      <a:lnTo>
                        <a:pt x="330953" y="220628"/>
                      </a:lnTo>
                      <a:cubicBezTo>
                        <a:pt x="332733" y="210841"/>
                        <a:pt x="332733" y="201054"/>
                        <a:pt x="332733" y="191267"/>
                      </a:cubicBezTo>
                      <a:lnTo>
                        <a:pt x="390565" y="170804"/>
                      </a:lnTo>
                      <a:lnTo>
                        <a:pt x="365653" y="99626"/>
                      </a:lnTo>
                      <a:lnTo>
                        <a:pt x="307821" y="120090"/>
                      </a:lnTo>
                      <a:cubicBezTo>
                        <a:pt x="302482" y="112082"/>
                        <a:pt x="295365" y="104965"/>
                        <a:pt x="288247" y="98737"/>
                      </a:cubicBezTo>
                      <a:lnTo>
                        <a:pt x="314938" y="43574"/>
                      </a:lnTo>
                      <a:lnTo>
                        <a:pt x="247320" y="10654"/>
                      </a:lnTo>
                      <a:lnTo>
                        <a:pt x="220628" y="65817"/>
                      </a:lnTo>
                      <a:cubicBezTo>
                        <a:pt x="210841" y="64038"/>
                        <a:pt x="201054" y="64038"/>
                        <a:pt x="191267" y="64038"/>
                      </a:cubicBezTo>
                      <a:lnTo>
                        <a:pt x="170804" y="6206"/>
                      </a:lnTo>
                      <a:lnTo>
                        <a:pt x="99626" y="31118"/>
                      </a:lnTo>
                      <a:lnTo>
                        <a:pt x="120090" y="88950"/>
                      </a:lnTo>
                      <a:cubicBezTo>
                        <a:pt x="112082" y="94288"/>
                        <a:pt x="104965" y="101406"/>
                        <a:pt x="98737" y="108524"/>
                      </a:cubicBezTo>
                      <a:lnTo>
                        <a:pt x="43574" y="81832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81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</p:grpSp>
        <p:grpSp>
          <p:nvGrpSpPr>
            <p:cNvPr id="980" name="Google Shape;980;p14"/>
            <p:cNvGrpSpPr/>
            <p:nvPr/>
          </p:nvGrpSpPr>
          <p:grpSpPr>
            <a:xfrm>
              <a:off x="-3314820" y="3391746"/>
              <a:ext cx="1201200" cy="330010"/>
              <a:chOff x="-3314820" y="3391746"/>
              <a:chExt cx="1201200" cy="330010"/>
            </a:xfrm>
          </p:grpSpPr>
          <p:sp>
            <p:nvSpPr>
              <p:cNvPr id="981" name="Google Shape;981;p14"/>
              <p:cNvSpPr/>
              <p:nvPr/>
            </p:nvSpPr>
            <p:spPr>
              <a:xfrm>
                <a:off x="-3314820" y="3391746"/>
                <a:ext cx="1201200" cy="2724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2" name="Google Shape;982;p14"/>
              <p:cNvSpPr/>
              <p:nvPr/>
            </p:nvSpPr>
            <p:spPr>
              <a:xfrm>
                <a:off x="-3304719" y="3404581"/>
                <a:ext cx="11817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3" name="Google Shape;983;p14"/>
              <p:cNvSpPr txBox="1"/>
              <p:nvPr/>
            </p:nvSpPr>
            <p:spPr>
              <a:xfrm>
                <a:off x="-3069820" y="3472995"/>
                <a:ext cx="669300" cy="12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Shape Fill</a:t>
                </a:r>
                <a:endParaRPr sz="1500"/>
              </a:p>
            </p:txBody>
          </p:sp>
          <p:sp>
            <p:nvSpPr>
              <p:cNvPr id="984" name="Google Shape;984;p14"/>
              <p:cNvSpPr/>
              <p:nvPr/>
            </p:nvSpPr>
            <p:spPr>
              <a:xfrm>
                <a:off x="-2390883" y="3543107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85" name="Google Shape;985;p14"/>
              <p:cNvGrpSpPr/>
              <p:nvPr/>
            </p:nvGrpSpPr>
            <p:grpSpPr>
              <a:xfrm>
                <a:off x="-3259490" y="3446621"/>
                <a:ext cx="173114" cy="167982"/>
                <a:chOff x="-916832" y="3037554"/>
                <a:chExt cx="193489" cy="187752"/>
              </a:xfrm>
            </p:grpSpPr>
            <p:sp>
              <p:nvSpPr>
                <p:cNvPr id="986" name="Google Shape;986;p14"/>
                <p:cNvSpPr/>
                <p:nvPr/>
              </p:nvSpPr>
              <p:spPr>
                <a:xfrm>
                  <a:off x="-804124" y="3081338"/>
                  <a:ext cx="80781" cy="121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781" h="121443" extrusionOk="0">
                      <a:moveTo>
                        <a:pt x="30217" y="50006"/>
                      </a:moveTo>
                      <a:lnTo>
                        <a:pt x="34979" y="121443"/>
                      </a:lnTo>
                      <a:lnTo>
                        <a:pt x="80222" y="52387"/>
                      </a:lnTo>
                      <a:cubicBezTo>
                        <a:pt x="84191" y="29368"/>
                        <a:pt x="66729" y="1588"/>
                        <a:pt x="37360" y="0"/>
                      </a:cubicBezTo>
                      <a:cubicBezTo>
                        <a:pt x="-43602" y="21431"/>
                        <a:pt x="32598" y="33337"/>
                        <a:pt x="30217" y="50006"/>
                      </a:cubicBezTo>
                      <a:close/>
                    </a:path>
                  </a:pathLst>
                </a:custGeom>
                <a:solidFill>
                  <a:srgbClr val="366FA8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900"/>
                    <a:buFont typeface="Calibri"/>
                    <a:buNone/>
                  </a:pPr>
                  <a:endParaRPr sz="900" b="1" i="0" u="none" strike="noStrike" cap="none">
                    <a:solidFill>
                      <a:srgbClr val="000000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987" name="Google Shape;987;p14"/>
                <p:cNvSpPr/>
                <p:nvPr/>
              </p:nvSpPr>
              <p:spPr>
                <a:xfrm rot="2904560">
                  <a:off x="-887721" y="3085744"/>
                  <a:ext cx="99879" cy="122824"/>
                </a:xfrm>
                <a:prstGeom prst="roundRect">
                  <a:avLst>
                    <a:gd name="adj" fmla="val 2911"/>
                  </a:avLst>
                </a:prstGeom>
                <a:solidFill>
                  <a:srgbClr val="FFFFFF"/>
                </a:solidFill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8" name="Google Shape;988;p14"/>
                <p:cNvSpPr/>
                <p:nvPr/>
              </p:nvSpPr>
              <p:spPr>
                <a:xfrm>
                  <a:off x="-894646" y="3037554"/>
                  <a:ext cx="64776" cy="858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22" h="78381" extrusionOk="0">
                      <a:moveTo>
                        <a:pt x="219" y="78381"/>
                      </a:moveTo>
                      <a:cubicBezTo>
                        <a:pt x="-1454" y="18717"/>
                        <a:pt x="6534" y="-324"/>
                        <a:pt x="20468" y="5"/>
                      </a:cubicBezTo>
                      <a:cubicBezTo>
                        <a:pt x="34402" y="334"/>
                        <a:pt x="43874" y="23658"/>
                        <a:pt x="39229" y="67295"/>
                      </a:cubicBezTo>
                    </a:path>
                  </a:pathLst>
                </a:custGeom>
                <a:noFill/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89" name="Google Shape;989;p14"/>
              <p:cNvSpPr/>
              <p:nvPr/>
            </p:nvSpPr>
            <p:spPr>
              <a:xfrm rot="10800000">
                <a:off x="-2290665" y="3519085"/>
                <a:ext cx="94800" cy="504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sp>
          <p:nvSpPr>
            <p:cNvPr id="990" name="Google Shape;990;p14"/>
            <p:cNvSpPr/>
            <p:nvPr/>
          </p:nvSpPr>
          <p:spPr>
            <a:xfrm>
              <a:off x="-3603587" y="391614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991" name="Google Shape;991;p14"/>
            <p:cNvSpPr/>
            <p:nvPr/>
          </p:nvSpPr>
          <p:spPr>
            <a:xfrm>
              <a:off x="-3319415" y="391614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one of the theme colors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of the set colorpallet.</a:t>
              </a:r>
              <a:endParaRPr sz="1500"/>
            </a:p>
          </p:txBody>
        </p:sp>
        <p:grpSp>
          <p:nvGrpSpPr>
            <p:cNvPr id="992" name="Google Shape;992;p14"/>
            <p:cNvGrpSpPr/>
            <p:nvPr/>
          </p:nvGrpSpPr>
          <p:grpSpPr>
            <a:xfrm>
              <a:off x="-3333646" y="4635104"/>
              <a:ext cx="2012851" cy="490800"/>
              <a:chOff x="12731803" y="3562552"/>
              <a:chExt cx="2012851" cy="490800"/>
            </a:xfrm>
          </p:grpSpPr>
          <p:sp>
            <p:nvSpPr>
              <p:cNvPr id="993" name="Google Shape;993;p14"/>
              <p:cNvSpPr/>
              <p:nvPr/>
            </p:nvSpPr>
            <p:spPr>
              <a:xfrm>
                <a:off x="12747554" y="3562552"/>
                <a:ext cx="1997100" cy="4908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700"/>
                  <a:buFont typeface="Calibri"/>
                  <a:buNone/>
                </a:pPr>
                <a:endPara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4" name="Google Shape;994;p14"/>
              <p:cNvSpPr/>
              <p:nvPr/>
            </p:nvSpPr>
            <p:spPr>
              <a:xfrm>
                <a:off x="12766168" y="3578469"/>
                <a:ext cx="1965300" cy="255000"/>
              </a:xfrm>
              <a:prstGeom prst="rect">
                <a:avLst/>
              </a:pr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995" name="Google Shape;995;p14"/>
              <p:cNvSpPr txBox="1"/>
              <p:nvPr/>
            </p:nvSpPr>
            <p:spPr>
              <a:xfrm>
                <a:off x="12731803" y="3591461"/>
                <a:ext cx="1053000" cy="21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900"/>
                  <a:buFont typeface="Calibri"/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Colours</a:t>
                </a:r>
                <a:endParaRPr sz="1500"/>
              </a:p>
            </p:txBody>
          </p:sp>
          <p:sp>
            <p:nvSpPr>
              <p:cNvPr id="996" name="Google Shape;996;p14"/>
              <p:cNvSpPr/>
              <p:nvPr/>
            </p:nvSpPr>
            <p:spPr>
              <a:xfrm>
                <a:off x="12814699" y="3874304"/>
                <a:ext cx="136500" cy="1365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997" name="Google Shape;997;p14"/>
              <p:cNvSpPr/>
              <p:nvPr/>
            </p:nvSpPr>
            <p:spPr>
              <a:xfrm>
                <a:off x="13007154" y="3870040"/>
                <a:ext cx="136500" cy="136500"/>
              </a:xfrm>
              <a:prstGeom prst="rect">
                <a:avLst/>
              </a:prstGeom>
              <a:solidFill>
                <a:srgbClr val="000000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998" name="Google Shape;998;p14"/>
              <p:cNvSpPr/>
              <p:nvPr/>
            </p:nvSpPr>
            <p:spPr>
              <a:xfrm>
                <a:off x="13199609" y="3870040"/>
                <a:ext cx="136500" cy="136500"/>
              </a:xfrm>
              <a:prstGeom prst="rect">
                <a:avLst/>
              </a:prstGeom>
              <a:solidFill>
                <a:schemeClr val="lt2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999" name="Google Shape;999;p14"/>
              <p:cNvSpPr/>
              <p:nvPr/>
            </p:nvSpPr>
            <p:spPr>
              <a:xfrm>
                <a:off x="13392064" y="3870040"/>
                <a:ext cx="136500" cy="136500"/>
              </a:xfrm>
              <a:prstGeom prst="rect">
                <a:avLst/>
              </a:prstGeom>
              <a:solidFill>
                <a:schemeClr val="dk2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000" name="Google Shape;1000;p14"/>
              <p:cNvSpPr/>
              <p:nvPr/>
            </p:nvSpPr>
            <p:spPr>
              <a:xfrm>
                <a:off x="13776974" y="3870040"/>
                <a:ext cx="136500" cy="136500"/>
              </a:xfrm>
              <a:prstGeom prst="rect">
                <a:avLst/>
              </a:prstGeom>
              <a:solidFill>
                <a:schemeClr val="accent2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001" name="Google Shape;1001;p14"/>
              <p:cNvSpPr/>
              <p:nvPr/>
            </p:nvSpPr>
            <p:spPr>
              <a:xfrm>
                <a:off x="13969429" y="3870040"/>
                <a:ext cx="136500" cy="136500"/>
              </a:xfrm>
              <a:prstGeom prst="rect">
                <a:avLst/>
              </a:prstGeom>
              <a:solidFill>
                <a:schemeClr val="accent3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002" name="Google Shape;1002;p14"/>
              <p:cNvSpPr/>
              <p:nvPr/>
            </p:nvSpPr>
            <p:spPr>
              <a:xfrm>
                <a:off x="14161884" y="3870040"/>
                <a:ext cx="136500" cy="136500"/>
              </a:xfrm>
              <a:prstGeom prst="rect">
                <a:avLst/>
              </a:prstGeom>
              <a:solidFill>
                <a:schemeClr val="accent4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003" name="Google Shape;1003;p14"/>
              <p:cNvSpPr/>
              <p:nvPr/>
            </p:nvSpPr>
            <p:spPr>
              <a:xfrm>
                <a:off x="14354339" y="3870040"/>
                <a:ext cx="136500" cy="136500"/>
              </a:xfrm>
              <a:prstGeom prst="rect">
                <a:avLst/>
              </a:prstGeom>
              <a:solidFill>
                <a:schemeClr val="accent5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004" name="Google Shape;1004;p14"/>
              <p:cNvSpPr/>
              <p:nvPr/>
            </p:nvSpPr>
            <p:spPr>
              <a:xfrm>
                <a:off x="14546797" y="3870040"/>
                <a:ext cx="136500" cy="136500"/>
              </a:xfrm>
              <a:prstGeom prst="rect">
                <a:avLst/>
              </a:prstGeom>
              <a:solidFill>
                <a:schemeClr val="accent6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grpSp>
            <p:nvGrpSpPr>
              <p:cNvPr id="1005" name="Google Shape;1005;p14"/>
              <p:cNvGrpSpPr/>
              <p:nvPr/>
            </p:nvGrpSpPr>
            <p:grpSpPr>
              <a:xfrm>
                <a:off x="13580316" y="3865836"/>
                <a:ext cx="151500" cy="147900"/>
                <a:chOff x="13580316" y="3865836"/>
                <a:chExt cx="151500" cy="147900"/>
              </a:xfrm>
            </p:grpSpPr>
            <p:sp>
              <p:nvSpPr>
                <p:cNvPr id="1006" name="Google Shape;1006;p14"/>
                <p:cNvSpPr/>
                <p:nvPr/>
              </p:nvSpPr>
              <p:spPr>
                <a:xfrm>
                  <a:off x="13584519" y="3870040"/>
                  <a:ext cx="136500" cy="136500"/>
                </a:xfrm>
                <a:prstGeom prst="rect">
                  <a:avLst/>
                </a:prstGeom>
                <a:solidFill>
                  <a:schemeClr val="accent1"/>
                </a:solidFill>
                <a:ln w="12700" cap="flat" cmpd="sng">
                  <a:solidFill>
                    <a:srgbClr val="EBEBEB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44000" tIns="144000" rIns="144000" bIns="144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endParaRPr sz="1100" b="0" i="0" u="none" strike="noStrike" cap="non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007" name="Google Shape;1007;p14"/>
                <p:cNvSpPr/>
                <p:nvPr/>
              </p:nvSpPr>
              <p:spPr>
                <a:xfrm>
                  <a:off x="13580316" y="3865836"/>
                  <a:ext cx="151500" cy="147900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F29132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44000" tIns="144000" rIns="144000" bIns="144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endParaRPr sz="1100" b="0" i="0" u="none" strike="noStrike" cap="non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</p:grpSp>
        <p:grpSp>
          <p:nvGrpSpPr>
            <p:cNvPr id="1008" name="Google Shape;1008;p14"/>
            <p:cNvGrpSpPr/>
            <p:nvPr/>
          </p:nvGrpSpPr>
          <p:grpSpPr>
            <a:xfrm>
              <a:off x="-3314820" y="4363463"/>
              <a:ext cx="1201200" cy="834578"/>
              <a:chOff x="-3314820" y="3391746"/>
              <a:chExt cx="1201200" cy="834578"/>
            </a:xfrm>
          </p:grpSpPr>
          <p:sp>
            <p:nvSpPr>
              <p:cNvPr id="1009" name="Google Shape;1009;p14"/>
              <p:cNvSpPr/>
              <p:nvPr/>
            </p:nvSpPr>
            <p:spPr>
              <a:xfrm>
                <a:off x="-3314820" y="3391746"/>
                <a:ext cx="1201200" cy="2724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0" name="Google Shape;1010;p14"/>
              <p:cNvSpPr/>
              <p:nvPr/>
            </p:nvSpPr>
            <p:spPr>
              <a:xfrm>
                <a:off x="-3304719" y="3404581"/>
                <a:ext cx="11817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" name="Google Shape;1011;p14"/>
              <p:cNvSpPr txBox="1"/>
              <p:nvPr/>
            </p:nvSpPr>
            <p:spPr>
              <a:xfrm>
                <a:off x="-3069820" y="3472995"/>
                <a:ext cx="7254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Shape Fill</a:t>
                </a:r>
                <a:endParaRPr sz="1500"/>
              </a:p>
            </p:txBody>
          </p:sp>
          <p:sp>
            <p:nvSpPr>
              <p:cNvPr id="1012" name="Google Shape;1012;p14"/>
              <p:cNvSpPr/>
              <p:nvPr/>
            </p:nvSpPr>
            <p:spPr>
              <a:xfrm>
                <a:off x="-2404225" y="4047675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13" name="Google Shape;1013;p14"/>
              <p:cNvGrpSpPr/>
              <p:nvPr/>
            </p:nvGrpSpPr>
            <p:grpSpPr>
              <a:xfrm>
                <a:off x="-3259490" y="3446621"/>
                <a:ext cx="173114" cy="167982"/>
                <a:chOff x="-916832" y="3037554"/>
                <a:chExt cx="193489" cy="187752"/>
              </a:xfrm>
            </p:grpSpPr>
            <p:sp>
              <p:nvSpPr>
                <p:cNvPr id="1014" name="Google Shape;1014;p14"/>
                <p:cNvSpPr/>
                <p:nvPr/>
              </p:nvSpPr>
              <p:spPr>
                <a:xfrm>
                  <a:off x="-804124" y="3081338"/>
                  <a:ext cx="80781" cy="121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781" h="121443" extrusionOk="0">
                      <a:moveTo>
                        <a:pt x="30217" y="50006"/>
                      </a:moveTo>
                      <a:lnTo>
                        <a:pt x="34979" y="121443"/>
                      </a:lnTo>
                      <a:lnTo>
                        <a:pt x="80222" y="52387"/>
                      </a:lnTo>
                      <a:cubicBezTo>
                        <a:pt x="84191" y="29368"/>
                        <a:pt x="66729" y="1588"/>
                        <a:pt x="37360" y="0"/>
                      </a:cubicBezTo>
                      <a:cubicBezTo>
                        <a:pt x="-43602" y="21431"/>
                        <a:pt x="32598" y="33337"/>
                        <a:pt x="30217" y="50006"/>
                      </a:cubicBezTo>
                      <a:close/>
                    </a:path>
                  </a:pathLst>
                </a:custGeom>
                <a:solidFill>
                  <a:srgbClr val="366FA8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900"/>
                    <a:buFont typeface="Calibri"/>
                    <a:buNone/>
                  </a:pPr>
                  <a:endParaRPr sz="900" b="1" i="0" u="none" strike="noStrike" cap="none">
                    <a:solidFill>
                      <a:srgbClr val="000000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015" name="Google Shape;1015;p14"/>
                <p:cNvSpPr/>
                <p:nvPr/>
              </p:nvSpPr>
              <p:spPr>
                <a:xfrm rot="2904560">
                  <a:off x="-887721" y="3085744"/>
                  <a:ext cx="99879" cy="122824"/>
                </a:xfrm>
                <a:prstGeom prst="roundRect">
                  <a:avLst>
                    <a:gd name="adj" fmla="val 2911"/>
                  </a:avLst>
                </a:prstGeom>
                <a:solidFill>
                  <a:srgbClr val="FFFFFF"/>
                </a:solidFill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6" name="Google Shape;1016;p14"/>
                <p:cNvSpPr/>
                <p:nvPr/>
              </p:nvSpPr>
              <p:spPr>
                <a:xfrm>
                  <a:off x="-894646" y="3037554"/>
                  <a:ext cx="64776" cy="858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22" h="78381" extrusionOk="0">
                      <a:moveTo>
                        <a:pt x="219" y="78381"/>
                      </a:moveTo>
                      <a:cubicBezTo>
                        <a:pt x="-1454" y="18717"/>
                        <a:pt x="6534" y="-324"/>
                        <a:pt x="20468" y="5"/>
                      </a:cubicBezTo>
                      <a:cubicBezTo>
                        <a:pt x="34402" y="334"/>
                        <a:pt x="43874" y="23658"/>
                        <a:pt x="39229" y="67295"/>
                      </a:cubicBezTo>
                    </a:path>
                  </a:pathLst>
                </a:custGeom>
                <a:noFill/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17" name="Google Shape;1017;p14"/>
              <p:cNvSpPr/>
              <p:nvPr/>
            </p:nvSpPr>
            <p:spPr>
              <a:xfrm rot="10800000">
                <a:off x="-2288388" y="3519085"/>
                <a:ext cx="94800" cy="504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#3">
  <p:cSld name="Text #3"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15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name="adj" fmla="val 3563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1020" name="Google Shape;1020;p15"/>
          <p:cNvSpPr txBox="1">
            <a:spLocks noGrp="1"/>
          </p:cNvSpPr>
          <p:nvPr>
            <p:ph type="body" idx="1"/>
          </p:nvPr>
        </p:nvSpPr>
        <p:spPr>
          <a:xfrm>
            <a:off x="720000" y="1592263"/>
            <a:ext cx="7488000" cy="42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021" name="Google Shape;1021;p15"/>
          <p:cNvSpPr/>
          <p:nvPr/>
        </p:nvSpPr>
        <p:spPr>
          <a:xfrm>
            <a:off x="0" y="-367937"/>
            <a:ext cx="6009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#3</a:t>
            </a:r>
            <a:endParaRPr sz="1500"/>
          </a:p>
        </p:txBody>
      </p:sp>
      <p:sp>
        <p:nvSpPr>
          <p:cNvPr id="1022" name="Google Shape;1022;p15"/>
          <p:cNvSpPr txBox="1">
            <a:spLocks noGrp="1"/>
          </p:cNvSpPr>
          <p:nvPr>
            <p:ph type="body" idx="2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023" name="Google Shape;1023;p15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024" name="Google Shape;1024;p15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1025" name="Google Shape;1025;p15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1026" name="Google Shape;1026;p15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1027" name="Google Shape;1027;p15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028" name="Google Shape;1028;p15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1029" name="Google Shape;1029;p15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030" name="Google Shape;1030;p15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1031" name="Google Shape;1031;p15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1032" name="Google Shape;1032;p15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033" name="Google Shape;1033;p15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1034" name="Google Shape;1034;p15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1035" name="Google Shape;1035;p15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1036" name="Google Shape;1036;p15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1037" name="Google Shape;1037;p15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1038" name="Google Shape;1038;p15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1039" name="Google Shape;1039;p15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1040" name="Google Shape;1040;p15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1041" name="Google Shape;1041;p15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1042" name="Google Shape;1042;p15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1043" name="Google Shape;1043;p15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1044" name="Google Shape;1044;p15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1045" name="Google Shape;1045;p15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1046" name="Google Shape;1046;p15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1047" name="Google Shape;1047;p15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1048" name="Google Shape;1048;p15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" name="Google Shape;1049;p15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0" name="Google Shape;1050;p15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1051" name="Google Shape;1051;p15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1052" name="Google Shape;1052;p15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53" name="Google Shape;1053;p15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1054" name="Google Shape;1054;p15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1055" name="Google Shape;1055;p15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056" name="Google Shape;1056;p15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057" name="Google Shape;1057;p15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058" name="Google Shape;1058;p15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059" name="Google Shape;1059;p15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1060" name="Google Shape;1060;p15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61" name="Google Shape;1061;p15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1062" name="Google Shape;1062;p15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1063" name="Google Shape;1063;p15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064" name="Google Shape;1064;p15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065" name="Google Shape;1065;p15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066" name="Google Shape;1066;p15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067" name="Google Shape;1067;p15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1068" name="Google Shape;1068;p15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069" name="Google Shape;1069;p15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1070" name="Google Shape;1070;p15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1071" name="Google Shape;1071;p15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1072" name="Google Shape;1072;p15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1073" name="Google Shape;1073;p15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1074" name="Google Shape;1074;p15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75" name="Google Shape;1075;p15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1076" name="Google Shape;1076;p15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077" name="Google Shape;1077;p15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078" name="Google Shape;1078;p15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079" name="Google Shape;1079;p15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080" name="Google Shape;1080;p15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1081" name="Google Shape;1081;p15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82" name="Google Shape;1082;p15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1083" name="Google Shape;1083;p15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84" name="Google Shape;1084;p15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1085" name="Google Shape;1085;p15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086" name="Google Shape;1086;p15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087" name="Google Shape;1087;p15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088" name="Google Shape;1088;p15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089" name="Google Shape;1089;p15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1090" name="Google Shape;1090;p15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91" name="Google Shape;1091;p15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1092" name="Google Shape;1092;p15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1093" name="Google Shape;1093;p15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094" name="Google Shape;1094;p15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095" name="Google Shape;1095;p15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1096" name="Google Shape;1096;p15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">
  <p:cSld name="Intro"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16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213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099" name="Google Shape;1099;p16"/>
          <p:cNvSpPr txBox="1">
            <a:spLocks noGrp="1"/>
          </p:cNvSpPr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100" name="Google Shape;1100;p16"/>
          <p:cNvSpPr txBox="1">
            <a:spLocks noGrp="1"/>
          </p:cNvSpPr>
          <p:nvPr>
            <p:ph type="body" idx="2"/>
          </p:nvPr>
        </p:nvSpPr>
        <p:spPr>
          <a:xfrm>
            <a:off x="3964934" y="2343150"/>
            <a:ext cx="4262100" cy="217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101" name="Google Shape;1101;p16"/>
          <p:cNvSpPr txBox="1">
            <a:spLocks noGrp="1"/>
          </p:cNvSpPr>
          <p:nvPr>
            <p:ph type="body" idx="3"/>
          </p:nvPr>
        </p:nvSpPr>
        <p:spPr>
          <a:xfrm>
            <a:off x="6252739" y="2704806"/>
            <a:ext cx="453300" cy="59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102" name="Google Shape;1102;p16"/>
          <p:cNvSpPr txBox="1">
            <a:spLocks noGrp="1"/>
          </p:cNvSpPr>
          <p:nvPr>
            <p:ph type="body" idx="4"/>
          </p:nvPr>
        </p:nvSpPr>
        <p:spPr>
          <a:xfrm>
            <a:off x="5625206" y="2704806"/>
            <a:ext cx="480000" cy="595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103" name="Google Shape;1103;p16"/>
          <p:cNvSpPr txBox="1">
            <a:spLocks noGrp="1"/>
          </p:cNvSpPr>
          <p:nvPr>
            <p:ph type="body" idx="5"/>
          </p:nvPr>
        </p:nvSpPr>
        <p:spPr>
          <a:xfrm>
            <a:off x="4932646" y="2704806"/>
            <a:ext cx="534900" cy="60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104" name="Google Shape;1104;p16"/>
          <p:cNvSpPr txBox="1">
            <a:spLocks noGrp="1"/>
          </p:cNvSpPr>
          <p:nvPr>
            <p:ph type="body" idx="6"/>
          </p:nvPr>
        </p:nvSpPr>
        <p:spPr>
          <a:xfrm>
            <a:off x="4329498" y="2704806"/>
            <a:ext cx="471900" cy="60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1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/>
                                        <p:tgtEl>
                                          <p:spTgt spid="1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/>
                                        <p:tgtEl>
                                          <p:spTgt spid="1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/>
                                        <p:tgtEl>
                                          <p:spTgt spid="1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/>
                                        <p:tgtEl>
                                          <p:spTgt spid="1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/>
                                        <p:tgtEl>
                                          <p:spTgt spid="1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/>
                                        <p:tgtEl>
                                          <p:spTgt spid="1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/>
                                        <p:tgtEl>
                                          <p:spTgt spid="1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/>
                                        <p:tgtEl>
                                          <p:spTgt spid="1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/>
                                        <p:tgtEl>
                                          <p:spTgt spid="1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/>
                                        <p:tgtEl>
                                          <p:spTgt spid="1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/>
                                        <p:tgtEl>
                                          <p:spTgt spid="1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/>
                                        <p:tgtEl>
                                          <p:spTgt spid="11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/>
                                        <p:tgtEl>
                                          <p:spTgt spid="11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/>
                                        <p:tgtEl>
                                          <p:spTgt spid="11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/>
                                        <p:tgtEl>
                                          <p:spTgt spid="11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/>
                                        <p:tgtEl>
                                          <p:spTgt spid="11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/>
                                        <p:tgtEl>
                                          <p:spTgt spid="11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5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1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1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1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50"/>
                                        <p:tgtEl>
                                          <p:spTgt spid="1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1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7" name="Google Shape;1107;p1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92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Font typeface="Calibri"/>
              <a:buChar char="●"/>
              <a:defRPr/>
            </a:lvl1pPr>
            <a:lvl2pPr marL="914400" lvl="1" indent="-3238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■"/>
              <a:defRPr/>
            </a:lvl3pPr>
            <a:lvl4pPr marL="1828800" lvl="3" indent="-3238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/>
            </a:lvl4pPr>
            <a:lvl5pPr marL="2286000" lvl="4" indent="-3238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Char char="○"/>
              <a:defRPr/>
            </a:lvl5pPr>
            <a:lvl6pPr marL="2743200" lvl="5" indent="-3238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  <a:defRPr/>
            </a:lvl7pPr>
            <a:lvl8pPr marL="3657600" lvl="7" indent="-3238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○"/>
              <a:defRPr/>
            </a:lvl8pPr>
            <a:lvl9pPr marL="4114800" lvl="8" indent="-3238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■"/>
              <a:defRPr/>
            </a:lvl9pPr>
          </a:lstStyle>
          <a:p>
            <a:endParaRPr/>
          </a:p>
        </p:txBody>
      </p:sp>
      <p:sp>
        <p:nvSpPr>
          <p:cNvPr id="1108" name="Google Shape;1108;p1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lvl="0" indent="0" algn="r">
              <a:buClr>
                <a:schemeClr val="dk1"/>
              </a:buClr>
              <a:buSzPts val="1100"/>
              <a:buFont typeface="Calibri"/>
              <a:buNone/>
              <a:defRPr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buClr>
                <a:schemeClr val="dk1"/>
              </a:buClr>
              <a:buSzPts val="1100"/>
              <a:buFont typeface="Calibri"/>
              <a:buNone/>
              <a:defRPr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buClr>
                <a:schemeClr val="dk1"/>
              </a:buClr>
              <a:buSzPts val="1100"/>
              <a:buFont typeface="Calibri"/>
              <a:buNone/>
              <a:defRPr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buClr>
                <a:schemeClr val="dk1"/>
              </a:buClr>
              <a:buSzPts val="1100"/>
              <a:buFont typeface="Calibri"/>
              <a:buNone/>
              <a:defRPr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buClr>
                <a:schemeClr val="dk1"/>
              </a:buClr>
              <a:buSzPts val="1100"/>
              <a:buFont typeface="Calibri"/>
              <a:buNone/>
              <a:defRPr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buClr>
                <a:schemeClr val="dk1"/>
              </a:buClr>
              <a:buSzPts val="1100"/>
              <a:buFont typeface="Calibri"/>
              <a:buNone/>
              <a:defRPr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buClr>
                <a:schemeClr val="dk1"/>
              </a:buClr>
              <a:buSzPts val="1100"/>
              <a:buFont typeface="Calibri"/>
              <a:buNone/>
              <a:defRPr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buClr>
                <a:schemeClr val="dk1"/>
              </a:buClr>
              <a:buSzPts val="1100"/>
              <a:buFont typeface="Calibri"/>
              <a:buNone/>
              <a:defRPr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buClr>
                <a:schemeClr val="dk1"/>
              </a:buClr>
              <a:buSzPts val="1100"/>
              <a:buFont typeface="Calibri"/>
              <a:buNone/>
              <a:defRPr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 + Image">
  <p:cSld name="Intro + Image"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18"/>
          <p:cNvSpPr>
            <a:spLocks noGrp="1"/>
          </p:cNvSpPr>
          <p:nvPr>
            <p:ph type="pic" idx="2"/>
          </p:nvPr>
        </p:nvSpPr>
        <p:spPr>
          <a:xfrm>
            <a:off x="0" y="-367937"/>
            <a:ext cx="12192000" cy="72261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11" name="Google Shape;1111;p18"/>
          <p:cNvSpPr txBox="1">
            <a:spLocks noGrp="1"/>
          </p:cNvSpPr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112" name="Google Shape;1112;p18"/>
          <p:cNvSpPr txBox="1">
            <a:spLocks noGrp="1"/>
          </p:cNvSpPr>
          <p:nvPr>
            <p:ph type="body" idx="1"/>
          </p:nvPr>
        </p:nvSpPr>
        <p:spPr>
          <a:xfrm>
            <a:off x="3964934" y="2343150"/>
            <a:ext cx="4262100" cy="217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1113" name="Google Shape;1113;p18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1114" name="Google Shape;1114;p18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1115" name="Google Shape;1115;p18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116" name="Google Shape;1116;p18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" name="Google Shape;1117;p18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118" name="Google Shape;1118;p18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119" name="Google Shape;1119;p18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1120" name="Google Shape;1120;p18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1121" name="Google Shape;1121;p18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1122" name="Google Shape;1122;p18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3" name="Google Shape;1123;p18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4" name="Google Shape;1124;p18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1125" name="Google Shape;1125;p18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1126" name="Google Shape;1126;p18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7" name="Google Shape;1127;p18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128" name="Google Shape;1128;p18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1129" name="Google Shape;1129;p18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0" name="Google Shape;1130;p18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1" name="Google Shape;1131;p18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132" name="Google Shape;1132;p18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1133" name="Google Shape;1133;p18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4" name="Google Shape;1134;p18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5" name="Google Shape;1135;p18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136" name="Google Shape;1136;p18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137" name="Google Shape;1137;p18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138" name="Google Shape;1138;p18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1139" name="Google Shape;1139;p18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1140" name="Google Shape;1140;p18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1141" name="Google Shape;1141;p18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1142" name="Google Shape;1142;p18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1143" name="Google Shape;1143;p18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44" name="Google Shape;1144;p18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45" name="Google Shape;1145;p18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1146" name="Google Shape;1146;p18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147" name="Google Shape;1147;p18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148" name="Google Shape;1148;p18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149" name="Google Shape;1149;p18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50" name="Google Shape;1150;p18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51" name="Google Shape;1151;p18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152" name="Google Shape;1152;p18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53" name="Google Shape;1153;p18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154" name="Google Shape;1154;p18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1155" name="Google Shape;1155;p18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56" name="Google Shape;1156;p18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1157" name="Google Shape;1157;p18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1158" name="Google Shape;1158;p18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9" name="Google Shape;1159;p18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60" name="Google Shape;1160;p18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1161" name="Google Shape;1161;p18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1162" name="Google Shape;1162;p18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163" name="Google Shape;1163;p18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164" name="Google Shape;1164;p18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1165" name="Google Shape;1165;p18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1166" name="Google Shape;1166;p18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1167" name="Google Shape;1167;p18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1168" name="Google Shape;1168;p18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1169" name="Google Shape;1169;p18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1170" name="Google Shape;1170;p18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1171" name="Google Shape;1171;p18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1172" name="Google Shape;1172;p18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1173" name="Google Shape;1173;p18"/>
          <p:cNvSpPr txBox="1">
            <a:spLocks noGrp="1"/>
          </p:cNvSpPr>
          <p:nvPr>
            <p:ph type="body" idx="3"/>
          </p:nvPr>
        </p:nvSpPr>
        <p:spPr>
          <a:xfrm>
            <a:off x="6252739" y="2704806"/>
            <a:ext cx="453300" cy="59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174" name="Google Shape;1174;p18"/>
          <p:cNvSpPr txBox="1">
            <a:spLocks noGrp="1"/>
          </p:cNvSpPr>
          <p:nvPr>
            <p:ph type="body" idx="4"/>
          </p:nvPr>
        </p:nvSpPr>
        <p:spPr>
          <a:xfrm>
            <a:off x="5625206" y="2704806"/>
            <a:ext cx="480000" cy="595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175" name="Google Shape;1175;p18"/>
          <p:cNvSpPr txBox="1">
            <a:spLocks noGrp="1"/>
          </p:cNvSpPr>
          <p:nvPr>
            <p:ph type="body" idx="5"/>
          </p:nvPr>
        </p:nvSpPr>
        <p:spPr>
          <a:xfrm>
            <a:off x="4932646" y="2704806"/>
            <a:ext cx="534900" cy="60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176" name="Google Shape;1176;p18"/>
          <p:cNvSpPr txBox="1">
            <a:spLocks noGrp="1"/>
          </p:cNvSpPr>
          <p:nvPr>
            <p:ph type="body" idx="6"/>
          </p:nvPr>
        </p:nvSpPr>
        <p:spPr>
          <a:xfrm>
            <a:off x="4329498" y="2704806"/>
            <a:ext cx="471900" cy="60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1177" name="Google Shape;1177;p18"/>
          <p:cNvGrpSpPr/>
          <p:nvPr/>
        </p:nvGrpSpPr>
        <p:grpSpPr>
          <a:xfrm>
            <a:off x="12274716" y="-1581150"/>
            <a:ext cx="3695979" cy="1397400"/>
            <a:chOff x="-3889316" y="-1581150"/>
            <a:chExt cx="3695979" cy="1397400"/>
          </a:xfrm>
        </p:grpSpPr>
        <p:sp>
          <p:nvSpPr>
            <p:cNvPr id="1178" name="Google Shape;1178;p18"/>
            <p:cNvSpPr/>
            <p:nvPr/>
          </p:nvSpPr>
          <p:spPr>
            <a:xfrm>
              <a:off x="-3786437" y="-1581150"/>
              <a:ext cx="3593100" cy="13974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 AN IMAGE</a:t>
              </a:r>
              <a:endParaRPr sz="1500"/>
            </a:p>
          </p:txBody>
        </p:sp>
        <p:sp>
          <p:nvSpPr>
            <p:cNvPr id="1179" name="Google Shape;1179;p18"/>
            <p:cNvSpPr/>
            <p:nvPr/>
          </p:nvSpPr>
          <p:spPr>
            <a:xfrm>
              <a:off x="-3603859" y="-1143000"/>
              <a:ext cx="3229200" cy="80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frame of the image by clicking on the tag alongside this instruction. If necessary, delete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existing image 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click 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select the preferred image and click 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180" name="Google Shape;1180;p18"/>
            <p:cNvSpPr/>
            <p:nvPr/>
          </p:nvSpPr>
          <p:spPr>
            <a:xfrm rot="-5400000" flipH="1">
              <a:off x="-3925466" y="-351934"/>
              <a:ext cx="175200" cy="102900"/>
            </a:xfrm>
            <a:prstGeom prst="triangle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80000" tIns="180000" rIns="180000" bIns="180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1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/>
                                        <p:tgtEl>
                                          <p:spTgt spid="1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/>
                                        <p:tgtEl>
                                          <p:spTgt spid="1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/>
                                        <p:tgtEl>
                                          <p:spTgt spid="1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/>
                                        <p:tgtEl>
                                          <p:spTgt spid="11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/>
                                        <p:tgtEl>
                                          <p:spTgt spid="11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/>
                                        <p:tgtEl>
                                          <p:spTgt spid="11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/>
                                        <p:tgtEl>
                                          <p:spTgt spid="11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/>
                                        <p:tgtEl>
                                          <p:spTgt spid="11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/>
                                        <p:tgtEl>
                                          <p:spTgt spid="11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/>
                                        <p:tgtEl>
                                          <p:spTgt spid="11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/>
                                        <p:tgtEl>
                                          <p:spTgt spid="11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/>
                                        <p:tgtEl>
                                          <p:spTgt spid="11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/>
                                        <p:tgtEl>
                                          <p:spTgt spid="11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/>
                                        <p:tgtEl>
                                          <p:spTgt spid="11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/>
                                        <p:tgtEl>
                                          <p:spTgt spid="11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/>
                                        <p:tgtEl>
                                          <p:spTgt spid="11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/>
                                        <p:tgtEl>
                                          <p:spTgt spid="11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5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1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1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1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50"/>
                                        <p:tgtEl>
                                          <p:spTgt spid="1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#2">
  <p:cSld name="Title slide #2">
    <p:spTree>
      <p:nvGrpSpPr>
        <p:cNvPr id="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19"/>
          <p:cNvSpPr>
            <a:spLocks noGrp="1"/>
          </p:cNvSpPr>
          <p:nvPr>
            <p:ph type="pic" idx="2"/>
          </p:nvPr>
        </p:nvSpPr>
        <p:spPr>
          <a:xfrm>
            <a:off x="193040" y="225425"/>
            <a:ext cx="11805900" cy="6424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83" name="Google Shape;1183;p19"/>
          <p:cNvSpPr txBox="1">
            <a:spLocks noGrp="1"/>
          </p:cNvSpPr>
          <p:nvPr>
            <p:ph type="body" idx="1"/>
          </p:nvPr>
        </p:nvSpPr>
        <p:spPr>
          <a:xfrm rot="5400000">
            <a:off x="8170670" y="2772809"/>
            <a:ext cx="3204000" cy="388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184" name="Google Shape;1184;p19"/>
          <p:cNvSpPr txBox="1">
            <a:spLocks noGrp="1"/>
          </p:cNvSpPr>
          <p:nvPr>
            <p:ph type="subTitle" idx="3"/>
          </p:nvPr>
        </p:nvSpPr>
        <p:spPr>
          <a:xfrm>
            <a:off x="8097680" y="5384402"/>
            <a:ext cx="32400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 sz="2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sz="1900"/>
            </a:lvl3pPr>
            <a:lvl4pPr lvl="3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/>
            </a:lvl7pPr>
            <a:lvl8pPr lvl="7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/>
            </a:lvl8pPr>
            <a:lvl9pPr lvl="8" algn="ctr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 sz="1600"/>
            </a:lvl9pPr>
          </a:lstStyle>
          <a:p>
            <a:endParaRPr/>
          </a:p>
        </p:txBody>
      </p:sp>
      <p:grpSp>
        <p:nvGrpSpPr>
          <p:cNvPr id="1185" name="Google Shape;1185;p19"/>
          <p:cNvGrpSpPr/>
          <p:nvPr/>
        </p:nvGrpSpPr>
        <p:grpSpPr>
          <a:xfrm>
            <a:off x="-3786165" y="0"/>
            <a:ext cx="3693214" cy="6236923"/>
            <a:chOff x="-3786165" y="0"/>
            <a:chExt cx="3693214" cy="6236923"/>
          </a:xfrm>
        </p:grpSpPr>
        <p:sp>
          <p:nvSpPr>
            <p:cNvPr id="1186" name="Google Shape;1186;p19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1187" name="Google Shape;1187;p19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188" name="Google Shape;1188;p19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" name="Google Shape;1189;p19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190" name="Google Shape;1190;p19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191" name="Google Shape;1191;p19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1192" name="Google Shape;1192;p19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1193" name="Google Shape;1193;p19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1194" name="Google Shape;1194;p19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5" name="Google Shape;1195;p19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6" name="Google Shape;1196;p19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1197" name="Google Shape;1197;p19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1198" name="Google Shape;1198;p19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9" name="Google Shape;1199;p19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00" name="Google Shape;1200;p19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1201" name="Google Shape;1201;p19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2" name="Google Shape;1202;p19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3" name="Google Shape;1203;p19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04" name="Google Shape;1204;p19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1205" name="Google Shape;1205;p19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6" name="Google Shape;1206;p19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7" name="Google Shape;1207;p19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208" name="Google Shape;1208;p19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209" name="Google Shape;1209;p19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210" name="Google Shape;1210;p19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1211" name="Google Shape;1211;p19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1212" name="Google Shape;1212;p19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1213" name="Google Shape;1213;p19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1214" name="Google Shape;1214;p19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1215" name="Google Shape;1215;p19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16" name="Google Shape;1216;p19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17" name="Google Shape;1217;p19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1218" name="Google Shape;1218;p19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219" name="Google Shape;1219;p19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220" name="Google Shape;1220;p19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221" name="Google Shape;1221;p19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22" name="Google Shape;1222;p19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23" name="Google Shape;1223;p19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224" name="Google Shape;1224;p19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25" name="Google Shape;1225;p19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226" name="Google Shape;1226;p19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1227" name="Google Shape;1227;p19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28" name="Google Shape;1228;p19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1229" name="Google Shape;1229;p19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1230" name="Google Shape;1230;p19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1" name="Google Shape;1231;p19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32" name="Google Shape;1232;p19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1233" name="Google Shape;1233;p19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1234" name="Google Shape;1234;p19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235" name="Google Shape;1235;p19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236" name="Google Shape;1236;p19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1237" name="Google Shape;1237;p19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1238" name="Google Shape;1238;p19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1239" name="Google Shape;1239;p19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1240" name="Google Shape;1240;p19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1241" name="Google Shape;1241;p19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1242" name="Google Shape;1242;p19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1243" name="Google Shape;1243;p19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1244" name="Google Shape;1244;p19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1245" name="Google Shape;1245;p19"/>
          <p:cNvSpPr txBox="1">
            <a:spLocks noGrp="1"/>
          </p:cNvSpPr>
          <p:nvPr>
            <p:ph type="body" idx="4"/>
          </p:nvPr>
        </p:nvSpPr>
        <p:spPr>
          <a:xfrm>
            <a:off x="718947" y="722313"/>
            <a:ext cx="1594500" cy="812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246" name="Google Shape;1246;p19"/>
          <p:cNvSpPr txBox="1">
            <a:spLocks noGrp="1"/>
          </p:cNvSpPr>
          <p:nvPr>
            <p:ph type="dt" idx="10"/>
          </p:nvPr>
        </p:nvSpPr>
        <p:spPr>
          <a:xfrm>
            <a:off x="8097679" y="5669589"/>
            <a:ext cx="2338500" cy="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247" name="Google Shape;1247;p19"/>
          <p:cNvSpPr txBox="1">
            <a:spLocks noGrp="1"/>
          </p:cNvSpPr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248" name="Google Shape;1248;p19"/>
          <p:cNvSpPr txBox="1">
            <a:spLocks noGrp="1"/>
          </p:cNvSpPr>
          <p:nvPr>
            <p:ph type="body" idx="5"/>
          </p:nvPr>
        </p:nvSpPr>
        <p:spPr>
          <a:xfrm>
            <a:off x="8097680" y="3446120"/>
            <a:ext cx="3240000" cy="17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4700"/>
              <a:buFont typeface="Calibri"/>
              <a:buNone/>
              <a:defRPr sz="4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/>
                                        <p:tgtEl>
                                          <p:spTgt spid="1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250"/>
                                        <p:tgtEl>
                                          <p:spTgt spid="1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250"/>
                                        <p:tgtEl>
                                          <p:spTgt spid="11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250"/>
                                        <p:tgtEl>
                                          <p:spTgt spid="1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250"/>
                                        <p:tgtEl>
                                          <p:spTgt spid="11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250"/>
                                        <p:tgtEl>
                                          <p:spTgt spid="11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250"/>
                                        <p:tgtEl>
                                          <p:spTgt spid="11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250"/>
                                        <p:tgtEl>
                                          <p:spTgt spid="11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250"/>
                                        <p:tgtEl>
                                          <p:spTgt spid="11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5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5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25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1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25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1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25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1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25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1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25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1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825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1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925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1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25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1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125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25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2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325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2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425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2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525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2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6250"/>
                            </p:stCondLst>
                            <p:childTnLst>
                              <p:par>
                                <p:cTn id="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12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7250"/>
                            </p:stCondLst>
                            <p:childTnLst>
                              <p:par>
                                <p:cTn id="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12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8250"/>
                            </p:stCondLst>
                            <p:childTnLst>
                              <p:par>
                                <p:cTn id="10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12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9250"/>
                            </p:stCondLst>
                            <p:childTnLst>
                              <p:par>
                                <p:cTn id="1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12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 1x">
  <p:cSld name="Introduction 1x">
    <p:spTree>
      <p:nvGrpSpPr>
        <p:cNvPr id="1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20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name="adj" fmla="val 3563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1251" name="Google Shape;1251;p20"/>
          <p:cNvSpPr>
            <a:spLocks noGrp="1"/>
          </p:cNvSpPr>
          <p:nvPr>
            <p:ph type="pic" idx="2"/>
          </p:nvPr>
        </p:nvSpPr>
        <p:spPr>
          <a:xfrm>
            <a:off x="708207" y="1592263"/>
            <a:ext cx="3939300" cy="4213200"/>
          </a:xfrm>
          <a:prstGeom prst="roundRect">
            <a:avLst>
              <a:gd name="adj" fmla="val 3549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252" name="Google Shape;1252;p20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253" name="Google Shape;1253;p20"/>
          <p:cNvSpPr/>
          <p:nvPr/>
        </p:nvSpPr>
        <p:spPr>
          <a:xfrm>
            <a:off x="0" y="-367937"/>
            <a:ext cx="13101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Introduction 1x</a:t>
            </a:r>
            <a:endParaRPr sz="1500"/>
          </a:p>
        </p:txBody>
      </p:sp>
      <p:sp>
        <p:nvSpPr>
          <p:cNvPr id="1254" name="Google Shape;1254;p20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255" name="Google Shape;1255;p20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256" name="Google Shape;1256;p20"/>
          <p:cNvSpPr txBox="1">
            <a:spLocks noGrp="1"/>
          </p:cNvSpPr>
          <p:nvPr>
            <p:ph type="body" idx="4"/>
          </p:nvPr>
        </p:nvSpPr>
        <p:spPr>
          <a:xfrm>
            <a:off x="5271109" y="2106637"/>
            <a:ext cx="5400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 sz="20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257" name="Google Shape;1257;p20"/>
          <p:cNvSpPr txBox="1">
            <a:spLocks noGrp="1"/>
          </p:cNvSpPr>
          <p:nvPr>
            <p:ph type="body" idx="5"/>
          </p:nvPr>
        </p:nvSpPr>
        <p:spPr>
          <a:xfrm>
            <a:off x="5271109" y="3437571"/>
            <a:ext cx="5400000" cy="20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258" name="Google Shape;1258;p20"/>
          <p:cNvSpPr txBox="1">
            <a:spLocks noGrp="1"/>
          </p:cNvSpPr>
          <p:nvPr>
            <p:ph type="body" idx="6"/>
          </p:nvPr>
        </p:nvSpPr>
        <p:spPr>
          <a:xfrm>
            <a:off x="5271108" y="2600252"/>
            <a:ext cx="54000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259" name="Google Shape;1259;p20"/>
          <p:cNvSpPr txBox="1">
            <a:spLocks noGrp="1"/>
          </p:cNvSpPr>
          <p:nvPr>
            <p:ph type="body" idx="7"/>
          </p:nvPr>
        </p:nvSpPr>
        <p:spPr>
          <a:xfrm>
            <a:off x="5271109" y="2862061"/>
            <a:ext cx="54000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260" name="Google Shape;1260;p20"/>
          <p:cNvSpPr txBox="1">
            <a:spLocks noGrp="1"/>
          </p:cNvSpPr>
          <p:nvPr>
            <p:ph type="body" idx="8"/>
          </p:nvPr>
        </p:nvSpPr>
        <p:spPr>
          <a:xfrm>
            <a:off x="5271109" y="1696003"/>
            <a:ext cx="5400000" cy="4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3200"/>
              <a:buFont typeface="Calibri"/>
              <a:buNone/>
              <a:defRPr sz="3200" b="1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261" name="Google Shape;1261;p20"/>
          <p:cNvSpPr txBox="1">
            <a:spLocks noGrp="1"/>
          </p:cNvSpPr>
          <p:nvPr>
            <p:ph type="body" idx="9"/>
          </p:nvPr>
        </p:nvSpPr>
        <p:spPr>
          <a:xfrm rot="-5400000">
            <a:off x="5656309" y="2089997"/>
            <a:ext cx="21600" cy="7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1262" name="Google Shape;1262;p20"/>
          <p:cNvGrpSpPr/>
          <p:nvPr/>
        </p:nvGrpSpPr>
        <p:grpSpPr>
          <a:xfrm>
            <a:off x="-3786164" y="0"/>
            <a:ext cx="3693213" cy="5054643"/>
            <a:chOff x="-3786164" y="0"/>
            <a:chExt cx="3693213" cy="5054643"/>
          </a:xfrm>
        </p:grpSpPr>
        <p:sp>
          <p:nvSpPr>
            <p:cNvPr id="1263" name="Google Shape;1263;p20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1264" name="Google Shape;1264;p20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1265" name="Google Shape;1265;p20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266" name="Google Shape;1266;p20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20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268" name="Google Shape;1268;p20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269" name="Google Shape;1269;p20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1270" name="Google Shape;1270;p20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271" name="Google Shape;1271;p20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1272" name="Google Shape;1272;p20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1273" name="Google Shape;1273;p20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1274" name="Google Shape;1274;p20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1275" name="Google Shape;1275;p20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1276" name="Google Shape;1276;p20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77" name="Google Shape;1277;p20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78" name="Google Shape;1278;p20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1279" name="Google Shape;1279;p20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280" name="Google Shape;1280;p20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281" name="Google Shape;1281;p20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282" name="Google Shape;1282;p20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83" name="Google Shape;1283;p20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84" name="Google Shape;1284;p20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285" name="Google Shape;1285;p20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86" name="Google Shape;1286;p20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287" name="Google Shape;1287;p20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1288" name="Google Shape;1288;p20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89" name="Google Shape;1289;p20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1290" name="Google Shape;1290;p20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1" name="Google Shape;1291;p20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92" name="Google Shape;1292;p20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1293" name="Google Shape;1293;p20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1294" name="Google Shape;1294;p20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5" name="Google Shape;1295;p20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6" name="Google Shape;1296;p20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97" name="Google Shape;1297;p20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1298" name="Google Shape;1298;p20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1299" name="Google Shape;1299;p20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1300" name="Google Shape;1300;p20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301" name="Google Shape;1301;p20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1302" name="Google Shape;1302;p20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03" name="Google Shape;1303;p20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304" name="Google Shape;1304;p20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 2x">
  <p:cSld name="Introduction 2x">
    <p:spTree>
      <p:nvGrpSpPr>
        <p:cNvPr id="1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21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name="adj" fmla="val 3563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1307" name="Google Shape;1307;p21"/>
          <p:cNvSpPr>
            <a:spLocks noGrp="1"/>
          </p:cNvSpPr>
          <p:nvPr>
            <p:ph type="pic" idx="2"/>
          </p:nvPr>
        </p:nvSpPr>
        <p:spPr>
          <a:xfrm>
            <a:off x="708207" y="1592264"/>
            <a:ext cx="1725300" cy="1845300"/>
          </a:xfrm>
          <a:prstGeom prst="roundRect">
            <a:avLst>
              <a:gd name="adj" fmla="val 8502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308" name="Google Shape;1308;p21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309" name="Google Shape;1309;p21"/>
          <p:cNvSpPr/>
          <p:nvPr/>
        </p:nvSpPr>
        <p:spPr>
          <a:xfrm>
            <a:off x="0" y="-367937"/>
            <a:ext cx="13101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Introduction 2x</a:t>
            </a:r>
            <a:endParaRPr sz="1500"/>
          </a:p>
        </p:txBody>
      </p:sp>
      <p:sp>
        <p:nvSpPr>
          <p:cNvPr id="1310" name="Google Shape;1310;p21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311" name="Google Shape;1311;p21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312" name="Google Shape;1312;p21"/>
          <p:cNvSpPr txBox="1">
            <a:spLocks noGrp="1"/>
          </p:cNvSpPr>
          <p:nvPr>
            <p:ph type="body" idx="4"/>
          </p:nvPr>
        </p:nvSpPr>
        <p:spPr>
          <a:xfrm>
            <a:off x="2676150" y="1993933"/>
            <a:ext cx="30960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sz="19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313" name="Google Shape;1313;p21"/>
          <p:cNvSpPr txBox="1">
            <a:spLocks noGrp="1"/>
          </p:cNvSpPr>
          <p:nvPr>
            <p:ph type="body" idx="5"/>
          </p:nvPr>
        </p:nvSpPr>
        <p:spPr>
          <a:xfrm>
            <a:off x="2676150" y="3081427"/>
            <a:ext cx="3096000" cy="25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314" name="Google Shape;1314;p21"/>
          <p:cNvSpPr txBox="1">
            <a:spLocks noGrp="1"/>
          </p:cNvSpPr>
          <p:nvPr>
            <p:ph type="body" idx="6"/>
          </p:nvPr>
        </p:nvSpPr>
        <p:spPr>
          <a:xfrm>
            <a:off x="2676149" y="2395251"/>
            <a:ext cx="30960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315" name="Google Shape;1315;p21"/>
          <p:cNvSpPr txBox="1">
            <a:spLocks noGrp="1"/>
          </p:cNvSpPr>
          <p:nvPr>
            <p:ph type="body" idx="7"/>
          </p:nvPr>
        </p:nvSpPr>
        <p:spPr>
          <a:xfrm>
            <a:off x="2676150" y="2657060"/>
            <a:ext cx="30960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316" name="Google Shape;1316;p21"/>
          <p:cNvSpPr txBox="1">
            <a:spLocks noGrp="1"/>
          </p:cNvSpPr>
          <p:nvPr>
            <p:ph type="body" idx="8"/>
          </p:nvPr>
        </p:nvSpPr>
        <p:spPr>
          <a:xfrm>
            <a:off x="2676150" y="1696003"/>
            <a:ext cx="30960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400"/>
              <a:buFont typeface="Calibri"/>
              <a:buNone/>
              <a:defRPr sz="2400" b="1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317" name="Google Shape;1317;p21"/>
          <p:cNvSpPr txBox="1">
            <a:spLocks noGrp="1"/>
          </p:cNvSpPr>
          <p:nvPr>
            <p:ph type="body" idx="9"/>
          </p:nvPr>
        </p:nvSpPr>
        <p:spPr>
          <a:xfrm rot="-5400000">
            <a:off x="3061350" y="1912706"/>
            <a:ext cx="21600" cy="7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318" name="Google Shape;1318;p21"/>
          <p:cNvSpPr>
            <a:spLocks noGrp="1"/>
          </p:cNvSpPr>
          <p:nvPr>
            <p:ph type="pic" idx="13"/>
          </p:nvPr>
        </p:nvSpPr>
        <p:spPr>
          <a:xfrm>
            <a:off x="6383338" y="1592264"/>
            <a:ext cx="1725300" cy="1845300"/>
          </a:xfrm>
          <a:prstGeom prst="roundRect">
            <a:avLst>
              <a:gd name="adj" fmla="val 8502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319" name="Google Shape;1319;p21"/>
          <p:cNvSpPr txBox="1">
            <a:spLocks noGrp="1"/>
          </p:cNvSpPr>
          <p:nvPr>
            <p:ph type="body" idx="14"/>
          </p:nvPr>
        </p:nvSpPr>
        <p:spPr>
          <a:xfrm>
            <a:off x="8351281" y="1993933"/>
            <a:ext cx="30960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sz="19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320" name="Google Shape;1320;p21"/>
          <p:cNvSpPr txBox="1">
            <a:spLocks noGrp="1"/>
          </p:cNvSpPr>
          <p:nvPr>
            <p:ph type="body" idx="15"/>
          </p:nvPr>
        </p:nvSpPr>
        <p:spPr>
          <a:xfrm>
            <a:off x="8351281" y="3081427"/>
            <a:ext cx="3096000" cy="29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321" name="Google Shape;1321;p21"/>
          <p:cNvSpPr txBox="1">
            <a:spLocks noGrp="1"/>
          </p:cNvSpPr>
          <p:nvPr>
            <p:ph type="body" idx="16"/>
          </p:nvPr>
        </p:nvSpPr>
        <p:spPr>
          <a:xfrm>
            <a:off x="8351280" y="2395251"/>
            <a:ext cx="30960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322" name="Google Shape;1322;p21"/>
          <p:cNvSpPr txBox="1">
            <a:spLocks noGrp="1"/>
          </p:cNvSpPr>
          <p:nvPr>
            <p:ph type="body" idx="17"/>
          </p:nvPr>
        </p:nvSpPr>
        <p:spPr>
          <a:xfrm>
            <a:off x="8351281" y="2657060"/>
            <a:ext cx="30960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323" name="Google Shape;1323;p21"/>
          <p:cNvSpPr txBox="1">
            <a:spLocks noGrp="1"/>
          </p:cNvSpPr>
          <p:nvPr>
            <p:ph type="body" idx="18"/>
          </p:nvPr>
        </p:nvSpPr>
        <p:spPr>
          <a:xfrm>
            <a:off x="8351281" y="1696003"/>
            <a:ext cx="30960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400"/>
              <a:buFont typeface="Calibri"/>
              <a:buNone/>
              <a:defRPr sz="2400" b="1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324" name="Google Shape;1324;p21"/>
          <p:cNvSpPr txBox="1">
            <a:spLocks noGrp="1"/>
          </p:cNvSpPr>
          <p:nvPr>
            <p:ph type="body" idx="19"/>
          </p:nvPr>
        </p:nvSpPr>
        <p:spPr>
          <a:xfrm rot="-5400000">
            <a:off x="8736481" y="1912706"/>
            <a:ext cx="21600" cy="7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1325" name="Google Shape;1325;p21"/>
          <p:cNvGrpSpPr/>
          <p:nvPr/>
        </p:nvGrpSpPr>
        <p:grpSpPr>
          <a:xfrm>
            <a:off x="-3786164" y="0"/>
            <a:ext cx="3693213" cy="5054643"/>
            <a:chOff x="-3786164" y="0"/>
            <a:chExt cx="3693213" cy="5054643"/>
          </a:xfrm>
        </p:grpSpPr>
        <p:sp>
          <p:nvSpPr>
            <p:cNvPr id="1326" name="Google Shape;1326;p21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1327" name="Google Shape;1327;p21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1328" name="Google Shape;1328;p21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329" name="Google Shape;1329;p21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0" name="Google Shape;1330;p21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331" name="Google Shape;1331;p21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332" name="Google Shape;1332;p21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1333" name="Google Shape;1333;p21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334" name="Google Shape;1334;p21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1335" name="Google Shape;1335;p21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1336" name="Google Shape;1336;p21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1337" name="Google Shape;1337;p21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1338" name="Google Shape;1338;p21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1339" name="Google Shape;1339;p21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40" name="Google Shape;1340;p21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41" name="Google Shape;1341;p21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1342" name="Google Shape;1342;p21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343" name="Google Shape;1343;p21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344" name="Google Shape;1344;p21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345" name="Google Shape;1345;p21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46" name="Google Shape;1346;p21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347" name="Google Shape;1347;p21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348" name="Google Shape;1348;p21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49" name="Google Shape;1349;p21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350" name="Google Shape;1350;p21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1351" name="Google Shape;1351;p21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2" name="Google Shape;1352;p21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1353" name="Google Shape;1353;p21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4" name="Google Shape;1354;p21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5" name="Google Shape;1355;p21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1356" name="Google Shape;1356;p21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1357" name="Google Shape;1357;p21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8" name="Google Shape;1358;p21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9" name="Google Shape;1359;p21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360" name="Google Shape;1360;p21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1361" name="Google Shape;1361;p21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1362" name="Google Shape;1362;p21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1363" name="Google Shape;1363;p21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364" name="Google Shape;1364;p21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1365" name="Google Shape;1365;p21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66" name="Google Shape;1366;p21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367" name="Google Shape;1367;p21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6x">
  <p:cSld name="Agenda 6x"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22"/>
          <p:cNvSpPr>
            <a:spLocks noGrp="1"/>
          </p:cNvSpPr>
          <p:nvPr>
            <p:ph type="pic" idx="2"/>
          </p:nvPr>
        </p:nvSpPr>
        <p:spPr>
          <a:xfrm>
            <a:off x="193040" y="208280"/>
            <a:ext cx="11805900" cy="644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70" name="Google Shape;1370;p22"/>
          <p:cNvSpPr/>
          <p:nvPr/>
        </p:nvSpPr>
        <p:spPr>
          <a:xfrm>
            <a:off x="0" y="-367937"/>
            <a:ext cx="8907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Agenda 6x</a:t>
            </a:r>
            <a:endParaRPr sz="2400" b="1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71" name="Google Shape;1371;p22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1372" name="Google Shape;1372;p22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1373" name="Google Shape;1373;p22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374" name="Google Shape;1374;p22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5" name="Google Shape;1375;p22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376" name="Google Shape;1376;p22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377" name="Google Shape;1377;p22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1378" name="Google Shape;1378;p22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1379" name="Google Shape;1379;p22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1380" name="Google Shape;1380;p22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1" name="Google Shape;1381;p22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2" name="Google Shape;1382;p22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1383" name="Google Shape;1383;p22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1384" name="Google Shape;1384;p22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5" name="Google Shape;1385;p22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86" name="Google Shape;1386;p22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1387" name="Google Shape;1387;p22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8" name="Google Shape;1388;p22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9" name="Google Shape;1389;p22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390" name="Google Shape;1390;p22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1391" name="Google Shape;1391;p22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2" name="Google Shape;1392;p22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3" name="Google Shape;1393;p22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394" name="Google Shape;1394;p22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395" name="Google Shape;1395;p22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396" name="Google Shape;1396;p22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1397" name="Google Shape;1397;p22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1398" name="Google Shape;1398;p22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1399" name="Google Shape;1399;p22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1400" name="Google Shape;1400;p22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1401" name="Google Shape;1401;p22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02" name="Google Shape;1402;p22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03" name="Google Shape;1403;p22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1404" name="Google Shape;1404;p22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405" name="Google Shape;1405;p22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406" name="Google Shape;1406;p22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407" name="Google Shape;1407;p22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08" name="Google Shape;1408;p22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409" name="Google Shape;1409;p22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410" name="Google Shape;1410;p22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11" name="Google Shape;1411;p22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412" name="Google Shape;1412;p22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1413" name="Google Shape;1413;p22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14" name="Google Shape;1414;p22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1415" name="Google Shape;1415;p22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1416" name="Google Shape;1416;p22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7" name="Google Shape;1417;p22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18" name="Google Shape;1418;p22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1419" name="Google Shape;1419;p22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1420" name="Google Shape;1420;p22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421" name="Google Shape;1421;p22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422" name="Google Shape;1422;p22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1423" name="Google Shape;1423;p22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1424" name="Google Shape;1424;p22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1425" name="Google Shape;1425;p22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1426" name="Google Shape;1426;p22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1427" name="Google Shape;1427;p22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1428" name="Google Shape;1428;p22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1429" name="Google Shape;1429;p22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1430" name="Google Shape;1430;p22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1431" name="Google Shape;1431;p22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432" name="Google Shape;1432;p22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433" name="Google Shape;1433;p22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7x">
  <p:cSld name="Agenda 7x">
    <p:spTree>
      <p:nvGrpSpPr>
        <p:cNvPr id="1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23"/>
          <p:cNvSpPr>
            <a:spLocks noGrp="1"/>
          </p:cNvSpPr>
          <p:nvPr>
            <p:ph type="pic" idx="2"/>
          </p:nvPr>
        </p:nvSpPr>
        <p:spPr>
          <a:xfrm>
            <a:off x="193040" y="208280"/>
            <a:ext cx="11805900" cy="644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436" name="Google Shape;1436;p23"/>
          <p:cNvSpPr/>
          <p:nvPr/>
        </p:nvSpPr>
        <p:spPr>
          <a:xfrm>
            <a:off x="0" y="-367937"/>
            <a:ext cx="8907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Agenda 7x</a:t>
            </a:r>
            <a:endParaRPr sz="2400" b="1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37" name="Google Shape;1437;p23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1438" name="Google Shape;1438;p23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1439" name="Google Shape;1439;p23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440" name="Google Shape;1440;p23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1" name="Google Shape;1441;p23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442" name="Google Shape;1442;p23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443" name="Google Shape;1443;p23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1444" name="Google Shape;1444;p23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1445" name="Google Shape;1445;p23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1446" name="Google Shape;1446;p23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7" name="Google Shape;1447;p23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8" name="Google Shape;1448;p23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1449" name="Google Shape;1449;p23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1450" name="Google Shape;1450;p23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1" name="Google Shape;1451;p23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452" name="Google Shape;1452;p23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1453" name="Google Shape;1453;p23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54" name="Google Shape;1454;p23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55" name="Google Shape;1455;p23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456" name="Google Shape;1456;p23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1457" name="Google Shape;1457;p23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58" name="Google Shape;1458;p23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59" name="Google Shape;1459;p23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460" name="Google Shape;1460;p23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461" name="Google Shape;1461;p23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462" name="Google Shape;1462;p23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1463" name="Google Shape;1463;p23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1464" name="Google Shape;1464;p23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1465" name="Google Shape;1465;p23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1466" name="Google Shape;1466;p23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1467" name="Google Shape;1467;p23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68" name="Google Shape;1468;p23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69" name="Google Shape;1469;p23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1470" name="Google Shape;1470;p23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471" name="Google Shape;1471;p23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472" name="Google Shape;1472;p23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473" name="Google Shape;1473;p23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74" name="Google Shape;1474;p23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475" name="Google Shape;1475;p23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476" name="Google Shape;1476;p23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77" name="Google Shape;1477;p23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478" name="Google Shape;1478;p23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1479" name="Google Shape;1479;p23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80" name="Google Shape;1480;p23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1481" name="Google Shape;1481;p23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1482" name="Google Shape;1482;p23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3" name="Google Shape;1483;p23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84" name="Google Shape;1484;p23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1485" name="Google Shape;1485;p23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1486" name="Google Shape;1486;p23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487" name="Google Shape;1487;p23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488" name="Google Shape;1488;p23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1489" name="Google Shape;1489;p23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1490" name="Google Shape;1490;p23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1491" name="Google Shape;1491;p23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1492" name="Google Shape;1492;p23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1493" name="Google Shape;1493;p23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1494" name="Google Shape;1494;p23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1495" name="Google Shape;1495;p23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1496" name="Google Shape;1496;p23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1497" name="Google Shape;1497;p23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498" name="Google Shape;1498;p23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499" name="Google Shape;1499;p23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">
  <p:cSld name="Closing slide">
    <p:spTree>
      <p:nvGrpSpPr>
        <p:cNvPr id="1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24"/>
          <p:cNvSpPr>
            <a:spLocks noGrp="1"/>
          </p:cNvSpPr>
          <p:nvPr>
            <p:ph type="pic" idx="2"/>
          </p:nvPr>
        </p:nvSpPr>
        <p:spPr>
          <a:xfrm>
            <a:off x="193040" y="208280"/>
            <a:ext cx="11805900" cy="644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502" name="Google Shape;1502;p24"/>
          <p:cNvSpPr txBox="1">
            <a:spLocks noGrp="1"/>
          </p:cNvSpPr>
          <p:nvPr>
            <p:ph type="title"/>
          </p:nvPr>
        </p:nvSpPr>
        <p:spPr>
          <a:xfrm>
            <a:off x="0" y="-342024"/>
            <a:ext cx="12471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503" name="Google Shape;1503;p24"/>
          <p:cNvSpPr txBox="1">
            <a:spLocks noGrp="1"/>
          </p:cNvSpPr>
          <p:nvPr>
            <p:ph type="ftr" idx="11"/>
          </p:nvPr>
        </p:nvSpPr>
        <p:spPr>
          <a:xfrm>
            <a:off x="2266793" y="7267316"/>
            <a:ext cx="41148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504" name="Google Shape;1504;p24"/>
          <p:cNvSpPr txBox="1">
            <a:spLocks noGrp="1"/>
          </p:cNvSpPr>
          <p:nvPr>
            <p:ph type="sldNum" idx="12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5" name="Google Shape;1505;p24"/>
          <p:cNvSpPr txBox="1">
            <a:spLocks noGrp="1"/>
          </p:cNvSpPr>
          <p:nvPr>
            <p:ph type="body" idx="1"/>
          </p:nvPr>
        </p:nvSpPr>
        <p:spPr>
          <a:xfrm>
            <a:off x="8070226" y="2675331"/>
            <a:ext cx="3402900" cy="314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506" name="Google Shape;1506;p24"/>
          <p:cNvSpPr txBox="1">
            <a:spLocks noGrp="1"/>
          </p:cNvSpPr>
          <p:nvPr>
            <p:ph type="body" idx="3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1507" name="Google Shape;1507;p24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1508" name="Google Shape;1508;p24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1509" name="Google Shape;1509;p24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510" name="Google Shape;1510;p24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1" name="Google Shape;1511;p24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512" name="Google Shape;1512;p24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513" name="Google Shape;1513;p24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1514" name="Google Shape;1514;p24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1515" name="Google Shape;1515;p24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1516" name="Google Shape;1516;p24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7" name="Google Shape;1517;p24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8" name="Google Shape;1518;p24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1519" name="Google Shape;1519;p24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1520" name="Google Shape;1520;p24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1" name="Google Shape;1521;p24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22" name="Google Shape;1522;p24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1523" name="Google Shape;1523;p24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4" name="Google Shape;1524;p24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5" name="Google Shape;1525;p24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526" name="Google Shape;1526;p24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1527" name="Google Shape;1527;p24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8" name="Google Shape;1528;p24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9" name="Google Shape;1529;p24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530" name="Google Shape;1530;p24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531" name="Google Shape;1531;p24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532" name="Google Shape;1532;p24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1533" name="Google Shape;1533;p24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1534" name="Google Shape;1534;p24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1535" name="Google Shape;1535;p24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1536" name="Google Shape;1536;p24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1537" name="Google Shape;1537;p24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538" name="Google Shape;1538;p24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539" name="Google Shape;1539;p24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1540" name="Google Shape;1540;p24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541" name="Google Shape;1541;p24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542" name="Google Shape;1542;p24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543" name="Google Shape;1543;p24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44" name="Google Shape;1544;p24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545" name="Google Shape;1545;p24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546" name="Google Shape;1546;p24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47" name="Google Shape;1547;p24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548" name="Google Shape;1548;p24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1549" name="Google Shape;1549;p24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50" name="Google Shape;1550;p24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1551" name="Google Shape;1551;p24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1552" name="Google Shape;1552;p24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3" name="Google Shape;1553;p24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54" name="Google Shape;1554;p24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1555" name="Google Shape;1555;p24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1556" name="Google Shape;1556;p24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557" name="Google Shape;1557;p24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558" name="Google Shape;1558;p24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1559" name="Google Shape;1559;p24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1560" name="Google Shape;1560;p24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1561" name="Google Shape;1561;p24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1562" name="Google Shape;1562;p24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1563" name="Google Shape;1563;p24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1564" name="Google Shape;1564;p24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1565" name="Google Shape;1565;p24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1566" name="Google Shape;1566;p24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p26"/>
          <p:cNvSpPr>
            <a:spLocks noGrp="1"/>
          </p:cNvSpPr>
          <p:nvPr>
            <p:ph type="pic" idx="2"/>
          </p:nvPr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576" name="Google Shape;1576;p26"/>
          <p:cNvSpPr txBox="1">
            <a:spLocks noGrp="1"/>
          </p:cNvSpPr>
          <p:nvPr>
            <p:ph type="subTitle" idx="1"/>
          </p:nvPr>
        </p:nvSpPr>
        <p:spPr>
          <a:xfrm>
            <a:off x="718946" y="5710306"/>
            <a:ext cx="5136300" cy="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sz="1900"/>
            </a:lvl3pPr>
            <a:lvl4pPr lvl="3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/>
            </a:lvl7pPr>
            <a:lvl8pPr lvl="7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/>
            </a:lvl8pPr>
            <a:lvl9pPr lvl="8" algn="ctr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 sz="1600"/>
            </a:lvl9pPr>
          </a:lstStyle>
          <a:p>
            <a:endParaRPr/>
          </a:p>
        </p:txBody>
      </p:sp>
      <p:grpSp>
        <p:nvGrpSpPr>
          <p:cNvPr id="1577" name="Google Shape;1577;p26"/>
          <p:cNvGrpSpPr/>
          <p:nvPr/>
        </p:nvGrpSpPr>
        <p:grpSpPr>
          <a:xfrm>
            <a:off x="-3786165" y="0"/>
            <a:ext cx="3693214" cy="6236923"/>
            <a:chOff x="-3786165" y="0"/>
            <a:chExt cx="3693214" cy="6236923"/>
          </a:xfrm>
        </p:grpSpPr>
        <p:sp>
          <p:nvSpPr>
            <p:cNvPr id="1578" name="Google Shape;1578;p26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1579" name="Google Shape;1579;p26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580" name="Google Shape;1580;p26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1" name="Google Shape;1581;p26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582" name="Google Shape;1582;p26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583" name="Google Shape;1583;p26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1584" name="Google Shape;1584;p26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1585" name="Google Shape;1585;p26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1586" name="Google Shape;1586;p26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7" name="Google Shape;1587;p26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8" name="Google Shape;1588;p26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1589" name="Google Shape;1589;p26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1590" name="Google Shape;1590;p26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1" name="Google Shape;1591;p26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92" name="Google Shape;1592;p26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1593" name="Google Shape;1593;p26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4" name="Google Shape;1594;p26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5" name="Google Shape;1595;p26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596" name="Google Shape;1596;p26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1597" name="Google Shape;1597;p26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8" name="Google Shape;1598;p26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9" name="Google Shape;1599;p26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600" name="Google Shape;1600;p26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601" name="Google Shape;1601;p26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602" name="Google Shape;1602;p26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1603" name="Google Shape;1603;p26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1604" name="Google Shape;1604;p26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1605" name="Google Shape;1605;p26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1606" name="Google Shape;1606;p26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1607" name="Google Shape;1607;p26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608" name="Google Shape;1608;p26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609" name="Google Shape;1609;p26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1610" name="Google Shape;1610;p26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611" name="Google Shape;1611;p26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612" name="Google Shape;1612;p26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613" name="Google Shape;1613;p26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14" name="Google Shape;1614;p26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615" name="Google Shape;1615;p26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616" name="Google Shape;1616;p26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17" name="Google Shape;1617;p26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618" name="Google Shape;1618;p26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1619" name="Google Shape;1619;p26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20" name="Google Shape;1620;p26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1621" name="Google Shape;1621;p26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1622" name="Google Shape;1622;p26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3" name="Google Shape;1623;p26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4" name="Google Shape;1624;p26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1625" name="Google Shape;1625;p26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1626" name="Google Shape;1626;p26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627" name="Google Shape;1627;p26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628" name="Google Shape;1628;p26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1629" name="Google Shape;1629;p26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1630" name="Google Shape;1630;p26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1631" name="Google Shape;1631;p26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1632" name="Google Shape;1632;p26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1633" name="Google Shape;1633;p26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1634" name="Google Shape;1634;p26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1635" name="Google Shape;1635;p26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1636" name="Google Shape;1636;p26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1637" name="Google Shape;1637;p26"/>
          <p:cNvSpPr txBox="1">
            <a:spLocks noGrp="1"/>
          </p:cNvSpPr>
          <p:nvPr>
            <p:ph type="body" idx="3"/>
          </p:nvPr>
        </p:nvSpPr>
        <p:spPr>
          <a:xfrm>
            <a:off x="718947" y="722313"/>
            <a:ext cx="1594500" cy="812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638" name="Google Shape;1638;p26"/>
          <p:cNvSpPr txBox="1">
            <a:spLocks noGrp="1"/>
          </p:cNvSpPr>
          <p:nvPr>
            <p:ph type="dt" idx="10"/>
          </p:nvPr>
        </p:nvSpPr>
        <p:spPr>
          <a:xfrm>
            <a:off x="718946" y="6195358"/>
            <a:ext cx="29331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6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639" name="Google Shape;1639;p26"/>
          <p:cNvSpPr txBox="1">
            <a:spLocks noGrp="1"/>
          </p:cNvSpPr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640" name="Google Shape;1640;p26"/>
          <p:cNvSpPr txBox="1">
            <a:spLocks noGrp="1"/>
          </p:cNvSpPr>
          <p:nvPr>
            <p:ph type="body" idx="4"/>
          </p:nvPr>
        </p:nvSpPr>
        <p:spPr>
          <a:xfrm>
            <a:off x="721632" y="3438798"/>
            <a:ext cx="5133600" cy="21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5100"/>
              <a:buFont typeface="Calibri"/>
              <a:buNone/>
              <a:defRPr sz="5100" b="1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15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5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5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15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7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15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15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25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15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15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75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15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7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1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825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16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9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6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975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16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5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16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125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50"/>
                                        <p:tgtEl>
                                          <p:spTgt spid="16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20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50"/>
                                        <p:tgtEl>
                                          <p:spTgt spid="16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275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750"/>
                                        <p:tgtEl>
                                          <p:spTgt spid="16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350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16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#1">
  <p:cSld name="Text #1">
    <p:spTree>
      <p:nvGrpSpPr>
        <p:cNvPr id="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27"/>
          <p:cNvSpPr/>
          <p:nvPr/>
        </p:nvSpPr>
        <p:spPr>
          <a:xfrm>
            <a:off x="714375" y="1385455"/>
            <a:ext cx="7810800" cy="4420800"/>
          </a:xfrm>
          <a:prstGeom prst="roundRect">
            <a:avLst>
              <a:gd name="adj" fmla="val 3563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1643" name="Google Shape;1643;p27"/>
          <p:cNvSpPr txBox="1">
            <a:spLocks noGrp="1"/>
          </p:cNvSpPr>
          <p:nvPr>
            <p:ph type="body" idx="1"/>
          </p:nvPr>
        </p:nvSpPr>
        <p:spPr>
          <a:xfrm>
            <a:off x="865162" y="1592263"/>
            <a:ext cx="7488000" cy="40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644" name="Google Shape;1644;p27"/>
          <p:cNvSpPr/>
          <p:nvPr/>
        </p:nvSpPr>
        <p:spPr>
          <a:xfrm>
            <a:off x="0" y="-367937"/>
            <a:ext cx="6009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#1</a:t>
            </a:r>
            <a:endParaRPr sz="1500"/>
          </a:p>
        </p:txBody>
      </p:sp>
      <p:sp>
        <p:nvSpPr>
          <p:cNvPr id="1645" name="Google Shape;1645;p27"/>
          <p:cNvSpPr txBox="1">
            <a:spLocks noGrp="1"/>
          </p:cNvSpPr>
          <p:nvPr>
            <p:ph type="body" idx="2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1646" name="Google Shape;1646;p27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1647" name="Google Shape;1647;p27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1648" name="Google Shape;1648;p27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649" name="Google Shape;1649;p27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1650" name="Google Shape;1650;p27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651" name="Google Shape;1651;p27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1652" name="Google Shape;1652;p27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1653" name="Google Shape;1653;p27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654" name="Google Shape;1654;p27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1655" name="Google Shape;1655;p27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1656" name="Google Shape;1656;p27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1657" name="Google Shape;1657;p27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1658" name="Google Shape;1658;p27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1659" name="Google Shape;1659;p27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1660" name="Google Shape;1660;p27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1661" name="Google Shape;1661;p27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1662" name="Google Shape;1662;p27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1663" name="Google Shape;1663;p27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1664" name="Google Shape;1664;p27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1665" name="Google Shape;1665;p27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1666" name="Google Shape;1666;p27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1667" name="Google Shape;1667;p27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1668" name="Google Shape;1668;p27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1669" name="Google Shape;1669;p27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0" name="Google Shape;1670;p27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71" name="Google Shape;1671;p27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1672" name="Google Shape;1672;p27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1673" name="Google Shape;1673;p27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674" name="Google Shape;1674;p27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1675" name="Google Shape;1675;p27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1676" name="Google Shape;1676;p27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677" name="Google Shape;1677;p27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678" name="Google Shape;1678;p27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679" name="Google Shape;1679;p27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680" name="Google Shape;1680;p27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1681" name="Google Shape;1681;p27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82" name="Google Shape;1682;p27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1683" name="Google Shape;1683;p27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1684" name="Google Shape;1684;p27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685" name="Google Shape;1685;p27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686" name="Google Shape;1686;p27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687" name="Google Shape;1687;p27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688" name="Google Shape;1688;p27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1689" name="Google Shape;1689;p27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690" name="Google Shape;1690;p27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1691" name="Google Shape;1691;p27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1692" name="Google Shape;1692;p27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1693" name="Google Shape;1693;p27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1694" name="Google Shape;1694;p27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1695" name="Google Shape;1695;p27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696" name="Google Shape;1696;p27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1697" name="Google Shape;1697;p27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698" name="Google Shape;1698;p27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699" name="Google Shape;1699;p27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00" name="Google Shape;1700;p27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01" name="Google Shape;1701;p27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1702" name="Google Shape;1702;p27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703" name="Google Shape;1703;p27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1704" name="Google Shape;1704;p27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05" name="Google Shape;1705;p27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1706" name="Google Shape;1706;p27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07" name="Google Shape;1707;p27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08" name="Google Shape;1708;p27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09" name="Google Shape;1709;p27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10" name="Google Shape;1710;p27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1711" name="Google Shape;1711;p27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712" name="Google Shape;1712;p27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1713" name="Google Shape;1713;p27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1714" name="Google Shape;1714;p27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715" name="Google Shape;1715;p27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716" name="Google Shape;1716;p27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1717" name="Google Shape;1717;p27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1718" name="Google Shape;1718;p27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719" name="Google Shape;1719;p27"/>
          <p:cNvSpPr txBox="1">
            <a:spLocks noGrp="1"/>
          </p:cNvSpPr>
          <p:nvPr>
            <p:ph type="title"/>
          </p:nvPr>
        </p:nvSpPr>
        <p:spPr>
          <a:xfrm>
            <a:off x="865162" y="722313"/>
            <a:ext cx="105591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#2">
  <p:cSld name="Text #2">
    <p:spTree>
      <p:nvGrpSpPr>
        <p:cNvPr id="1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1721;p28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name="adj" fmla="val 3563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1722" name="Google Shape;1722;p28"/>
          <p:cNvSpPr txBox="1">
            <a:spLocks noGrp="1"/>
          </p:cNvSpPr>
          <p:nvPr>
            <p:ph type="body" idx="1"/>
          </p:nvPr>
        </p:nvSpPr>
        <p:spPr>
          <a:xfrm>
            <a:off x="720000" y="1592263"/>
            <a:ext cx="7488000" cy="42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723" name="Google Shape;1723;p28"/>
          <p:cNvSpPr/>
          <p:nvPr/>
        </p:nvSpPr>
        <p:spPr>
          <a:xfrm>
            <a:off x="0" y="-367937"/>
            <a:ext cx="6009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#2</a:t>
            </a:r>
            <a:endParaRPr sz="1500"/>
          </a:p>
        </p:txBody>
      </p:sp>
      <p:sp>
        <p:nvSpPr>
          <p:cNvPr id="1724" name="Google Shape;1724;p28"/>
          <p:cNvSpPr txBox="1">
            <a:spLocks noGrp="1"/>
          </p:cNvSpPr>
          <p:nvPr>
            <p:ph type="body" idx="2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725" name="Google Shape;1725;p28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726" name="Google Shape;1726;p28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1727" name="Google Shape;1727;p28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1728" name="Google Shape;1728;p28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1729" name="Google Shape;1729;p28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730" name="Google Shape;1730;p28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1731" name="Google Shape;1731;p28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732" name="Google Shape;1732;p28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1733" name="Google Shape;1733;p28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1734" name="Google Shape;1734;p28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735" name="Google Shape;1735;p28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1736" name="Google Shape;1736;p28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1737" name="Google Shape;1737;p28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1738" name="Google Shape;1738;p28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1739" name="Google Shape;1739;p28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1740" name="Google Shape;1740;p28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1741" name="Google Shape;1741;p28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1742" name="Google Shape;1742;p28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1743" name="Google Shape;1743;p28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1744" name="Google Shape;1744;p28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1745" name="Google Shape;1745;p28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1746" name="Google Shape;1746;p28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1747" name="Google Shape;1747;p28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1748" name="Google Shape;1748;p28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1749" name="Google Shape;1749;p28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1750" name="Google Shape;1750;p28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1" name="Google Shape;1751;p28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52" name="Google Shape;1752;p28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1753" name="Google Shape;1753;p28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1754" name="Google Shape;1754;p28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55" name="Google Shape;1755;p28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1756" name="Google Shape;1756;p28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1757" name="Google Shape;1757;p28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58" name="Google Shape;1758;p28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59" name="Google Shape;1759;p28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60" name="Google Shape;1760;p28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61" name="Google Shape;1761;p28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1762" name="Google Shape;1762;p28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763" name="Google Shape;1763;p28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1764" name="Google Shape;1764;p28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1765" name="Google Shape;1765;p28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66" name="Google Shape;1766;p28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67" name="Google Shape;1767;p28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68" name="Google Shape;1768;p28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69" name="Google Shape;1769;p28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1770" name="Google Shape;1770;p28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771" name="Google Shape;1771;p28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1772" name="Google Shape;1772;p28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1773" name="Google Shape;1773;p28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1774" name="Google Shape;1774;p28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1775" name="Google Shape;1775;p28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1776" name="Google Shape;1776;p28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77" name="Google Shape;1777;p28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1778" name="Google Shape;1778;p28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79" name="Google Shape;1779;p28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80" name="Google Shape;1780;p28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81" name="Google Shape;1781;p28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82" name="Google Shape;1782;p28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1783" name="Google Shape;1783;p28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784" name="Google Shape;1784;p28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1785" name="Google Shape;1785;p28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86" name="Google Shape;1786;p28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1787" name="Google Shape;1787;p28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88" name="Google Shape;1788;p28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89" name="Google Shape;1789;p28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90" name="Google Shape;1790;p28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91" name="Google Shape;1791;p28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1792" name="Google Shape;1792;p28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793" name="Google Shape;1793;p28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1794" name="Google Shape;1794;p28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1795" name="Google Shape;1795;p28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796" name="Google Shape;1796;p28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797" name="Google Shape;1797;p28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1798" name="Google Shape;1798;p28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#3">
  <p:cSld name="Text #3">
    <p:spTree>
      <p:nvGrpSpPr>
        <p:cNvPr id="1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1800;p29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name="adj" fmla="val 3563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1801" name="Google Shape;1801;p29"/>
          <p:cNvSpPr txBox="1">
            <a:spLocks noGrp="1"/>
          </p:cNvSpPr>
          <p:nvPr>
            <p:ph type="body" idx="1"/>
          </p:nvPr>
        </p:nvSpPr>
        <p:spPr>
          <a:xfrm>
            <a:off x="720000" y="1592263"/>
            <a:ext cx="7488000" cy="42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802" name="Google Shape;1802;p29"/>
          <p:cNvSpPr/>
          <p:nvPr/>
        </p:nvSpPr>
        <p:spPr>
          <a:xfrm>
            <a:off x="0" y="-367937"/>
            <a:ext cx="6009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#3</a:t>
            </a:r>
            <a:endParaRPr sz="1500"/>
          </a:p>
        </p:txBody>
      </p:sp>
      <p:sp>
        <p:nvSpPr>
          <p:cNvPr id="1803" name="Google Shape;1803;p29"/>
          <p:cNvSpPr txBox="1">
            <a:spLocks noGrp="1"/>
          </p:cNvSpPr>
          <p:nvPr>
            <p:ph type="body" idx="2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804" name="Google Shape;1804;p29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805" name="Google Shape;1805;p29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1806" name="Google Shape;1806;p29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1807" name="Google Shape;1807;p29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1808" name="Google Shape;1808;p29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809" name="Google Shape;1809;p29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1810" name="Google Shape;1810;p29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811" name="Google Shape;1811;p29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1812" name="Google Shape;1812;p29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1813" name="Google Shape;1813;p29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814" name="Google Shape;1814;p29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1815" name="Google Shape;1815;p29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1816" name="Google Shape;1816;p29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1817" name="Google Shape;1817;p29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1818" name="Google Shape;1818;p29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1819" name="Google Shape;1819;p29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1820" name="Google Shape;1820;p29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1821" name="Google Shape;1821;p29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1822" name="Google Shape;1822;p29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1823" name="Google Shape;1823;p29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1824" name="Google Shape;1824;p29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1825" name="Google Shape;1825;p29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1826" name="Google Shape;1826;p29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1827" name="Google Shape;1827;p29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1828" name="Google Shape;1828;p29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1829" name="Google Shape;1829;p29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0" name="Google Shape;1830;p29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31" name="Google Shape;1831;p29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1832" name="Google Shape;1832;p29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1833" name="Google Shape;1833;p29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834" name="Google Shape;1834;p29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1835" name="Google Shape;1835;p29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1836" name="Google Shape;1836;p29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837" name="Google Shape;1837;p29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838" name="Google Shape;1838;p29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839" name="Google Shape;1839;p29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840" name="Google Shape;1840;p29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1841" name="Google Shape;1841;p29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842" name="Google Shape;1842;p29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1843" name="Google Shape;1843;p29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1844" name="Google Shape;1844;p29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845" name="Google Shape;1845;p29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846" name="Google Shape;1846;p29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847" name="Google Shape;1847;p29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848" name="Google Shape;1848;p29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1849" name="Google Shape;1849;p29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850" name="Google Shape;1850;p29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1851" name="Google Shape;1851;p29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1852" name="Google Shape;1852;p29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1853" name="Google Shape;1853;p29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1854" name="Google Shape;1854;p29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1855" name="Google Shape;1855;p29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856" name="Google Shape;1856;p29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1857" name="Google Shape;1857;p29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858" name="Google Shape;1858;p29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859" name="Google Shape;1859;p29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860" name="Google Shape;1860;p29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861" name="Google Shape;1861;p29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1862" name="Google Shape;1862;p29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863" name="Google Shape;1863;p29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1864" name="Google Shape;1864;p29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865" name="Google Shape;1865;p29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1866" name="Google Shape;1866;p29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867" name="Google Shape;1867;p29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868" name="Google Shape;1868;p29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869" name="Google Shape;1869;p29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870" name="Google Shape;1870;p29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1871" name="Google Shape;1871;p29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872" name="Google Shape;1872;p29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1873" name="Google Shape;1873;p29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1874" name="Google Shape;1874;p29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875" name="Google Shape;1875;p29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876" name="Google Shape;1876;p29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1877" name="Google Shape;1877;p29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 (s)">
  <p:cSld name="Text + Image (s)">
    <p:spTree>
      <p:nvGrpSpPr>
        <p:cNvPr id="1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p30"/>
          <p:cNvSpPr/>
          <p:nvPr/>
        </p:nvSpPr>
        <p:spPr>
          <a:xfrm>
            <a:off x="0" y="-367937"/>
            <a:ext cx="13200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(s)</a:t>
            </a:r>
            <a:endParaRPr sz="1500"/>
          </a:p>
        </p:txBody>
      </p:sp>
      <p:sp>
        <p:nvSpPr>
          <p:cNvPr id="1880" name="Google Shape;1880;p30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881" name="Google Shape;1881;p30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882" name="Google Shape;1882;p30"/>
          <p:cNvSpPr txBox="1">
            <a:spLocks noGrp="1"/>
          </p:cNvSpPr>
          <p:nvPr>
            <p:ph type="title"/>
          </p:nvPr>
        </p:nvSpPr>
        <p:spPr>
          <a:xfrm>
            <a:off x="865162" y="722313"/>
            <a:ext cx="7342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883" name="Google Shape;1883;p30"/>
          <p:cNvSpPr>
            <a:spLocks noGrp="1"/>
          </p:cNvSpPr>
          <p:nvPr>
            <p:ph type="pic" idx="3"/>
          </p:nvPr>
        </p:nvSpPr>
        <p:spPr>
          <a:xfrm>
            <a:off x="8562290" y="722313"/>
            <a:ext cx="2901300" cy="5083200"/>
          </a:xfrm>
          <a:prstGeom prst="roundRect">
            <a:avLst>
              <a:gd name="adj" fmla="val 5432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884" name="Google Shape;1884;p30"/>
          <p:cNvSpPr txBox="1">
            <a:spLocks noGrp="1"/>
          </p:cNvSpPr>
          <p:nvPr>
            <p:ph type="body" idx="4"/>
          </p:nvPr>
        </p:nvSpPr>
        <p:spPr>
          <a:xfrm>
            <a:off x="720000" y="1592263"/>
            <a:ext cx="7488000" cy="42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grpSp>
        <p:nvGrpSpPr>
          <p:cNvPr id="1885" name="Google Shape;1885;p30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1886" name="Google Shape;1886;p30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1887" name="Google Shape;1887;p30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888" name="Google Shape;1888;p30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1889" name="Google Shape;1889;p30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890" name="Google Shape;1890;p30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1891" name="Google Shape;1891;p30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1892" name="Google Shape;1892;p30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893" name="Google Shape;1893;p30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1894" name="Google Shape;1894;p30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1895" name="Google Shape;1895;p30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1896" name="Google Shape;1896;p30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1897" name="Google Shape;1897;p30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1898" name="Google Shape;1898;p30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1899" name="Google Shape;1899;p30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1900" name="Google Shape;1900;p30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1901" name="Google Shape;1901;p30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1902" name="Google Shape;1902;p30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1903" name="Google Shape;1903;p30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1904" name="Google Shape;1904;p30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1905" name="Google Shape;1905;p30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1906" name="Google Shape;1906;p30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1907" name="Google Shape;1907;p30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1908" name="Google Shape;1908;p30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9" name="Google Shape;1909;p30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10" name="Google Shape;1910;p30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1911" name="Google Shape;1911;p30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1912" name="Google Shape;1912;p30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913" name="Google Shape;1913;p30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1914" name="Google Shape;1914;p30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1915" name="Google Shape;1915;p30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916" name="Google Shape;1916;p30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917" name="Google Shape;1917;p30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918" name="Google Shape;1918;p30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919" name="Google Shape;1919;p30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1920" name="Google Shape;1920;p30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21" name="Google Shape;1921;p30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1922" name="Google Shape;1922;p30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1923" name="Google Shape;1923;p30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924" name="Google Shape;1924;p30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925" name="Google Shape;1925;p30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926" name="Google Shape;1926;p30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927" name="Google Shape;1927;p30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1928" name="Google Shape;1928;p30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929" name="Google Shape;1929;p30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1930" name="Google Shape;1930;p30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1931" name="Google Shape;1931;p30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1932" name="Google Shape;1932;p30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1933" name="Google Shape;1933;p30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1934" name="Google Shape;1934;p30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35" name="Google Shape;1935;p30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1936" name="Google Shape;1936;p30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937" name="Google Shape;1937;p30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938" name="Google Shape;1938;p30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939" name="Google Shape;1939;p30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940" name="Google Shape;1940;p30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1941" name="Google Shape;1941;p30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42" name="Google Shape;1942;p30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1943" name="Google Shape;1943;p30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44" name="Google Shape;1944;p30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1945" name="Google Shape;1945;p30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946" name="Google Shape;1946;p30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947" name="Google Shape;1947;p30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948" name="Google Shape;1948;p30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949" name="Google Shape;1949;p30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1950" name="Google Shape;1950;p30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51" name="Google Shape;1951;p30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1952" name="Google Shape;1952;p30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1953" name="Google Shape;1953;p30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954" name="Google Shape;1954;p30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955" name="Google Shape;1955;p30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1956" name="Google Shape;1956;p30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grpSp>
        <p:nvGrpSpPr>
          <p:cNvPr id="1957" name="Google Shape;1957;p30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1958" name="Google Shape;1958;p30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1959" name="Google Shape;1959;p30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1960" name="Google Shape;1960;p30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961" name="Google Shape;1961;p30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2" name="Google Shape;1962;p30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963" name="Google Shape;1963;p30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964" name="Google Shape;1964;p30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1965" name="Google Shape;1965;p30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966" name="Google Shape;1966;p30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1967" name="Google Shape;1967;p30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1968" name="Google Shape;1968;p30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1969" name="Google Shape;1969;p30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1970" name="Google Shape;1970;p30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1971" name="Google Shape;1971;p30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972" name="Google Shape;1972;p30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973" name="Google Shape;1973;p30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1974" name="Google Shape;1974;p30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975" name="Google Shape;1975;p30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976" name="Google Shape;1976;p30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977" name="Google Shape;1977;p30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78" name="Google Shape;1978;p30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979" name="Google Shape;1979;p30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980" name="Google Shape;1980;p30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81" name="Google Shape;1981;p30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982" name="Google Shape;1982;p30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1983" name="Google Shape;1983;p30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84" name="Google Shape;1984;p30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1985" name="Google Shape;1985;p30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6" name="Google Shape;1986;p30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87" name="Google Shape;1987;p30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1988" name="Google Shape;1988;p30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1989" name="Google Shape;1989;p30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0" name="Google Shape;1990;p30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1" name="Google Shape;1991;p30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992" name="Google Shape;1992;p30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1993" name="Google Shape;1993;p30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1994" name="Google Shape;1994;p30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1995" name="Google Shape;1995;p30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96" name="Google Shape;1996;p30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1997" name="Google Shape;1997;p30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98" name="Google Shape;1998;p30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999" name="Google Shape;1999;p30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 (m)">
  <p:cSld name="Text + Image (m)">
    <p:spTree>
      <p:nvGrpSpPr>
        <p:cNvPr id="1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p31"/>
          <p:cNvSpPr/>
          <p:nvPr/>
        </p:nvSpPr>
        <p:spPr>
          <a:xfrm>
            <a:off x="0" y="-367937"/>
            <a:ext cx="14052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(m)</a:t>
            </a:r>
            <a:endParaRPr sz="1500"/>
          </a:p>
        </p:txBody>
      </p:sp>
      <p:sp>
        <p:nvSpPr>
          <p:cNvPr id="2002" name="Google Shape;2002;p31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003" name="Google Shape;2003;p31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004" name="Google Shape;2004;p31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49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005" name="Google Shape;2005;p31"/>
          <p:cNvSpPr>
            <a:spLocks noGrp="1"/>
          </p:cNvSpPr>
          <p:nvPr>
            <p:ph type="pic" idx="3"/>
          </p:nvPr>
        </p:nvSpPr>
        <p:spPr>
          <a:xfrm>
            <a:off x="6384888" y="722312"/>
            <a:ext cx="5078400" cy="5083200"/>
          </a:xfrm>
          <a:prstGeom prst="roundRect">
            <a:avLst>
              <a:gd name="adj" fmla="val 3310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006" name="Google Shape;2006;p31"/>
          <p:cNvSpPr txBox="1">
            <a:spLocks noGrp="1"/>
          </p:cNvSpPr>
          <p:nvPr>
            <p:ph type="body" idx="4"/>
          </p:nvPr>
        </p:nvSpPr>
        <p:spPr>
          <a:xfrm>
            <a:off x="728695" y="1991183"/>
            <a:ext cx="5043600" cy="3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grpSp>
        <p:nvGrpSpPr>
          <p:cNvPr id="2007" name="Google Shape;2007;p31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2008" name="Google Shape;2008;p31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2009" name="Google Shape;2009;p31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2010" name="Google Shape;2010;p31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2011" name="Google Shape;2011;p31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2012" name="Google Shape;2012;p31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2013" name="Google Shape;2013;p31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2014" name="Google Shape;2014;p31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2015" name="Google Shape;2015;p31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2016" name="Google Shape;2016;p31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2017" name="Google Shape;2017;p31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2018" name="Google Shape;2018;p31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2019" name="Google Shape;2019;p31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2020" name="Google Shape;2020;p31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2021" name="Google Shape;2021;p31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2022" name="Google Shape;2022;p31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2023" name="Google Shape;2023;p31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2024" name="Google Shape;2024;p31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2025" name="Google Shape;2025;p31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2026" name="Google Shape;2026;p31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2027" name="Google Shape;2027;p31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2028" name="Google Shape;2028;p31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2029" name="Google Shape;2029;p31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2030" name="Google Shape;2030;p31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1" name="Google Shape;2031;p31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32" name="Google Shape;2032;p31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2033" name="Google Shape;2033;p31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2034" name="Google Shape;2034;p31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35" name="Google Shape;2035;p31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2036" name="Google Shape;2036;p31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2037" name="Google Shape;2037;p31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038" name="Google Shape;2038;p31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039" name="Google Shape;2039;p31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040" name="Google Shape;2040;p31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041" name="Google Shape;2041;p31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042" name="Google Shape;2042;p31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43" name="Google Shape;2043;p31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2044" name="Google Shape;2044;p31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2045" name="Google Shape;2045;p31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046" name="Google Shape;2046;p31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047" name="Google Shape;2047;p31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048" name="Google Shape;2048;p31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049" name="Google Shape;2049;p31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050" name="Google Shape;2050;p31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051" name="Google Shape;2051;p31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2052" name="Google Shape;2052;p31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2053" name="Google Shape;2053;p31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2054" name="Google Shape;2054;p31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2055" name="Google Shape;2055;p31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2056" name="Google Shape;2056;p31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057" name="Google Shape;2057;p31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2058" name="Google Shape;2058;p31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059" name="Google Shape;2059;p31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060" name="Google Shape;2060;p31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061" name="Google Shape;2061;p31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062" name="Google Shape;2062;p31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063" name="Google Shape;2063;p31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64" name="Google Shape;2064;p31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2065" name="Google Shape;2065;p31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066" name="Google Shape;2066;p31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2067" name="Google Shape;2067;p31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068" name="Google Shape;2068;p31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069" name="Google Shape;2069;p31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070" name="Google Shape;2070;p31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071" name="Google Shape;2071;p31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072" name="Google Shape;2072;p31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73" name="Google Shape;2073;p31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2074" name="Google Shape;2074;p31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2075" name="Google Shape;2075;p31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076" name="Google Shape;2076;p31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077" name="Google Shape;2077;p31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2078" name="Google Shape;2078;p31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grpSp>
        <p:nvGrpSpPr>
          <p:cNvPr id="2079" name="Google Shape;2079;p31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2080" name="Google Shape;2080;p31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2081" name="Google Shape;2081;p31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2082" name="Google Shape;2082;p31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2083" name="Google Shape;2083;p31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4" name="Google Shape;2084;p31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2085" name="Google Shape;2085;p31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2086" name="Google Shape;2086;p31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2087" name="Google Shape;2087;p31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2088" name="Google Shape;2088;p31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2089" name="Google Shape;2089;p31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2090" name="Google Shape;2090;p31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2091" name="Google Shape;2091;p31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2092" name="Google Shape;2092;p31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2093" name="Google Shape;2093;p31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094" name="Google Shape;2094;p31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095" name="Google Shape;2095;p31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2096" name="Google Shape;2096;p31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097" name="Google Shape;2097;p31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2098" name="Google Shape;2098;p31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2099" name="Google Shape;2099;p31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00" name="Google Shape;2100;p31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101" name="Google Shape;2101;p31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2102" name="Google Shape;2102;p31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03" name="Google Shape;2103;p31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104" name="Google Shape;2104;p31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2105" name="Google Shape;2105;p31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06" name="Google Shape;2106;p31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2107" name="Google Shape;2107;p31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8" name="Google Shape;2108;p31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09" name="Google Shape;2109;p31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2110" name="Google Shape;2110;p31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2111" name="Google Shape;2111;p31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12" name="Google Shape;2112;p31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13" name="Google Shape;2113;p31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114" name="Google Shape;2114;p31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2115" name="Google Shape;2115;p31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2116" name="Google Shape;2116;p31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2117" name="Google Shape;2117;p31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118" name="Google Shape;2118;p31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2119" name="Google Shape;2119;p31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20" name="Google Shape;2120;p31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121" name="Google Shape;2121;p31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 (m) #2">
  <p:cSld name="Text + Image (m) #2">
    <p:spTree>
      <p:nvGrpSpPr>
        <p:cNvPr id="1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" name="Google Shape;2123;p32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name="adj" fmla="val 3563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2124" name="Google Shape;2124;p32"/>
          <p:cNvSpPr>
            <a:spLocks noGrp="1"/>
          </p:cNvSpPr>
          <p:nvPr>
            <p:ph type="pic" idx="2"/>
          </p:nvPr>
        </p:nvSpPr>
        <p:spPr>
          <a:xfrm>
            <a:off x="6383338" y="722312"/>
            <a:ext cx="5079900" cy="5083200"/>
          </a:xfrm>
          <a:prstGeom prst="roundRect">
            <a:avLst>
              <a:gd name="adj" fmla="val 3310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125" name="Google Shape;2125;p32"/>
          <p:cNvSpPr/>
          <p:nvPr/>
        </p:nvSpPr>
        <p:spPr>
          <a:xfrm>
            <a:off x="0" y="-367937"/>
            <a:ext cx="16584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(m) #2</a:t>
            </a:r>
            <a:endParaRPr sz="1500"/>
          </a:p>
        </p:txBody>
      </p:sp>
      <p:sp>
        <p:nvSpPr>
          <p:cNvPr id="2126" name="Google Shape;2126;p32"/>
          <p:cNvSpPr txBox="1">
            <a:spLocks noGrp="1"/>
          </p:cNvSpPr>
          <p:nvPr>
            <p:ph type="body" idx="1"/>
          </p:nvPr>
        </p:nvSpPr>
        <p:spPr>
          <a:xfrm>
            <a:off x="728695" y="1991183"/>
            <a:ext cx="5043600" cy="3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127" name="Google Shape;2127;p32"/>
          <p:cNvSpPr txBox="1">
            <a:spLocks noGrp="1"/>
          </p:cNvSpPr>
          <p:nvPr>
            <p:ph type="body" idx="3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128" name="Google Shape;2128;p32"/>
          <p:cNvSpPr txBox="1">
            <a:spLocks noGrp="1"/>
          </p:cNvSpPr>
          <p:nvPr>
            <p:ph type="body" idx="4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129" name="Google Shape;2129;p32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49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2130" name="Google Shape;2130;p32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2131" name="Google Shape;2131;p32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2132" name="Google Shape;2132;p32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2133" name="Google Shape;2133;p32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2134" name="Google Shape;2134;p32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2135" name="Google Shape;2135;p32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2136" name="Google Shape;2136;p32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2137" name="Google Shape;2137;p32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2138" name="Google Shape;2138;p32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2139" name="Google Shape;2139;p32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2140" name="Google Shape;2140;p32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2141" name="Google Shape;2141;p32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2142" name="Google Shape;2142;p32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2143" name="Google Shape;2143;p32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2144" name="Google Shape;2144;p32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2145" name="Google Shape;2145;p32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2146" name="Google Shape;2146;p32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2147" name="Google Shape;2147;p32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2148" name="Google Shape;2148;p32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2149" name="Google Shape;2149;p32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2150" name="Google Shape;2150;p32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2151" name="Google Shape;2151;p32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2152" name="Google Shape;2152;p32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2153" name="Google Shape;2153;p32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4" name="Google Shape;2154;p32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55" name="Google Shape;2155;p32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2156" name="Google Shape;2156;p32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2157" name="Google Shape;2157;p32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158" name="Google Shape;2158;p32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2159" name="Google Shape;2159;p32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2160" name="Google Shape;2160;p32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161" name="Google Shape;2161;p32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162" name="Google Shape;2162;p32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163" name="Google Shape;2163;p32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164" name="Google Shape;2164;p32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165" name="Google Shape;2165;p32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166" name="Google Shape;2166;p32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2167" name="Google Shape;2167;p32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2168" name="Google Shape;2168;p32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169" name="Google Shape;2169;p32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170" name="Google Shape;2170;p32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171" name="Google Shape;2171;p32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172" name="Google Shape;2172;p32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173" name="Google Shape;2173;p32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174" name="Google Shape;2174;p32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2175" name="Google Shape;2175;p32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2176" name="Google Shape;2176;p32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2177" name="Google Shape;2177;p32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2178" name="Google Shape;2178;p32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2179" name="Google Shape;2179;p32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180" name="Google Shape;2180;p32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2181" name="Google Shape;2181;p32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182" name="Google Shape;2182;p32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183" name="Google Shape;2183;p32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184" name="Google Shape;2184;p32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185" name="Google Shape;2185;p32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186" name="Google Shape;2186;p32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187" name="Google Shape;2187;p32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2188" name="Google Shape;2188;p32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189" name="Google Shape;2189;p32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2190" name="Google Shape;2190;p32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191" name="Google Shape;2191;p32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192" name="Google Shape;2192;p32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193" name="Google Shape;2193;p32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194" name="Google Shape;2194;p32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195" name="Google Shape;2195;p32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196" name="Google Shape;2196;p32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2197" name="Google Shape;2197;p32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2198" name="Google Shape;2198;p32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199" name="Google Shape;2199;p32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200" name="Google Shape;2200;p32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2201" name="Google Shape;2201;p32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grpSp>
        <p:nvGrpSpPr>
          <p:cNvPr id="2202" name="Google Shape;2202;p32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2203" name="Google Shape;2203;p32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2204" name="Google Shape;2204;p32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2205" name="Google Shape;2205;p32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2206" name="Google Shape;2206;p32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7" name="Google Shape;2207;p32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2208" name="Google Shape;2208;p32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2209" name="Google Shape;2209;p32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2210" name="Google Shape;2210;p32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2211" name="Google Shape;2211;p32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2212" name="Google Shape;2212;p32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2213" name="Google Shape;2213;p32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2214" name="Google Shape;2214;p32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2215" name="Google Shape;2215;p32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2216" name="Google Shape;2216;p32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217" name="Google Shape;2217;p32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218" name="Google Shape;2218;p32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2219" name="Google Shape;2219;p32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220" name="Google Shape;2220;p32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2221" name="Google Shape;2221;p32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2222" name="Google Shape;2222;p32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23" name="Google Shape;2223;p32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24" name="Google Shape;2224;p32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2225" name="Google Shape;2225;p32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26" name="Google Shape;2226;p32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227" name="Google Shape;2227;p32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2228" name="Google Shape;2228;p32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29" name="Google Shape;2229;p32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2230" name="Google Shape;2230;p32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1" name="Google Shape;2231;p32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32" name="Google Shape;2232;p32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2233" name="Google Shape;2233;p32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2234" name="Google Shape;2234;p32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35" name="Google Shape;2235;p32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36" name="Google Shape;2236;p32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237" name="Google Shape;2237;p32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2238" name="Google Shape;2238;p32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2239" name="Google Shape;2239;p32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2240" name="Google Shape;2240;p32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241" name="Google Shape;2241;p32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2242" name="Google Shape;2242;p32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43" name="Google Shape;2243;p32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244" name="Google Shape;2244;p32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 (l)">
  <p:cSld name="Text + Image (l)">
    <p:spTree>
      <p:nvGrpSpPr>
        <p:cNvPr id="1" name="Shape 2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6" name="Google Shape;2246;p33"/>
          <p:cNvSpPr>
            <a:spLocks noGrp="1"/>
          </p:cNvSpPr>
          <p:nvPr>
            <p:ph type="pic" idx="2"/>
          </p:nvPr>
        </p:nvSpPr>
        <p:spPr>
          <a:xfrm>
            <a:off x="4329987" y="722312"/>
            <a:ext cx="7133100" cy="5083200"/>
          </a:xfrm>
          <a:prstGeom prst="roundRect">
            <a:avLst>
              <a:gd name="adj" fmla="val 3394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247" name="Google Shape;2247;p33"/>
          <p:cNvSpPr/>
          <p:nvPr/>
        </p:nvSpPr>
        <p:spPr>
          <a:xfrm>
            <a:off x="0" y="-367937"/>
            <a:ext cx="12879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(l)</a:t>
            </a:r>
            <a:endParaRPr sz="1500"/>
          </a:p>
        </p:txBody>
      </p:sp>
      <p:sp>
        <p:nvSpPr>
          <p:cNvPr id="2248" name="Google Shape;2248;p33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249" name="Google Shape;2249;p33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250" name="Google Shape;2250;p33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28536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251" name="Google Shape;2251;p33"/>
          <p:cNvSpPr txBox="1">
            <a:spLocks noGrp="1"/>
          </p:cNvSpPr>
          <p:nvPr>
            <p:ph type="body" idx="4"/>
          </p:nvPr>
        </p:nvSpPr>
        <p:spPr>
          <a:xfrm>
            <a:off x="728695" y="1991183"/>
            <a:ext cx="2990100" cy="3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grpSp>
        <p:nvGrpSpPr>
          <p:cNvPr id="2252" name="Google Shape;2252;p33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2253" name="Google Shape;2253;p33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2254" name="Google Shape;2254;p33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2255" name="Google Shape;2255;p33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2256" name="Google Shape;2256;p33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2257" name="Google Shape;2257;p33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2258" name="Google Shape;2258;p33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2259" name="Google Shape;2259;p33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2260" name="Google Shape;2260;p33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2261" name="Google Shape;2261;p33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2262" name="Google Shape;2262;p33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2263" name="Google Shape;2263;p33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2264" name="Google Shape;2264;p33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2265" name="Google Shape;2265;p33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2266" name="Google Shape;2266;p33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2267" name="Google Shape;2267;p33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2268" name="Google Shape;2268;p33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2269" name="Google Shape;2269;p33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2270" name="Google Shape;2270;p33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2271" name="Google Shape;2271;p33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2272" name="Google Shape;2272;p33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2273" name="Google Shape;2273;p33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2274" name="Google Shape;2274;p33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2275" name="Google Shape;2275;p33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6" name="Google Shape;2276;p33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77" name="Google Shape;2277;p33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2278" name="Google Shape;2278;p33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2279" name="Google Shape;2279;p33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280" name="Google Shape;2280;p33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2281" name="Google Shape;2281;p33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2282" name="Google Shape;2282;p33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283" name="Google Shape;2283;p33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284" name="Google Shape;2284;p33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285" name="Google Shape;2285;p33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286" name="Google Shape;2286;p33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287" name="Google Shape;2287;p33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288" name="Google Shape;2288;p33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2289" name="Google Shape;2289;p33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2290" name="Google Shape;2290;p33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291" name="Google Shape;2291;p33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292" name="Google Shape;2292;p33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293" name="Google Shape;2293;p33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294" name="Google Shape;2294;p33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295" name="Google Shape;2295;p33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296" name="Google Shape;2296;p33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2297" name="Google Shape;2297;p33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2298" name="Google Shape;2298;p33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2299" name="Google Shape;2299;p33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2300" name="Google Shape;2300;p33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2301" name="Google Shape;2301;p33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302" name="Google Shape;2302;p33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2303" name="Google Shape;2303;p33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304" name="Google Shape;2304;p33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305" name="Google Shape;2305;p33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306" name="Google Shape;2306;p33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307" name="Google Shape;2307;p33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308" name="Google Shape;2308;p33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309" name="Google Shape;2309;p33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2310" name="Google Shape;2310;p33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311" name="Google Shape;2311;p33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2312" name="Google Shape;2312;p33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313" name="Google Shape;2313;p33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314" name="Google Shape;2314;p33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315" name="Google Shape;2315;p33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316" name="Google Shape;2316;p33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317" name="Google Shape;2317;p33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318" name="Google Shape;2318;p33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2319" name="Google Shape;2319;p33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2320" name="Google Shape;2320;p33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321" name="Google Shape;2321;p33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322" name="Google Shape;2322;p33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2323" name="Google Shape;2323;p33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grpSp>
        <p:nvGrpSpPr>
          <p:cNvPr id="2324" name="Google Shape;2324;p33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2325" name="Google Shape;2325;p33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2326" name="Google Shape;2326;p33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2327" name="Google Shape;2327;p33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2328" name="Google Shape;2328;p33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9" name="Google Shape;2329;p33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2330" name="Google Shape;2330;p33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2331" name="Google Shape;2331;p33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2332" name="Google Shape;2332;p33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2333" name="Google Shape;2333;p33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2334" name="Google Shape;2334;p33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2335" name="Google Shape;2335;p33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2336" name="Google Shape;2336;p33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2337" name="Google Shape;2337;p33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2338" name="Google Shape;2338;p33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39" name="Google Shape;2339;p33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40" name="Google Shape;2340;p33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2341" name="Google Shape;2341;p33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342" name="Google Shape;2342;p33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2343" name="Google Shape;2343;p33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2344" name="Google Shape;2344;p33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45" name="Google Shape;2345;p33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346" name="Google Shape;2346;p33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2347" name="Google Shape;2347;p33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48" name="Google Shape;2348;p33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349" name="Google Shape;2349;p33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2350" name="Google Shape;2350;p33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51" name="Google Shape;2351;p33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2352" name="Google Shape;2352;p33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3" name="Google Shape;2353;p33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54" name="Google Shape;2354;p33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2355" name="Google Shape;2355;p33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2356" name="Google Shape;2356;p33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57" name="Google Shape;2357;p33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58" name="Google Shape;2358;p33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359" name="Google Shape;2359;p33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2360" name="Google Shape;2360;p33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2361" name="Google Shape;2361;p33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2362" name="Google Shape;2362;p33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363" name="Google Shape;2363;p33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2364" name="Google Shape;2364;p33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65" name="Google Shape;2365;p33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366" name="Google Shape;2366;p33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rounded">
  <p:cSld name="Image rounded">
    <p:spTree>
      <p:nvGrpSpPr>
        <p:cNvPr id="1" name="Shape 2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8" name="Google Shape;2368;p34"/>
          <p:cNvSpPr>
            <a:spLocks noGrp="1"/>
          </p:cNvSpPr>
          <p:nvPr>
            <p:ph type="pic" idx="2"/>
          </p:nvPr>
        </p:nvSpPr>
        <p:spPr>
          <a:xfrm>
            <a:off x="193040" y="208280"/>
            <a:ext cx="11805900" cy="644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369" name="Google Shape;2369;p34"/>
          <p:cNvSpPr/>
          <p:nvPr/>
        </p:nvSpPr>
        <p:spPr>
          <a:xfrm>
            <a:off x="0" y="-367937"/>
            <a:ext cx="12936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Image rounded</a:t>
            </a:r>
            <a:endParaRPr sz="2400" b="1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70" name="Google Shape;2370;p34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2371" name="Google Shape;2371;p34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2372" name="Google Shape;2372;p34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2373" name="Google Shape;2373;p34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4" name="Google Shape;2374;p34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2375" name="Google Shape;2375;p34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2376" name="Google Shape;2376;p34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2377" name="Google Shape;2377;p34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2378" name="Google Shape;2378;p34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2379" name="Google Shape;2379;p34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0" name="Google Shape;2380;p34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1" name="Google Shape;2381;p34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2382" name="Google Shape;2382;p34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2383" name="Google Shape;2383;p34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4" name="Google Shape;2384;p34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385" name="Google Shape;2385;p34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2386" name="Google Shape;2386;p34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87" name="Google Shape;2387;p34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88" name="Google Shape;2388;p34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389" name="Google Shape;2389;p34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2390" name="Google Shape;2390;p34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91" name="Google Shape;2391;p34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92" name="Google Shape;2392;p34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393" name="Google Shape;2393;p34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2394" name="Google Shape;2394;p34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2395" name="Google Shape;2395;p34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2396" name="Google Shape;2396;p34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2397" name="Google Shape;2397;p34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2398" name="Google Shape;2398;p34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2399" name="Google Shape;2399;p34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2400" name="Google Shape;2400;p34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401" name="Google Shape;2401;p34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402" name="Google Shape;2402;p34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2403" name="Google Shape;2403;p34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404" name="Google Shape;2404;p34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2405" name="Google Shape;2405;p34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2406" name="Google Shape;2406;p34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07" name="Google Shape;2407;p34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408" name="Google Shape;2408;p34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2409" name="Google Shape;2409;p34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10" name="Google Shape;2410;p34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411" name="Google Shape;2411;p34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2412" name="Google Shape;2412;p34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13" name="Google Shape;2413;p34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2414" name="Google Shape;2414;p34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2415" name="Google Shape;2415;p34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6" name="Google Shape;2416;p34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17" name="Google Shape;2417;p34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2418" name="Google Shape;2418;p34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2419" name="Google Shape;2419;p34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420" name="Google Shape;2420;p34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421" name="Google Shape;2421;p34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2422" name="Google Shape;2422;p34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2423" name="Google Shape;2423;p34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2424" name="Google Shape;2424;p34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2425" name="Google Shape;2425;p34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2426" name="Google Shape;2426;p34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2427" name="Google Shape;2427;p34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2428" name="Google Shape;2428;p34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2429" name="Google Shape;2429;p34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2430" name="Google Shape;2430;p34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431" name="Google Shape;2431;p34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432" name="Google Shape;2432;p34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Chart">
  <p:cSld name="Text + Chart">
    <p:spTree>
      <p:nvGrpSpPr>
        <p:cNvPr id="1" name="Shape 2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4" name="Google Shape;2434;p35"/>
          <p:cNvSpPr>
            <a:spLocks noGrp="1"/>
          </p:cNvSpPr>
          <p:nvPr>
            <p:ph type="chart" idx="2"/>
          </p:nvPr>
        </p:nvSpPr>
        <p:spPr>
          <a:xfrm>
            <a:off x="6374643" y="1587316"/>
            <a:ext cx="5088900" cy="421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1080000" anchor="ctr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  <a:defRPr sz="1200" b="0" i="1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Clr>
                <a:schemeClr val="dk2"/>
              </a:buClr>
              <a:buSzPts val="16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35" name="Google Shape;2435;p35"/>
          <p:cNvSpPr/>
          <p:nvPr/>
        </p:nvSpPr>
        <p:spPr>
          <a:xfrm>
            <a:off x="0" y="-367937"/>
            <a:ext cx="10080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Chart</a:t>
            </a:r>
            <a:endParaRPr sz="1500"/>
          </a:p>
        </p:txBody>
      </p:sp>
      <p:grpSp>
        <p:nvGrpSpPr>
          <p:cNvPr id="2436" name="Google Shape;2436;p35"/>
          <p:cNvGrpSpPr/>
          <p:nvPr/>
        </p:nvGrpSpPr>
        <p:grpSpPr>
          <a:xfrm>
            <a:off x="12377595" y="2"/>
            <a:ext cx="3693486" cy="5715919"/>
            <a:chOff x="-3786437" y="2"/>
            <a:chExt cx="3693486" cy="5715919"/>
          </a:xfrm>
        </p:grpSpPr>
        <p:grpSp>
          <p:nvGrpSpPr>
            <p:cNvPr id="2437" name="Google Shape;2437;p35"/>
            <p:cNvGrpSpPr/>
            <p:nvPr/>
          </p:nvGrpSpPr>
          <p:grpSpPr>
            <a:xfrm>
              <a:off x="-3786437" y="3234716"/>
              <a:ext cx="3693486" cy="2481205"/>
              <a:chOff x="-3786437" y="3234716"/>
              <a:chExt cx="3693486" cy="2481205"/>
            </a:xfrm>
          </p:grpSpPr>
          <p:sp>
            <p:nvSpPr>
              <p:cNvPr id="2438" name="Google Shape;2438;p35"/>
              <p:cNvSpPr/>
              <p:nvPr/>
            </p:nvSpPr>
            <p:spPr>
              <a:xfrm>
                <a:off x="-3786165" y="3234716"/>
                <a:ext cx="3593100" cy="18492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ECECE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44000" rIns="180000" bIns="14400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cap="none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EDIT CHART DATA</a:t>
                </a:r>
                <a:endParaRPr sz="1500"/>
              </a:p>
            </p:txBody>
          </p:sp>
          <p:sp>
            <p:nvSpPr>
              <p:cNvPr id="2439" name="Google Shape;2439;p35"/>
              <p:cNvSpPr/>
              <p:nvPr/>
            </p:nvSpPr>
            <p:spPr>
              <a:xfrm>
                <a:off x="-3603587" y="3699314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500"/>
              </a:p>
            </p:txBody>
          </p:sp>
          <p:sp>
            <p:nvSpPr>
              <p:cNvPr id="2440" name="Google Shape;2440;p35"/>
              <p:cNvSpPr/>
              <p:nvPr/>
            </p:nvSpPr>
            <p:spPr>
              <a:xfrm>
                <a:off x="-3319415" y="3699315"/>
                <a:ext cx="2944800" cy="32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Click with the right mouse button on the chart</a:t>
                </a:r>
                <a:b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and choose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‘Edit data’</a:t>
                </a: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sz="1500"/>
              </a:p>
            </p:txBody>
          </p:sp>
          <p:grpSp>
            <p:nvGrpSpPr>
              <p:cNvPr id="2441" name="Google Shape;2441;p35"/>
              <p:cNvGrpSpPr/>
              <p:nvPr/>
            </p:nvGrpSpPr>
            <p:grpSpPr>
              <a:xfrm>
                <a:off x="-3314821" y="4139107"/>
                <a:ext cx="1495281" cy="562582"/>
                <a:chOff x="-3314821" y="3310415"/>
                <a:chExt cx="1495281" cy="562582"/>
              </a:xfrm>
            </p:grpSpPr>
            <p:sp>
              <p:nvSpPr>
                <p:cNvPr id="2442" name="Google Shape;2442;p35"/>
                <p:cNvSpPr/>
                <p:nvPr/>
              </p:nvSpPr>
              <p:spPr>
                <a:xfrm>
                  <a:off x="-3314821" y="3310415"/>
                  <a:ext cx="1403700" cy="504900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>
                  <a:solidFill>
                    <a:srgbClr val="D1D1D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8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43" name="Google Shape;2443;p35"/>
                <p:cNvSpPr/>
                <p:nvPr/>
              </p:nvSpPr>
              <p:spPr>
                <a:xfrm>
                  <a:off x="-3304719" y="3564140"/>
                  <a:ext cx="1387800" cy="246600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44" name="Google Shape;2444;p35"/>
                <p:cNvSpPr txBox="1"/>
                <p:nvPr/>
              </p:nvSpPr>
              <p:spPr>
                <a:xfrm>
                  <a:off x="-3122115" y="3369117"/>
                  <a:ext cx="1258500" cy="13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Change chart type</a:t>
                  </a:r>
                  <a:endParaRPr sz="1500"/>
                </a:p>
              </p:txBody>
            </p:sp>
            <p:sp>
              <p:nvSpPr>
                <p:cNvPr id="2445" name="Google Shape;2445;p35"/>
                <p:cNvSpPr txBox="1"/>
                <p:nvPr/>
              </p:nvSpPr>
              <p:spPr>
                <a:xfrm>
                  <a:off x="-3115840" y="3624236"/>
                  <a:ext cx="1296300" cy="126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Edit data</a:t>
                  </a:r>
                  <a:endParaRPr sz="1500"/>
                </a:p>
              </p:txBody>
            </p:sp>
            <p:sp>
              <p:nvSpPr>
                <p:cNvPr id="2446" name="Google Shape;2446;p35"/>
                <p:cNvSpPr/>
                <p:nvPr/>
              </p:nvSpPr>
              <p:spPr>
                <a:xfrm>
                  <a:off x="-1959834" y="3694348"/>
                  <a:ext cx="96831" cy="1786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280" h="1624084" extrusionOk="0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80000" tIns="180000" rIns="180000" bIns="180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447" name="Google Shape;2447;p35"/>
                <p:cNvGrpSpPr/>
                <p:nvPr/>
              </p:nvGrpSpPr>
              <p:grpSpPr>
                <a:xfrm>
                  <a:off x="-3262546" y="3361455"/>
                  <a:ext cx="139776" cy="152253"/>
                  <a:chOff x="12574450" y="6053892"/>
                  <a:chExt cx="169139" cy="184237"/>
                </a:xfrm>
              </p:grpSpPr>
              <p:sp>
                <p:nvSpPr>
                  <p:cNvPr id="2448" name="Google Shape;2448;p35"/>
                  <p:cNvSpPr/>
                  <p:nvPr/>
                </p:nvSpPr>
                <p:spPr>
                  <a:xfrm>
                    <a:off x="12574450" y="6111529"/>
                    <a:ext cx="46200" cy="126600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49" name="Google Shape;2449;p35"/>
                  <p:cNvSpPr/>
                  <p:nvPr/>
                </p:nvSpPr>
                <p:spPr>
                  <a:xfrm>
                    <a:off x="12635427" y="6053892"/>
                    <a:ext cx="46200" cy="184200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50" name="Google Shape;2450;p35"/>
                  <p:cNvSpPr/>
                  <p:nvPr/>
                </p:nvSpPr>
                <p:spPr>
                  <a:xfrm>
                    <a:off x="12697389" y="6094907"/>
                    <a:ext cx="46200" cy="14310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451" name="Google Shape;2451;p35"/>
                <p:cNvGrpSpPr/>
                <p:nvPr/>
              </p:nvGrpSpPr>
              <p:grpSpPr>
                <a:xfrm>
                  <a:off x="-3261059" y="3635184"/>
                  <a:ext cx="160609" cy="145398"/>
                  <a:chOff x="-3261070" y="3620931"/>
                  <a:chExt cx="184396" cy="166933"/>
                </a:xfrm>
              </p:grpSpPr>
              <p:sp>
                <p:nvSpPr>
                  <p:cNvPr id="2452" name="Google Shape;2452;p35"/>
                  <p:cNvSpPr/>
                  <p:nvPr/>
                </p:nvSpPr>
                <p:spPr>
                  <a:xfrm>
                    <a:off x="-3261070" y="3643881"/>
                    <a:ext cx="143100" cy="951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453" name="Google Shape;2453;p35"/>
                  <p:cNvGrpSpPr/>
                  <p:nvPr/>
                </p:nvGrpSpPr>
                <p:grpSpPr>
                  <a:xfrm>
                    <a:off x="-3261061" y="3622095"/>
                    <a:ext cx="141120" cy="117307"/>
                    <a:chOff x="1094874" y="-878307"/>
                    <a:chExt cx="867364" cy="613530"/>
                  </a:xfrm>
                </p:grpSpPr>
                <p:cxnSp>
                  <p:nvCxnSpPr>
                    <p:cNvPr id="2454" name="Google Shape;2454;p35"/>
                    <p:cNvCxnSpPr/>
                    <p:nvPr/>
                  </p:nvCxnSpPr>
                  <p:spPr>
                    <a:xfrm>
                      <a:off x="1094874" y="-878305"/>
                      <a:ext cx="0" cy="6135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cxnSp>
                  <p:nvCxnSpPr>
                    <p:cNvPr id="2455" name="Google Shape;2455;p35"/>
                    <p:cNvCxnSpPr/>
                    <p:nvPr/>
                  </p:nvCxnSpPr>
                  <p:spPr>
                    <a:xfrm>
                      <a:off x="1962238" y="-878306"/>
                      <a:ext cx="0" cy="6135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grpSp>
                  <p:nvGrpSpPr>
                    <p:cNvPr id="2456" name="Google Shape;2456;p35"/>
                    <p:cNvGrpSpPr/>
                    <p:nvPr/>
                  </p:nvGrpSpPr>
                  <p:grpSpPr>
                    <a:xfrm>
                      <a:off x="1270535" y="-878307"/>
                      <a:ext cx="526983" cy="613530"/>
                      <a:chOff x="1270535" y="-745959"/>
                      <a:chExt cx="526983" cy="481200"/>
                    </a:xfrm>
                  </p:grpSpPr>
                  <p:cxnSp>
                    <p:nvCxnSpPr>
                      <p:cNvPr id="2457" name="Google Shape;2457;p35"/>
                      <p:cNvCxnSpPr/>
                      <p:nvPr/>
                    </p:nvCxnSpPr>
                    <p:spPr>
                      <a:xfrm>
                        <a:off x="1446196" y="-745959"/>
                        <a:ext cx="0" cy="4812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8181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458" name="Google Shape;2458;p35"/>
                      <p:cNvCxnSpPr/>
                      <p:nvPr/>
                    </p:nvCxnSpPr>
                    <p:spPr>
                      <a:xfrm>
                        <a:off x="1270535" y="-745959"/>
                        <a:ext cx="0" cy="4812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8181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459" name="Google Shape;2459;p35"/>
                      <p:cNvCxnSpPr/>
                      <p:nvPr/>
                    </p:nvCxnSpPr>
                    <p:spPr>
                      <a:xfrm>
                        <a:off x="1621857" y="-745959"/>
                        <a:ext cx="0" cy="4812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8181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460" name="Google Shape;2460;p35"/>
                      <p:cNvCxnSpPr/>
                      <p:nvPr/>
                    </p:nvCxnSpPr>
                    <p:spPr>
                      <a:xfrm>
                        <a:off x="1797518" y="-745959"/>
                        <a:ext cx="0" cy="4812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8181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</p:grpSp>
              </p:grpSp>
              <p:cxnSp>
                <p:nvCxnSpPr>
                  <p:cNvPr id="2461" name="Google Shape;2461;p35"/>
                  <p:cNvCxnSpPr/>
                  <p:nvPr/>
                </p:nvCxnSpPr>
                <p:spPr>
                  <a:xfrm rot="10800000">
                    <a:off x="-3260542" y="3739408"/>
                    <a:ext cx="1434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81818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462" name="Google Shape;2462;p35"/>
                  <p:cNvCxnSpPr/>
                  <p:nvPr/>
                </p:nvCxnSpPr>
                <p:spPr>
                  <a:xfrm rot="10800000">
                    <a:off x="-3260977" y="3713352"/>
                    <a:ext cx="1428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81818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463" name="Google Shape;2463;p35"/>
                  <p:cNvCxnSpPr/>
                  <p:nvPr/>
                </p:nvCxnSpPr>
                <p:spPr>
                  <a:xfrm rot="10800000">
                    <a:off x="-3260977" y="3689677"/>
                    <a:ext cx="1428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81818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464" name="Google Shape;2464;p35"/>
                  <p:cNvCxnSpPr/>
                  <p:nvPr/>
                </p:nvCxnSpPr>
                <p:spPr>
                  <a:xfrm rot="10800000">
                    <a:off x="-3260977" y="3663621"/>
                    <a:ext cx="1428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81818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2465" name="Google Shape;2465;p35"/>
                  <p:cNvSpPr/>
                  <p:nvPr/>
                </p:nvSpPr>
                <p:spPr>
                  <a:xfrm>
                    <a:off x="-3261070" y="3620931"/>
                    <a:ext cx="142800" cy="249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466" name="Google Shape;2466;p35"/>
                  <p:cNvGrpSpPr/>
                  <p:nvPr/>
                </p:nvGrpSpPr>
                <p:grpSpPr>
                  <a:xfrm rot="2700000">
                    <a:off x="-3158137" y="3649923"/>
                    <a:ext cx="34403" cy="147357"/>
                    <a:chOff x="3148279" y="-836646"/>
                    <a:chExt cx="132353" cy="596095"/>
                  </a:xfrm>
                </p:grpSpPr>
                <p:sp>
                  <p:nvSpPr>
                    <p:cNvPr id="2467" name="Google Shape;2467;p35"/>
                    <p:cNvSpPr/>
                    <p:nvPr/>
                  </p:nvSpPr>
                  <p:spPr>
                    <a:xfrm>
                      <a:off x="3148632" y="-725510"/>
                      <a:ext cx="132000" cy="281400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468" name="Google Shape;2468;p35"/>
                    <p:cNvSpPr/>
                    <p:nvPr/>
                  </p:nvSpPr>
                  <p:spPr>
                    <a:xfrm>
                      <a:off x="3148556" y="-836646"/>
                      <a:ext cx="132000" cy="87600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469" name="Google Shape;2469;p35"/>
                    <p:cNvSpPr/>
                    <p:nvPr/>
                  </p:nvSpPr>
                  <p:spPr>
                    <a:xfrm rot="10800000">
                      <a:off x="3148279" y="-420251"/>
                      <a:ext cx="132000" cy="179700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sp>
            <p:nvSpPr>
              <p:cNvPr id="2470" name="Google Shape;2470;p35"/>
              <p:cNvSpPr/>
              <p:nvPr/>
            </p:nvSpPr>
            <p:spPr>
              <a:xfrm>
                <a:off x="-3786437" y="4887921"/>
                <a:ext cx="3593700" cy="828000"/>
              </a:xfrm>
              <a:prstGeom prst="rect">
                <a:avLst/>
              </a:prstGeom>
              <a:solidFill>
                <a:srgbClr val="ECECEC"/>
              </a:solidFill>
              <a:ln w="9525" cap="flat" cmpd="sng">
                <a:solidFill>
                  <a:srgbClr val="ECECE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44000" rIns="180000" bIns="1440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WANT TO KNOW MORE?</a:t>
                </a:r>
                <a:b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Go to the tab</a:t>
                </a:r>
                <a: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'SLIDEBUILDER’ </a:t>
                </a: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and click</a:t>
                </a:r>
                <a:b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on the button </a:t>
                </a:r>
                <a: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‘INSPIRATION'</a:t>
                </a:r>
                <a:endParaRPr sz="1500"/>
              </a:p>
            </p:txBody>
          </p:sp>
          <p:grpSp>
            <p:nvGrpSpPr>
              <p:cNvPr id="2471" name="Google Shape;2471;p35"/>
              <p:cNvGrpSpPr/>
              <p:nvPr/>
            </p:nvGrpSpPr>
            <p:grpSpPr>
              <a:xfrm>
                <a:off x="-376743" y="4751982"/>
                <a:ext cx="283792" cy="283792"/>
                <a:chOff x="-510741" y="5913713"/>
                <a:chExt cx="267652" cy="267652"/>
              </a:xfrm>
            </p:grpSpPr>
            <p:sp>
              <p:nvSpPr>
                <p:cNvPr id="2472" name="Google Shape;2472;p35"/>
                <p:cNvSpPr/>
                <p:nvPr/>
              </p:nvSpPr>
              <p:spPr>
                <a:xfrm>
                  <a:off x="-491853" y="5932072"/>
                  <a:ext cx="230700" cy="230700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txBody>
                <a:bodyPr spcFirstLastPara="1" wrap="square" lIns="180000" tIns="180000" rIns="180000" bIns="180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73" name="Google Shape;2473;p35" descr="Informatie"/>
                <p:cNvSpPr/>
                <p:nvPr/>
              </p:nvSpPr>
              <p:spPr>
                <a:xfrm>
                  <a:off x="-510741" y="5913713"/>
                  <a:ext cx="267652" cy="2676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719" h="291719" extrusionOk="0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474" name="Google Shape;2474;p35"/>
              <p:cNvGrpSpPr/>
              <p:nvPr/>
            </p:nvGrpSpPr>
            <p:grpSpPr>
              <a:xfrm>
                <a:off x="-938434" y="5025298"/>
                <a:ext cx="627900" cy="576654"/>
                <a:chOff x="-938434" y="4570310"/>
                <a:chExt cx="627900" cy="576654"/>
              </a:xfrm>
            </p:grpSpPr>
            <p:grpSp>
              <p:nvGrpSpPr>
                <p:cNvPr id="2475" name="Google Shape;2475;p35"/>
                <p:cNvGrpSpPr/>
                <p:nvPr/>
              </p:nvGrpSpPr>
              <p:grpSpPr>
                <a:xfrm>
                  <a:off x="-716116" y="4570310"/>
                  <a:ext cx="169777" cy="242385"/>
                  <a:chOff x="4768" y="2783"/>
                  <a:chExt cx="788" cy="1125"/>
                </a:xfrm>
              </p:grpSpPr>
              <p:sp>
                <p:nvSpPr>
                  <p:cNvPr id="2476" name="Google Shape;2476;p35"/>
                  <p:cNvSpPr/>
                  <p:nvPr/>
                </p:nvSpPr>
                <p:spPr>
                  <a:xfrm>
                    <a:off x="5001" y="3186"/>
                    <a:ext cx="319" cy="2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9" h="288" extrusionOk="0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endParaRPr sz="300" b="0" i="0" u="none" strike="noStrike" cap="non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2477" name="Google Shape;2477;p35"/>
                  <p:cNvSpPr/>
                  <p:nvPr/>
                </p:nvSpPr>
                <p:spPr>
                  <a:xfrm>
                    <a:off x="5022" y="3796"/>
                    <a:ext cx="282" cy="1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1" h="100" extrusionOk="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endParaRPr sz="300" b="0" i="0" u="none" strike="noStrike" cap="non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2478" name="Google Shape;2478;p35"/>
                  <p:cNvSpPr/>
                  <p:nvPr/>
                </p:nvSpPr>
                <p:spPr>
                  <a:xfrm>
                    <a:off x="4768" y="2783"/>
                    <a:ext cx="788" cy="9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2" h="860" extrusionOk="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endParaRPr sz="300" b="0" i="0" u="none" strike="noStrike" cap="non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  <p:sp>
              <p:nvSpPr>
                <p:cNvPr id="2479" name="Google Shape;2479;p35"/>
                <p:cNvSpPr txBox="1"/>
                <p:nvPr/>
              </p:nvSpPr>
              <p:spPr>
                <a:xfrm>
                  <a:off x="-938434" y="4824764"/>
                  <a:ext cx="627900" cy="322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211F26"/>
                    </a:buClr>
                    <a:buSzPts val="1100"/>
                    <a:buFont typeface="Calibri"/>
                    <a:buNone/>
                  </a:pPr>
                  <a:r>
                    <a:rPr lang="en-US" sz="1100" b="0" i="0" u="none" strike="noStrike" cap="none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Inspiration</a:t>
                  </a:r>
                  <a:endParaRPr sz="1500"/>
                </a:p>
              </p:txBody>
            </p:sp>
          </p:grpSp>
        </p:grpSp>
        <p:grpSp>
          <p:nvGrpSpPr>
            <p:cNvPr id="2480" name="Google Shape;2480;p35"/>
            <p:cNvGrpSpPr/>
            <p:nvPr/>
          </p:nvGrpSpPr>
          <p:grpSpPr>
            <a:xfrm>
              <a:off x="-3786165" y="2"/>
              <a:ext cx="3593100" cy="3041100"/>
              <a:chOff x="-3786165" y="2"/>
              <a:chExt cx="3593100" cy="3041100"/>
            </a:xfrm>
          </p:grpSpPr>
          <p:sp>
            <p:nvSpPr>
              <p:cNvPr id="2481" name="Google Shape;2481;p35"/>
              <p:cNvSpPr/>
              <p:nvPr/>
            </p:nvSpPr>
            <p:spPr>
              <a:xfrm>
                <a:off x="-3786165" y="2"/>
                <a:ext cx="3593100" cy="30411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ECECE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44000" rIns="180000" bIns="14400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cap="none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FORMAT CHART</a:t>
                </a:r>
                <a:endParaRPr sz="1500"/>
              </a:p>
            </p:txBody>
          </p:sp>
          <p:sp>
            <p:nvSpPr>
              <p:cNvPr id="2482" name="Google Shape;2482;p35"/>
              <p:cNvSpPr/>
              <p:nvPr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500"/>
              </a:p>
            </p:txBody>
          </p:sp>
          <p:sp>
            <p:nvSpPr>
              <p:cNvPr id="2483" name="Google Shape;2483;p35"/>
              <p:cNvSpPr/>
              <p:nvPr/>
            </p:nvSpPr>
            <p:spPr>
              <a:xfrm>
                <a:off x="-3319415" y="465324"/>
                <a:ext cx="2944800" cy="48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When you want to change the lay-out of the chart, select the preferred part of the chart and go to the tab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‘Format’.</a:t>
                </a:r>
                <a:endParaRPr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4" name="Google Shape;2484;p35"/>
              <p:cNvSpPr/>
              <p:nvPr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sz="1500"/>
              </a:p>
            </p:txBody>
          </p:sp>
          <p:sp>
            <p:nvSpPr>
              <p:cNvPr id="2485" name="Google Shape;2485;p35"/>
              <p:cNvSpPr/>
              <p:nvPr/>
            </p:nvSpPr>
            <p:spPr>
              <a:xfrm>
                <a:off x="-3319415" y="1493636"/>
                <a:ext cx="2944800" cy="65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You can change the settings of the axes and data series by clicking on them with the right mouse button. Choose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‘Format Axis’</a:t>
                </a: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or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‘Format Data Series’</a:t>
                </a: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sz="1500"/>
              </a:p>
            </p:txBody>
          </p:sp>
          <p:grpSp>
            <p:nvGrpSpPr>
              <p:cNvPr id="2486" name="Google Shape;2486;p35"/>
              <p:cNvGrpSpPr/>
              <p:nvPr/>
            </p:nvGrpSpPr>
            <p:grpSpPr>
              <a:xfrm>
                <a:off x="-3312582" y="1060763"/>
                <a:ext cx="576000" cy="246726"/>
                <a:chOff x="-3303310" y="1024128"/>
                <a:chExt cx="576000" cy="246726"/>
              </a:xfrm>
            </p:grpSpPr>
            <p:sp>
              <p:nvSpPr>
                <p:cNvPr id="2487" name="Google Shape;2487;p35"/>
                <p:cNvSpPr/>
                <p:nvPr/>
              </p:nvSpPr>
              <p:spPr>
                <a:xfrm>
                  <a:off x="-3303310" y="1024128"/>
                  <a:ext cx="576000" cy="215400"/>
                </a:xfrm>
                <a:prstGeom prst="rect">
                  <a:avLst/>
                </a:prstGeom>
                <a:solidFill>
                  <a:srgbClr val="F8F8F8"/>
                </a:solidFill>
                <a:ln w="9525" cap="flat" cmpd="sng">
                  <a:solidFill>
                    <a:srgbClr val="F2F2F2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18000" rIns="0" bIns="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100" b="1">
                      <a:solidFill>
                        <a:srgbClr val="B74629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Format</a:t>
                  </a:r>
                  <a:endParaRPr sz="1500"/>
                </a:p>
              </p:txBody>
            </p:sp>
            <p:sp>
              <p:nvSpPr>
                <p:cNvPr id="2488" name="Google Shape;2488;p35"/>
                <p:cNvSpPr/>
                <p:nvPr/>
              </p:nvSpPr>
              <p:spPr>
                <a:xfrm>
                  <a:off x="-3303310" y="1243554"/>
                  <a:ext cx="576000" cy="27300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489" name="Google Shape;2489;p35"/>
              <p:cNvGrpSpPr/>
              <p:nvPr/>
            </p:nvGrpSpPr>
            <p:grpSpPr>
              <a:xfrm>
                <a:off x="-3314821" y="2257494"/>
                <a:ext cx="1376531" cy="590342"/>
                <a:chOff x="-3314821" y="2421532"/>
                <a:chExt cx="1376531" cy="590342"/>
              </a:xfrm>
            </p:grpSpPr>
            <p:sp>
              <p:nvSpPr>
                <p:cNvPr id="2490" name="Google Shape;2490;p35"/>
                <p:cNvSpPr/>
                <p:nvPr/>
              </p:nvSpPr>
              <p:spPr>
                <a:xfrm>
                  <a:off x="-3314821" y="2421532"/>
                  <a:ext cx="1360500" cy="504900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>
                  <a:solidFill>
                    <a:srgbClr val="D1D1D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8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91" name="Google Shape;2491;p35"/>
                <p:cNvSpPr/>
                <p:nvPr/>
              </p:nvSpPr>
              <p:spPr>
                <a:xfrm>
                  <a:off x="-3304719" y="2675257"/>
                  <a:ext cx="1344900" cy="246600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92" name="Google Shape;2492;p35"/>
                <p:cNvSpPr txBox="1"/>
                <p:nvPr/>
              </p:nvSpPr>
              <p:spPr>
                <a:xfrm>
                  <a:off x="-3122115" y="2480234"/>
                  <a:ext cx="1116000" cy="13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Add Trendline</a:t>
                  </a:r>
                  <a:endParaRPr sz="1500"/>
                </a:p>
              </p:txBody>
            </p:sp>
            <p:sp>
              <p:nvSpPr>
                <p:cNvPr id="2493" name="Google Shape;2493;p35"/>
                <p:cNvSpPr txBox="1"/>
                <p:nvPr/>
              </p:nvSpPr>
              <p:spPr>
                <a:xfrm>
                  <a:off x="-3115841" y="2753263"/>
                  <a:ext cx="1116000" cy="10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Format Data Series</a:t>
                  </a:r>
                  <a:endParaRPr sz="1500"/>
                </a:p>
              </p:txBody>
            </p:sp>
            <p:sp>
              <p:nvSpPr>
                <p:cNvPr id="2494" name="Google Shape;2494;p35"/>
                <p:cNvSpPr/>
                <p:nvPr/>
              </p:nvSpPr>
              <p:spPr>
                <a:xfrm>
                  <a:off x="-2035121" y="2833225"/>
                  <a:ext cx="96831" cy="1786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280" h="1624084" extrusionOk="0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80000" tIns="180000" rIns="180000" bIns="180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495" name="Google Shape;2495;p35"/>
                <p:cNvGrpSpPr/>
                <p:nvPr/>
              </p:nvGrpSpPr>
              <p:grpSpPr>
                <a:xfrm>
                  <a:off x="-3280188" y="2718400"/>
                  <a:ext cx="268913" cy="277263"/>
                  <a:chOff x="-3280188" y="2713782"/>
                  <a:chExt cx="268913" cy="277263"/>
                </a:xfrm>
              </p:grpSpPr>
              <p:sp>
                <p:nvSpPr>
                  <p:cNvPr id="2496" name="Google Shape;2496;p35"/>
                  <p:cNvSpPr/>
                  <p:nvPr/>
                </p:nvSpPr>
                <p:spPr>
                  <a:xfrm>
                    <a:off x="-3245249" y="2761416"/>
                    <a:ext cx="43200" cy="104700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97" name="Google Shape;2497;p35"/>
                  <p:cNvSpPr/>
                  <p:nvPr/>
                </p:nvSpPr>
                <p:spPr>
                  <a:xfrm>
                    <a:off x="-3199591" y="2713782"/>
                    <a:ext cx="43200" cy="152100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98" name="Google Shape;2498;p35"/>
                  <p:cNvSpPr/>
                  <p:nvPr/>
                </p:nvSpPr>
                <p:spPr>
                  <a:xfrm>
                    <a:off x="-3152134" y="2747679"/>
                    <a:ext cx="43200" cy="11820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99" name="Google Shape;2499;p35"/>
                  <p:cNvSpPr/>
                  <p:nvPr/>
                </p:nvSpPr>
                <p:spPr>
                  <a:xfrm rot="-1871098">
                    <a:off x="-3258497" y="2796537"/>
                    <a:ext cx="225531" cy="146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5663" h="146804" extrusionOk="0">
                        <a:moveTo>
                          <a:pt x="13407" y="11860"/>
                        </a:moveTo>
                        <a:lnTo>
                          <a:pt x="225663" y="0"/>
                        </a:lnTo>
                        <a:lnTo>
                          <a:pt x="160746" y="146804"/>
                        </a:lnTo>
                        <a:lnTo>
                          <a:pt x="0" y="50836"/>
                        </a:lnTo>
                        <a:lnTo>
                          <a:pt x="13407" y="11860"/>
                        </a:lnTo>
                        <a:close/>
                      </a:path>
                    </a:pathLst>
                  </a:custGeom>
                  <a:solidFill>
                    <a:srgbClr val="FCE4DC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500" name="Google Shape;2500;p35"/>
                <p:cNvGrpSpPr/>
                <p:nvPr/>
              </p:nvGrpSpPr>
              <p:grpSpPr>
                <a:xfrm>
                  <a:off x="-3223516" y="2766893"/>
                  <a:ext cx="150171" cy="128150"/>
                  <a:chOff x="-2616325" y="2879881"/>
                  <a:chExt cx="330993" cy="288043"/>
                </a:xfrm>
              </p:grpSpPr>
              <p:sp>
                <p:nvSpPr>
                  <p:cNvPr id="2501" name="Google Shape;2501;p35"/>
                  <p:cNvSpPr/>
                  <p:nvPr/>
                </p:nvSpPr>
                <p:spPr>
                  <a:xfrm rot="516939">
                    <a:off x="-2465437" y="2891183"/>
                    <a:ext cx="166009" cy="2006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5794" h="200436" extrusionOk="0">
                        <a:moveTo>
                          <a:pt x="0" y="163491"/>
                        </a:moveTo>
                        <a:cubicBezTo>
                          <a:pt x="14624" y="129624"/>
                          <a:pt x="137006" y="-18157"/>
                          <a:pt x="161637" y="1854"/>
                        </a:cubicBezTo>
                        <a:cubicBezTo>
                          <a:pt x="186268" y="21865"/>
                          <a:pt x="94672" y="172727"/>
                          <a:pt x="64654" y="200436"/>
                        </a:cubicBezTo>
                        <a:lnTo>
                          <a:pt x="0" y="1634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 cmpd="sng">
                    <a:solidFill>
                      <a:srgbClr val="3F3E3C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180000" tIns="180000" rIns="180000" bIns="1800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600" cap="non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02" name="Google Shape;2502;p35"/>
                  <p:cNvSpPr/>
                  <p:nvPr/>
                </p:nvSpPr>
                <p:spPr>
                  <a:xfrm rot="514744">
                    <a:off x="-2608659" y="3034794"/>
                    <a:ext cx="207305" cy="1183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7808" h="67245" extrusionOk="0">
                        <a:moveTo>
                          <a:pt x="220" y="56172"/>
                        </a:moveTo>
                        <a:cubicBezTo>
                          <a:pt x="-3628" y="70796"/>
                          <a:pt x="44022" y="68627"/>
                          <a:pt x="63614" y="62785"/>
                        </a:cubicBezTo>
                        <a:cubicBezTo>
                          <a:pt x="83206" y="56943"/>
                          <a:pt x="116546" y="31369"/>
                          <a:pt x="117770" y="21119"/>
                        </a:cubicBezTo>
                        <a:cubicBezTo>
                          <a:pt x="118994" y="10869"/>
                          <a:pt x="90549" y="-4559"/>
                          <a:pt x="70957" y="1283"/>
                        </a:cubicBezTo>
                        <a:cubicBezTo>
                          <a:pt x="51365" y="7125"/>
                          <a:pt x="61415" y="48373"/>
                          <a:pt x="220" y="56172"/>
                        </a:cubicBezTo>
                        <a:close/>
                      </a:path>
                    </a:pathLst>
                  </a:custGeom>
                  <a:solidFill>
                    <a:srgbClr val="8AC3EF"/>
                  </a:solidFill>
                  <a:ln w="9525" cap="flat" cmpd="sng">
                    <a:solidFill>
                      <a:srgbClr val="307EBD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180000" tIns="180000" rIns="180000" bIns="1800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600" cap="non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2503" name="Google Shape;2503;p35"/>
          <p:cNvSpPr/>
          <p:nvPr/>
        </p:nvSpPr>
        <p:spPr>
          <a:xfrm>
            <a:off x="708207" y="1587316"/>
            <a:ext cx="5256000" cy="4218000"/>
          </a:xfrm>
          <a:prstGeom prst="roundRect">
            <a:avLst>
              <a:gd name="adj" fmla="val 3563"/>
            </a:avLst>
          </a:prstGeom>
          <a:solidFill>
            <a:schemeClr val="lt2">
              <a:alpha val="20000"/>
            </a:schemeClr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2504" name="Google Shape;2504;p35"/>
          <p:cNvSpPr txBox="1">
            <a:spLocks noGrp="1"/>
          </p:cNvSpPr>
          <p:nvPr>
            <p:ph type="body" idx="1"/>
          </p:nvPr>
        </p:nvSpPr>
        <p:spPr>
          <a:xfrm>
            <a:off x="865163" y="1768035"/>
            <a:ext cx="4906800" cy="38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505" name="Google Shape;2505;p35"/>
          <p:cNvSpPr txBox="1">
            <a:spLocks noGrp="1"/>
          </p:cNvSpPr>
          <p:nvPr>
            <p:ph type="body" idx="3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506" name="Google Shape;2506;p35"/>
          <p:cNvSpPr txBox="1">
            <a:spLocks noGrp="1"/>
          </p:cNvSpPr>
          <p:nvPr>
            <p:ph type="body" idx="4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507" name="Google Shape;2507;p35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2508" name="Google Shape;2508;p35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2509" name="Google Shape;2509;p35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2510" name="Google Shape;2510;p35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2511" name="Google Shape;2511;p35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2512" name="Google Shape;2512;p35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2513" name="Google Shape;2513;p35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2514" name="Google Shape;2514;p35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2515" name="Google Shape;2515;p35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2516" name="Google Shape;2516;p35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2517" name="Google Shape;2517;p35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2518" name="Google Shape;2518;p35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2519" name="Google Shape;2519;p35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2520" name="Google Shape;2520;p35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2521" name="Google Shape;2521;p35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2522" name="Google Shape;2522;p35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2523" name="Google Shape;2523;p35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2524" name="Google Shape;2524;p35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2525" name="Google Shape;2525;p35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2526" name="Google Shape;2526;p35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2527" name="Google Shape;2527;p35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2528" name="Google Shape;2528;p35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2529" name="Google Shape;2529;p35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2530" name="Google Shape;2530;p35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2531" name="Google Shape;2531;p35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2" name="Google Shape;2532;p35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33" name="Google Shape;2533;p35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2534" name="Google Shape;2534;p35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2535" name="Google Shape;2535;p35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536" name="Google Shape;2536;p35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2537" name="Google Shape;2537;p35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2538" name="Google Shape;2538;p35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539" name="Google Shape;2539;p35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540" name="Google Shape;2540;p35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541" name="Google Shape;2541;p35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542" name="Google Shape;2542;p35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543" name="Google Shape;2543;p35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544" name="Google Shape;2544;p35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2545" name="Google Shape;2545;p35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2546" name="Google Shape;2546;p35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547" name="Google Shape;2547;p35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548" name="Google Shape;2548;p35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549" name="Google Shape;2549;p35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550" name="Google Shape;2550;p35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551" name="Google Shape;2551;p35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552" name="Google Shape;2552;p35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2553" name="Google Shape;2553;p35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2554" name="Google Shape;2554;p35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2555" name="Google Shape;2555;p35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2556" name="Google Shape;2556;p35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2557" name="Google Shape;2557;p35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558" name="Google Shape;2558;p35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2559" name="Google Shape;2559;p35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560" name="Google Shape;2560;p35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561" name="Google Shape;2561;p35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562" name="Google Shape;2562;p35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563" name="Google Shape;2563;p35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564" name="Google Shape;2564;p35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565" name="Google Shape;2565;p35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2566" name="Google Shape;2566;p35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567" name="Google Shape;2567;p35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2568" name="Google Shape;2568;p35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569" name="Google Shape;2569;p35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570" name="Google Shape;2570;p35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571" name="Google Shape;2571;p35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572" name="Google Shape;2572;p35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573" name="Google Shape;2573;p35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574" name="Google Shape;2574;p35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2575" name="Google Shape;2575;p35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2576" name="Google Shape;2576;p35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577" name="Google Shape;2577;p35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578" name="Google Shape;2578;p35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2579" name="Google Shape;2579;p35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hart">
  <p:cSld name="1_Chart">
    <p:spTree>
      <p:nvGrpSpPr>
        <p:cNvPr id="1" name="Shape 2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1" name="Google Shape;2581;p36"/>
          <p:cNvSpPr>
            <a:spLocks noGrp="1"/>
          </p:cNvSpPr>
          <p:nvPr>
            <p:ph type="chart" idx="2"/>
          </p:nvPr>
        </p:nvSpPr>
        <p:spPr>
          <a:xfrm>
            <a:off x="720000" y="1592263"/>
            <a:ext cx="10740000" cy="421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1080000" anchor="ctr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  <a:defRPr sz="1200" b="0" i="1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Clr>
                <a:schemeClr val="dk2"/>
              </a:buClr>
              <a:buSzPts val="16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82" name="Google Shape;2582;p36"/>
          <p:cNvSpPr/>
          <p:nvPr/>
        </p:nvSpPr>
        <p:spPr>
          <a:xfrm>
            <a:off x="0" y="-367937"/>
            <a:ext cx="4647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Chart</a:t>
            </a:r>
            <a:endParaRPr sz="1500"/>
          </a:p>
        </p:txBody>
      </p:sp>
      <p:grpSp>
        <p:nvGrpSpPr>
          <p:cNvPr id="2583" name="Google Shape;2583;p36"/>
          <p:cNvGrpSpPr/>
          <p:nvPr/>
        </p:nvGrpSpPr>
        <p:grpSpPr>
          <a:xfrm>
            <a:off x="12377595" y="2"/>
            <a:ext cx="3693486" cy="5715919"/>
            <a:chOff x="-3786437" y="2"/>
            <a:chExt cx="3693486" cy="5715919"/>
          </a:xfrm>
        </p:grpSpPr>
        <p:grpSp>
          <p:nvGrpSpPr>
            <p:cNvPr id="2584" name="Google Shape;2584;p36"/>
            <p:cNvGrpSpPr/>
            <p:nvPr/>
          </p:nvGrpSpPr>
          <p:grpSpPr>
            <a:xfrm>
              <a:off x="-3786437" y="3234716"/>
              <a:ext cx="3693486" cy="2481205"/>
              <a:chOff x="-3786437" y="3234716"/>
              <a:chExt cx="3693486" cy="2481205"/>
            </a:xfrm>
          </p:grpSpPr>
          <p:sp>
            <p:nvSpPr>
              <p:cNvPr id="2585" name="Google Shape;2585;p36"/>
              <p:cNvSpPr/>
              <p:nvPr/>
            </p:nvSpPr>
            <p:spPr>
              <a:xfrm>
                <a:off x="-3786165" y="3234716"/>
                <a:ext cx="3593100" cy="18492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ECECE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44000" rIns="180000" bIns="14400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cap="none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EDIT CHART DATA</a:t>
                </a:r>
                <a:endParaRPr sz="1500"/>
              </a:p>
            </p:txBody>
          </p:sp>
          <p:sp>
            <p:nvSpPr>
              <p:cNvPr id="2586" name="Google Shape;2586;p36"/>
              <p:cNvSpPr/>
              <p:nvPr/>
            </p:nvSpPr>
            <p:spPr>
              <a:xfrm>
                <a:off x="-3603587" y="3699314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500"/>
              </a:p>
            </p:txBody>
          </p:sp>
          <p:sp>
            <p:nvSpPr>
              <p:cNvPr id="2587" name="Google Shape;2587;p36"/>
              <p:cNvSpPr/>
              <p:nvPr/>
            </p:nvSpPr>
            <p:spPr>
              <a:xfrm>
                <a:off x="-3319415" y="3699315"/>
                <a:ext cx="2944800" cy="32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Click with the right mouse button on the chart</a:t>
                </a:r>
                <a:b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and choose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‘Edit data’</a:t>
                </a: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sz="1500"/>
              </a:p>
            </p:txBody>
          </p:sp>
          <p:grpSp>
            <p:nvGrpSpPr>
              <p:cNvPr id="2588" name="Google Shape;2588;p36"/>
              <p:cNvGrpSpPr/>
              <p:nvPr/>
            </p:nvGrpSpPr>
            <p:grpSpPr>
              <a:xfrm>
                <a:off x="-3314821" y="4139107"/>
                <a:ext cx="1495281" cy="562582"/>
                <a:chOff x="-3314821" y="3310415"/>
                <a:chExt cx="1495281" cy="562582"/>
              </a:xfrm>
            </p:grpSpPr>
            <p:sp>
              <p:nvSpPr>
                <p:cNvPr id="2589" name="Google Shape;2589;p36"/>
                <p:cNvSpPr/>
                <p:nvPr/>
              </p:nvSpPr>
              <p:spPr>
                <a:xfrm>
                  <a:off x="-3314821" y="3310415"/>
                  <a:ext cx="1403700" cy="504900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>
                  <a:solidFill>
                    <a:srgbClr val="D1D1D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8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90" name="Google Shape;2590;p36"/>
                <p:cNvSpPr/>
                <p:nvPr/>
              </p:nvSpPr>
              <p:spPr>
                <a:xfrm>
                  <a:off x="-3304719" y="3564140"/>
                  <a:ext cx="1387800" cy="246600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91" name="Google Shape;2591;p36"/>
                <p:cNvSpPr txBox="1"/>
                <p:nvPr/>
              </p:nvSpPr>
              <p:spPr>
                <a:xfrm>
                  <a:off x="-3122115" y="3369117"/>
                  <a:ext cx="1258500" cy="13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Change chart type</a:t>
                  </a:r>
                  <a:endParaRPr sz="1500"/>
                </a:p>
              </p:txBody>
            </p:sp>
            <p:sp>
              <p:nvSpPr>
                <p:cNvPr id="2592" name="Google Shape;2592;p36"/>
                <p:cNvSpPr txBox="1"/>
                <p:nvPr/>
              </p:nvSpPr>
              <p:spPr>
                <a:xfrm>
                  <a:off x="-3115840" y="3624236"/>
                  <a:ext cx="1296300" cy="126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Edit data</a:t>
                  </a:r>
                  <a:endParaRPr sz="1500"/>
                </a:p>
              </p:txBody>
            </p:sp>
            <p:sp>
              <p:nvSpPr>
                <p:cNvPr id="2593" name="Google Shape;2593;p36"/>
                <p:cNvSpPr/>
                <p:nvPr/>
              </p:nvSpPr>
              <p:spPr>
                <a:xfrm>
                  <a:off x="-1959834" y="3694348"/>
                  <a:ext cx="96831" cy="1786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280" h="1624084" extrusionOk="0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80000" tIns="180000" rIns="180000" bIns="180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594" name="Google Shape;2594;p36"/>
                <p:cNvGrpSpPr/>
                <p:nvPr/>
              </p:nvGrpSpPr>
              <p:grpSpPr>
                <a:xfrm>
                  <a:off x="-3262546" y="3361455"/>
                  <a:ext cx="139776" cy="152253"/>
                  <a:chOff x="12574450" y="6053892"/>
                  <a:chExt cx="169139" cy="184237"/>
                </a:xfrm>
              </p:grpSpPr>
              <p:sp>
                <p:nvSpPr>
                  <p:cNvPr id="2595" name="Google Shape;2595;p36"/>
                  <p:cNvSpPr/>
                  <p:nvPr/>
                </p:nvSpPr>
                <p:spPr>
                  <a:xfrm>
                    <a:off x="12574450" y="6111529"/>
                    <a:ext cx="46200" cy="126600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96" name="Google Shape;2596;p36"/>
                  <p:cNvSpPr/>
                  <p:nvPr/>
                </p:nvSpPr>
                <p:spPr>
                  <a:xfrm>
                    <a:off x="12635427" y="6053892"/>
                    <a:ext cx="46200" cy="184200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97" name="Google Shape;2597;p36"/>
                  <p:cNvSpPr/>
                  <p:nvPr/>
                </p:nvSpPr>
                <p:spPr>
                  <a:xfrm>
                    <a:off x="12697389" y="6094907"/>
                    <a:ext cx="46200" cy="14310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598" name="Google Shape;2598;p36"/>
                <p:cNvGrpSpPr/>
                <p:nvPr/>
              </p:nvGrpSpPr>
              <p:grpSpPr>
                <a:xfrm>
                  <a:off x="-3261059" y="3635184"/>
                  <a:ext cx="160609" cy="145398"/>
                  <a:chOff x="-3261070" y="3620931"/>
                  <a:chExt cx="184396" cy="166933"/>
                </a:xfrm>
              </p:grpSpPr>
              <p:sp>
                <p:nvSpPr>
                  <p:cNvPr id="2599" name="Google Shape;2599;p36"/>
                  <p:cNvSpPr/>
                  <p:nvPr/>
                </p:nvSpPr>
                <p:spPr>
                  <a:xfrm>
                    <a:off x="-3261070" y="3643881"/>
                    <a:ext cx="143100" cy="951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600" name="Google Shape;2600;p36"/>
                  <p:cNvGrpSpPr/>
                  <p:nvPr/>
                </p:nvGrpSpPr>
                <p:grpSpPr>
                  <a:xfrm>
                    <a:off x="-3261061" y="3622095"/>
                    <a:ext cx="141120" cy="117307"/>
                    <a:chOff x="1094874" y="-878307"/>
                    <a:chExt cx="867364" cy="613530"/>
                  </a:xfrm>
                </p:grpSpPr>
                <p:cxnSp>
                  <p:nvCxnSpPr>
                    <p:cNvPr id="2601" name="Google Shape;2601;p36"/>
                    <p:cNvCxnSpPr/>
                    <p:nvPr/>
                  </p:nvCxnSpPr>
                  <p:spPr>
                    <a:xfrm>
                      <a:off x="1094874" y="-878305"/>
                      <a:ext cx="0" cy="6135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cxnSp>
                  <p:nvCxnSpPr>
                    <p:cNvPr id="2602" name="Google Shape;2602;p36"/>
                    <p:cNvCxnSpPr/>
                    <p:nvPr/>
                  </p:nvCxnSpPr>
                  <p:spPr>
                    <a:xfrm>
                      <a:off x="1962238" y="-878306"/>
                      <a:ext cx="0" cy="6135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grpSp>
                  <p:nvGrpSpPr>
                    <p:cNvPr id="2603" name="Google Shape;2603;p36"/>
                    <p:cNvGrpSpPr/>
                    <p:nvPr/>
                  </p:nvGrpSpPr>
                  <p:grpSpPr>
                    <a:xfrm>
                      <a:off x="1270535" y="-878307"/>
                      <a:ext cx="526983" cy="613530"/>
                      <a:chOff x="1270535" y="-745959"/>
                      <a:chExt cx="526983" cy="481200"/>
                    </a:xfrm>
                  </p:grpSpPr>
                  <p:cxnSp>
                    <p:nvCxnSpPr>
                      <p:cNvPr id="2604" name="Google Shape;2604;p36"/>
                      <p:cNvCxnSpPr/>
                      <p:nvPr/>
                    </p:nvCxnSpPr>
                    <p:spPr>
                      <a:xfrm>
                        <a:off x="1446196" y="-745959"/>
                        <a:ext cx="0" cy="4812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8181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605" name="Google Shape;2605;p36"/>
                      <p:cNvCxnSpPr/>
                      <p:nvPr/>
                    </p:nvCxnSpPr>
                    <p:spPr>
                      <a:xfrm>
                        <a:off x="1270535" y="-745959"/>
                        <a:ext cx="0" cy="4812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8181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606" name="Google Shape;2606;p36"/>
                      <p:cNvCxnSpPr/>
                      <p:nvPr/>
                    </p:nvCxnSpPr>
                    <p:spPr>
                      <a:xfrm>
                        <a:off x="1621857" y="-745959"/>
                        <a:ext cx="0" cy="4812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8181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607" name="Google Shape;2607;p36"/>
                      <p:cNvCxnSpPr/>
                      <p:nvPr/>
                    </p:nvCxnSpPr>
                    <p:spPr>
                      <a:xfrm>
                        <a:off x="1797518" y="-745959"/>
                        <a:ext cx="0" cy="4812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8181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</p:grpSp>
              </p:grpSp>
              <p:cxnSp>
                <p:nvCxnSpPr>
                  <p:cNvPr id="2608" name="Google Shape;2608;p36"/>
                  <p:cNvCxnSpPr/>
                  <p:nvPr/>
                </p:nvCxnSpPr>
                <p:spPr>
                  <a:xfrm rot="10800000">
                    <a:off x="-3260542" y="3739408"/>
                    <a:ext cx="1434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81818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609" name="Google Shape;2609;p36"/>
                  <p:cNvCxnSpPr/>
                  <p:nvPr/>
                </p:nvCxnSpPr>
                <p:spPr>
                  <a:xfrm rot="10800000">
                    <a:off x="-3260977" y="3713352"/>
                    <a:ext cx="1428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81818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610" name="Google Shape;2610;p36"/>
                  <p:cNvCxnSpPr/>
                  <p:nvPr/>
                </p:nvCxnSpPr>
                <p:spPr>
                  <a:xfrm rot="10800000">
                    <a:off x="-3260977" y="3689677"/>
                    <a:ext cx="1428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81818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611" name="Google Shape;2611;p36"/>
                  <p:cNvCxnSpPr/>
                  <p:nvPr/>
                </p:nvCxnSpPr>
                <p:spPr>
                  <a:xfrm rot="10800000">
                    <a:off x="-3260977" y="3663621"/>
                    <a:ext cx="1428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81818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2612" name="Google Shape;2612;p36"/>
                  <p:cNvSpPr/>
                  <p:nvPr/>
                </p:nvSpPr>
                <p:spPr>
                  <a:xfrm>
                    <a:off x="-3261070" y="3620931"/>
                    <a:ext cx="142800" cy="249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613" name="Google Shape;2613;p36"/>
                  <p:cNvGrpSpPr/>
                  <p:nvPr/>
                </p:nvGrpSpPr>
                <p:grpSpPr>
                  <a:xfrm rot="2700000">
                    <a:off x="-3158137" y="3649923"/>
                    <a:ext cx="34403" cy="147357"/>
                    <a:chOff x="3148279" y="-836646"/>
                    <a:chExt cx="132353" cy="596095"/>
                  </a:xfrm>
                </p:grpSpPr>
                <p:sp>
                  <p:nvSpPr>
                    <p:cNvPr id="2614" name="Google Shape;2614;p36"/>
                    <p:cNvSpPr/>
                    <p:nvPr/>
                  </p:nvSpPr>
                  <p:spPr>
                    <a:xfrm>
                      <a:off x="3148632" y="-725510"/>
                      <a:ext cx="132000" cy="281400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15" name="Google Shape;2615;p36"/>
                    <p:cNvSpPr/>
                    <p:nvPr/>
                  </p:nvSpPr>
                  <p:spPr>
                    <a:xfrm>
                      <a:off x="3148556" y="-836646"/>
                      <a:ext cx="132000" cy="87600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16" name="Google Shape;2616;p36"/>
                    <p:cNvSpPr/>
                    <p:nvPr/>
                  </p:nvSpPr>
                  <p:spPr>
                    <a:xfrm rot="10800000">
                      <a:off x="3148279" y="-420251"/>
                      <a:ext cx="132000" cy="179700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sp>
            <p:nvSpPr>
              <p:cNvPr id="2617" name="Google Shape;2617;p36"/>
              <p:cNvSpPr/>
              <p:nvPr/>
            </p:nvSpPr>
            <p:spPr>
              <a:xfrm>
                <a:off x="-3786437" y="4887921"/>
                <a:ext cx="3593700" cy="828000"/>
              </a:xfrm>
              <a:prstGeom prst="rect">
                <a:avLst/>
              </a:prstGeom>
              <a:solidFill>
                <a:srgbClr val="ECECEC"/>
              </a:solidFill>
              <a:ln w="9525" cap="flat" cmpd="sng">
                <a:solidFill>
                  <a:srgbClr val="ECECE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44000" rIns="180000" bIns="1440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WANT TO KNOW MORE?</a:t>
                </a:r>
                <a:b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Go to the tab</a:t>
                </a:r>
                <a: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'SLIDEBUILDER’ </a:t>
                </a: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and click</a:t>
                </a:r>
                <a:b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on the button </a:t>
                </a:r>
                <a: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‘INSPIRATION'</a:t>
                </a:r>
                <a:endParaRPr sz="1500"/>
              </a:p>
            </p:txBody>
          </p:sp>
          <p:grpSp>
            <p:nvGrpSpPr>
              <p:cNvPr id="2618" name="Google Shape;2618;p36"/>
              <p:cNvGrpSpPr/>
              <p:nvPr/>
            </p:nvGrpSpPr>
            <p:grpSpPr>
              <a:xfrm>
                <a:off x="-376743" y="4751982"/>
                <a:ext cx="283792" cy="283792"/>
                <a:chOff x="-510741" y="5913713"/>
                <a:chExt cx="267652" cy="267652"/>
              </a:xfrm>
            </p:grpSpPr>
            <p:sp>
              <p:nvSpPr>
                <p:cNvPr id="2619" name="Google Shape;2619;p36"/>
                <p:cNvSpPr/>
                <p:nvPr/>
              </p:nvSpPr>
              <p:spPr>
                <a:xfrm>
                  <a:off x="-491853" y="5932072"/>
                  <a:ext cx="230700" cy="230700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txBody>
                <a:bodyPr spcFirstLastPara="1" wrap="square" lIns="180000" tIns="180000" rIns="180000" bIns="180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0" name="Google Shape;2620;p36" descr="Informatie"/>
                <p:cNvSpPr/>
                <p:nvPr/>
              </p:nvSpPr>
              <p:spPr>
                <a:xfrm>
                  <a:off x="-510741" y="5913713"/>
                  <a:ext cx="267652" cy="2676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719" h="291719" extrusionOk="0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621" name="Google Shape;2621;p36"/>
              <p:cNvGrpSpPr/>
              <p:nvPr/>
            </p:nvGrpSpPr>
            <p:grpSpPr>
              <a:xfrm>
                <a:off x="-938434" y="5025298"/>
                <a:ext cx="627900" cy="576654"/>
                <a:chOff x="-938434" y="4570310"/>
                <a:chExt cx="627900" cy="576654"/>
              </a:xfrm>
            </p:grpSpPr>
            <p:grpSp>
              <p:nvGrpSpPr>
                <p:cNvPr id="2622" name="Google Shape;2622;p36"/>
                <p:cNvGrpSpPr/>
                <p:nvPr/>
              </p:nvGrpSpPr>
              <p:grpSpPr>
                <a:xfrm>
                  <a:off x="-716116" y="4570310"/>
                  <a:ext cx="169777" cy="242385"/>
                  <a:chOff x="4768" y="2783"/>
                  <a:chExt cx="788" cy="1125"/>
                </a:xfrm>
              </p:grpSpPr>
              <p:sp>
                <p:nvSpPr>
                  <p:cNvPr id="2623" name="Google Shape;2623;p36"/>
                  <p:cNvSpPr/>
                  <p:nvPr/>
                </p:nvSpPr>
                <p:spPr>
                  <a:xfrm>
                    <a:off x="5001" y="3186"/>
                    <a:ext cx="319" cy="2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9" h="288" extrusionOk="0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endParaRPr sz="300" b="0" i="0" u="none" strike="noStrike" cap="non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2624" name="Google Shape;2624;p36"/>
                  <p:cNvSpPr/>
                  <p:nvPr/>
                </p:nvSpPr>
                <p:spPr>
                  <a:xfrm>
                    <a:off x="5022" y="3796"/>
                    <a:ext cx="282" cy="1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1" h="100" extrusionOk="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endParaRPr sz="300" b="0" i="0" u="none" strike="noStrike" cap="non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2625" name="Google Shape;2625;p36"/>
                  <p:cNvSpPr/>
                  <p:nvPr/>
                </p:nvSpPr>
                <p:spPr>
                  <a:xfrm>
                    <a:off x="4768" y="2783"/>
                    <a:ext cx="788" cy="9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2" h="860" extrusionOk="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endParaRPr sz="300" b="0" i="0" u="none" strike="noStrike" cap="non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  <p:sp>
              <p:nvSpPr>
                <p:cNvPr id="2626" name="Google Shape;2626;p36"/>
                <p:cNvSpPr txBox="1"/>
                <p:nvPr/>
              </p:nvSpPr>
              <p:spPr>
                <a:xfrm>
                  <a:off x="-938434" y="4824764"/>
                  <a:ext cx="627900" cy="322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211F26"/>
                    </a:buClr>
                    <a:buSzPts val="1100"/>
                    <a:buFont typeface="Calibri"/>
                    <a:buNone/>
                  </a:pPr>
                  <a:r>
                    <a:rPr lang="en-US" sz="1100" b="0" i="0" u="none" strike="noStrike" cap="none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Inspiration</a:t>
                  </a:r>
                  <a:endParaRPr sz="1500"/>
                </a:p>
              </p:txBody>
            </p:sp>
          </p:grpSp>
        </p:grpSp>
        <p:grpSp>
          <p:nvGrpSpPr>
            <p:cNvPr id="2627" name="Google Shape;2627;p36"/>
            <p:cNvGrpSpPr/>
            <p:nvPr/>
          </p:nvGrpSpPr>
          <p:grpSpPr>
            <a:xfrm>
              <a:off x="-3786165" y="2"/>
              <a:ext cx="3593100" cy="3041100"/>
              <a:chOff x="-3786165" y="2"/>
              <a:chExt cx="3593100" cy="3041100"/>
            </a:xfrm>
          </p:grpSpPr>
          <p:sp>
            <p:nvSpPr>
              <p:cNvPr id="2628" name="Google Shape;2628;p36"/>
              <p:cNvSpPr/>
              <p:nvPr/>
            </p:nvSpPr>
            <p:spPr>
              <a:xfrm>
                <a:off x="-3786165" y="2"/>
                <a:ext cx="3593100" cy="30411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ECECE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44000" rIns="180000" bIns="14400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cap="none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FORMAT CHART</a:t>
                </a:r>
                <a:endParaRPr sz="1500"/>
              </a:p>
            </p:txBody>
          </p:sp>
          <p:sp>
            <p:nvSpPr>
              <p:cNvPr id="2629" name="Google Shape;2629;p36"/>
              <p:cNvSpPr/>
              <p:nvPr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500"/>
              </a:p>
            </p:txBody>
          </p:sp>
          <p:sp>
            <p:nvSpPr>
              <p:cNvPr id="2630" name="Google Shape;2630;p36"/>
              <p:cNvSpPr/>
              <p:nvPr/>
            </p:nvSpPr>
            <p:spPr>
              <a:xfrm>
                <a:off x="-3319415" y="465324"/>
                <a:ext cx="2944800" cy="48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When you want to change the lay-out of the chart, select the preferred part of the chart and go to the tab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‘Format’.</a:t>
                </a:r>
                <a:endParaRPr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1" name="Google Shape;2631;p36"/>
              <p:cNvSpPr/>
              <p:nvPr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sz="1500"/>
              </a:p>
            </p:txBody>
          </p:sp>
          <p:sp>
            <p:nvSpPr>
              <p:cNvPr id="2632" name="Google Shape;2632;p36"/>
              <p:cNvSpPr/>
              <p:nvPr/>
            </p:nvSpPr>
            <p:spPr>
              <a:xfrm>
                <a:off x="-3319415" y="1493636"/>
                <a:ext cx="2944800" cy="65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You can change the settings of the axes and data series by clicking on them with the right mouse button. Choose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‘Format Axis’</a:t>
                </a: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or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‘Format Data Series’</a:t>
                </a: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sz="1500"/>
              </a:p>
            </p:txBody>
          </p:sp>
          <p:grpSp>
            <p:nvGrpSpPr>
              <p:cNvPr id="2633" name="Google Shape;2633;p36"/>
              <p:cNvGrpSpPr/>
              <p:nvPr/>
            </p:nvGrpSpPr>
            <p:grpSpPr>
              <a:xfrm>
                <a:off x="-3312582" y="1060763"/>
                <a:ext cx="576000" cy="246726"/>
                <a:chOff x="-3303310" y="1024128"/>
                <a:chExt cx="576000" cy="246726"/>
              </a:xfrm>
            </p:grpSpPr>
            <p:sp>
              <p:nvSpPr>
                <p:cNvPr id="2634" name="Google Shape;2634;p36"/>
                <p:cNvSpPr/>
                <p:nvPr/>
              </p:nvSpPr>
              <p:spPr>
                <a:xfrm>
                  <a:off x="-3303310" y="1024128"/>
                  <a:ext cx="576000" cy="215400"/>
                </a:xfrm>
                <a:prstGeom prst="rect">
                  <a:avLst/>
                </a:prstGeom>
                <a:solidFill>
                  <a:srgbClr val="F8F8F8"/>
                </a:solidFill>
                <a:ln w="9525" cap="flat" cmpd="sng">
                  <a:solidFill>
                    <a:srgbClr val="F2F2F2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18000" rIns="0" bIns="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100" b="1">
                      <a:solidFill>
                        <a:srgbClr val="B74629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Format</a:t>
                  </a:r>
                  <a:endParaRPr sz="1500"/>
                </a:p>
              </p:txBody>
            </p:sp>
            <p:sp>
              <p:nvSpPr>
                <p:cNvPr id="2635" name="Google Shape;2635;p36"/>
                <p:cNvSpPr/>
                <p:nvPr/>
              </p:nvSpPr>
              <p:spPr>
                <a:xfrm>
                  <a:off x="-3303310" y="1243554"/>
                  <a:ext cx="576000" cy="27300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636" name="Google Shape;2636;p36"/>
              <p:cNvGrpSpPr/>
              <p:nvPr/>
            </p:nvGrpSpPr>
            <p:grpSpPr>
              <a:xfrm>
                <a:off x="-3314821" y="2257494"/>
                <a:ext cx="1376531" cy="590342"/>
                <a:chOff x="-3314821" y="2421532"/>
                <a:chExt cx="1376531" cy="590342"/>
              </a:xfrm>
            </p:grpSpPr>
            <p:sp>
              <p:nvSpPr>
                <p:cNvPr id="2637" name="Google Shape;2637;p36"/>
                <p:cNvSpPr/>
                <p:nvPr/>
              </p:nvSpPr>
              <p:spPr>
                <a:xfrm>
                  <a:off x="-3314821" y="2421532"/>
                  <a:ext cx="1360500" cy="504900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>
                  <a:solidFill>
                    <a:srgbClr val="D1D1D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8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8" name="Google Shape;2638;p36"/>
                <p:cNvSpPr/>
                <p:nvPr/>
              </p:nvSpPr>
              <p:spPr>
                <a:xfrm>
                  <a:off x="-3304719" y="2675257"/>
                  <a:ext cx="1344900" cy="246600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9" name="Google Shape;2639;p36"/>
                <p:cNvSpPr txBox="1"/>
                <p:nvPr/>
              </p:nvSpPr>
              <p:spPr>
                <a:xfrm>
                  <a:off x="-3122115" y="2480234"/>
                  <a:ext cx="1116000" cy="13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Add Trendline</a:t>
                  </a:r>
                  <a:endParaRPr sz="1500"/>
                </a:p>
              </p:txBody>
            </p:sp>
            <p:sp>
              <p:nvSpPr>
                <p:cNvPr id="2640" name="Google Shape;2640;p36"/>
                <p:cNvSpPr txBox="1"/>
                <p:nvPr/>
              </p:nvSpPr>
              <p:spPr>
                <a:xfrm>
                  <a:off x="-3115841" y="2753263"/>
                  <a:ext cx="1116000" cy="10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Format Data Series</a:t>
                  </a:r>
                  <a:endParaRPr sz="1500"/>
                </a:p>
              </p:txBody>
            </p:sp>
            <p:sp>
              <p:nvSpPr>
                <p:cNvPr id="2641" name="Google Shape;2641;p36"/>
                <p:cNvSpPr/>
                <p:nvPr/>
              </p:nvSpPr>
              <p:spPr>
                <a:xfrm>
                  <a:off x="-2035121" y="2833225"/>
                  <a:ext cx="96831" cy="1786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280" h="1624084" extrusionOk="0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80000" tIns="180000" rIns="180000" bIns="180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642" name="Google Shape;2642;p36"/>
                <p:cNvGrpSpPr/>
                <p:nvPr/>
              </p:nvGrpSpPr>
              <p:grpSpPr>
                <a:xfrm>
                  <a:off x="-3280188" y="2718400"/>
                  <a:ext cx="268913" cy="277263"/>
                  <a:chOff x="-3280188" y="2713782"/>
                  <a:chExt cx="268913" cy="277263"/>
                </a:xfrm>
              </p:grpSpPr>
              <p:sp>
                <p:nvSpPr>
                  <p:cNvPr id="2643" name="Google Shape;2643;p36"/>
                  <p:cNvSpPr/>
                  <p:nvPr/>
                </p:nvSpPr>
                <p:spPr>
                  <a:xfrm>
                    <a:off x="-3245249" y="2761416"/>
                    <a:ext cx="43200" cy="104700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44" name="Google Shape;2644;p36"/>
                  <p:cNvSpPr/>
                  <p:nvPr/>
                </p:nvSpPr>
                <p:spPr>
                  <a:xfrm>
                    <a:off x="-3199591" y="2713782"/>
                    <a:ext cx="43200" cy="152100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45" name="Google Shape;2645;p36"/>
                  <p:cNvSpPr/>
                  <p:nvPr/>
                </p:nvSpPr>
                <p:spPr>
                  <a:xfrm>
                    <a:off x="-3152134" y="2747679"/>
                    <a:ext cx="43200" cy="11820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46" name="Google Shape;2646;p36"/>
                  <p:cNvSpPr/>
                  <p:nvPr/>
                </p:nvSpPr>
                <p:spPr>
                  <a:xfrm rot="-1871098">
                    <a:off x="-3258497" y="2796537"/>
                    <a:ext cx="225531" cy="146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5663" h="146804" extrusionOk="0">
                        <a:moveTo>
                          <a:pt x="13407" y="11860"/>
                        </a:moveTo>
                        <a:lnTo>
                          <a:pt x="225663" y="0"/>
                        </a:lnTo>
                        <a:lnTo>
                          <a:pt x="160746" y="146804"/>
                        </a:lnTo>
                        <a:lnTo>
                          <a:pt x="0" y="50836"/>
                        </a:lnTo>
                        <a:lnTo>
                          <a:pt x="13407" y="11860"/>
                        </a:lnTo>
                        <a:close/>
                      </a:path>
                    </a:pathLst>
                  </a:custGeom>
                  <a:solidFill>
                    <a:srgbClr val="FCE4DC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647" name="Google Shape;2647;p36"/>
                <p:cNvGrpSpPr/>
                <p:nvPr/>
              </p:nvGrpSpPr>
              <p:grpSpPr>
                <a:xfrm>
                  <a:off x="-3223516" y="2766893"/>
                  <a:ext cx="150171" cy="128150"/>
                  <a:chOff x="-2616325" y="2879881"/>
                  <a:chExt cx="330993" cy="288043"/>
                </a:xfrm>
              </p:grpSpPr>
              <p:sp>
                <p:nvSpPr>
                  <p:cNvPr id="2648" name="Google Shape;2648;p36"/>
                  <p:cNvSpPr/>
                  <p:nvPr/>
                </p:nvSpPr>
                <p:spPr>
                  <a:xfrm rot="516939">
                    <a:off x="-2465437" y="2891183"/>
                    <a:ext cx="166009" cy="2006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5794" h="200436" extrusionOk="0">
                        <a:moveTo>
                          <a:pt x="0" y="163491"/>
                        </a:moveTo>
                        <a:cubicBezTo>
                          <a:pt x="14624" y="129624"/>
                          <a:pt x="137006" y="-18157"/>
                          <a:pt x="161637" y="1854"/>
                        </a:cubicBezTo>
                        <a:cubicBezTo>
                          <a:pt x="186268" y="21865"/>
                          <a:pt x="94672" y="172727"/>
                          <a:pt x="64654" y="200436"/>
                        </a:cubicBezTo>
                        <a:lnTo>
                          <a:pt x="0" y="1634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 cmpd="sng">
                    <a:solidFill>
                      <a:srgbClr val="3F3E3C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180000" tIns="180000" rIns="180000" bIns="1800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600" cap="non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49" name="Google Shape;2649;p36"/>
                  <p:cNvSpPr/>
                  <p:nvPr/>
                </p:nvSpPr>
                <p:spPr>
                  <a:xfrm rot="514744">
                    <a:off x="-2608659" y="3034794"/>
                    <a:ext cx="207305" cy="1183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7808" h="67245" extrusionOk="0">
                        <a:moveTo>
                          <a:pt x="220" y="56172"/>
                        </a:moveTo>
                        <a:cubicBezTo>
                          <a:pt x="-3628" y="70796"/>
                          <a:pt x="44022" y="68627"/>
                          <a:pt x="63614" y="62785"/>
                        </a:cubicBezTo>
                        <a:cubicBezTo>
                          <a:pt x="83206" y="56943"/>
                          <a:pt x="116546" y="31369"/>
                          <a:pt x="117770" y="21119"/>
                        </a:cubicBezTo>
                        <a:cubicBezTo>
                          <a:pt x="118994" y="10869"/>
                          <a:pt x="90549" y="-4559"/>
                          <a:pt x="70957" y="1283"/>
                        </a:cubicBezTo>
                        <a:cubicBezTo>
                          <a:pt x="51365" y="7125"/>
                          <a:pt x="61415" y="48373"/>
                          <a:pt x="220" y="56172"/>
                        </a:cubicBezTo>
                        <a:close/>
                      </a:path>
                    </a:pathLst>
                  </a:custGeom>
                  <a:solidFill>
                    <a:srgbClr val="8AC3EF"/>
                  </a:solidFill>
                  <a:ln w="9525" cap="flat" cmpd="sng">
                    <a:solidFill>
                      <a:srgbClr val="307EBD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180000" tIns="180000" rIns="180000" bIns="1800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600" cap="non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2650" name="Google Shape;2650;p36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651" name="Google Shape;2651;p36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652" name="Google Shape;2652;p36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Table">
  <p:cSld name="Text + Table">
    <p:spTree>
      <p:nvGrpSpPr>
        <p:cNvPr id="1" name="Shape 2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4" name="Google Shape;2654;p37"/>
          <p:cNvSpPr/>
          <p:nvPr/>
        </p:nvSpPr>
        <p:spPr>
          <a:xfrm>
            <a:off x="0" y="-367937"/>
            <a:ext cx="9927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Table</a:t>
            </a:r>
            <a:endParaRPr sz="1500"/>
          </a:p>
        </p:txBody>
      </p:sp>
      <p:grpSp>
        <p:nvGrpSpPr>
          <p:cNvPr id="2655" name="Google Shape;2655;p37"/>
          <p:cNvGrpSpPr/>
          <p:nvPr/>
        </p:nvGrpSpPr>
        <p:grpSpPr>
          <a:xfrm>
            <a:off x="12377323" y="-12068"/>
            <a:ext cx="3693486" cy="6705423"/>
            <a:chOff x="-3786437" y="-12068"/>
            <a:chExt cx="3693486" cy="6705423"/>
          </a:xfrm>
        </p:grpSpPr>
        <p:grpSp>
          <p:nvGrpSpPr>
            <p:cNvPr id="2656" name="Google Shape;2656;p37"/>
            <p:cNvGrpSpPr/>
            <p:nvPr/>
          </p:nvGrpSpPr>
          <p:grpSpPr>
            <a:xfrm>
              <a:off x="-3784148" y="-12068"/>
              <a:ext cx="3592800" cy="3238800"/>
              <a:chOff x="-3784148" y="-12068"/>
              <a:chExt cx="3592800" cy="3238800"/>
            </a:xfrm>
          </p:grpSpPr>
          <p:sp>
            <p:nvSpPr>
              <p:cNvPr id="2657" name="Google Shape;2657;p37"/>
              <p:cNvSpPr/>
              <p:nvPr/>
            </p:nvSpPr>
            <p:spPr>
              <a:xfrm>
                <a:off x="-3784148" y="-12068"/>
                <a:ext cx="3592800" cy="32388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ECECE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44000" rIns="180000" bIns="14400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cap="none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FORMAT TABLE</a:t>
                </a:r>
                <a:endParaRPr sz="1500"/>
              </a:p>
            </p:txBody>
          </p:sp>
          <p:sp>
            <p:nvSpPr>
              <p:cNvPr id="2658" name="Google Shape;2658;p37"/>
              <p:cNvSpPr/>
              <p:nvPr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500"/>
              </a:p>
            </p:txBody>
          </p:sp>
          <p:sp>
            <p:nvSpPr>
              <p:cNvPr id="2659" name="Google Shape;2659;p37"/>
              <p:cNvSpPr/>
              <p:nvPr/>
            </p:nvSpPr>
            <p:spPr>
              <a:xfrm>
                <a:off x="-3319415" y="465324"/>
                <a:ext cx="2944800" cy="49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When you want to change the lay-out of the table, select the preferred part of the table and go to the tab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‘Format’.</a:t>
                </a:r>
                <a:endParaRPr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660" name="Google Shape;2660;p37"/>
              <p:cNvGrpSpPr/>
              <p:nvPr/>
            </p:nvGrpSpPr>
            <p:grpSpPr>
              <a:xfrm>
                <a:off x="-3312582" y="1060763"/>
                <a:ext cx="576000" cy="246726"/>
                <a:chOff x="-3312582" y="1060763"/>
                <a:chExt cx="576000" cy="246726"/>
              </a:xfrm>
            </p:grpSpPr>
            <p:sp>
              <p:nvSpPr>
                <p:cNvPr id="2661" name="Google Shape;2661;p37"/>
                <p:cNvSpPr/>
                <p:nvPr/>
              </p:nvSpPr>
              <p:spPr>
                <a:xfrm>
                  <a:off x="-3312582" y="1060763"/>
                  <a:ext cx="576000" cy="215400"/>
                </a:xfrm>
                <a:prstGeom prst="rect">
                  <a:avLst/>
                </a:prstGeom>
                <a:solidFill>
                  <a:srgbClr val="F8F8F8"/>
                </a:solidFill>
                <a:ln w="9525" cap="flat" cmpd="sng">
                  <a:solidFill>
                    <a:srgbClr val="F2F2F2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18000" rIns="0" bIns="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100" b="1">
                      <a:solidFill>
                        <a:srgbClr val="B74629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Format</a:t>
                  </a:r>
                  <a:endParaRPr sz="1500"/>
                </a:p>
              </p:txBody>
            </p:sp>
            <p:sp>
              <p:nvSpPr>
                <p:cNvPr id="2662" name="Google Shape;2662;p37"/>
                <p:cNvSpPr/>
                <p:nvPr/>
              </p:nvSpPr>
              <p:spPr>
                <a:xfrm>
                  <a:off x="-3312582" y="1280189"/>
                  <a:ext cx="576000" cy="27300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663" name="Google Shape;2663;p37"/>
              <p:cNvSpPr/>
              <p:nvPr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sz="1500"/>
              </a:p>
            </p:txBody>
          </p:sp>
          <p:sp>
            <p:nvSpPr>
              <p:cNvPr id="2664" name="Google Shape;2664;p37"/>
              <p:cNvSpPr/>
              <p:nvPr/>
            </p:nvSpPr>
            <p:spPr>
              <a:xfrm>
                <a:off x="-3319415" y="1493636"/>
                <a:ext cx="2944800" cy="81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Under this tab you can choose a different fill colour at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‘Shading’</a:t>
                </a: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 You can choose a border format as well. Find and edit this at the section 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‘Draw borders’ </a:t>
                </a: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and apply this to the table by clicking on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‘Borders’.</a:t>
                </a:r>
                <a:endParaRPr sz="1500"/>
              </a:p>
            </p:txBody>
          </p:sp>
          <p:grpSp>
            <p:nvGrpSpPr>
              <p:cNvPr id="2665" name="Google Shape;2665;p37"/>
              <p:cNvGrpSpPr/>
              <p:nvPr/>
            </p:nvGrpSpPr>
            <p:grpSpPr>
              <a:xfrm>
                <a:off x="-3314820" y="2412753"/>
                <a:ext cx="1026133" cy="627498"/>
                <a:chOff x="-3314820" y="2412753"/>
                <a:chExt cx="1026133" cy="627498"/>
              </a:xfrm>
            </p:grpSpPr>
            <p:sp>
              <p:nvSpPr>
                <p:cNvPr id="2666" name="Google Shape;2666;p37"/>
                <p:cNvSpPr/>
                <p:nvPr/>
              </p:nvSpPr>
              <p:spPr>
                <a:xfrm>
                  <a:off x="-3314820" y="2412753"/>
                  <a:ext cx="998400" cy="531000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>
                  <a:solidFill>
                    <a:srgbClr val="D1D1D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8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67" name="Google Shape;2667;p37"/>
                <p:cNvSpPr/>
                <p:nvPr/>
              </p:nvSpPr>
              <p:spPr>
                <a:xfrm>
                  <a:off x="-3304719" y="2684815"/>
                  <a:ext cx="983100" cy="254100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68" name="Google Shape;2668;p37"/>
                <p:cNvSpPr txBox="1"/>
                <p:nvPr/>
              </p:nvSpPr>
              <p:spPr>
                <a:xfrm>
                  <a:off x="-3083201" y="2494002"/>
                  <a:ext cx="635700" cy="126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Shading</a:t>
                  </a:r>
                  <a:endParaRPr sz="1500"/>
                </a:p>
              </p:txBody>
            </p:sp>
            <p:sp>
              <p:nvSpPr>
                <p:cNvPr id="2669" name="Google Shape;2669;p37"/>
                <p:cNvSpPr/>
                <p:nvPr/>
              </p:nvSpPr>
              <p:spPr>
                <a:xfrm>
                  <a:off x="-2385518" y="2861602"/>
                  <a:ext cx="96831" cy="1786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280" h="1624084" extrusionOk="0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80000" tIns="180000" rIns="180000" bIns="180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670" name="Google Shape;2670;p37"/>
                <p:cNvGrpSpPr/>
                <p:nvPr/>
              </p:nvGrpSpPr>
              <p:grpSpPr>
                <a:xfrm>
                  <a:off x="-3259490" y="2463168"/>
                  <a:ext cx="173114" cy="167982"/>
                  <a:chOff x="-916832" y="3037554"/>
                  <a:chExt cx="193489" cy="187752"/>
                </a:xfrm>
              </p:grpSpPr>
              <p:sp>
                <p:nvSpPr>
                  <p:cNvPr id="2671" name="Google Shape;2671;p37"/>
                  <p:cNvSpPr/>
                  <p:nvPr/>
                </p:nvSpPr>
                <p:spPr>
                  <a:xfrm>
                    <a:off x="-804124" y="3081338"/>
                    <a:ext cx="80781" cy="1214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0781" h="121443" extrusionOk="0">
                        <a:moveTo>
                          <a:pt x="30217" y="50006"/>
                        </a:moveTo>
                        <a:lnTo>
                          <a:pt x="34979" y="121443"/>
                        </a:lnTo>
                        <a:lnTo>
                          <a:pt x="80222" y="52387"/>
                        </a:lnTo>
                        <a:cubicBezTo>
                          <a:pt x="84191" y="29368"/>
                          <a:pt x="66729" y="1588"/>
                          <a:pt x="37360" y="0"/>
                        </a:cubicBezTo>
                        <a:cubicBezTo>
                          <a:pt x="-43602" y="21431"/>
                          <a:pt x="32598" y="33337"/>
                          <a:pt x="30217" y="50006"/>
                        </a:cubicBezTo>
                        <a:close/>
                      </a:path>
                    </a:pathLst>
                  </a:custGeom>
                  <a:solidFill>
                    <a:srgbClr val="366FA8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900"/>
                      <a:buFont typeface="Calibri"/>
                      <a:buNone/>
                    </a:pPr>
                    <a:endParaRPr sz="900" b="1" i="0" u="none" strike="noStrike" cap="none">
                      <a:solidFill>
                        <a:srgbClr val="000000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2672" name="Google Shape;2672;p37"/>
                  <p:cNvSpPr/>
                  <p:nvPr/>
                </p:nvSpPr>
                <p:spPr>
                  <a:xfrm rot="2904560">
                    <a:off x="-887721" y="3085744"/>
                    <a:ext cx="99879" cy="122824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rgbClr val="FFFFFF"/>
                  </a:solidFill>
                  <a:ln w="12700" cap="flat" cmpd="sng">
                    <a:solidFill>
                      <a:srgbClr val="81818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10800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700"/>
                      <a:buFont typeface="Calibri"/>
                      <a:buNone/>
                    </a:pPr>
                    <a:endParaRPr sz="7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73" name="Google Shape;2673;p37"/>
                  <p:cNvSpPr/>
                  <p:nvPr/>
                </p:nvSpPr>
                <p:spPr>
                  <a:xfrm>
                    <a:off x="-894646" y="3037554"/>
                    <a:ext cx="64776" cy="858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422" h="78381" extrusionOk="0">
                        <a:moveTo>
                          <a:pt x="219" y="78381"/>
                        </a:moveTo>
                        <a:cubicBezTo>
                          <a:pt x="-1454" y="18717"/>
                          <a:pt x="6534" y="-324"/>
                          <a:pt x="20468" y="5"/>
                        </a:cubicBezTo>
                        <a:cubicBezTo>
                          <a:pt x="34402" y="334"/>
                          <a:pt x="43874" y="23658"/>
                          <a:pt x="39229" y="67295"/>
                        </a:cubicBezTo>
                      </a:path>
                    </a:pathLst>
                  </a:custGeom>
                  <a:noFill/>
                  <a:ln w="12700" cap="flat" cmpd="sng">
                    <a:solidFill>
                      <a:srgbClr val="81818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10800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700"/>
                      <a:buFont typeface="Calibri"/>
                      <a:buNone/>
                    </a:pPr>
                    <a:endParaRPr sz="7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674" name="Google Shape;2674;p37"/>
                <p:cNvSpPr/>
                <p:nvPr/>
              </p:nvSpPr>
              <p:spPr>
                <a:xfrm rot="10800000">
                  <a:off x="-2528817" y="2540092"/>
                  <a:ext cx="94800" cy="50400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144000" tIns="144000" rIns="144000" bIns="144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endParaRPr sz="1100" b="0" i="0" u="none" strike="noStrike" cap="non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675" name="Google Shape;2675;p37"/>
                <p:cNvSpPr txBox="1"/>
                <p:nvPr/>
              </p:nvSpPr>
              <p:spPr>
                <a:xfrm>
                  <a:off x="-3083201" y="2750275"/>
                  <a:ext cx="635700" cy="126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Borders</a:t>
                  </a:r>
                  <a:endParaRPr sz="1500"/>
                </a:p>
              </p:txBody>
            </p:sp>
            <p:sp>
              <p:nvSpPr>
                <p:cNvPr id="2676" name="Google Shape;2676;p37"/>
                <p:cNvSpPr/>
                <p:nvPr/>
              </p:nvSpPr>
              <p:spPr>
                <a:xfrm rot="10800000">
                  <a:off x="-2528817" y="2796365"/>
                  <a:ext cx="94800" cy="50400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144000" tIns="144000" rIns="144000" bIns="144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endParaRPr sz="1100" b="0" i="0" u="none" strike="noStrike" cap="non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2677" name="Google Shape;2677;p37"/>
                <p:cNvGrpSpPr/>
                <p:nvPr/>
              </p:nvGrpSpPr>
              <p:grpSpPr>
                <a:xfrm>
                  <a:off x="-3250430" y="2732610"/>
                  <a:ext cx="164183" cy="164183"/>
                  <a:chOff x="-3258612" y="2724389"/>
                  <a:chExt cx="180600" cy="180600"/>
                </a:xfrm>
              </p:grpSpPr>
              <p:sp>
                <p:nvSpPr>
                  <p:cNvPr id="2678" name="Google Shape;2678;p37"/>
                  <p:cNvSpPr/>
                  <p:nvPr/>
                </p:nvSpPr>
                <p:spPr>
                  <a:xfrm>
                    <a:off x="-3258612" y="2724389"/>
                    <a:ext cx="180600" cy="180600"/>
                  </a:xfrm>
                  <a:prstGeom prst="rect">
                    <a:avLst/>
                  </a:prstGeom>
                  <a:noFill/>
                  <a:ln w="12700" cap="flat" cmpd="sng">
                    <a:solidFill>
                      <a:srgbClr val="818181"/>
                    </a:solidFill>
                    <a:prstDash val="dot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180000" tIns="180000" rIns="180000" bIns="1800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600" cap="non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2679" name="Google Shape;2679;p37"/>
                  <p:cNvCxnSpPr>
                    <a:stCxn id="2678" idx="0"/>
                    <a:endCxn id="2678" idx="2"/>
                  </p:cNvCxnSpPr>
                  <p:nvPr/>
                </p:nvCxnSpPr>
                <p:spPr>
                  <a:xfrm>
                    <a:off x="-3168312" y="2724389"/>
                    <a:ext cx="0" cy="180600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rgbClr val="818181"/>
                    </a:solidFill>
                    <a:prstDash val="dot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680" name="Google Shape;2680;p37"/>
                  <p:cNvCxnSpPr>
                    <a:stCxn id="2678" idx="1"/>
                    <a:endCxn id="2678" idx="3"/>
                  </p:cNvCxnSpPr>
                  <p:nvPr/>
                </p:nvCxnSpPr>
                <p:spPr>
                  <a:xfrm>
                    <a:off x="-3258612" y="2814689"/>
                    <a:ext cx="180600" cy="0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rgbClr val="818181"/>
                    </a:solidFill>
                    <a:prstDash val="dot"/>
                    <a:miter lim="800000"/>
                    <a:headEnd type="none" w="sm" len="sm"/>
                    <a:tailEnd type="none" w="sm" len="sm"/>
                  </a:ln>
                </p:spPr>
              </p:cxnSp>
            </p:grpSp>
          </p:grpSp>
        </p:grpSp>
        <p:grpSp>
          <p:nvGrpSpPr>
            <p:cNvPr id="2681" name="Google Shape;2681;p37"/>
            <p:cNvGrpSpPr/>
            <p:nvPr/>
          </p:nvGrpSpPr>
          <p:grpSpPr>
            <a:xfrm>
              <a:off x="-3786437" y="3410167"/>
              <a:ext cx="3693486" cy="3283188"/>
              <a:chOff x="-3786437" y="3410167"/>
              <a:chExt cx="3693486" cy="3283188"/>
            </a:xfrm>
          </p:grpSpPr>
          <p:sp>
            <p:nvSpPr>
              <p:cNvPr id="2682" name="Google Shape;2682;p37"/>
              <p:cNvSpPr/>
              <p:nvPr/>
            </p:nvSpPr>
            <p:spPr>
              <a:xfrm>
                <a:off x="-3786165" y="3410167"/>
                <a:ext cx="3593100" cy="26415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ECECE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44000" rIns="180000" bIns="14400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cap="none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EDIT TABLE</a:t>
                </a:r>
                <a:endParaRPr sz="1500"/>
              </a:p>
            </p:txBody>
          </p:sp>
          <p:sp>
            <p:nvSpPr>
              <p:cNvPr id="2683" name="Google Shape;2683;p37"/>
              <p:cNvSpPr/>
              <p:nvPr/>
            </p:nvSpPr>
            <p:spPr>
              <a:xfrm>
                <a:off x="-3603587" y="3874766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500"/>
              </a:p>
            </p:txBody>
          </p:sp>
          <p:sp>
            <p:nvSpPr>
              <p:cNvPr id="2684" name="Google Shape;2684;p37"/>
              <p:cNvSpPr/>
              <p:nvPr/>
            </p:nvSpPr>
            <p:spPr>
              <a:xfrm>
                <a:off x="-3319416" y="3874767"/>
                <a:ext cx="3008700" cy="32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Select the preferred number of rows and/or columns of the table and go to the tab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‘Layout’</a:t>
                </a: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sz="1500"/>
              </a:p>
            </p:txBody>
          </p:sp>
          <p:sp>
            <p:nvSpPr>
              <p:cNvPr id="2685" name="Google Shape;2685;p37"/>
              <p:cNvSpPr/>
              <p:nvPr/>
            </p:nvSpPr>
            <p:spPr>
              <a:xfrm>
                <a:off x="-3786437" y="5865355"/>
                <a:ext cx="3593700" cy="828000"/>
              </a:xfrm>
              <a:prstGeom prst="rect">
                <a:avLst/>
              </a:prstGeom>
              <a:solidFill>
                <a:srgbClr val="ECECEC"/>
              </a:solidFill>
              <a:ln w="9525" cap="flat" cmpd="sng">
                <a:solidFill>
                  <a:srgbClr val="ECECE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44000" rIns="180000" bIns="1440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WANT TO KNOW MORE?</a:t>
                </a:r>
                <a:b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Go to the tab</a:t>
                </a:r>
                <a: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'SLIDEBUILDER’ </a:t>
                </a: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and click</a:t>
                </a:r>
                <a:b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on the button </a:t>
                </a:r>
                <a: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‘INSPIRATION'</a:t>
                </a:r>
                <a:endParaRPr sz="1500"/>
              </a:p>
            </p:txBody>
          </p:sp>
          <p:grpSp>
            <p:nvGrpSpPr>
              <p:cNvPr id="2686" name="Google Shape;2686;p37"/>
              <p:cNvGrpSpPr/>
              <p:nvPr/>
            </p:nvGrpSpPr>
            <p:grpSpPr>
              <a:xfrm>
                <a:off x="-376743" y="5729416"/>
                <a:ext cx="283792" cy="283792"/>
                <a:chOff x="-510741" y="5913713"/>
                <a:chExt cx="267652" cy="267652"/>
              </a:xfrm>
            </p:grpSpPr>
            <p:sp>
              <p:nvSpPr>
                <p:cNvPr id="2687" name="Google Shape;2687;p37"/>
                <p:cNvSpPr/>
                <p:nvPr/>
              </p:nvSpPr>
              <p:spPr>
                <a:xfrm>
                  <a:off x="-491853" y="5932072"/>
                  <a:ext cx="230700" cy="230700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txBody>
                <a:bodyPr spcFirstLastPara="1" wrap="square" lIns="180000" tIns="180000" rIns="180000" bIns="180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88" name="Google Shape;2688;p37" descr="Informatie"/>
                <p:cNvSpPr/>
                <p:nvPr/>
              </p:nvSpPr>
              <p:spPr>
                <a:xfrm>
                  <a:off x="-510741" y="5913713"/>
                  <a:ext cx="267652" cy="2676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719" h="291719" extrusionOk="0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689" name="Google Shape;2689;p37"/>
              <p:cNvGrpSpPr/>
              <p:nvPr/>
            </p:nvGrpSpPr>
            <p:grpSpPr>
              <a:xfrm>
                <a:off x="-938434" y="6002732"/>
                <a:ext cx="627900" cy="576654"/>
                <a:chOff x="-938434" y="4570310"/>
                <a:chExt cx="627900" cy="576654"/>
              </a:xfrm>
            </p:grpSpPr>
            <p:grpSp>
              <p:nvGrpSpPr>
                <p:cNvPr id="2690" name="Google Shape;2690;p37"/>
                <p:cNvGrpSpPr/>
                <p:nvPr/>
              </p:nvGrpSpPr>
              <p:grpSpPr>
                <a:xfrm>
                  <a:off x="-716116" y="4570310"/>
                  <a:ext cx="169777" cy="242385"/>
                  <a:chOff x="4768" y="2783"/>
                  <a:chExt cx="788" cy="1125"/>
                </a:xfrm>
              </p:grpSpPr>
              <p:sp>
                <p:nvSpPr>
                  <p:cNvPr id="2691" name="Google Shape;2691;p37"/>
                  <p:cNvSpPr/>
                  <p:nvPr/>
                </p:nvSpPr>
                <p:spPr>
                  <a:xfrm>
                    <a:off x="5001" y="3186"/>
                    <a:ext cx="319" cy="2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9" h="288" extrusionOk="0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endParaRPr sz="300" b="0" i="0" u="none" strike="noStrike" cap="non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2692" name="Google Shape;2692;p37"/>
                  <p:cNvSpPr/>
                  <p:nvPr/>
                </p:nvSpPr>
                <p:spPr>
                  <a:xfrm>
                    <a:off x="5022" y="3796"/>
                    <a:ext cx="282" cy="1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1" h="100" extrusionOk="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endParaRPr sz="300" b="0" i="0" u="none" strike="noStrike" cap="non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2693" name="Google Shape;2693;p37"/>
                  <p:cNvSpPr/>
                  <p:nvPr/>
                </p:nvSpPr>
                <p:spPr>
                  <a:xfrm>
                    <a:off x="4768" y="2783"/>
                    <a:ext cx="788" cy="9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2" h="860" extrusionOk="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endParaRPr sz="300" b="0" i="0" u="none" strike="noStrike" cap="non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  <p:sp>
              <p:nvSpPr>
                <p:cNvPr id="2694" name="Google Shape;2694;p37"/>
                <p:cNvSpPr txBox="1"/>
                <p:nvPr/>
              </p:nvSpPr>
              <p:spPr>
                <a:xfrm>
                  <a:off x="-938434" y="4824764"/>
                  <a:ext cx="627900" cy="322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211F26"/>
                    </a:buClr>
                    <a:buSzPts val="1100"/>
                    <a:buFont typeface="Calibri"/>
                    <a:buNone/>
                  </a:pPr>
                  <a:r>
                    <a:rPr lang="en-US" sz="1100" b="0" i="0" u="none" strike="noStrike" cap="none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Inspiration</a:t>
                  </a:r>
                  <a:endParaRPr sz="1500"/>
                </a:p>
              </p:txBody>
            </p:sp>
          </p:grpSp>
          <p:sp>
            <p:nvSpPr>
              <p:cNvPr id="2695" name="Google Shape;2695;p37"/>
              <p:cNvSpPr/>
              <p:nvPr/>
            </p:nvSpPr>
            <p:spPr>
              <a:xfrm>
                <a:off x="-3603587" y="4396122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sz="1500"/>
              </a:p>
            </p:txBody>
          </p:sp>
          <p:sp>
            <p:nvSpPr>
              <p:cNvPr id="2696" name="Google Shape;2696;p37"/>
              <p:cNvSpPr/>
              <p:nvPr/>
            </p:nvSpPr>
            <p:spPr>
              <a:xfrm>
                <a:off x="-3319415" y="4396123"/>
                <a:ext cx="2944800" cy="49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At the section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‘Rows and columns’</a:t>
                </a: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you can delete or add rows and columns. Choose from the variety of options:</a:t>
                </a:r>
                <a:endParaRPr sz="1500"/>
              </a:p>
            </p:txBody>
          </p:sp>
          <p:grpSp>
            <p:nvGrpSpPr>
              <p:cNvPr id="2697" name="Google Shape;2697;p37"/>
              <p:cNvGrpSpPr/>
              <p:nvPr/>
            </p:nvGrpSpPr>
            <p:grpSpPr>
              <a:xfrm>
                <a:off x="-3415313" y="4996941"/>
                <a:ext cx="3013670" cy="673552"/>
                <a:chOff x="-3415313" y="4996941"/>
                <a:chExt cx="3013670" cy="673552"/>
              </a:xfrm>
            </p:grpSpPr>
            <p:grpSp>
              <p:nvGrpSpPr>
                <p:cNvPr id="2698" name="Google Shape;2698;p37"/>
                <p:cNvGrpSpPr/>
                <p:nvPr/>
              </p:nvGrpSpPr>
              <p:grpSpPr>
                <a:xfrm>
                  <a:off x="-3415313" y="5041676"/>
                  <a:ext cx="761400" cy="529478"/>
                  <a:chOff x="-3492543" y="5041676"/>
                  <a:chExt cx="761400" cy="529478"/>
                </a:xfrm>
              </p:grpSpPr>
              <p:grpSp>
                <p:nvGrpSpPr>
                  <p:cNvPr id="2699" name="Google Shape;2699;p37"/>
                  <p:cNvGrpSpPr/>
                  <p:nvPr/>
                </p:nvGrpSpPr>
                <p:grpSpPr>
                  <a:xfrm>
                    <a:off x="-3307834" y="5041676"/>
                    <a:ext cx="541855" cy="493410"/>
                    <a:chOff x="-3307743" y="4999319"/>
                    <a:chExt cx="719691" cy="655346"/>
                  </a:xfrm>
                </p:grpSpPr>
                <p:grpSp>
                  <p:nvGrpSpPr>
                    <p:cNvPr id="2700" name="Google Shape;2700;p37"/>
                    <p:cNvGrpSpPr/>
                    <p:nvPr/>
                  </p:nvGrpSpPr>
                  <p:grpSpPr>
                    <a:xfrm>
                      <a:off x="-3307743" y="4999319"/>
                      <a:ext cx="516924" cy="439500"/>
                      <a:chOff x="-3307743" y="4999319"/>
                      <a:chExt cx="516924" cy="439500"/>
                    </a:xfrm>
                  </p:grpSpPr>
                  <p:cxnSp>
                    <p:nvCxnSpPr>
                      <p:cNvPr id="2701" name="Google Shape;2701;p37"/>
                      <p:cNvCxnSpPr/>
                      <p:nvPr/>
                    </p:nvCxnSpPr>
                    <p:spPr>
                      <a:xfrm>
                        <a:off x="-3307743" y="5141843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702" name="Google Shape;2702;p37"/>
                      <p:cNvCxnSpPr/>
                      <p:nvPr/>
                    </p:nvCxnSpPr>
                    <p:spPr>
                      <a:xfrm>
                        <a:off x="-3307743" y="5290267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703" name="Google Shape;2703;p37"/>
                      <p:cNvCxnSpPr/>
                      <p:nvPr/>
                    </p:nvCxnSpPr>
                    <p:spPr>
                      <a:xfrm flipH="1">
                        <a:off x="-2969849" y="4999319"/>
                        <a:ext cx="1500" cy="4395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704" name="Google Shape;2704;p37"/>
                      <p:cNvCxnSpPr/>
                      <p:nvPr/>
                    </p:nvCxnSpPr>
                    <p:spPr>
                      <a:xfrm flipH="1">
                        <a:off x="-3142127" y="4999319"/>
                        <a:ext cx="1500" cy="4395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sp>
                    <p:nvSpPr>
                      <p:cNvPr id="2705" name="Google Shape;2705;p37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rgbClr val="6C6C6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706" name="Google Shape;2706;p37"/>
                    <p:cNvSpPr/>
                    <p:nvPr/>
                  </p:nvSpPr>
                  <p:spPr>
                    <a:xfrm rot="2700000">
                      <a:off x="-3022852" y="5219864"/>
                      <a:ext cx="360200" cy="3602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0000" h="360000" extrusionOk="0">
                          <a:moveTo>
                            <a:pt x="7908" y="160908"/>
                          </a:moveTo>
                          <a:cubicBezTo>
                            <a:pt x="12794" y="156022"/>
                            <a:pt x="19544" y="153000"/>
                            <a:pt x="27000" y="153000"/>
                          </a:cubicBezTo>
                          <a:lnTo>
                            <a:pt x="153000" y="153000"/>
                          </a:lnTo>
                          <a:lnTo>
                            <a:pt x="153000" y="27000"/>
                          </a:lnTo>
                          <a:cubicBezTo>
                            <a:pt x="153000" y="12088"/>
                            <a:pt x="165088" y="0"/>
                            <a:pt x="180000" y="0"/>
                          </a:cubicBezTo>
                          <a:cubicBezTo>
                            <a:pt x="194912" y="0"/>
                            <a:pt x="207000" y="12088"/>
                            <a:pt x="207000" y="27000"/>
                          </a:cubicBezTo>
                          <a:lnTo>
                            <a:pt x="207000" y="153000"/>
                          </a:lnTo>
                          <a:lnTo>
                            <a:pt x="333000" y="153000"/>
                          </a:lnTo>
                          <a:cubicBezTo>
                            <a:pt x="347912" y="153000"/>
                            <a:pt x="360000" y="165088"/>
                            <a:pt x="360000" y="180000"/>
                          </a:cubicBezTo>
                          <a:cubicBezTo>
                            <a:pt x="360000" y="194912"/>
                            <a:pt x="347912" y="207000"/>
                            <a:pt x="333000" y="207000"/>
                          </a:cubicBezTo>
                          <a:lnTo>
                            <a:pt x="207000" y="207000"/>
                          </a:lnTo>
                          <a:lnTo>
                            <a:pt x="207000" y="333000"/>
                          </a:lnTo>
                          <a:cubicBezTo>
                            <a:pt x="207000" y="347912"/>
                            <a:pt x="194912" y="360000"/>
                            <a:pt x="180000" y="360000"/>
                          </a:cubicBezTo>
                          <a:cubicBezTo>
                            <a:pt x="165088" y="360000"/>
                            <a:pt x="153000" y="347912"/>
                            <a:pt x="153000" y="333000"/>
                          </a:cubicBezTo>
                          <a:lnTo>
                            <a:pt x="153000" y="207000"/>
                          </a:lnTo>
                          <a:lnTo>
                            <a:pt x="27000" y="207000"/>
                          </a:lnTo>
                          <a:cubicBezTo>
                            <a:pt x="12088" y="207000"/>
                            <a:pt x="0" y="194912"/>
                            <a:pt x="0" y="180000"/>
                          </a:cubicBezTo>
                          <a:cubicBezTo>
                            <a:pt x="0" y="172544"/>
                            <a:pt x="3022" y="165794"/>
                            <a:pt x="7908" y="160908"/>
                          </a:cubicBezTo>
                          <a:close/>
                        </a:path>
                      </a:pathLst>
                    </a:custGeom>
                    <a:solidFill>
                      <a:srgbClr val="F0615F"/>
                    </a:solidFill>
                    <a:ln w="28575" cap="flat" cmpd="sng">
                      <a:solidFill>
                        <a:schemeClr val="lt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80000" tIns="180000" rIns="180000" bIns="180000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707" name="Google Shape;2707;p37"/>
                  <p:cNvSpPr txBox="1"/>
                  <p:nvPr/>
                </p:nvSpPr>
                <p:spPr>
                  <a:xfrm>
                    <a:off x="-3492543" y="5440654"/>
                    <a:ext cx="761400" cy="130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Delete</a:t>
                    </a:r>
                    <a:endParaRPr sz="1500"/>
                  </a:p>
                </p:txBody>
              </p:sp>
            </p:grpSp>
            <p:grpSp>
              <p:nvGrpSpPr>
                <p:cNvPr id="2708" name="Google Shape;2708;p37"/>
                <p:cNvGrpSpPr/>
                <p:nvPr/>
              </p:nvGrpSpPr>
              <p:grpSpPr>
                <a:xfrm>
                  <a:off x="-2582156" y="4996941"/>
                  <a:ext cx="572100" cy="673552"/>
                  <a:chOff x="-2709168" y="4996941"/>
                  <a:chExt cx="572100" cy="673552"/>
                </a:xfrm>
              </p:grpSpPr>
              <p:grpSp>
                <p:nvGrpSpPr>
                  <p:cNvPr id="2709" name="Google Shape;2709;p37"/>
                  <p:cNvGrpSpPr/>
                  <p:nvPr/>
                </p:nvGrpSpPr>
                <p:grpSpPr>
                  <a:xfrm>
                    <a:off x="-2610062" y="4996941"/>
                    <a:ext cx="389192" cy="375631"/>
                    <a:chOff x="-2542178" y="4939907"/>
                    <a:chExt cx="516924" cy="498913"/>
                  </a:xfrm>
                </p:grpSpPr>
                <p:sp>
                  <p:nvSpPr>
                    <p:cNvPr id="2710" name="Google Shape;2710;p37"/>
                    <p:cNvSpPr/>
                    <p:nvPr/>
                  </p:nvSpPr>
                  <p:spPr>
                    <a:xfrm>
                      <a:off x="-2538526" y="5145278"/>
                      <a:ext cx="510600" cy="150300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txBody>
                    <a:bodyPr spcFirstLastPara="1" wrap="square" lIns="180000" tIns="180000" rIns="180000" bIns="180000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2711" name="Google Shape;2711;p37"/>
                    <p:cNvGrpSpPr/>
                    <p:nvPr/>
                  </p:nvGrpSpPr>
                  <p:grpSpPr>
                    <a:xfrm>
                      <a:off x="-2542178" y="4999319"/>
                      <a:ext cx="516924" cy="439500"/>
                      <a:chOff x="-3307743" y="4999319"/>
                      <a:chExt cx="516924" cy="439500"/>
                    </a:xfrm>
                  </p:grpSpPr>
                  <p:cxnSp>
                    <p:nvCxnSpPr>
                      <p:cNvPr id="2712" name="Google Shape;2712;p37"/>
                      <p:cNvCxnSpPr/>
                      <p:nvPr/>
                    </p:nvCxnSpPr>
                    <p:spPr>
                      <a:xfrm>
                        <a:off x="-3307743" y="5141843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713" name="Google Shape;2713;p37"/>
                      <p:cNvCxnSpPr/>
                      <p:nvPr/>
                    </p:nvCxnSpPr>
                    <p:spPr>
                      <a:xfrm>
                        <a:off x="-3307743" y="5290267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714" name="Google Shape;2714;p37"/>
                      <p:cNvCxnSpPr/>
                      <p:nvPr/>
                    </p:nvCxnSpPr>
                    <p:spPr>
                      <a:xfrm>
                        <a:off x="-2969743" y="5295569"/>
                        <a:ext cx="0" cy="1431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715" name="Google Shape;2715;p37"/>
                      <p:cNvCxnSpPr/>
                      <p:nvPr/>
                    </p:nvCxnSpPr>
                    <p:spPr>
                      <a:xfrm>
                        <a:off x="-3142021" y="5295569"/>
                        <a:ext cx="0" cy="1431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sp>
                    <p:nvSpPr>
                      <p:cNvPr id="2716" name="Google Shape;2716;p37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rgbClr val="6C6C6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717" name="Google Shape;2717;p37"/>
                    <p:cNvSpPr/>
                    <p:nvPr/>
                  </p:nvSpPr>
                  <p:spPr>
                    <a:xfrm rot="-5400000">
                      <a:off x="-2415084" y="4945457"/>
                      <a:ext cx="278700" cy="267600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 cap="flat" cmpd="sng">
                      <a:solidFill>
                        <a:schemeClr val="lt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718" name="Google Shape;2718;p37"/>
                  <p:cNvSpPr txBox="1"/>
                  <p:nvPr/>
                </p:nvSpPr>
                <p:spPr>
                  <a:xfrm>
                    <a:off x="-2709168" y="5460793"/>
                    <a:ext cx="572100" cy="209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Insert Above</a:t>
                    </a:r>
                    <a:endParaRPr sz="1500"/>
                  </a:p>
                </p:txBody>
              </p:sp>
            </p:grpSp>
            <p:grpSp>
              <p:nvGrpSpPr>
                <p:cNvPr id="2719" name="Google Shape;2719;p37"/>
                <p:cNvGrpSpPr/>
                <p:nvPr/>
              </p:nvGrpSpPr>
              <p:grpSpPr>
                <a:xfrm>
                  <a:off x="-2036147" y="5039479"/>
                  <a:ext cx="572100" cy="631014"/>
                  <a:chOff x="-2099568" y="5039479"/>
                  <a:chExt cx="572100" cy="631014"/>
                </a:xfrm>
              </p:grpSpPr>
              <p:grpSp>
                <p:nvGrpSpPr>
                  <p:cNvPr id="2720" name="Google Shape;2720;p37"/>
                  <p:cNvGrpSpPr/>
                  <p:nvPr/>
                </p:nvGrpSpPr>
                <p:grpSpPr>
                  <a:xfrm rot="10800000">
                    <a:off x="-2004273" y="5039479"/>
                    <a:ext cx="389192" cy="375631"/>
                    <a:chOff x="-2542178" y="4939907"/>
                    <a:chExt cx="516924" cy="498913"/>
                  </a:xfrm>
                </p:grpSpPr>
                <p:sp>
                  <p:nvSpPr>
                    <p:cNvPr id="2721" name="Google Shape;2721;p37"/>
                    <p:cNvSpPr/>
                    <p:nvPr/>
                  </p:nvSpPr>
                  <p:spPr>
                    <a:xfrm>
                      <a:off x="-2538526" y="5145278"/>
                      <a:ext cx="510600" cy="135600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txBody>
                    <a:bodyPr spcFirstLastPara="1" wrap="square" lIns="180000" tIns="180000" rIns="180000" bIns="180000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2722" name="Google Shape;2722;p37"/>
                    <p:cNvGrpSpPr/>
                    <p:nvPr/>
                  </p:nvGrpSpPr>
                  <p:grpSpPr>
                    <a:xfrm>
                      <a:off x="-2542178" y="4999319"/>
                      <a:ext cx="516924" cy="439500"/>
                      <a:chOff x="-3307743" y="4999319"/>
                      <a:chExt cx="516924" cy="439500"/>
                    </a:xfrm>
                  </p:grpSpPr>
                  <p:cxnSp>
                    <p:nvCxnSpPr>
                      <p:cNvPr id="2723" name="Google Shape;2723;p37"/>
                      <p:cNvCxnSpPr/>
                      <p:nvPr/>
                    </p:nvCxnSpPr>
                    <p:spPr>
                      <a:xfrm>
                        <a:off x="-3307743" y="5141843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724" name="Google Shape;2724;p37"/>
                      <p:cNvCxnSpPr/>
                      <p:nvPr/>
                    </p:nvCxnSpPr>
                    <p:spPr>
                      <a:xfrm>
                        <a:off x="-3307743" y="5290267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725" name="Google Shape;2725;p37"/>
                      <p:cNvCxnSpPr/>
                      <p:nvPr/>
                    </p:nvCxnSpPr>
                    <p:spPr>
                      <a:xfrm>
                        <a:off x="-2969743" y="5295569"/>
                        <a:ext cx="0" cy="1431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726" name="Google Shape;2726;p37"/>
                      <p:cNvCxnSpPr/>
                      <p:nvPr/>
                    </p:nvCxnSpPr>
                    <p:spPr>
                      <a:xfrm>
                        <a:off x="-3142021" y="5295569"/>
                        <a:ext cx="0" cy="1431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sp>
                    <p:nvSpPr>
                      <p:cNvPr id="2727" name="Google Shape;2727;p37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rgbClr val="6C6C6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728" name="Google Shape;2728;p37"/>
                    <p:cNvSpPr/>
                    <p:nvPr/>
                  </p:nvSpPr>
                  <p:spPr>
                    <a:xfrm rot="-5400000">
                      <a:off x="-2415084" y="4945457"/>
                      <a:ext cx="278700" cy="267600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 cap="flat" cmpd="sng">
                      <a:solidFill>
                        <a:schemeClr val="lt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729" name="Google Shape;2729;p37"/>
                  <p:cNvSpPr txBox="1"/>
                  <p:nvPr/>
                </p:nvSpPr>
                <p:spPr>
                  <a:xfrm>
                    <a:off x="-2099568" y="5460793"/>
                    <a:ext cx="572100" cy="209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Insert Below</a:t>
                    </a:r>
                    <a:endParaRPr sz="1500"/>
                  </a:p>
                </p:txBody>
              </p:sp>
            </p:grpSp>
            <p:grpSp>
              <p:nvGrpSpPr>
                <p:cNvPr id="2730" name="Google Shape;2730;p37"/>
                <p:cNvGrpSpPr/>
                <p:nvPr/>
              </p:nvGrpSpPr>
              <p:grpSpPr>
                <a:xfrm>
                  <a:off x="-1497156" y="5039474"/>
                  <a:ext cx="572100" cy="631019"/>
                  <a:chOff x="-1501387" y="5039474"/>
                  <a:chExt cx="572100" cy="631019"/>
                </a:xfrm>
              </p:grpSpPr>
              <p:grpSp>
                <p:nvGrpSpPr>
                  <p:cNvPr id="2731" name="Google Shape;2731;p37"/>
                  <p:cNvGrpSpPr/>
                  <p:nvPr/>
                </p:nvGrpSpPr>
                <p:grpSpPr>
                  <a:xfrm rot="10800000">
                    <a:off x="-1453828" y="5039474"/>
                    <a:ext cx="426866" cy="332957"/>
                    <a:chOff x="-2542179" y="4996586"/>
                    <a:chExt cx="566963" cy="442233"/>
                  </a:xfrm>
                </p:grpSpPr>
                <p:sp>
                  <p:nvSpPr>
                    <p:cNvPr id="2732" name="Google Shape;2732;p37"/>
                    <p:cNvSpPr/>
                    <p:nvPr/>
                  </p:nvSpPr>
                  <p:spPr>
                    <a:xfrm>
                      <a:off x="-2375154" y="4996588"/>
                      <a:ext cx="165900" cy="435900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txBody>
                    <a:bodyPr spcFirstLastPara="1" wrap="square" lIns="180000" tIns="180000" rIns="180000" bIns="180000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2733" name="Google Shape;2733;p37"/>
                    <p:cNvGrpSpPr/>
                    <p:nvPr/>
                  </p:nvGrpSpPr>
                  <p:grpSpPr>
                    <a:xfrm>
                      <a:off x="-2542179" y="4996586"/>
                      <a:ext cx="516925" cy="442233"/>
                      <a:chOff x="-3307744" y="4996586"/>
                      <a:chExt cx="516925" cy="442233"/>
                    </a:xfrm>
                  </p:grpSpPr>
                  <p:cxnSp>
                    <p:nvCxnSpPr>
                      <p:cNvPr id="2734" name="Google Shape;2734;p37"/>
                      <p:cNvCxnSpPr/>
                      <p:nvPr/>
                    </p:nvCxnSpPr>
                    <p:spPr>
                      <a:xfrm>
                        <a:off x="-3307744" y="5141843"/>
                        <a:ext cx="1623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735" name="Google Shape;2735;p37"/>
                      <p:cNvCxnSpPr/>
                      <p:nvPr/>
                    </p:nvCxnSpPr>
                    <p:spPr>
                      <a:xfrm>
                        <a:off x="-3307744" y="5290267"/>
                        <a:ext cx="1671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736" name="Google Shape;2736;p37"/>
                      <p:cNvCxnSpPr/>
                      <p:nvPr/>
                    </p:nvCxnSpPr>
                    <p:spPr>
                      <a:xfrm>
                        <a:off x="-2969743" y="5001324"/>
                        <a:ext cx="0" cy="4374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737" name="Google Shape;2737;p37"/>
                      <p:cNvCxnSpPr/>
                      <p:nvPr/>
                    </p:nvCxnSpPr>
                    <p:spPr>
                      <a:xfrm>
                        <a:off x="-3142021" y="4996586"/>
                        <a:ext cx="0" cy="4422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sp>
                    <p:nvSpPr>
                      <p:cNvPr id="2738" name="Google Shape;2738;p37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rgbClr val="6C6C6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739" name="Google Shape;2739;p37"/>
                    <p:cNvSpPr/>
                    <p:nvPr/>
                  </p:nvSpPr>
                  <p:spPr>
                    <a:xfrm>
                      <a:off x="-2253916" y="5077408"/>
                      <a:ext cx="278700" cy="267600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 cap="flat" cmpd="sng">
                      <a:solidFill>
                        <a:schemeClr val="lt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740" name="Google Shape;2740;p37"/>
                  <p:cNvSpPr txBox="1"/>
                  <p:nvPr/>
                </p:nvSpPr>
                <p:spPr>
                  <a:xfrm>
                    <a:off x="-1501387" y="5460793"/>
                    <a:ext cx="572100" cy="209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Insert </a:t>
                    </a:r>
                    <a:b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</a:br>
                    <a: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Left</a:t>
                    </a:r>
                    <a:endParaRPr sz="1500"/>
                  </a:p>
                </p:txBody>
              </p:sp>
            </p:grpSp>
            <p:grpSp>
              <p:nvGrpSpPr>
                <p:cNvPr id="2741" name="Google Shape;2741;p37"/>
                <p:cNvGrpSpPr/>
                <p:nvPr/>
              </p:nvGrpSpPr>
              <p:grpSpPr>
                <a:xfrm>
                  <a:off x="-973743" y="5039474"/>
                  <a:ext cx="572100" cy="631019"/>
                  <a:chOff x="-961551" y="5039474"/>
                  <a:chExt cx="572100" cy="631019"/>
                </a:xfrm>
              </p:grpSpPr>
              <p:grpSp>
                <p:nvGrpSpPr>
                  <p:cNvPr id="2742" name="Google Shape;2742;p37"/>
                  <p:cNvGrpSpPr/>
                  <p:nvPr/>
                </p:nvGrpSpPr>
                <p:grpSpPr>
                  <a:xfrm rot="10800000" flipH="1">
                    <a:off x="-868898" y="5039474"/>
                    <a:ext cx="426866" cy="332957"/>
                    <a:chOff x="-2542179" y="4996586"/>
                    <a:chExt cx="566963" cy="442233"/>
                  </a:xfrm>
                </p:grpSpPr>
                <p:sp>
                  <p:nvSpPr>
                    <p:cNvPr id="2743" name="Google Shape;2743;p37"/>
                    <p:cNvSpPr/>
                    <p:nvPr/>
                  </p:nvSpPr>
                  <p:spPr>
                    <a:xfrm>
                      <a:off x="-2375154" y="4996588"/>
                      <a:ext cx="165900" cy="435900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txBody>
                    <a:bodyPr spcFirstLastPara="1" wrap="square" lIns="180000" tIns="180000" rIns="180000" bIns="180000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2744" name="Google Shape;2744;p37"/>
                    <p:cNvGrpSpPr/>
                    <p:nvPr/>
                  </p:nvGrpSpPr>
                  <p:grpSpPr>
                    <a:xfrm>
                      <a:off x="-2542179" y="4996586"/>
                      <a:ext cx="516925" cy="442233"/>
                      <a:chOff x="-3307744" y="4996586"/>
                      <a:chExt cx="516925" cy="442233"/>
                    </a:xfrm>
                  </p:grpSpPr>
                  <p:cxnSp>
                    <p:nvCxnSpPr>
                      <p:cNvPr id="2745" name="Google Shape;2745;p37"/>
                      <p:cNvCxnSpPr/>
                      <p:nvPr/>
                    </p:nvCxnSpPr>
                    <p:spPr>
                      <a:xfrm>
                        <a:off x="-3307744" y="5141843"/>
                        <a:ext cx="1623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746" name="Google Shape;2746;p37"/>
                      <p:cNvCxnSpPr/>
                      <p:nvPr/>
                    </p:nvCxnSpPr>
                    <p:spPr>
                      <a:xfrm>
                        <a:off x="-3307744" y="5290267"/>
                        <a:ext cx="1671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747" name="Google Shape;2747;p37"/>
                      <p:cNvCxnSpPr/>
                      <p:nvPr/>
                    </p:nvCxnSpPr>
                    <p:spPr>
                      <a:xfrm>
                        <a:off x="-2969743" y="5001324"/>
                        <a:ext cx="0" cy="4374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748" name="Google Shape;2748;p37"/>
                      <p:cNvCxnSpPr/>
                      <p:nvPr/>
                    </p:nvCxnSpPr>
                    <p:spPr>
                      <a:xfrm>
                        <a:off x="-3142021" y="4996586"/>
                        <a:ext cx="0" cy="4422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sp>
                    <p:nvSpPr>
                      <p:cNvPr id="2749" name="Google Shape;2749;p37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rgbClr val="6C6C6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750" name="Google Shape;2750;p37"/>
                    <p:cNvSpPr/>
                    <p:nvPr/>
                  </p:nvSpPr>
                  <p:spPr>
                    <a:xfrm>
                      <a:off x="-2253916" y="5077408"/>
                      <a:ext cx="278700" cy="267600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 cap="flat" cmpd="sng">
                      <a:solidFill>
                        <a:schemeClr val="lt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751" name="Google Shape;2751;p37"/>
                  <p:cNvSpPr txBox="1"/>
                  <p:nvPr/>
                </p:nvSpPr>
                <p:spPr>
                  <a:xfrm>
                    <a:off x="-961551" y="5460793"/>
                    <a:ext cx="572100" cy="209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Insert</a:t>
                    </a:r>
                    <a:b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</a:br>
                    <a: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Right</a:t>
                    </a:r>
                    <a:endParaRPr sz="1500"/>
                  </a:p>
                </p:txBody>
              </p:sp>
            </p:grpSp>
          </p:grpSp>
        </p:grpSp>
      </p:grpSp>
      <p:sp>
        <p:nvSpPr>
          <p:cNvPr id="2752" name="Google Shape;2752;p37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753" name="Google Shape;2753;p37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754" name="Google Shape;2754;p37"/>
          <p:cNvSpPr/>
          <p:nvPr/>
        </p:nvSpPr>
        <p:spPr>
          <a:xfrm>
            <a:off x="708207" y="1587316"/>
            <a:ext cx="5256000" cy="4218000"/>
          </a:xfrm>
          <a:prstGeom prst="roundRect">
            <a:avLst>
              <a:gd name="adj" fmla="val 3563"/>
            </a:avLst>
          </a:prstGeom>
          <a:solidFill>
            <a:schemeClr val="lt2">
              <a:alpha val="20000"/>
            </a:schemeClr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2755" name="Google Shape;2755;p37"/>
          <p:cNvSpPr txBox="1">
            <a:spLocks noGrp="1"/>
          </p:cNvSpPr>
          <p:nvPr>
            <p:ph type="body" idx="3"/>
          </p:nvPr>
        </p:nvSpPr>
        <p:spPr>
          <a:xfrm>
            <a:off x="865163" y="1768035"/>
            <a:ext cx="4906800" cy="38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756" name="Google Shape;2756;p37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2757" name="Google Shape;2757;p37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2758" name="Google Shape;2758;p37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2759" name="Google Shape;2759;p37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2760" name="Google Shape;2760;p37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2761" name="Google Shape;2761;p37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2762" name="Google Shape;2762;p37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2763" name="Google Shape;2763;p37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2764" name="Google Shape;2764;p37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2765" name="Google Shape;2765;p37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2766" name="Google Shape;2766;p37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2767" name="Google Shape;2767;p37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2768" name="Google Shape;2768;p37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2769" name="Google Shape;2769;p37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2770" name="Google Shape;2770;p37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2771" name="Google Shape;2771;p37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2772" name="Google Shape;2772;p37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2773" name="Google Shape;2773;p37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2774" name="Google Shape;2774;p37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2775" name="Google Shape;2775;p37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2776" name="Google Shape;2776;p37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2777" name="Google Shape;2777;p37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2778" name="Google Shape;2778;p37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2779" name="Google Shape;2779;p37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2780" name="Google Shape;2780;p37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1" name="Google Shape;2781;p37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82" name="Google Shape;2782;p37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2783" name="Google Shape;2783;p37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2784" name="Google Shape;2784;p37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785" name="Google Shape;2785;p37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2786" name="Google Shape;2786;p37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2787" name="Google Shape;2787;p37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788" name="Google Shape;2788;p37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789" name="Google Shape;2789;p37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790" name="Google Shape;2790;p37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791" name="Google Shape;2791;p37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792" name="Google Shape;2792;p37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793" name="Google Shape;2793;p37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2794" name="Google Shape;2794;p37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2795" name="Google Shape;2795;p37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796" name="Google Shape;2796;p37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797" name="Google Shape;2797;p37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798" name="Google Shape;2798;p37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799" name="Google Shape;2799;p37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800" name="Google Shape;2800;p37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801" name="Google Shape;2801;p37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2802" name="Google Shape;2802;p37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2803" name="Google Shape;2803;p37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2804" name="Google Shape;2804;p37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2805" name="Google Shape;2805;p37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2806" name="Google Shape;2806;p37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807" name="Google Shape;2807;p37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2808" name="Google Shape;2808;p37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809" name="Google Shape;2809;p37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810" name="Google Shape;2810;p37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811" name="Google Shape;2811;p37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812" name="Google Shape;2812;p37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813" name="Google Shape;2813;p37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814" name="Google Shape;2814;p37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2815" name="Google Shape;2815;p37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816" name="Google Shape;2816;p37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2817" name="Google Shape;2817;p37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818" name="Google Shape;2818;p37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819" name="Google Shape;2819;p37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820" name="Google Shape;2820;p37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821" name="Google Shape;2821;p37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822" name="Google Shape;2822;p37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823" name="Google Shape;2823;p37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2824" name="Google Shape;2824;p37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2825" name="Google Shape;2825;p37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826" name="Google Shape;2826;p37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827" name="Google Shape;2827;p37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2828" name="Google Shape;2828;p37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">
  <p:cSld name="Table">
    <p:spTree>
      <p:nvGrpSpPr>
        <p:cNvPr id="1" name="Shape 2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0" name="Google Shape;2830;p38"/>
          <p:cNvSpPr/>
          <p:nvPr/>
        </p:nvSpPr>
        <p:spPr>
          <a:xfrm>
            <a:off x="0" y="-367937"/>
            <a:ext cx="4491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Table</a:t>
            </a:r>
            <a:endParaRPr sz="1500"/>
          </a:p>
        </p:txBody>
      </p:sp>
      <p:grpSp>
        <p:nvGrpSpPr>
          <p:cNvPr id="2831" name="Google Shape;2831;p38"/>
          <p:cNvGrpSpPr/>
          <p:nvPr/>
        </p:nvGrpSpPr>
        <p:grpSpPr>
          <a:xfrm>
            <a:off x="12377323" y="-12068"/>
            <a:ext cx="3693486" cy="6705423"/>
            <a:chOff x="-3786437" y="-12068"/>
            <a:chExt cx="3693486" cy="6705423"/>
          </a:xfrm>
        </p:grpSpPr>
        <p:grpSp>
          <p:nvGrpSpPr>
            <p:cNvPr id="2832" name="Google Shape;2832;p38"/>
            <p:cNvGrpSpPr/>
            <p:nvPr/>
          </p:nvGrpSpPr>
          <p:grpSpPr>
            <a:xfrm>
              <a:off x="-3784148" y="-12068"/>
              <a:ext cx="3592800" cy="3238800"/>
              <a:chOff x="-3784148" y="-12068"/>
              <a:chExt cx="3592800" cy="3238800"/>
            </a:xfrm>
          </p:grpSpPr>
          <p:sp>
            <p:nvSpPr>
              <p:cNvPr id="2833" name="Google Shape;2833;p38"/>
              <p:cNvSpPr/>
              <p:nvPr/>
            </p:nvSpPr>
            <p:spPr>
              <a:xfrm>
                <a:off x="-3784148" y="-12068"/>
                <a:ext cx="3592800" cy="32388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ECECE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44000" rIns="180000" bIns="14400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cap="none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FORMAT TABLE</a:t>
                </a:r>
                <a:endParaRPr sz="1500"/>
              </a:p>
            </p:txBody>
          </p:sp>
          <p:sp>
            <p:nvSpPr>
              <p:cNvPr id="2834" name="Google Shape;2834;p38"/>
              <p:cNvSpPr/>
              <p:nvPr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500"/>
              </a:p>
            </p:txBody>
          </p:sp>
          <p:sp>
            <p:nvSpPr>
              <p:cNvPr id="2835" name="Google Shape;2835;p38"/>
              <p:cNvSpPr/>
              <p:nvPr/>
            </p:nvSpPr>
            <p:spPr>
              <a:xfrm>
                <a:off x="-3319415" y="465324"/>
                <a:ext cx="2944800" cy="49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When you want to change the lay-out of the table, select the preferred part of the table and go to the tab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‘Format’.</a:t>
                </a:r>
                <a:endParaRPr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836" name="Google Shape;2836;p38"/>
              <p:cNvGrpSpPr/>
              <p:nvPr/>
            </p:nvGrpSpPr>
            <p:grpSpPr>
              <a:xfrm>
                <a:off x="-3312582" y="1060763"/>
                <a:ext cx="576000" cy="246726"/>
                <a:chOff x="-3312582" y="1060763"/>
                <a:chExt cx="576000" cy="246726"/>
              </a:xfrm>
            </p:grpSpPr>
            <p:sp>
              <p:nvSpPr>
                <p:cNvPr id="2837" name="Google Shape;2837;p38"/>
                <p:cNvSpPr/>
                <p:nvPr/>
              </p:nvSpPr>
              <p:spPr>
                <a:xfrm>
                  <a:off x="-3312582" y="1060763"/>
                  <a:ext cx="576000" cy="215400"/>
                </a:xfrm>
                <a:prstGeom prst="rect">
                  <a:avLst/>
                </a:prstGeom>
                <a:solidFill>
                  <a:srgbClr val="F8F8F8"/>
                </a:solidFill>
                <a:ln w="9525" cap="flat" cmpd="sng">
                  <a:solidFill>
                    <a:srgbClr val="F2F2F2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18000" rIns="0" bIns="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100" b="1">
                      <a:solidFill>
                        <a:srgbClr val="B74629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Format</a:t>
                  </a:r>
                  <a:endParaRPr sz="1500"/>
                </a:p>
              </p:txBody>
            </p:sp>
            <p:sp>
              <p:nvSpPr>
                <p:cNvPr id="2838" name="Google Shape;2838;p38"/>
                <p:cNvSpPr/>
                <p:nvPr/>
              </p:nvSpPr>
              <p:spPr>
                <a:xfrm>
                  <a:off x="-3312582" y="1280189"/>
                  <a:ext cx="576000" cy="27300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839" name="Google Shape;2839;p38"/>
              <p:cNvSpPr/>
              <p:nvPr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sz="1500"/>
              </a:p>
            </p:txBody>
          </p:sp>
          <p:sp>
            <p:nvSpPr>
              <p:cNvPr id="2840" name="Google Shape;2840;p38"/>
              <p:cNvSpPr/>
              <p:nvPr/>
            </p:nvSpPr>
            <p:spPr>
              <a:xfrm>
                <a:off x="-3319415" y="1493636"/>
                <a:ext cx="2944800" cy="81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Under this tab you can choose a different fill colour at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‘Shading’</a:t>
                </a: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 You can choose a border format as well. Find and edit this at the section 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‘Draw borders’ </a:t>
                </a: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and apply this to the table by clicking on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‘Borders’.</a:t>
                </a:r>
                <a:endParaRPr sz="1500"/>
              </a:p>
            </p:txBody>
          </p:sp>
          <p:grpSp>
            <p:nvGrpSpPr>
              <p:cNvPr id="2841" name="Google Shape;2841;p38"/>
              <p:cNvGrpSpPr/>
              <p:nvPr/>
            </p:nvGrpSpPr>
            <p:grpSpPr>
              <a:xfrm>
                <a:off x="-3314820" y="2412753"/>
                <a:ext cx="1026133" cy="627498"/>
                <a:chOff x="-3314820" y="2412753"/>
                <a:chExt cx="1026133" cy="627498"/>
              </a:xfrm>
            </p:grpSpPr>
            <p:sp>
              <p:nvSpPr>
                <p:cNvPr id="2842" name="Google Shape;2842;p38"/>
                <p:cNvSpPr/>
                <p:nvPr/>
              </p:nvSpPr>
              <p:spPr>
                <a:xfrm>
                  <a:off x="-3314820" y="2412753"/>
                  <a:ext cx="998400" cy="531000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>
                  <a:solidFill>
                    <a:srgbClr val="D1D1D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8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3" name="Google Shape;2843;p38"/>
                <p:cNvSpPr/>
                <p:nvPr/>
              </p:nvSpPr>
              <p:spPr>
                <a:xfrm>
                  <a:off x="-3304719" y="2684815"/>
                  <a:ext cx="983100" cy="254100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4" name="Google Shape;2844;p38"/>
                <p:cNvSpPr txBox="1"/>
                <p:nvPr/>
              </p:nvSpPr>
              <p:spPr>
                <a:xfrm>
                  <a:off x="-3083201" y="2494002"/>
                  <a:ext cx="635700" cy="126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Shading</a:t>
                  </a:r>
                  <a:endParaRPr sz="1500"/>
                </a:p>
              </p:txBody>
            </p:sp>
            <p:sp>
              <p:nvSpPr>
                <p:cNvPr id="2845" name="Google Shape;2845;p38"/>
                <p:cNvSpPr/>
                <p:nvPr/>
              </p:nvSpPr>
              <p:spPr>
                <a:xfrm>
                  <a:off x="-2385518" y="2861602"/>
                  <a:ext cx="96831" cy="1786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280" h="1624084" extrusionOk="0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80000" tIns="180000" rIns="180000" bIns="180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846" name="Google Shape;2846;p38"/>
                <p:cNvGrpSpPr/>
                <p:nvPr/>
              </p:nvGrpSpPr>
              <p:grpSpPr>
                <a:xfrm>
                  <a:off x="-3259490" y="2463168"/>
                  <a:ext cx="173114" cy="167982"/>
                  <a:chOff x="-916832" y="3037554"/>
                  <a:chExt cx="193489" cy="187752"/>
                </a:xfrm>
              </p:grpSpPr>
              <p:sp>
                <p:nvSpPr>
                  <p:cNvPr id="2847" name="Google Shape;2847;p38"/>
                  <p:cNvSpPr/>
                  <p:nvPr/>
                </p:nvSpPr>
                <p:spPr>
                  <a:xfrm>
                    <a:off x="-804124" y="3081338"/>
                    <a:ext cx="80781" cy="1214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0781" h="121443" extrusionOk="0">
                        <a:moveTo>
                          <a:pt x="30217" y="50006"/>
                        </a:moveTo>
                        <a:lnTo>
                          <a:pt x="34979" y="121443"/>
                        </a:lnTo>
                        <a:lnTo>
                          <a:pt x="80222" y="52387"/>
                        </a:lnTo>
                        <a:cubicBezTo>
                          <a:pt x="84191" y="29368"/>
                          <a:pt x="66729" y="1588"/>
                          <a:pt x="37360" y="0"/>
                        </a:cubicBezTo>
                        <a:cubicBezTo>
                          <a:pt x="-43602" y="21431"/>
                          <a:pt x="32598" y="33337"/>
                          <a:pt x="30217" y="50006"/>
                        </a:cubicBezTo>
                        <a:close/>
                      </a:path>
                    </a:pathLst>
                  </a:custGeom>
                  <a:solidFill>
                    <a:srgbClr val="366FA8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900"/>
                      <a:buFont typeface="Calibri"/>
                      <a:buNone/>
                    </a:pPr>
                    <a:endParaRPr sz="900" b="1" i="0" u="none" strike="noStrike" cap="none">
                      <a:solidFill>
                        <a:srgbClr val="000000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2848" name="Google Shape;2848;p38"/>
                  <p:cNvSpPr/>
                  <p:nvPr/>
                </p:nvSpPr>
                <p:spPr>
                  <a:xfrm rot="2904560">
                    <a:off x="-887721" y="3085744"/>
                    <a:ext cx="99879" cy="122824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rgbClr val="FFFFFF"/>
                  </a:solidFill>
                  <a:ln w="12700" cap="flat" cmpd="sng">
                    <a:solidFill>
                      <a:srgbClr val="81818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10800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700"/>
                      <a:buFont typeface="Calibri"/>
                      <a:buNone/>
                    </a:pPr>
                    <a:endParaRPr sz="7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49" name="Google Shape;2849;p38"/>
                  <p:cNvSpPr/>
                  <p:nvPr/>
                </p:nvSpPr>
                <p:spPr>
                  <a:xfrm>
                    <a:off x="-894646" y="3037554"/>
                    <a:ext cx="64776" cy="858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422" h="78381" extrusionOk="0">
                        <a:moveTo>
                          <a:pt x="219" y="78381"/>
                        </a:moveTo>
                        <a:cubicBezTo>
                          <a:pt x="-1454" y="18717"/>
                          <a:pt x="6534" y="-324"/>
                          <a:pt x="20468" y="5"/>
                        </a:cubicBezTo>
                        <a:cubicBezTo>
                          <a:pt x="34402" y="334"/>
                          <a:pt x="43874" y="23658"/>
                          <a:pt x="39229" y="67295"/>
                        </a:cubicBezTo>
                      </a:path>
                    </a:pathLst>
                  </a:custGeom>
                  <a:noFill/>
                  <a:ln w="12700" cap="flat" cmpd="sng">
                    <a:solidFill>
                      <a:srgbClr val="81818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10800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700"/>
                      <a:buFont typeface="Calibri"/>
                      <a:buNone/>
                    </a:pPr>
                    <a:endParaRPr sz="7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850" name="Google Shape;2850;p38"/>
                <p:cNvSpPr/>
                <p:nvPr/>
              </p:nvSpPr>
              <p:spPr>
                <a:xfrm rot="10800000">
                  <a:off x="-2528817" y="2540092"/>
                  <a:ext cx="94800" cy="50400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144000" tIns="144000" rIns="144000" bIns="144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endParaRPr sz="1100" b="0" i="0" u="none" strike="noStrike" cap="non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851" name="Google Shape;2851;p38"/>
                <p:cNvSpPr txBox="1"/>
                <p:nvPr/>
              </p:nvSpPr>
              <p:spPr>
                <a:xfrm>
                  <a:off x="-3083201" y="2750275"/>
                  <a:ext cx="635700" cy="126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Borders</a:t>
                  </a:r>
                  <a:endParaRPr sz="1500"/>
                </a:p>
              </p:txBody>
            </p:sp>
            <p:sp>
              <p:nvSpPr>
                <p:cNvPr id="2852" name="Google Shape;2852;p38"/>
                <p:cNvSpPr/>
                <p:nvPr/>
              </p:nvSpPr>
              <p:spPr>
                <a:xfrm rot="10800000">
                  <a:off x="-2528817" y="2796365"/>
                  <a:ext cx="94800" cy="50400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144000" tIns="144000" rIns="144000" bIns="144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endParaRPr sz="1100" b="0" i="0" u="none" strike="noStrike" cap="non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2853" name="Google Shape;2853;p38"/>
                <p:cNvGrpSpPr/>
                <p:nvPr/>
              </p:nvGrpSpPr>
              <p:grpSpPr>
                <a:xfrm>
                  <a:off x="-3250430" y="2732610"/>
                  <a:ext cx="164183" cy="164183"/>
                  <a:chOff x="-3258612" y="2724389"/>
                  <a:chExt cx="180600" cy="180600"/>
                </a:xfrm>
              </p:grpSpPr>
              <p:sp>
                <p:nvSpPr>
                  <p:cNvPr id="2854" name="Google Shape;2854;p38"/>
                  <p:cNvSpPr/>
                  <p:nvPr/>
                </p:nvSpPr>
                <p:spPr>
                  <a:xfrm>
                    <a:off x="-3258612" y="2724389"/>
                    <a:ext cx="180600" cy="180600"/>
                  </a:xfrm>
                  <a:prstGeom prst="rect">
                    <a:avLst/>
                  </a:prstGeom>
                  <a:noFill/>
                  <a:ln w="12700" cap="flat" cmpd="sng">
                    <a:solidFill>
                      <a:srgbClr val="818181"/>
                    </a:solidFill>
                    <a:prstDash val="dot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180000" tIns="180000" rIns="180000" bIns="1800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600" cap="non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2855" name="Google Shape;2855;p38"/>
                  <p:cNvCxnSpPr>
                    <a:stCxn id="2854" idx="0"/>
                    <a:endCxn id="2854" idx="2"/>
                  </p:cNvCxnSpPr>
                  <p:nvPr/>
                </p:nvCxnSpPr>
                <p:spPr>
                  <a:xfrm>
                    <a:off x="-3168312" y="2724389"/>
                    <a:ext cx="0" cy="180600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rgbClr val="818181"/>
                    </a:solidFill>
                    <a:prstDash val="dot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856" name="Google Shape;2856;p38"/>
                  <p:cNvCxnSpPr>
                    <a:stCxn id="2854" idx="1"/>
                    <a:endCxn id="2854" idx="3"/>
                  </p:cNvCxnSpPr>
                  <p:nvPr/>
                </p:nvCxnSpPr>
                <p:spPr>
                  <a:xfrm>
                    <a:off x="-3258612" y="2814689"/>
                    <a:ext cx="180600" cy="0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rgbClr val="818181"/>
                    </a:solidFill>
                    <a:prstDash val="dot"/>
                    <a:miter lim="800000"/>
                    <a:headEnd type="none" w="sm" len="sm"/>
                    <a:tailEnd type="none" w="sm" len="sm"/>
                  </a:ln>
                </p:spPr>
              </p:cxnSp>
            </p:grpSp>
          </p:grpSp>
        </p:grpSp>
        <p:grpSp>
          <p:nvGrpSpPr>
            <p:cNvPr id="2857" name="Google Shape;2857;p38"/>
            <p:cNvGrpSpPr/>
            <p:nvPr/>
          </p:nvGrpSpPr>
          <p:grpSpPr>
            <a:xfrm>
              <a:off x="-3786437" y="3410167"/>
              <a:ext cx="3693486" cy="3283188"/>
              <a:chOff x="-3786437" y="3410167"/>
              <a:chExt cx="3693486" cy="3283188"/>
            </a:xfrm>
          </p:grpSpPr>
          <p:sp>
            <p:nvSpPr>
              <p:cNvPr id="2858" name="Google Shape;2858;p38"/>
              <p:cNvSpPr/>
              <p:nvPr/>
            </p:nvSpPr>
            <p:spPr>
              <a:xfrm>
                <a:off x="-3786165" y="3410167"/>
                <a:ext cx="3593100" cy="26415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ECECE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44000" rIns="180000" bIns="14400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cap="none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EDIT TABLE</a:t>
                </a:r>
                <a:endParaRPr sz="1500"/>
              </a:p>
            </p:txBody>
          </p:sp>
          <p:sp>
            <p:nvSpPr>
              <p:cNvPr id="2859" name="Google Shape;2859;p38"/>
              <p:cNvSpPr/>
              <p:nvPr/>
            </p:nvSpPr>
            <p:spPr>
              <a:xfrm>
                <a:off x="-3603587" y="3874766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500"/>
              </a:p>
            </p:txBody>
          </p:sp>
          <p:sp>
            <p:nvSpPr>
              <p:cNvPr id="2860" name="Google Shape;2860;p38"/>
              <p:cNvSpPr/>
              <p:nvPr/>
            </p:nvSpPr>
            <p:spPr>
              <a:xfrm>
                <a:off x="-3319416" y="3874767"/>
                <a:ext cx="3008700" cy="32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Select the preferred number of rows and/or columns of the table and go to the tab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‘Layout’</a:t>
                </a: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sz="1500"/>
              </a:p>
            </p:txBody>
          </p:sp>
          <p:sp>
            <p:nvSpPr>
              <p:cNvPr id="2861" name="Google Shape;2861;p38"/>
              <p:cNvSpPr/>
              <p:nvPr/>
            </p:nvSpPr>
            <p:spPr>
              <a:xfrm>
                <a:off x="-3786437" y="5865355"/>
                <a:ext cx="3593700" cy="828000"/>
              </a:xfrm>
              <a:prstGeom prst="rect">
                <a:avLst/>
              </a:prstGeom>
              <a:solidFill>
                <a:srgbClr val="ECECEC"/>
              </a:solidFill>
              <a:ln w="9525" cap="flat" cmpd="sng">
                <a:solidFill>
                  <a:srgbClr val="ECECE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44000" rIns="180000" bIns="1440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WANT TO KNOW MORE?</a:t>
                </a:r>
                <a:b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Go to the tab</a:t>
                </a:r>
                <a: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'SLIDEBUILDER’ </a:t>
                </a: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and click</a:t>
                </a:r>
                <a:b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on the button </a:t>
                </a:r>
                <a: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‘INSPIRATION'</a:t>
                </a:r>
                <a:endParaRPr sz="1500"/>
              </a:p>
            </p:txBody>
          </p:sp>
          <p:grpSp>
            <p:nvGrpSpPr>
              <p:cNvPr id="2862" name="Google Shape;2862;p38"/>
              <p:cNvGrpSpPr/>
              <p:nvPr/>
            </p:nvGrpSpPr>
            <p:grpSpPr>
              <a:xfrm>
                <a:off x="-376743" y="5729416"/>
                <a:ext cx="283792" cy="283792"/>
                <a:chOff x="-510741" y="5913713"/>
                <a:chExt cx="267652" cy="267652"/>
              </a:xfrm>
            </p:grpSpPr>
            <p:sp>
              <p:nvSpPr>
                <p:cNvPr id="2863" name="Google Shape;2863;p38"/>
                <p:cNvSpPr/>
                <p:nvPr/>
              </p:nvSpPr>
              <p:spPr>
                <a:xfrm>
                  <a:off x="-491853" y="5932072"/>
                  <a:ext cx="230700" cy="230700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txBody>
                <a:bodyPr spcFirstLastPara="1" wrap="square" lIns="180000" tIns="180000" rIns="180000" bIns="180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64" name="Google Shape;2864;p38" descr="Informatie"/>
                <p:cNvSpPr/>
                <p:nvPr/>
              </p:nvSpPr>
              <p:spPr>
                <a:xfrm>
                  <a:off x="-510741" y="5913713"/>
                  <a:ext cx="267652" cy="2676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719" h="291719" extrusionOk="0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865" name="Google Shape;2865;p38"/>
              <p:cNvGrpSpPr/>
              <p:nvPr/>
            </p:nvGrpSpPr>
            <p:grpSpPr>
              <a:xfrm>
                <a:off x="-938434" y="6002732"/>
                <a:ext cx="627900" cy="576654"/>
                <a:chOff x="-938434" y="4570310"/>
                <a:chExt cx="627900" cy="576654"/>
              </a:xfrm>
            </p:grpSpPr>
            <p:grpSp>
              <p:nvGrpSpPr>
                <p:cNvPr id="2866" name="Google Shape;2866;p38"/>
                <p:cNvGrpSpPr/>
                <p:nvPr/>
              </p:nvGrpSpPr>
              <p:grpSpPr>
                <a:xfrm>
                  <a:off x="-716116" y="4570310"/>
                  <a:ext cx="169777" cy="242385"/>
                  <a:chOff x="4768" y="2783"/>
                  <a:chExt cx="788" cy="1125"/>
                </a:xfrm>
              </p:grpSpPr>
              <p:sp>
                <p:nvSpPr>
                  <p:cNvPr id="2867" name="Google Shape;2867;p38"/>
                  <p:cNvSpPr/>
                  <p:nvPr/>
                </p:nvSpPr>
                <p:spPr>
                  <a:xfrm>
                    <a:off x="5001" y="3186"/>
                    <a:ext cx="319" cy="2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9" h="288" extrusionOk="0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endParaRPr sz="300" b="0" i="0" u="none" strike="noStrike" cap="non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2868" name="Google Shape;2868;p38"/>
                  <p:cNvSpPr/>
                  <p:nvPr/>
                </p:nvSpPr>
                <p:spPr>
                  <a:xfrm>
                    <a:off x="5022" y="3796"/>
                    <a:ext cx="282" cy="1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1" h="100" extrusionOk="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endParaRPr sz="300" b="0" i="0" u="none" strike="noStrike" cap="non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2869" name="Google Shape;2869;p38"/>
                  <p:cNvSpPr/>
                  <p:nvPr/>
                </p:nvSpPr>
                <p:spPr>
                  <a:xfrm>
                    <a:off x="4768" y="2783"/>
                    <a:ext cx="788" cy="9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2" h="860" extrusionOk="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endParaRPr sz="300" b="0" i="0" u="none" strike="noStrike" cap="non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  <p:sp>
              <p:nvSpPr>
                <p:cNvPr id="2870" name="Google Shape;2870;p38"/>
                <p:cNvSpPr txBox="1"/>
                <p:nvPr/>
              </p:nvSpPr>
              <p:spPr>
                <a:xfrm>
                  <a:off x="-938434" y="4824764"/>
                  <a:ext cx="627900" cy="322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211F26"/>
                    </a:buClr>
                    <a:buSzPts val="1100"/>
                    <a:buFont typeface="Calibri"/>
                    <a:buNone/>
                  </a:pPr>
                  <a:r>
                    <a:rPr lang="en-US" sz="1100" b="0" i="0" u="none" strike="noStrike" cap="none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Inspiration</a:t>
                  </a:r>
                  <a:endParaRPr sz="1500"/>
                </a:p>
              </p:txBody>
            </p:sp>
          </p:grpSp>
          <p:sp>
            <p:nvSpPr>
              <p:cNvPr id="2871" name="Google Shape;2871;p38"/>
              <p:cNvSpPr/>
              <p:nvPr/>
            </p:nvSpPr>
            <p:spPr>
              <a:xfrm>
                <a:off x="-3603587" y="4396122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sz="1500"/>
              </a:p>
            </p:txBody>
          </p:sp>
          <p:sp>
            <p:nvSpPr>
              <p:cNvPr id="2872" name="Google Shape;2872;p38"/>
              <p:cNvSpPr/>
              <p:nvPr/>
            </p:nvSpPr>
            <p:spPr>
              <a:xfrm>
                <a:off x="-3319415" y="4396123"/>
                <a:ext cx="2944800" cy="49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At the section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‘Rows and columns’</a:t>
                </a: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you can delete or add rows and columns. Choose from the variety of options:</a:t>
                </a:r>
                <a:endParaRPr sz="1500"/>
              </a:p>
            </p:txBody>
          </p:sp>
          <p:grpSp>
            <p:nvGrpSpPr>
              <p:cNvPr id="2873" name="Google Shape;2873;p38"/>
              <p:cNvGrpSpPr/>
              <p:nvPr/>
            </p:nvGrpSpPr>
            <p:grpSpPr>
              <a:xfrm>
                <a:off x="-3415313" y="4996941"/>
                <a:ext cx="3013670" cy="673552"/>
                <a:chOff x="-3415313" y="4996941"/>
                <a:chExt cx="3013670" cy="673552"/>
              </a:xfrm>
            </p:grpSpPr>
            <p:grpSp>
              <p:nvGrpSpPr>
                <p:cNvPr id="2874" name="Google Shape;2874;p38"/>
                <p:cNvGrpSpPr/>
                <p:nvPr/>
              </p:nvGrpSpPr>
              <p:grpSpPr>
                <a:xfrm>
                  <a:off x="-3415313" y="5041676"/>
                  <a:ext cx="761400" cy="529478"/>
                  <a:chOff x="-3492543" y="5041676"/>
                  <a:chExt cx="761400" cy="529478"/>
                </a:xfrm>
              </p:grpSpPr>
              <p:grpSp>
                <p:nvGrpSpPr>
                  <p:cNvPr id="2875" name="Google Shape;2875;p38"/>
                  <p:cNvGrpSpPr/>
                  <p:nvPr/>
                </p:nvGrpSpPr>
                <p:grpSpPr>
                  <a:xfrm>
                    <a:off x="-3307834" y="5041676"/>
                    <a:ext cx="541855" cy="493410"/>
                    <a:chOff x="-3307743" y="4999319"/>
                    <a:chExt cx="719691" cy="655346"/>
                  </a:xfrm>
                </p:grpSpPr>
                <p:grpSp>
                  <p:nvGrpSpPr>
                    <p:cNvPr id="2876" name="Google Shape;2876;p38"/>
                    <p:cNvGrpSpPr/>
                    <p:nvPr/>
                  </p:nvGrpSpPr>
                  <p:grpSpPr>
                    <a:xfrm>
                      <a:off x="-3307743" y="4999319"/>
                      <a:ext cx="516924" cy="439500"/>
                      <a:chOff x="-3307743" y="4999319"/>
                      <a:chExt cx="516924" cy="439500"/>
                    </a:xfrm>
                  </p:grpSpPr>
                  <p:cxnSp>
                    <p:nvCxnSpPr>
                      <p:cNvPr id="2877" name="Google Shape;2877;p38"/>
                      <p:cNvCxnSpPr/>
                      <p:nvPr/>
                    </p:nvCxnSpPr>
                    <p:spPr>
                      <a:xfrm>
                        <a:off x="-3307743" y="5141843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878" name="Google Shape;2878;p38"/>
                      <p:cNvCxnSpPr/>
                      <p:nvPr/>
                    </p:nvCxnSpPr>
                    <p:spPr>
                      <a:xfrm>
                        <a:off x="-3307743" y="5290267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879" name="Google Shape;2879;p38"/>
                      <p:cNvCxnSpPr/>
                      <p:nvPr/>
                    </p:nvCxnSpPr>
                    <p:spPr>
                      <a:xfrm flipH="1">
                        <a:off x="-2969849" y="4999319"/>
                        <a:ext cx="1500" cy="4395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880" name="Google Shape;2880;p38"/>
                      <p:cNvCxnSpPr/>
                      <p:nvPr/>
                    </p:nvCxnSpPr>
                    <p:spPr>
                      <a:xfrm flipH="1">
                        <a:off x="-3142127" y="4999319"/>
                        <a:ext cx="1500" cy="4395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sp>
                    <p:nvSpPr>
                      <p:cNvPr id="2881" name="Google Shape;2881;p38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rgbClr val="6C6C6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882" name="Google Shape;2882;p38"/>
                    <p:cNvSpPr/>
                    <p:nvPr/>
                  </p:nvSpPr>
                  <p:spPr>
                    <a:xfrm rot="2700000">
                      <a:off x="-3022852" y="5219864"/>
                      <a:ext cx="360200" cy="3602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0000" h="360000" extrusionOk="0">
                          <a:moveTo>
                            <a:pt x="7908" y="160908"/>
                          </a:moveTo>
                          <a:cubicBezTo>
                            <a:pt x="12794" y="156022"/>
                            <a:pt x="19544" y="153000"/>
                            <a:pt x="27000" y="153000"/>
                          </a:cubicBezTo>
                          <a:lnTo>
                            <a:pt x="153000" y="153000"/>
                          </a:lnTo>
                          <a:lnTo>
                            <a:pt x="153000" y="27000"/>
                          </a:lnTo>
                          <a:cubicBezTo>
                            <a:pt x="153000" y="12088"/>
                            <a:pt x="165088" y="0"/>
                            <a:pt x="180000" y="0"/>
                          </a:cubicBezTo>
                          <a:cubicBezTo>
                            <a:pt x="194912" y="0"/>
                            <a:pt x="207000" y="12088"/>
                            <a:pt x="207000" y="27000"/>
                          </a:cubicBezTo>
                          <a:lnTo>
                            <a:pt x="207000" y="153000"/>
                          </a:lnTo>
                          <a:lnTo>
                            <a:pt x="333000" y="153000"/>
                          </a:lnTo>
                          <a:cubicBezTo>
                            <a:pt x="347912" y="153000"/>
                            <a:pt x="360000" y="165088"/>
                            <a:pt x="360000" y="180000"/>
                          </a:cubicBezTo>
                          <a:cubicBezTo>
                            <a:pt x="360000" y="194912"/>
                            <a:pt x="347912" y="207000"/>
                            <a:pt x="333000" y="207000"/>
                          </a:cubicBezTo>
                          <a:lnTo>
                            <a:pt x="207000" y="207000"/>
                          </a:lnTo>
                          <a:lnTo>
                            <a:pt x="207000" y="333000"/>
                          </a:lnTo>
                          <a:cubicBezTo>
                            <a:pt x="207000" y="347912"/>
                            <a:pt x="194912" y="360000"/>
                            <a:pt x="180000" y="360000"/>
                          </a:cubicBezTo>
                          <a:cubicBezTo>
                            <a:pt x="165088" y="360000"/>
                            <a:pt x="153000" y="347912"/>
                            <a:pt x="153000" y="333000"/>
                          </a:cubicBezTo>
                          <a:lnTo>
                            <a:pt x="153000" y="207000"/>
                          </a:lnTo>
                          <a:lnTo>
                            <a:pt x="27000" y="207000"/>
                          </a:lnTo>
                          <a:cubicBezTo>
                            <a:pt x="12088" y="207000"/>
                            <a:pt x="0" y="194912"/>
                            <a:pt x="0" y="180000"/>
                          </a:cubicBezTo>
                          <a:cubicBezTo>
                            <a:pt x="0" y="172544"/>
                            <a:pt x="3022" y="165794"/>
                            <a:pt x="7908" y="160908"/>
                          </a:cubicBezTo>
                          <a:close/>
                        </a:path>
                      </a:pathLst>
                    </a:custGeom>
                    <a:solidFill>
                      <a:srgbClr val="F0615F"/>
                    </a:solidFill>
                    <a:ln w="28575" cap="flat" cmpd="sng">
                      <a:solidFill>
                        <a:schemeClr val="lt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80000" tIns="180000" rIns="180000" bIns="180000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883" name="Google Shape;2883;p38"/>
                  <p:cNvSpPr txBox="1"/>
                  <p:nvPr/>
                </p:nvSpPr>
                <p:spPr>
                  <a:xfrm>
                    <a:off x="-3492543" y="5440654"/>
                    <a:ext cx="761400" cy="130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Delete</a:t>
                    </a:r>
                    <a:endParaRPr sz="1500"/>
                  </a:p>
                </p:txBody>
              </p:sp>
            </p:grpSp>
            <p:grpSp>
              <p:nvGrpSpPr>
                <p:cNvPr id="2884" name="Google Shape;2884;p38"/>
                <p:cNvGrpSpPr/>
                <p:nvPr/>
              </p:nvGrpSpPr>
              <p:grpSpPr>
                <a:xfrm>
                  <a:off x="-2582156" y="4996941"/>
                  <a:ext cx="572100" cy="673552"/>
                  <a:chOff x="-2709168" y="4996941"/>
                  <a:chExt cx="572100" cy="673552"/>
                </a:xfrm>
              </p:grpSpPr>
              <p:grpSp>
                <p:nvGrpSpPr>
                  <p:cNvPr id="2885" name="Google Shape;2885;p38"/>
                  <p:cNvGrpSpPr/>
                  <p:nvPr/>
                </p:nvGrpSpPr>
                <p:grpSpPr>
                  <a:xfrm>
                    <a:off x="-2610062" y="4996941"/>
                    <a:ext cx="389192" cy="375631"/>
                    <a:chOff x="-2542178" y="4939907"/>
                    <a:chExt cx="516924" cy="498913"/>
                  </a:xfrm>
                </p:grpSpPr>
                <p:sp>
                  <p:nvSpPr>
                    <p:cNvPr id="2886" name="Google Shape;2886;p38"/>
                    <p:cNvSpPr/>
                    <p:nvPr/>
                  </p:nvSpPr>
                  <p:spPr>
                    <a:xfrm>
                      <a:off x="-2538526" y="5145278"/>
                      <a:ext cx="510600" cy="150300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txBody>
                    <a:bodyPr spcFirstLastPara="1" wrap="square" lIns="180000" tIns="180000" rIns="180000" bIns="180000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2887" name="Google Shape;2887;p38"/>
                    <p:cNvGrpSpPr/>
                    <p:nvPr/>
                  </p:nvGrpSpPr>
                  <p:grpSpPr>
                    <a:xfrm>
                      <a:off x="-2542178" y="4999319"/>
                      <a:ext cx="516924" cy="439500"/>
                      <a:chOff x="-3307743" y="4999319"/>
                      <a:chExt cx="516924" cy="439500"/>
                    </a:xfrm>
                  </p:grpSpPr>
                  <p:cxnSp>
                    <p:nvCxnSpPr>
                      <p:cNvPr id="2888" name="Google Shape;2888;p38"/>
                      <p:cNvCxnSpPr/>
                      <p:nvPr/>
                    </p:nvCxnSpPr>
                    <p:spPr>
                      <a:xfrm>
                        <a:off x="-3307743" y="5141843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889" name="Google Shape;2889;p38"/>
                      <p:cNvCxnSpPr/>
                      <p:nvPr/>
                    </p:nvCxnSpPr>
                    <p:spPr>
                      <a:xfrm>
                        <a:off x="-3307743" y="5290267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890" name="Google Shape;2890;p38"/>
                      <p:cNvCxnSpPr/>
                      <p:nvPr/>
                    </p:nvCxnSpPr>
                    <p:spPr>
                      <a:xfrm>
                        <a:off x="-2969743" y="5295569"/>
                        <a:ext cx="0" cy="1431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891" name="Google Shape;2891;p38"/>
                      <p:cNvCxnSpPr/>
                      <p:nvPr/>
                    </p:nvCxnSpPr>
                    <p:spPr>
                      <a:xfrm>
                        <a:off x="-3142021" y="5295569"/>
                        <a:ext cx="0" cy="1431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sp>
                    <p:nvSpPr>
                      <p:cNvPr id="2892" name="Google Shape;2892;p38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rgbClr val="6C6C6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893" name="Google Shape;2893;p38"/>
                    <p:cNvSpPr/>
                    <p:nvPr/>
                  </p:nvSpPr>
                  <p:spPr>
                    <a:xfrm rot="-5400000">
                      <a:off x="-2415084" y="4945457"/>
                      <a:ext cx="278700" cy="267600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 cap="flat" cmpd="sng">
                      <a:solidFill>
                        <a:schemeClr val="lt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894" name="Google Shape;2894;p38"/>
                  <p:cNvSpPr txBox="1"/>
                  <p:nvPr/>
                </p:nvSpPr>
                <p:spPr>
                  <a:xfrm>
                    <a:off x="-2709168" y="5460793"/>
                    <a:ext cx="572100" cy="209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Insert Above</a:t>
                    </a:r>
                    <a:endParaRPr sz="1500"/>
                  </a:p>
                </p:txBody>
              </p:sp>
            </p:grpSp>
            <p:grpSp>
              <p:nvGrpSpPr>
                <p:cNvPr id="2895" name="Google Shape;2895;p38"/>
                <p:cNvGrpSpPr/>
                <p:nvPr/>
              </p:nvGrpSpPr>
              <p:grpSpPr>
                <a:xfrm>
                  <a:off x="-2036147" y="5039479"/>
                  <a:ext cx="572100" cy="631014"/>
                  <a:chOff x="-2099568" y="5039479"/>
                  <a:chExt cx="572100" cy="631014"/>
                </a:xfrm>
              </p:grpSpPr>
              <p:grpSp>
                <p:nvGrpSpPr>
                  <p:cNvPr id="2896" name="Google Shape;2896;p38"/>
                  <p:cNvGrpSpPr/>
                  <p:nvPr/>
                </p:nvGrpSpPr>
                <p:grpSpPr>
                  <a:xfrm rot="10800000">
                    <a:off x="-2004273" y="5039479"/>
                    <a:ext cx="389192" cy="375631"/>
                    <a:chOff x="-2542178" y="4939907"/>
                    <a:chExt cx="516924" cy="498913"/>
                  </a:xfrm>
                </p:grpSpPr>
                <p:sp>
                  <p:nvSpPr>
                    <p:cNvPr id="2897" name="Google Shape;2897;p38"/>
                    <p:cNvSpPr/>
                    <p:nvPr/>
                  </p:nvSpPr>
                  <p:spPr>
                    <a:xfrm>
                      <a:off x="-2538526" y="5145278"/>
                      <a:ext cx="510600" cy="135600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txBody>
                    <a:bodyPr spcFirstLastPara="1" wrap="square" lIns="180000" tIns="180000" rIns="180000" bIns="180000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2898" name="Google Shape;2898;p38"/>
                    <p:cNvGrpSpPr/>
                    <p:nvPr/>
                  </p:nvGrpSpPr>
                  <p:grpSpPr>
                    <a:xfrm>
                      <a:off x="-2542178" y="4999319"/>
                      <a:ext cx="516924" cy="439500"/>
                      <a:chOff x="-3307743" y="4999319"/>
                      <a:chExt cx="516924" cy="439500"/>
                    </a:xfrm>
                  </p:grpSpPr>
                  <p:cxnSp>
                    <p:nvCxnSpPr>
                      <p:cNvPr id="2899" name="Google Shape;2899;p38"/>
                      <p:cNvCxnSpPr/>
                      <p:nvPr/>
                    </p:nvCxnSpPr>
                    <p:spPr>
                      <a:xfrm>
                        <a:off x="-3307743" y="5141843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900" name="Google Shape;2900;p38"/>
                      <p:cNvCxnSpPr/>
                      <p:nvPr/>
                    </p:nvCxnSpPr>
                    <p:spPr>
                      <a:xfrm>
                        <a:off x="-3307743" y="5290267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901" name="Google Shape;2901;p38"/>
                      <p:cNvCxnSpPr/>
                      <p:nvPr/>
                    </p:nvCxnSpPr>
                    <p:spPr>
                      <a:xfrm>
                        <a:off x="-2969743" y="5295569"/>
                        <a:ext cx="0" cy="1431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902" name="Google Shape;2902;p38"/>
                      <p:cNvCxnSpPr/>
                      <p:nvPr/>
                    </p:nvCxnSpPr>
                    <p:spPr>
                      <a:xfrm>
                        <a:off x="-3142021" y="5295569"/>
                        <a:ext cx="0" cy="1431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sp>
                    <p:nvSpPr>
                      <p:cNvPr id="2903" name="Google Shape;2903;p38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rgbClr val="6C6C6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904" name="Google Shape;2904;p38"/>
                    <p:cNvSpPr/>
                    <p:nvPr/>
                  </p:nvSpPr>
                  <p:spPr>
                    <a:xfrm rot="-5400000">
                      <a:off x="-2415084" y="4945457"/>
                      <a:ext cx="278700" cy="267600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 cap="flat" cmpd="sng">
                      <a:solidFill>
                        <a:schemeClr val="lt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905" name="Google Shape;2905;p38"/>
                  <p:cNvSpPr txBox="1"/>
                  <p:nvPr/>
                </p:nvSpPr>
                <p:spPr>
                  <a:xfrm>
                    <a:off x="-2099568" y="5460793"/>
                    <a:ext cx="572100" cy="209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Insert Below</a:t>
                    </a:r>
                    <a:endParaRPr sz="1500"/>
                  </a:p>
                </p:txBody>
              </p:sp>
            </p:grpSp>
            <p:grpSp>
              <p:nvGrpSpPr>
                <p:cNvPr id="2906" name="Google Shape;2906;p38"/>
                <p:cNvGrpSpPr/>
                <p:nvPr/>
              </p:nvGrpSpPr>
              <p:grpSpPr>
                <a:xfrm>
                  <a:off x="-1497156" y="5039474"/>
                  <a:ext cx="572100" cy="631019"/>
                  <a:chOff x="-1501387" y="5039474"/>
                  <a:chExt cx="572100" cy="631019"/>
                </a:xfrm>
              </p:grpSpPr>
              <p:grpSp>
                <p:nvGrpSpPr>
                  <p:cNvPr id="2907" name="Google Shape;2907;p38"/>
                  <p:cNvGrpSpPr/>
                  <p:nvPr/>
                </p:nvGrpSpPr>
                <p:grpSpPr>
                  <a:xfrm rot="10800000">
                    <a:off x="-1453828" y="5039474"/>
                    <a:ext cx="426866" cy="332957"/>
                    <a:chOff x="-2542179" y="4996586"/>
                    <a:chExt cx="566963" cy="442233"/>
                  </a:xfrm>
                </p:grpSpPr>
                <p:sp>
                  <p:nvSpPr>
                    <p:cNvPr id="2908" name="Google Shape;2908;p38"/>
                    <p:cNvSpPr/>
                    <p:nvPr/>
                  </p:nvSpPr>
                  <p:spPr>
                    <a:xfrm>
                      <a:off x="-2375154" y="4996588"/>
                      <a:ext cx="165900" cy="435900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txBody>
                    <a:bodyPr spcFirstLastPara="1" wrap="square" lIns="180000" tIns="180000" rIns="180000" bIns="180000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2909" name="Google Shape;2909;p38"/>
                    <p:cNvGrpSpPr/>
                    <p:nvPr/>
                  </p:nvGrpSpPr>
                  <p:grpSpPr>
                    <a:xfrm>
                      <a:off x="-2542179" y="4996586"/>
                      <a:ext cx="516925" cy="442233"/>
                      <a:chOff x="-3307744" y="4996586"/>
                      <a:chExt cx="516925" cy="442233"/>
                    </a:xfrm>
                  </p:grpSpPr>
                  <p:cxnSp>
                    <p:nvCxnSpPr>
                      <p:cNvPr id="2910" name="Google Shape;2910;p38"/>
                      <p:cNvCxnSpPr/>
                      <p:nvPr/>
                    </p:nvCxnSpPr>
                    <p:spPr>
                      <a:xfrm>
                        <a:off x="-3307744" y="5141843"/>
                        <a:ext cx="1623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911" name="Google Shape;2911;p38"/>
                      <p:cNvCxnSpPr/>
                      <p:nvPr/>
                    </p:nvCxnSpPr>
                    <p:spPr>
                      <a:xfrm>
                        <a:off x="-3307744" y="5290267"/>
                        <a:ext cx="1671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912" name="Google Shape;2912;p38"/>
                      <p:cNvCxnSpPr/>
                      <p:nvPr/>
                    </p:nvCxnSpPr>
                    <p:spPr>
                      <a:xfrm>
                        <a:off x="-2969743" y="5001324"/>
                        <a:ext cx="0" cy="4374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913" name="Google Shape;2913;p38"/>
                      <p:cNvCxnSpPr/>
                      <p:nvPr/>
                    </p:nvCxnSpPr>
                    <p:spPr>
                      <a:xfrm>
                        <a:off x="-3142021" y="4996586"/>
                        <a:ext cx="0" cy="4422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sp>
                    <p:nvSpPr>
                      <p:cNvPr id="2914" name="Google Shape;2914;p38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rgbClr val="6C6C6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915" name="Google Shape;2915;p38"/>
                    <p:cNvSpPr/>
                    <p:nvPr/>
                  </p:nvSpPr>
                  <p:spPr>
                    <a:xfrm>
                      <a:off x="-2253916" y="5077408"/>
                      <a:ext cx="278700" cy="267600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 cap="flat" cmpd="sng">
                      <a:solidFill>
                        <a:schemeClr val="lt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916" name="Google Shape;2916;p38"/>
                  <p:cNvSpPr txBox="1"/>
                  <p:nvPr/>
                </p:nvSpPr>
                <p:spPr>
                  <a:xfrm>
                    <a:off x="-1501387" y="5460793"/>
                    <a:ext cx="572100" cy="209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Insert </a:t>
                    </a:r>
                    <a:b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</a:br>
                    <a: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Left</a:t>
                    </a:r>
                    <a:endParaRPr sz="1500"/>
                  </a:p>
                </p:txBody>
              </p:sp>
            </p:grpSp>
            <p:grpSp>
              <p:nvGrpSpPr>
                <p:cNvPr id="2917" name="Google Shape;2917;p38"/>
                <p:cNvGrpSpPr/>
                <p:nvPr/>
              </p:nvGrpSpPr>
              <p:grpSpPr>
                <a:xfrm>
                  <a:off x="-973743" y="5039474"/>
                  <a:ext cx="572100" cy="631019"/>
                  <a:chOff x="-961551" y="5039474"/>
                  <a:chExt cx="572100" cy="631019"/>
                </a:xfrm>
              </p:grpSpPr>
              <p:grpSp>
                <p:nvGrpSpPr>
                  <p:cNvPr id="2918" name="Google Shape;2918;p38"/>
                  <p:cNvGrpSpPr/>
                  <p:nvPr/>
                </p:nvGrpSpPr>
                <p:grpSpPr>
                  <a:xfrm rot="10800000" flipH="1">
                    <a:off x="-868898" y="5039474"/>
                    <a:ext cx="426866" cy="332957"/>
                    <a:chOff x="-2542179" y="4996586"/>
                    <a:chExt cx="566963" cy="442233"/>
                  </a:xfrm>
                </p:grpSpPr>
                <p:sp>
                  <p:nvSpPr>
                    <p:cNvPr id="2919" name="Google Shape;2919;p38"/>
                    <p:cNvSpPr/>
                    <p:nvPr/>
                  </p:nvSpPr>
                  <p:spPr>
                    <a:xfrm>
                      <a:off x="-2375154" y="4996588"/>
                      <a:ext cx="165900" cy="435900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txBody>
                    <a:bodyPr spcFirstLastPara="1" wrap="square" lIns="180000" tIns="180000" rIns="180000" bIns="180000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2920" name="Google Shape;2920;p38"/>
                    <p:cNvGrpSpPr/>
                    <p:nvPr/>
                  </p:nvGrpSpPr>
                  <p:grpSpPr>
                    <a:xfrm>
                      <a:off x="-2542179" y="4996586"/>
                      <a:ext cx="516925" cy="442233"/>
                      <a:chOff x="-3307744" y="4996586"/>
                      <a:chExt cx="516925" cy="442233"/>
                    </a:xfrm>
                  </p:grpSpPr>
                  <p:cxnSp>
                    <p:nvCxnSpPr>
                      <p:cNvPr id="2921" name="Google Shape;2921;p38"/>
                      <p:cNvCxnSpPr/>
                      <p:nvPr/>
                    </p:nvCxnSpPr>
                    <p:spPr>
                      <a:xfrm>
                        <a:off x="-3307744" y="5141843"/>
                        <a:ext cx="1623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922" name="Google Shape;2922;p38"/>
                      <p:cNvCxnSpPr/>
                      <p:nvPr/>
                    </p:nvCxnSpPr>
                    <p:spPr>
                      <a:xfrm>
                        <a:off x="-3307744" y="5290267"/>
                        <a:ext cx="1671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923" name="Google Shape;2923;p38"/>
                      <p:cNvCxnSpPr/>
                      <p:nvPr/>
                    </p:nvCxnSpPr>
                    <p:spPr>
                      <a:xfrm>
                        <a:off x="-2969743" y="5001324"/>
                        <a:ext cx="0" cy="4374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924" name="Google Shape;2924;p38"/>
                      <p:cNvCxnSpPr/>
                      <p:nvPr/>
                    </p:nvCxnSpPr>
                    <p:spPr>
                      <a:xfrm>
                        <a:off x="-3142021" y="4996586"/>
                        <a:ext cx="0" cy="4422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sp>
                    <p:nvSpPr>
                      <p:cNvPr id="2925" name="Google Shape;2925;p38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rgbClr val="6C6C6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926" name="Google Shape;2926;p38"/>
                    <p:cNvSpPr/>
                    <p:nvPr/>
                  </p:nvSpPr>
                  <p:spPr>
                    <a:xfrm>
                      <a:off x="-2253916" y="5077408"/>
                      <a:ext cx="278700" cy="267600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 cap="flat" cmpd="sng">
                      <a:solidFill>
                        <a:schemeClr val="lt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927" name="Google Shape;2927;p38"/>
                  <p:cNvSpPr txBox="1"/>
                  <p:nvPr/>
                </p:nvSpPr>
                <p:spPr>
                  <a:xfrm>
                    <a:off x="-961551" y="5460793"/>
                    <a:ext cx="572100" cy="209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Insert</a:t>
                    </a:r>
                    <a:b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</a:br>
                    <a: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Right</a:t>
                    </a:r>
                    <a:endParaRPr sz="1500"/>
                  </a:p>
                </p:txBody>
              </p:sp>
            </p:grpSp>
          </p:grpSp>
        </p:grpSp>
      </p:grpSp>
      <p:sp>
        <p:nvSpPr>
          <p:cNvPr id="2928" name="Google Shape;2928;p38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929" name="Google Shape;2929;p38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930" name="Google Shape;2930;p38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">
  <p:cSld name="Video">
    <p:spTree>
      <p:nvGrpSpPr>
        <p:cNvPr id="1" name="Shape 2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2" name="Google Shape;2932;p39"/>
          <p:cNvSpPr>
            <a:spLocks noGrp="1"/>
          </p:cNvSpPr>
          <p:nvPr>
            <p:ph type="media" idx="2"/>
          </p:nvPr>
        </p:nvSpPr>
        <p:spPr>
          <a:xfrm>
            <a:off x="193040" y="208281"/>
            <a:ext cx="11805900" cy="644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1080000" anchor="ctr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  <a:defRPr sz="1200" b="0" i="1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Clr>
                <a:schemeClr val="dk2"/>
              </a:buClr>
              <a:buSzPts val="16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33" name="Google Shape;2933;p39"/>
          <p:cNvSpPr/>
          <p:nvPr/>
        </p:nvSpPr>
        <p:spPr>
          <a:xfrm>
            <a:off x="0" y="-367937"/>
            <a:ext cx="4953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Video</a:t>
            </a:r>
            <a:endParaRPr sz="1500"/>
          </a:p>
        </p:txBody>
      </p:sp>
      <p:sp>
        <p:nvSpPr>
          <p:cNvPr id="2934" name="Google Shape;2934;p39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935" name="Google Shape;2935;p39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936" name="Google Shape;2936;p39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2937" name="Google Shape;2937;p39"/>
          <p:cNvGrpSpPr/>
          <p:nvPr/>
        </p:nvGrpSpPr>
        <p:grpSpPr>
          <a:xfrm>
            <a:off x="12377595" y="0"/>
            <a:ext cx="3693214" cy="6680351"/>
            <a:chOff x="-3786165" y="0"/>
            <a:chExt cx="3693214" cy="6680351"/>
          </a:xfrm>
        </p:grpSpPr>
        <p:sp>
          <p:nvSpPr>
            <p:cNvPr id="2938" name="Google Shape;2938;p39"/>
            <p:cNvSpPr/>
            <p:nvPr/>
          </p:nvSpPr>
          <p:spPr>
            <a:xfrm>
              <a:off x="-3786165" y="0"/>
              <a:ext cx="3593100" cy="5936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 VIDEO</a:t>
              </a:r>
              <a:endParaRPr sz="1500"/>
            </a:p>
          </p:txBody>
        </p:sp>
        <p:sp>
          <p:nvSpPr>
            <p:cNvPr id="2939" name="Google Shape;2939;p39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2940" name="Google Shape;2940;p39"/>
            <p:cNvSpPr/>
            <p:nvPr/>
          </p:nvSpPr>
          <p:spPr>
            <a:xfrm>
              <a:off x="-3319415" y="465324"/>
              <a:ext cx="2944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video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pictogram to insert a new video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(see example below)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2941" name="Google Shape;2941;p39"/>
            <p:cNvSpPr/>
            <p:nvPr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2942" name="Google Shape;2942;p39"/>
            <p:cNvSpPr/>
            <p:nvPr/>
          </p:nvSpPr>
          <p:spPr>
            <a:xfrm>
              <a:off x="-3319415" y="1729710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video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grpSp>
          <p:nvGrpSpPr>
            <p:cNvPr id="2943" name="Google Shape;2943;p39"/>
            <p:cNvGrpSpPr/>
            <p:nvPr/>
          </p:nvGrpSpPr>
          <p:grpSpPr>
            <a:xfrm>
              <a:off x="-3311319" y="2164285"/>
              <a:ext cx="825600" cy="209700"/>
              <a:chOff x="13504624" y="2482850"/>
              <a:chExt cx="825600" cy="209700"/>
            </a:xfrm>
          </p:grpSpPr>
          <p:sp>
            <p:nvSpPr>
              <p:cNvPr id="2944" name="Google Shape;2944;p39"/>
              <p:cNvSpPr/>
              <p:nvPr/>
            </p:nvSpPr>
            <p:spPr>
              <a:xfrm>
                <a:off x="13504624" y="2482850"/>
                <a:ext cx="825600" cy="209700"/>
              </a:xfrm>
              <a:prstGeom prst="rect">
                <a:avLst/>
              </a:prstGeom>
              <a:solidFill>
                <a:srgbClr val="E5F1FB"/>
              </a:solidFill>
              <a:ln w="12700" cap="flat" cmpd="sng">
                <a:solidFill>
                  <a:srgbClr val="0B7ED9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72000" tIns="0" rIns="28800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Insert</a:t>
                </a:r>
                <a:endParaRPr sz="1500"/>
              </a:p>
            </p:txBody>
          </p:sp>
          <p:cxnSp>
            <p:nvCxnSpPr>
              <p:cNvPr id="2945" name="Google Shape;2945;p39"/>
              <p:cNvCxnSpPr/>
              <p:nvPr/>
            </p:nvCxnSpPr>
            <p:spPr>
              <a:xfrm>
                <a:off x="14155269" y="2515250"/>
                <a:ext cx="0" cy="14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4546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946" name="Google Shape;2946;p39"/>
              <p:cNvSpPr/>
              <p:nvPr/>
            </p:nvSpPr>
            <p:spPr>
              <a:xfrm rot="10800000">
                <a:off x="14195955" y="2567051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47" name="Google Shape;2947;p39"/>
            <p:cNvSpPr/>
            <p:nvPr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2948" name="Google Shape;2948;p39"/>
            <p:cNvSpPr/>
            <p:nvPr/>
          </p:nvSpPr>
          <p:spPr>
            <a:xfrm>
              <a:off x="-3319416" y="2553360"/>
              <a:ext cx="3126300" cy="46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thumbnail display of the slide on the left side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of the screen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‘Reset slide’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2949" name="Google Shape;2949;p39"/>
            <p:cNvSpPr/>
            <p:nvPr/>
          </p:nvSpPr>
          <p:spPr>
            <a:xfrm>
              <a:off x="-3603587" y="4145789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2950" name="Google Shape;2950;p39"/>
            <p:cNvSpPr/>
            <p:nvPr/>
          </p:nvSpPr>
          <p:spPr>
            <a:xfrm>
              <a:off x="-3319415" y="4145790"/>
              <a:ext cx="2944800" cy="79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video, go to the tab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‘Video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video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video frame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brackets.</a:t>
              </a:r>
              <a:endParaRPr sz="1500"/>
            </a:p>
          </p:txBody>
        </p:sp>
        <p:grpSp>
          <p:nvGrpSpPr>
            <p:cNvPr id="2951" name="Google Shape;2951;p39"/>
            <p:cNvGrpSpPr/>
            <p:nvPr/>
          </p:nvGrpSpPr>
          <p:grpSpPr>
            <a:xfrm>
              <a:off x="-3449813" y="5047264"/>
              <a:ext cx="622279" cy="612887"/>
              <a:chOff x="12617641" y="3403239"/>
              <a:chExt cx="753000" cy="741634"/>
            </a:xfrm>
          </p:grpSpPr>
          <p:grpSp>
            <p:nvGrpSpPr>
              <p:cNvPr id="2952" name="Google Shape;2952;p39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2953" name="Google Shape;2953;p39"/>
                <p:cNvGrpSpPr/>
                <p:nvPr/>
              </p:nvGrpSpPr>
              <p:grpSpPr>
                <a:xfrm>
                  <a:off x="12782157" y="3403239"/>
                  <a:ext cx="413053" cy="396029"/>
                  <a:chOff x="13554906" y="3320109"/>
                  <a:chExt cx="444000" cy="425700"/>
                </a:xfrm>
              </p:grpSpPr>
              <p:grpSp>
                <p:nvGrpSpPr>
                  <p:cNvPr id="2954" name="Google Shape;2954;p39"/>
                  <p:cNvGrpSpPr/>
                  <p:nvPr/>
                </p:nvGrpSpPr>
                <p:grpSpPr>
                  <a:xfrm>
                    <a:off x="13554906" y="3320109"/>
                    <a:ext cx="444000" cy="425700"/>
                    <a:chOff x="12909684" y="1276143"/>
                    <a:chExt cx="444000" cy="425700"/>
                  </a:xfrm>
                </p:grpSpPr>
                <p:sp>
                  <p:nvSpPr>
                    <p:cNvPr id="2955" name="Google Shape;2955;p39"/>
                    <p:cNvSpPr/>
                    <p:nvPr/>
                  </p:nvSpPr>
                  <p:spPr>
                    <a:xfrm>
                      <a:off x="12909684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956" name="Google Shape;2956;p39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957" name="Google Shape;2957;p39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2958" name="Google Shape;2958;p39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959" name="Google Shape;2959;p39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2960" name="Google Shape;2960;p39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2961" name="Google Shape;2961;p39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62" name="Google Shape;2962;p39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963" name="Google Shape;2963;p39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2964" name="Google Shape;2964;p39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65" name="Google Shape;2965;p39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966" name="Google Shape;2966;p39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2967" name="Google Shape;2967;p39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68" name="Google Shape;2968;p39"/>
            <p:cNvSpPr/>
            <p:nvPr/>
          </p:nvSpPr>
          <p:spPr>
            <a:xfrm>
              <a:off x="-3316836" y="3119689"/>
              <a:ext cx="1239300" cy="720000"/>
            </a:xfrm>
            <a:prstGeom prst="rect">
              <a:avLst/>
            </a:prstGeom>
            <a:solidFill>
              <a:srgbClr val="ECECEC"/>
            </a:solidFill>
            <a:ln w="12700" cap="flat" cmpd="sng">
              <a:solidFill>
                <a:srgbClr val="D3D3D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7200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1">
                <a:solidFill>
                  <a:srgbClr val="211F2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969" name="Google Shape;2969;p39"/>
            <p:cNvGrpSpPr/>
            <p:nvPr/>
          </p:nvGrpSpPr>
          <p:grpSpPr>
            <a:xfrm>
              <a:off x="-2485819" y="3399207"/>
              <a:ext cx="1222259" cy="562582"/>
              <a:chOff x="-2485819" y="3399207"/>
              <a:chExt cx="1222259" cy="562582"/>
            </a:xfrm>
          </p:grpSpPr>
          <p:sp>
            <p:nvSpPr>
              <p:cNvPr id="2970" name="Google Shape;2970;p39"/>
              <p:cNvSpPr/>
              <p:nvPr/>
            </p:nvSpPr>
            <p:spPr>
              <a:xfrm>
                <a:off x="-2485819" y="3399207"/>
                <a:ext cx="1176600" cy="504900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1" name="Google Shape;2971;p39"/>
              <p:cNvSpPr/>
              <p:nvPr/>
            </p:nvSpPr>
            <p:spPr>
              <a:xfrm>
                <a:off x="-2479584" y="3652838"/>
                <a:ext cx="11640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72" name="Google Shape;2972;p39"/>
              <p:cNvGrpSpPr/>
              <p:nvPr/>
            </p:nvGrpSpPr>
            <p:grpSpPr>
              <a:xfrm>
                <a:off x="-2404501" y="3460379"/>
                <a:ext cx="155890" cy="131854"/>
                <a:chOff x="12968836" y="3354170"/>
                <a:chExt cx="404700" cy="342300"/>
              </a:xfrm>
            </p:grpSpPr>
            <p:sp>
              <p:nvSpPr>
                <p:cNvPr id="2973" name="Google Shape;2973;p39"/>
                <p:cNvSpPr/>
                <p:nvPr/>
              </p:nvSpPr>
              <p:spPr>
                <a:xfrm>
                  <a:off x="12968836" y="3354170"/>
                  <a:ext cx="404700" cy="342300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lt1"/>
                </a:solidFill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8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4" name="Google Shape;2974;p39"/>
                <p:cNvSpPr/>
                <p:nvPr/>
              </p:nvSpPr>
              <p:spPr>
                <a:xfrm>
                  <a:off x="13025180" y="3401181"/>
                  <a:ext cx="305100" cy="41700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5" name="Google Shape;2975;p39"/>
                <p:cNvSpPr/>
                <p:nvPr/>
              </p:nvSpPr>
              <p:spPr>
                <a:xfrm>
                  <a:off x="13025181" y="3471575"/>
                  <a:ext cx="118800" cy="181800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6" name="Google Shape;2976;p39"/>
                <p:cNvSpPr/>
                <p:nvPr/>
              </p:nvSpPr>
              <p:spPr>
                <a:xfrm>
                  <a:off x="13180812" y="3481982"/>
                  <a:ext cx="135300" cy="2130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7" name="Google Shape;2977;p39"/>
                <p:cNvSpPr/>
                <p:nvPr/>
              </p:nvSpPr>
              <p:spPr>
                <a:xfrm>
                  <a:off x="13180812" y="3554800"/>
                  <a:ext cx="69300" cy="2130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8" name="Google Shape;2978;p39"/>
                <p:cNvSpPr/>
                <p:nvPr/>
              </p:nvSpPr>
              <p:spPr>
                <a:xfrm>
                  <a:off x="13180812" y="3627618"/>
                  <a:ext cx="69300" cy="2130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979" name="Google Shape;2979;p39"/>
              <p:cNvGrpSpPr/>
              <p:nvPr/>
            </p:nvGrpSpPr>
            <p:grpSpPr>
              <a:xfrm>
                <a:off x="-2464480" y="3680799"/>
                <a:ext cx="207318" cy="237360"/>
                <a:chOff x="12835752" y="3926677"/>
                <a:chExt cx="538208" cy="616200"/>
              </a:xfrm>
            </p:grpSpPr>
            <p:grpSp>
              <p:nvGrpSpPr>
                <p:cNvPr id="2980" name="Google Shape;2980;p39"/>
                <p:cNvGrpSpPr/>
                <p:nvPr/>
              </p:nvGrpSpPr>
              <p:grpSpPr>
                <a:xfrm>
                  <a:off x="13000786" y="4006994"/>
                  <a:ext cx="373174" cy="315635"/>
                  <a:chOff x="12968836" y="3354170"/>
                  <a:chExt cx="404700" cy="342300"/>
                </a:xfrm>
              </p:grpSpPr>
              <p:sp>
                <p:nvSpPr>
                  <p:cNvPr id="2981" name="Google Shape;2981;p39"/>
                  <p:cNvSpPr/>
                  <p:nvPr/>
                </p:nvSpPr>
                <p:spPr>
                  <a:xfrm>
                    <a:off x="12968836" y="3354170"/>
                    <a:ext cx="404700" cy="342300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lt1"/>
                  </a:solidFill>
                  <a:ln w="12700" cap="flat" cmpd="sng">
                    <a:solidFill>
                      <a:srgbClr val="81818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10800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800" b="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82" name="Google Shape;2982;p39"/>
                  <p:cNvSpPr/>
                  <p:nvPr/>
                </p:nvSpPr>
                <p:spPr>
                  <a:xfrm>
                    <a:off x="13025180" y="3401181"/>
                    <a:ext cx="305100" cy="41700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83" name="Google Shape;2983;p39"/>
                  <p:cNvSpPr/>
                  <p:nvPr/>
                </p:nvSpPr>
                <p:spPr>
                  <a:xfrm>
                    <a:off x="13025181" y="3471575"/>
                    <a:ext cx="118800" cy="181800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84" name="Google Shape;2984;p39"/>
                  <p:cNvSpPr/>
                  <p:nvPr/>
                </p:nvSpPr>
                <p:spPr>
                  <a:xfrm>
                    <a:off x="13180812" y="3481982"/>
                    <a:ext cx="135300" cy="2130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85" name="Google Shape;2985;p39"/>
                  <p:cNvSpPr/>
                  <p:nvPr/>
                </p:nvSpPr>
                <p:spPr>
                  <a:xfrm>
                    <a:off x="13180812" y="3554800"/>
                    <a:ext cx="69300" cy="2130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86" name="Google Shape;2986;p39"/>
                  <p:cNvSpPr/>
                  <p:nvPr/>
                </p:nvSpPr>
                <p:spPr>
                  <a:xfrm>
                    <a:off x="13180812" y="3627618"/>
                    <a:ext cx="69300" cy="2130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987" name="Google Shape;2987;p39"/>
                <p:cNvSpPr/>
                <p:nvPr/>
              </p:nvSpPr>
              <p:spPr>
                <a:xfrm rot="-3962804">
                  <a:off x="12776183" y="4115311"/>
                  <a:ext cx="568238" cy="23893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>
                  <a:solidFill>
                    <a:srgbClr val="4D82B8"/>
                  </a:solidFill>
                  <a:prstDash val="solid"/>
                  <a:round/>
                  <a:headEnd type="stealth" w="med" len="med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988" name="Google Shape;2988;p39"/>
              <p:cNvSpPr txBox="1"/>
              <p:nvPr/>
            </p:nvSpPr>
            <p:spPr>
              <a:xfrm>
                <a:off x="-2245455" y="3460544"/>
                <a:ext cx="896100" cy="13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Layout</a:t>
                </a:r>
                <a:endParaRPr sz="1500"/>
              </a:p>
            </p:txBody>
          </p:sp>
          <p:sp>
            <p:nvSpPr>
              <p:cNvPr id="2989" name="Google Shape;2989;p39"/>
              <p:cNvSpPr txBox="1"/>
              <p:nvPr/>
            </p:nvSpPr>
            <p:spPr>
              <a:xfrm>
                <a:off x="-2258884" y="3712980"/>
                <a:ext cx="909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Reset slide</a:t>
                </a:r>
                <a:endParaRPr sz="1500"/>
              </a:p>
            </p:txBody>
          </p:sp>
          <p:sp>
            <p:nvSpPr>
              <p:cNvPr id="2990" name="Google Shape;2990;p39"/>
              <p:cNvSpPr/>
              <p:nvPr/>
            </p:nvSpPr>
            <p:spPr>
              <a:xfrm>
                <a:off x="-1360391" y="3783140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91" name="Google Shape;2991;p39"/>
            <p:cNvGrpSpPr/>
            <p:nvPr/>
          </p:nvGrpSpPr>
          <p:grpSpPr>
            <a:xfrm>
              <a:off x="-3310781" y="1231352"/>
              <a:ext cx="312034" cy="313503"/>
              <a:chOff x="-3310781" y="1231352"/>
              <a:chExt cx="312034" cy="313503"/>
            </a:xfrm>
          </p:grpSpPr>
          <p:sp>
            <p:nvSpPr>
              <p:cNvPr id="2992" name="Google Shape;2992;p39"/>
              <p:cNvSpPr/>
              <p:nvPr/>
            </p:nvSpPr>
            <p:spPr>
              <a:xfrm>
                <a:off x="-3310781" y="1231352"/>
                <a:ext cx="309000" cy="309000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rgbClr val="6C6C6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3" name="Google Shape;2993;p39"/>
              <p:cNvSpPr/>
              <p:nvPr/>
            </p:nvSpPr>
            <p:spPr>
              <a:xfrm>
                <a:off x="-3308309" y="1231352"/>
                <a:ext cx="309562" cy="47054"/>
              </a:xfrm>
              <a:custGeom>
                <a:avLst/>
                <a:gdLst/>
                <a:ahLst/>
                <a:cxnLst/>
                <a:rect l="l" t="t" r="r" b="b"/>
                <a:pathLst>
                  <a:path w="1360714" h="206829" extrusionOk="0">
                    <a:moveTo>
                      <a:pt x="1186901" y="41746"/>
                    </a:moveTo>
                    <a:lnTo>
                      <a:pt x="1186901" y="175847"/>
                    </a:lnTo>
                    <a:lnTo>
                      <a:pt x="1315854" y="175847"/>
                    </a:lnTo>
                    <a:lnTo>
                      <a:pt x="1315854" y="41746"/>
                    </a:lnTo>
                    <a:close/>
                    <a:moveTo>
                      <a:pt x="958249" y="41746"/>
                    </a:moveTo>
                    <a:lnTo>
                      <a:pt x="958249" y="175847"/>
                    </a:lnTo>
                    <a:lnTo>
                      <a:pt x="1087202" y="175847"/>
                    </a:lnTo>
                    <a:lnTo>
                      <a:pt x="1087202" y="41746"/>
                    </a:lnTo>
                    <a:close/>
                    <a:moveTo>
                      <a:pt x="729440" y="41746"/>
                    </a:moveTo>
                    <a:lnTo>
                      <a:pt x="729440" y="175847"/>
                    </a:lnTo>
                    <a:lnTo>
                      <a:pt x="858393" y="175847"/>
                    </a:lnTo>
                    <a:lnTo>
                      <a:pt x="858393" y="41746"/>
                    </a:lnTo>
                    <a:close/>
                    <a:moveTo>
                      <a:pt x="493889" y="41746"/>
                    </a:moveTo>
                    <a:lnTo>
                      <a:pt x="493889" y="175847"/>
                    </a:lnTo>
                    <a:lnTo>
                      <a:pt x="622842" y="175847"/>
                    </a:lnTo>
                    <a:lnTo>
                      <a:pt x="622842" y="41746"/>
                    </a:lnTo>
                    <a:close/>
                    <a:moveTo>
                      <a:pt x="260368" y="41746"/>
                    </a:moveTo>
                    <a:lnTo>
                      <a:pt x="260368" y="175847"/>
                    </a:lnTo>
                    <a:lnTo>
                      <a:pt x="389321" y="175847"/>
                    </a:lnTo>
                    <a:lnTo>
                      <a:pt x="389321" y="41746"/>
                    </a:lnTo>
                    <a:close/>
                    <a:moveTo>
                      <a:pt x="35169" y="41746"/>
                    </a:moveTo>
                    <a:lnTo>
                      <a:pt x="35169" y="175847"/>
                    </a:lnTo>
                    <a:lnTo>
                      <a:pt x="164122" y="175847"/>
                    </a:lnTo>
                    <a:lnTo>
                      <a:pt x="164122" y="41746"/>
                    </a:lnTo>
                    <a:close/>
                    <a:moveTo>
                      <a:pt x="0" y="0"/>
                    </a:moveTo>
                    <a:lnTo>
                      <a:pt x="1360714" y="0"/>
                    </a:lnTo>
                    <a:lnTo>
                      <a:pt x="1360714" y="206829"/>
                    </a:lnTo>
                    <a:lnTo>
                      <a:pt x="0" y="206829"/>
                    </a:lnTo>
                    <a:close/>
                  </a:path>
                </a:pathLst>
              </a:custGeom>
              <a:solidFill>
                <a:srgbClr val="6C6C6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4" name="Google Shape;2994;p39"/>
              <p:cNvSpPr/>
              <p:nvPr/>
            </p:nvSpPr>
            <p:spPr>
              <a:xfrm>
                <a:off x="-3309640" y="1497801"/>
                <a:ext cx="309562" cy="47054"/>
              </a:xfrm>
              <a:custGeom>
                <a:avLst/>
                <a:gdLst/>
                <a:ahLst/>
                <a:cxnLst/>
                <a:rect l="l" t="t" r="r" b="b"/>
                <a:pathLst>
                  <a:path w="1360714" h="206829" extrusionOk="0">
                    <a:moveTo>
                      <a:pt x="1186901" y="41746"/>
                    </a:moveTo>
                    <a:lnTo>
                      <a:pt x="1186901" y="175847"/>
                    </a:lnTo>
                    <a:lnTo>
                      <a:pt x="1315854" y="175847"/>
                    </a:lnTo>
                    <a:lnTo>
                      <a:pt x="1315854" y="41746"/>
                    </a:lnTo>
                    <a:close/>
                    <a:moveTo>
                      <a:pt x="958249" y="41746"/>
                    </a:moveTo>
                    <a:lnTo>
                      <a:pt x="958249" y="175847"/>
                    </a:lnTo>
                    <a:lnTo>
                      <a:pt x="1087202" y="175847"/>
                    </a:lnTo>
                    <a:lnTo>
                      <a:pt x="1087202" y="41746"/>
                    </a:lnTo>
                    <a:close/>
                    <a:moveTo>
                      <a:pt x="729440" y="41746"/>
                    </a:moveTo>
                    <a:lnTo>
                      <a:pt x="729440" y="175847"/>
                    </a:lnTo>
                    <a:lnTo>
                      <a:pt x="858393" y="175847"/>
                    </a:lnTo>
                    <a:lnTo>
                      <a:pt x="858393" y="41746"/>
                    </a:lnTo>
                    <a:close/>
                    <a:moveTo>
                      <a:pt x="493889" y="41746"/>
                    </a:moveTo>
                    <a:lnTo>
                      <a:pt x="493889" y="175847"/>
                    </a:lnTo>
                    <a:lnTo>
                      <a:pt x="622842" y="175847"/>
                    </a:lnTo>
                    <a:lnTo>
                      <a:pt x="622842" y="41746"/>
                    </a:lnTo>
                    <a:close/>
                    <a:moveTo>
                      <a:pt x="260368" y="41746"/>
                    </a:moveTo>
                    <a:lnTo>
                      <a:pt x="260368" y="175847"/>
                    </a:lnTo>
                    <a:lnTo>
                      <a:pt x="389321" y="175847"/>
                    </a:lnTo>
                    <a:lnTo>
                      <a:pt x="389321" y="41746"/>
                    </a:lnTo>
                    <a:close/>
                    <a:moveTo>
                      <a:pt x="35169" y="41746"/>
                    </a:moveTo>
                    <a:lnTo>
                      <a:pt x="35169" y="175847"/>
                    </a:lnTo>
                    <a:lnTo>
                      <a:pt x="164122" y="175847"/>
                    </a:lnTo>
                    <a:lnTo>
                      <a:pt x="164122" y="41746"/>
                    </a:lnTo>
                    <a:close/>
                    <a:moveTo>
                      <a:pt x="0" y="0"/>
                    </a:moveTo>
                    <a:lnTo>
                      <a:pt x="1360714" y="0"/>
                    </a:lnTo>
                    <a:lnTo>
                      <a:pt x="1360714" y="206829"/>
                    </a:lnTo>
                    <a:lnTo>
                      <a:pt x="0" y="206829"/>
                    </a:lnTo>
                    <a:close/>
                  </a:path>
                </a:pathLst>
              </a:custGeom>
              <a:solidFill>
                <a:srgbClr val="6C6C6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95" name="Google Shape;2995;p39"/>
            <p:cNvSpPr/>
            <p:nvPr/>
          </p:nvSpPr>
          <p:spPr>
            <a:xfrm>
              <a:off x="-3786164" y="5852351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2996" name="Google Shape;2996;p39"/>
            <p:cNvGrpSpPr/>
            <p:nvPr/>
          </p:nvGrpSpPr>
          <p:grpSpPr>
            <a:xfrm>
              <a:off x="-376743" y="5681381"/>
              <a:ext cx="283792" cy="283792"/>
              <a:chOff x="-510741" y="5913713"/>
              <a:chExt cx="267652" cy="267652"/>
            </a:xfrm>
          </p:grpSpPr>
          <p:sp>
            <p:nvSpPr>
              <p:cNvPr id="2997" name="Google Shape;2997;p39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8" name="Google Shape;2998;p39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99" name="Google Shape;2999;p39"/>
            <p:cNvGrpSpPr/>
            <p:nvPr/>
          </p:nvGrpSpPr>
          <p:grpSpPr>
            <a:xfrm>
              <a:off x="-938434" y="5989728"/>
              <a:ext cx="627900" cy="576654"/>
              <a:chOff x="-938434" y="4570310"/>
              <a:chExt cx="627900" cy="576654"/>
            </a:xfrm>
          </p:grpSpPr>
          <p:grpSp>
            <p:nvGrpSpPr>
              <p:cNvPr id="3000" name="Google Shape;3000;p39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001" name="Google Shape;3001;p39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02" name="Google Shape;3002;p39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03" name="Google Shape;3003;p39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004" name="Google Shape;3004;p39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#1">
  <p:cSld name="Title only #1">
    <p:spTree>
      <p:nvGrpSpPr>
        <p:cNvPr id="1" name="Shape 3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6" name="Google Shape;3006;p40"/>
          <p:cNvSpPr/>
          <p:nvPr/>
        </p:nvSpPr>
        <p:spPr>
          <a:xfrm>
            <a:off x="0" y="-367937"/>
            <a:ext cx="10419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Title only #1</a:t>
            </a:r>
            <a:endParaRPr sz="1500"/>
          </a:p>
        </p:txBody>
      </p:sp>
      <p:sp>
        <p:nvSpPr>
          <p:cNvPr id="3007" name="Google Shape;3007;p40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008" name="Google Shape;3008;p40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009" name="Google Shape;3009;p40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">
  <p:cSld name="Intro">
    <p:spTree>
      <p:nvGrpSpPr>
        <p:cNvPr id="1" name="Shape 3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1" name="Google Shape;3011;p41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213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012" name="Google Shape;3012;p41"/>
          <p:cNvSpPr txBox="1">
            <a:spLocks noGrp="1"/>
          </p:cNvSpPr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013" name="Google Shape;3013;p41"/>
          <p:cNvSpPr txBox="1">
            <a:spLocks noGrp="1"/>
          </p:cNvSpPr>
          <p:nvPr>
            <p:ph type="body" idx="2"/>
          </p:nvPr>
        </p:nvSpPr>
        <p:spPr>
          <a:xfrm>
            <a:off x="3964934" y="2343150"/>
            <a:ext cx="4262100" cy="217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014" name="Google Shape;3014;p41"/>
          <p:cNvSpPr txBox="1">
            <a:spLocks noGrp="1"/>
          </p:cNvSpPr>
          <p:nvPr>
            <p:ph type="body" idx="3"/>
          </p:nvPr>
        </p:nvSpPr>
        <p:spPr>
          <a:xfrm>
            <a:off x="6252739" y="2704806"/>
            <a:ext cx="453300" cy="59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015" name="Google Shape;3015;p41"/>
          <p:cNvSpPr txBox="1">
            <a:spLocks noGrp="1"/>
          </p:cNvSpPr>
          <p:nvPr>
            <p:ph type="body" idx="4"/>
          </p:nvPr>
        </p:nvSpPr>
        <p:spPr>
          <a:xfrm>
            <a:off x="5625206" y="2704806"/>
            <a:ext cx="480000" cy="595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016" name="Google Shape;3016;p41"/>
          <p:cNvSpPr txBox="1">
            <a:spLocks noGrp="1"/>
          </p:cNvSpPr>
          <p:nvPr>
            <p:ph type="body" idx="5"/>
          </p:nvPr>
        </p:nvSpPr>
        <p:spPr>
          <a:xfrm>
            <a:off x="4932646" y="2704806"/>
            <a:ext cx="534900" cy="60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017" name="Google Shape;3017;p41"/>
          <p:cNvSpPr txBox="1">
            <a:spLocks noGrp="1"/>
          </p:cNvSpPr>
          <p:nvPr>
            <p:ph type="body" idx="6"/>
          </p:nvPr>
        </p:nvSpPr>
        <p:spPr>
          <a:xfrm>
            <a:off x="4329498" y="2704806"/>
            <a:ext cx="471900" cy="60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3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/>
                                        <p:tgtEl>
                                          <p:spTgt spid="3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/>
                                        <p:tgtEl>
                                          <p:spTgt spid="30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/>
                                        <p:tgtEl>
                                          <p:spTgt spid="30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/>
                                        <p:tgtEl>
                                          <p:spTgt spid="30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/>
                                        <p:tgtEl>
                                          <p:spTgt spid="30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/>
                                        <p:tgtEl>
                                          <p:spTgt spid="30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/>
                                        <p:tgtEl>
                                          <p:spTgt spid="30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/>
                                        <p:tgtEl>
                                          <p:spTgt spid="30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/>
                                        <p:tgtEl>
                                          <p:spTgt spid="30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/>
                                        <p:tgtEl>
                                          <p:spTgt spid="30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/>
                                        <p:tgtEl>
                                          <p:spTgt spid="30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/>
                                        <p:tgtEl>
                                          <p:spTgt spid="30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/>
                                        <p:tgtEl>
                                          <p:spTgt spid="30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/>
                                        <p:tgtEl>
                                          <p:spTgt spid="30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/>
                                        <p:tgtEl>
                                          <p:spTgt spid="30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/>
                                        <p:tgtEl>
                                          <p:spTgt spid="30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/>
                                        <p:tgtEl>
                                          <p:spTgt spid="30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5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50"/>
                                        <p:tgtEl>
                                          <p:spTgt spid="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 + Image">
  <p:cSld name="Intro + Image">
    <p:spTree>
      <p:nvGrpSpPr>
        <p:cNvPr id="1" name="Shape 3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9" name="Google Shape;3019;p42"/>
          <p:cNvSpPr>
            <a:spLocks noGrp="1"/>
          </p:cNvSpPr>
          <p:nvPr>
            <p:ph type="pic" idx="2"/>
          </p:nvPr>
        </p:nvSpPr>
        <p:spPr>
          <a:xfrm>
            <a:off x="0" y="-367937"/>
            <a:ext cx="12192000" cy="72261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020" name="Google Shape;3020;p42"/>
          <p:cNvSpPr txBox="1">
            <a:spLocks noGrp="1"/>
          </p:cNvSpPr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021" name="Google Shape;3021;p42"/>
          <p:cNvSpPr txBox="1">
            <a:spLocks noGrp="1"/>
          </p:cNvSpPr>
          <p:nvPr>
            <p:ph type="body" idx="1"/>
          </p:nvPr>
        </p:nvSpPr>
        <p:spPr>
          <a:xfrm>
            <a:off x="3964934" y="2343150"/>
            <a:ext cx="4262100" cy="217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3022" name="Google Shape;3022;p42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3023" name="Google Shape;3023;p42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3024" name="Google Shape;3024;p42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025" name="Google Shape;3025;p42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6" name="Google Shape;3026;p42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027" name="Google Shape;3027;p42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028" name="Google Shape;3028;p42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3029" name="Google Shape;3029;p42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3030" name="Google Shape;3030;p42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3031" name="Google Shape;3031;p42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2" name="Google Shape;3032;p42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3" name="Google Shape;3033;p42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3034" name="Google Shape;3034;p42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3035" name="Google Shape;3035;p42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6" name="Google Shape;3036;p42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037" name="Google Shape;3037;p42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3038" name="Google Shape;3038;p42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39" name="Google Shape;3039;p42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40" name="Google Shape;3040;p42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041" name="Google Shape;3041;p42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3042" name="Google Shape;3042;p42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43" name="Google Shape;3043;p42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44" name="Google Shape;3044;p42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3045" name="Google Shape;3045;p42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046" name="Google Shape;3046;p42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047" name="Google Shape;3047;p42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3048" name="Google Shape;3048;p42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3049" name="Google Shape;3049;p42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3050" name="Google Shape;3050;p42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3051" name="Google Shape;3051;p42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3052" name="Google Shape;3052;p42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53" name="Google Shape;3053;p42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54" name="Google Shape;3054;p42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3055" name="Google Shape;3055;p42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056" name="Google Shape;3056;p42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057" name="Google Shape;3057;p42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058" name="Google Shape;3058;p42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59" name="Google Shape;3059;p42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060" name="Google Shape;3060;p42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061" name="Google Shape;3061;p42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62" name="Google Shape;3062;p42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063" name="Google Shape;3063;p42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3064" name="Google Shape;3064;p42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65" name="Google Shape;3065;p42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3066" name="Google Shape;3066;p42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3067" name="Google Shape;3067;p42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8" name="Google Shape;3068;p42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69" name="Google Shape;3069;p42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3070" name="Google Shape;3070;p42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071" name="Google Shape;3071;p42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072" name="Google Shape;3072;p42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073" name="Google Shape;3073;p42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3074" name="Google Shape;3074;p42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3075" name="Google Shape;3075;p42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3076" name="Google Shape;3076;p42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3077" name="Google Shape;3077;p42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3078" name="Google Shape;3078;p42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3079" name="Google Shape;3079;p42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3080" name="Google Shape;3080;p42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3081" name="Google Shape;3081;p42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3082" name="Google Shape;3082;p42"/>
          <p:cNvSpPr txBox="1">
            <a:spLocks noGrp="1"/>
          </p:cNvSpPr>
          <p:nvPr>
            <p:ph type="body" idx="3"/>
          </p:nvPr>
        </p:nvSpPr>
        <p:spPr>
          <a:xfrm>
            <a:off x="6252739" y="2704806"/>
            <a:ext cx="453300" cy="59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083" name="Google Shape;3083;p42"/>
          <p:cNvSpPr txBox="1">
            <a:spLocks noGrp="1"/>
          </p:cNvSpPr>
          <p:nvPr>
            <p:ph type="body" idx="4"/>
          </p:nvPr>
        </p:nvSpPr>
        <p:spPr>
          <a:xfrm>
            <a:off x="5625206" y="2704806"/>
            <a:ext cx="480000" cy="595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084" name="Google Shape;3084;p42"/>
          <p:cNvSpPr txBox="1">
            <a:spLocks noGrp="1"/>
          </p:cNvSpPr>
          <p:nvPr>
            <p:ph type="body" idx="5"/>
          </p:nvPr>
        </p:nvSpPr>
        <p:spPr>
          <a:xfrm>
            <a:off x="4932646" y="2704806"/>
            <a:ext cx="534900" cy="60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085" name="Google Shape;3085;p42"/>
          <p:cNvSpPr txBox="1">
            <a:spLocks noGrp="1"/>
          </p:cNvSpPr>
          <p:nvPr>
            <p:ph type="body" idx="6"/>
          </p:nvPr>
        </p:nvSpPr>
        <p:spPr>
          <a:xfrm>
            <a:off x="4329498" y="2704806"/>
            <a:ext cx="471900" cy="60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3086" name="Google Shape;3086;p42"/>
          <p:cNvGrpSpPr/>
          <p:nvPr/>
        </p:nvGrpSpPr>
        <p:grpSpPr>
          <a:xfrm>
            <a:off x="12274716" y="-1581150"/>
            <a:ext cx="3695979" cy="1397400"/>
            <a:chOff x="-3889316" y="-1581150"/>
            <a:chExt cx="3695979" cy="1397400"/>
          </a:xfrm>
        </p:grpSpPr>
        <p:sp>
          <p:nvSpPr>
            <p:cNvPr id="3087" name="Google Shape;3087;p42"/>
            <p:cNvSpPr/>
            <p:nvPr/>
          </p:nvSpPr>
          <p:spPr>
            <a:xfrm>
              <a:off x="-3786437" y="-1581150"/>
              <a:ext cx="3593100" cy="13974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 AN IMAGE</a:t>
              </a:r>
              <a:endParaRPr sz="1500"/>
            </a:p>
          </p:txBody>
        </p:sp>
        <p:sp>
          <p:nvSpPr>
            <p:cNvPr id="3088" name="Google Shape;3088;p42"/>
            <p:cNvSpPr/>
            <p:nvPr/>
          </p:nvSpPr>
          <p:spPr>
            <a:xfrm>
              <a:off x="-3603859" y="-1143000"/>
              <a:ext cx="3229200" cy="80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frame of the image by clicking on the tag alongside this instruction. If necessary, delete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existing image 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click 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select the preferred image and click 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089" name="Google Shape;3089;p42"/>
            <p:cNvSpPr/>
            <p:nvPr/>
          </p:nvSpPr>
          <p:spPr>
            <a:xfrm rot="-5400000" flipH="1">
              <a:off x="-3925466" y="-351934"/>
              <a:ext cx="175200" cy="102900"/>
            </a:xfrm>
            <a:prstGeom prst="triangle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80000" tIns="180000" rIns="180000" bIns="180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30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/>
                                        <p:tgtEl>
                                          <p:spTgt spid="30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/>
                                        <p:tgtEl>
                                          <p:spTgt spid="30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/>
                                        <p:tgtEl>
                                          <p:spTgt spid="30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/>
                                        <p:tgtEl>
                                          <p:spTgt spid="30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/>
                                        <p:tgtEl>
                                          <p:spTgt spid="30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/>
                                        <p:tgtEl>
                                          <p:spTgt spid="30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/>
                                        <p:tgtEl>
                                          <p:spTgt spid="30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/>
                                        <p:tgtEl>
                                          <p:spTgt spid="30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/>
                                        <p:tgtEl>
                                          <p:spTgt spid="30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/>
                                        <p:tgtEl>
                                          <p:spTgt spid="30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/>
                                        <p:tgtEl>
                                          <p:spTgt spid="30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/>
                                        <p:tgtEl>
                                          <p:spTgt spid="30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/>
                                        <p:tgtEl>
                                          <p:spTgt spid="30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/>
                                        <p:tgtEl>
                                          <p:spTgt spid="30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/>
                                        <p:tgtEl>
                                          <p:spTgt spid="30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/>
                                        <p:tgtEl>
                                          <p:spTgt spid="30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/>
                                        <p:tgtEl>
                                          <p:spTgt spid="30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5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5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#2">
  <p:cSld name="Title slide #2">
    <p:spTree>
      <p:nvGrpSpPr>
        <p:cNvPr id="1" name="Shape 3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1" name="Google Shape;3091;p43"/>
          <p:cNvSpPr>
            <a:spLocks noGrp="1"/>
          </p:cNvSpPr>
          <p:nvPr>
            <p:ph type="pic" idx="2"/>
          </p:nvPr>
        </p:nvSpPr>
        <p:spPr>
          <a:xfrm>
            <a:off x="193040" y="225425"/>
            <a:ext cx="11805900" cy="6424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092" name="Google Shape;3092;p43"/>
          <p:cNvSpPr txBox="1">
            <a:spLocks noGrp="1"/>
          </p:cNvSpPr>
          <p:nvPr>
            <p:ph type="body" idx="1"/>
          </p:nvPr>
        </p:nvSpPr>
        <p:spPr>
          <a:xfrm rot="5400000">
            <a:off x="8170670" y="2772809"/>
            <a:ext cx="3204000" cy="388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093" name="Google Shape;3093;p43"/>
          <p:cNvSpPr txBox="1">
            <a:spLocks noGrp="1"/>
          </p:cNvSpPr>
          <p:nvPr>
            <p:ph type="subTitle" idx="3"/>
          </p:nvPr>
        </p:nvSpPr>
        <p:spPr>
          <a:xfrm>
            <a:off x="8097680" y="5384402"/>
            <a:ext cx="32400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 sz="2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sz="1900"/>
            </a:lvl3pPr>
            <a:lvl4pPr lvl="3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/>
            </a:lvl7pPr>
            <a:lvl8pPr lvl="7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/>
            </a:lvl8pPr>
            <a:lvl9pPr lvl="8" algn="ctr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 sz="1600"/>
            </a:lvl9pPr>
          </a:lstStyle>
          <a:p>
            <a:endParaRPr/>
          </a:p>
        </p:txBody>
      </p:sp>
      <p:grpSp>
        <p:nvGrpSpPr>
          <p:cNvPr id="3094" name="Google Shape;3094;p43"/>
          <p:cNvGrpSpPr/>
          <p:nvPr/>
        </p:nvGrpSpPr>
        <p:grpSpPr>
          <a:xfrm>
            <a:off x="-3786165" y="0"/>
            <a:ext cx="3693214" cy="6236923"/>
            <a:chOff x="-3786165" y="0"/>
            <a:chExt cx="3693214" cy="6236923"/>
          </a:xfrm>
        </p:grpSpPr>
        <p:sp>
          <p:nvSpPr>
            <p:cNvPr id="3095" name="Google Shape;3095;p43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3096" name="Google Shape;3096;p43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097" name="Google Shape;3097;p43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8" name="Google Shape;3098;p43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099" name="Google Shape;3099;p43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100" name="Google Shape;3100;p43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3101" name="Google Shape;3101;p43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3102" name="Google Shape;3102;p43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3103" name="Google Shape;3103;p43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4" name="Google Shape;3104;p43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5" name="Google Shape;3105;p43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3106" name="Google Shape;3106;p43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3107" name="Google Shape;3107;p43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8" name="Google Shape;3108;p43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109" name="Google Shape;3109;p43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3110" name="Google Shape;3110;p43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11" name="Google Shape;3111;p43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12" name="Google Shape;3112;p43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13" name="Google Shape;3113;p43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3114" name="Google Shape;3114;p43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15" name="Google Shape;3115;p43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16" name="Google Shape;3116;p43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3117" name="Google Shape;3117;p43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118" name="Google Shape;3118;p43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119" name="Google Shape;3119;p43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3120" name="Google Shape;3120;p43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3121" name="Google Shape;3121;p43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3122" name="Google Shape;3122;p43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3123" name="Google Shape;3123;p43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3124" name="Google Shape;3124;p43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125" name="Google Shape;3125;p43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126" name="Google Shape;3126;p43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3127" name="Google Shape;3127;p43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128" name="Google Shape;3128;p43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129" name="Google Shape;3129;p43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130" name="Google Shape;3130;p43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31" name="Google Shape;3131;p43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132" name="Google Shape;3132;p43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133" name="Google Shape;3133;p43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34" name="Google Shape;3134;p43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135" name="Google Shape;3135;p43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3136" name="Google Shape;3136;p43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37" name="Google Shape;3137;p43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3138" name="Google Shape;3138;p43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3139" name="Google Shape;3139;p43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0" name="Google Shape;3140;p43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41" name="Google Shape;3141;p43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3142" name="Google Shape;3142;p43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143" name="Google Shape;3143;p43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144" name="Google Shape;3144;p43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145" name="Google Shape;3145;p43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3146" name="Google Shape;3146;p43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3147" name="Google Shape;3147;p43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3148" name="Google Shape;3148;p43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3149" name="Google Shape;3149;p43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3150" name="Google Shape;3150;p43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3151" name="Google Shape;3151;p43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3152" name="Google Shape;3152;p43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3153" name="Google Shape;3153;p43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3154" name="Google Shape;3154;p43"/>
          <p:cNvSpPr txBox="1">
            <a:spLocks noGrp="1"/>
          </p:cNvSpPr>
          <p:nvPr>
            <p:ph type="body" idx="4"/>
          </p:nvPr>
        </p:nvSpPr>
        <p:spPr>
          <a:xfrm>
            <a:off x="718947" y="722313"/>
            <a:ext cx="1594500" cy="812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155" name="Google Shape;3155;p43"/>
          <p:cNvSpPr txBox="1">
            <a:spLocks noGrp="1"/>
          </p:cNvSpPr>
          <p:nvPr>
            <p:ph type="dt" idx="10"/>
          </p:nvPr>
        </p:nvSpPr>
        <p:spPr>
          <a:xfrm>
            <a:off x="8097679" y="5669589"/>
            <a:ext cx="2338500" cy="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156" name="Google Shape;3156;p43"/>
          <p:cNvSpPr txBox="1">
            <a:spLocks noGrp="1"/>
          </p:cNvSpPr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157" name="Google Shape;3157;p43"/>
          <p:cNvSpPr txBox="1">
            <a:spLocks noGrp="1"/>
          </p:cNvSpPr>
          <p:nvPr>
            <p:ph type="body" idx="5"/>
          </p:nvPr>
        </p:nvSpPr>
        <p:spPr>
          <a:xfrm>
            <a:off x="8097680" y="3446120"/>
            <a:ext cx="3240000" cy="17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4700"/>
              <a:buFont typeface="Calibri"/>
              <a:buNone/>
              <a:defRPr sz="4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/>
                                        <p:tgtEl>
                                          <p:spTgt spid="30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250"/>
                                        <p:tgtEl>
                                          <p:spTgt spid="30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250"/>
                                        <p:tgtEl>
                                          <p:spTgt spid="30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250"/>
                                        <p:tgtEl>
                                          <p:spTgt spid="30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250"/>
                                        <p:tgtEl>
                                          <p:spTgt spid="30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250"/>
                                        <p:tgtEl>
                                          <p:spTgt spid="30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250"/>
                                        <p:tgtEl>
                                          <p:spTgt spid="30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250"/>
                                        <p:tgtEl>
                                          <p:spTgt spid="30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250"/>
                                        <p:tgtEl>
                                          <p:spTgt spid="30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5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5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0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25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0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25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0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25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0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25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0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25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0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825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0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925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0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25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0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125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25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325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425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525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6250"/>
                            </p:stCondLst>
                            <p:childTnLst>
                              <p:par>
                                <p:cTn id="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3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7250"/>
                            </p:stCondLst>
                            <p:childTnLst>
                              <p:par>
                                <p:cTn id="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3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8250"/>
                            </p:stCondLst>
                            <p:childTnLst>
                              <p:par>
                                <p:cTn id="10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3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9250"/>
                            </p:stCondLst>
                            <p:childTnLst>
                              <p:par>
                                <p:cTn id="1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6x">
  <p:cSld name="Agenda 6x">
    <p:spTree>
      <p:nvGrpSpPr>
        <p:cNvPr id="1" name="Shape 3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9" name="Google Shape;3159;p44"/>
          <p:cNvSpPr>
            <a:spLocks noGrp="1"/>
          </p:cNvSpPr>
          <p:nvPr>
            <p:ph type="pic" idx="2"/>
          </p:nvPr>
        </p:nvSpPr>
        <p:spPr>
          <a:xfrm>
            <a:off x="193040" y="208280"/>
            <a:ext cx="11805900" cy="644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160" name="Google Shape;3160;p44"/>
          <p:cNvSpPr/>
          <p:nvPr/>
        </p:nvSpPr>
        <p:spPr>
          <a:xfrm>
            <a:off x="0" y="-367937"/>
            <a:ext cx="8907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Agenda 6x</a:t>
            </a:r>
            <a:endParaRPr sz="2400" b="1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61" name="Google Shape;3161;p44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3162" name="Google Shape;3162;p44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3163" name="Google Shape;3163;p44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164" name="Google Shape;3164;p44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5" name="Google Shape;3165;p44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166" name="Google Shape;3166;p44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167" name="Google Shape;3167;p44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3168" name="Google Shape;3168;p44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3169" name="Google Shape;3169;p44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3170" name="Google Shape;3170;p44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1" name="Google Shape;3171;p44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2" name="Google Shape;3172;p44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3173" name="Google Shape;3173;p44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3174" name="Google Shape;3174;p44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5" name="Google Shape;3175;p44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176" name="Google Shape;3176;p44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3177" name="Google Shape;3177;p44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8" name="Google Shape;3178;p44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9" name="Google Shape;3179;p44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80" name="Google Shape;3180;p44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3181" name="Google Shape;3181;p44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2" name="Google Shape;3182;p44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3" name="Google Shape;3183;p44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3184" name="Google Shape;3184;p44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185" name="Google Shape;3185;p44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186" name="Google Shape;3186;p44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3187" name="Google Shape;3187;p44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3188" name="Google Shape;3188;p44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3189" name="Google Shape;3189;p44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3190" name="Google Shape;3190;p44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3191" name="Google Shape;3191;p44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192" name="Google Shape;3192;p44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193" name="Google Shape;3193;p44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3194" name="Google Shape;3194;p44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195" name="Google Shape;3195;p44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196" name="Google Shape;3196;p44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197" name="Google Shape;3197;p44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98" name="Google Shape;3198;p44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199" name="Google Shape;3199;p44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200" name="Google Shape;3200;p44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01" name="Google Shape;3201;p44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202" name="Google Shape;3202;p44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3203" name="Google Shape;3203;p44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04" name="Google Shape;3204;p44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3205" name="Google Shape;3205;p44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3206" name="Google Shape;3206;p44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7" name="Google Shape;3207;p44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08" name="Google Shape;3208;p44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3209" name="Google Shape;3209;p44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210" name="Google Shape;3210;p44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211" name="Google Shape;3211;p44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212" name="Google Shape;3212;p44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3213" name="Google Shape;3213;p44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3214" name="Google Shape;3214;p44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3215" name="Google Shape;3215;p44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3216" name="Google Shape;3216;p44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3217" name="Google Shape;3217;p44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3218" name="Google Shape;3218;p44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3219" name="Google Shape;3219;p44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3220" name="Google Shape;3220;p44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3221" name="Google Shape;3221;p44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222" name="Google Shape;3222;p44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223" name="Google Shape;3223;p44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7x">
  <p:cSld name="Agenda 7x">
    <p:spTree>
      <p:nvGrpSpPr>
        <p:cNvPr id="1" name="Shape 3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" name="Google Shape;3225;p45"/>
          <p:cNvSpPr>
            <a:spLocks noGrp="1"/>
          </p:cNvSpPr>
          <p:nvPr>
            <p:ph type="pic" idx="2"/>
          </p:nvPr>
        </p:nvSpPr>
        <p:spPr>
          <a:xfrm>
            <a:off x="193040" y="208280"/>
            <a:ext cx="11805900" cy="644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226" name="Google Shape;3226;p45"/>
          <p:cNvSpPr/>
          <p:nvPr/>
        </p:nvSpPr>
        <p:spPr>
          <a:xfrm>
            <a:off x="0" y="-367937"/>
            <a:ext cx="8907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Agenda 7x</a:t>
            </a:r>
            <a:endParaRPr sz="2400" b="1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27" name="Google Shape;3227;p45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3228" name="Google Shape;3228;p45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3229" name="Google Shape;3229;p45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230" name="Google Shape;3230;p45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1" name="Google Shape;3231;p45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232" name="Google Shape;3232;p45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233" name="Google Shape;3233;p45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3234" name="Google Shape;3234;p45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3235" name="Google Shape;3235;p45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3236" name="Google Shape;3236;p45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7" name="Google Shape;3237;p45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8" name="Google Shape;3238;p45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3239" name="Google Shape;3239;p45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3240" name="Google Shape;3240;p45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1" name="Google Shape;3241;p45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242" name="Google Shape;3242;p45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3243" name="Google Shape;3243;p45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44" name="Google Shape;3244;p45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45" name="Google Shape;3245;p45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246" name="Google Shape;3246;p45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3247" name="Google Shape;3247;p45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48" name="Google Shape;3248;p45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49" name="Google Shape;3249;p45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3250" name="Google Shape;3250;p45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251" name="Google Shape;3251;p45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252" name="Google Shape;3252;p45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3253" name="Google Shape;3253;p45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3254" name="Google Shape;3254;p45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3255" name="Google Shape;3255;p45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3256" name="Google Shape;3256;p45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3257" name="Google Shape;3257;p45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258" name="Google Shape;3258;p45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259" name="Google Shape;3259;p45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3260" name="Google Shape;3260;p45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261" name="Google Shape;3261;p45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262" name="Google Shape;3262;p45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263" name="Google Shape;3263;p45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64" name="Google Shape;3264;p45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265" name="Google Shape;3265;p45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266" name="Google Shape;3266;p45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67" name="Google Shape;3267;p45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268" name="Google Shape;3268;p45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3269" name="Google Shape;3269;p45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70" name="Google Shape;3270;p45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3271" name="Google Shape;3271;p45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3272" name="Google Shape;3272;p45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3" name="Google Shape;3273;p45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74" name="Google Shape;3274;p45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3275" name="Google Shape;3275;p45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276" name="Google Shape;3276;p45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277" name="Google Shape;3277;p45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278" name="Google Shape;3278;p45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3279" name="Google Shape;3279;p45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3280" name="Google Shape;3280;p45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3281" name="Google Shape;3281;p45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3282" name="Google Shape;3282;p45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3283" name="Google Shape;3283;p45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3284" name="Google Shape;3284;p45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3285" name="Google Shape;3285;p45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3286" name="Google Shape;3286;p45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3287" name="Google Shape;3287;p45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288" name="Google Shape;3288;p45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289" name="Google Shape;3289;p45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">
  <p:cSld name="Empty">
    <p:spTree>
      <p:nvGrpSpPr>
        <p:cNvPr id="1" name="Shape 3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1" name="Google Shape;3291;p46"/>
          <p:cNvSpPr txBox="1">
            <a:spLocks noGrp="1"/>
          </p:cNvSpPr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 1x">
  <p:cSld name="Introduction 1x">
    <p:spTree>
      <p:nvGrpSpPr>
        <p:cNvPr id="1" name="Shape 3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3" name="Google Shape;3293;p47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name="adj" fmla="val 3563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294" name="Google Shape;3294;p47"/>
          <p:cNvSpPr>
            <a:spLocks noGrp="1"/>
          </p:cNvSpPr>
          <p:nvPr>
            <p:ph type="pic" idx="2"/>
          </p:nvPr>
        </p:nvSpPr>
        <p:spPr>
          <a:xfrm>
            <a:off x="708207" y="1592263"/>
            <a:ext cx="3939300" cy="4213200"/>
          </a:xfrm>
          <a:prstGeom prst="roundRect">
            <a:avLst>
              <a:gd name="adj" fmla="val 3549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295" name="Google Shape;3295;p47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296" name="Google Shape;3296;p47"/>
          <p:cNvSpPr/>
          <p:nvPr/>
        </p:nvSpPr>
        <p:spPr>
          <a:xfrm>
            <a:off x="0" y="-367937"/>
            <a:ext cx="13101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Introduction 1x</a:t>
            </a:r>
            <a:endParaRPr sz="1500"/>
          </a:p>
        </p:txBody>
      </p:sp>
      <p:sp>
        <p:nvSpPr>
          <p:cNvPr id="3297" name="Google Shape;3297;p47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298" name="Google Shape;3298;p47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299" name="Google Shape;3299;p47"/>
          <p:cNvSpPr txBox="1">
            <a:spLocks noGrp="1"/>
          </p:cNvSpPr>
          <p:nvPr>
            <p:ph type="body" idx="4"/>
          </p:nvPr>
        </p:nvSpPr>
        <p:spPr>
          <a:xfrm>
            <a:off x="5271109" y="2106637"/>
            <a:ext cx="5400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 sz="20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300" name="Google Shape;3300;p47"/>
          <p:cNvSpPr txBox="1">
            <a:spLocks noGrp="1"/>
          </p:cNvSpPr>
          <p:nvPr>
            <p:ph type="body" idx="5"/>
          </p:nvPr>
        </p:nvSpPr>
        <p:spPr>
          <a:xfrm>
            <a:off x="5271109" y="3437571"/>
            <a:ext cx="5400000" cy="20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301" name="Google Shape;3301;p47"/>
          <p:cNvSpPr txBox="1">
            <a:spLocks noGrp="1"/>
          </p:cNvSpPr>
          <p:nvPr>
            <p:ph type="body" idx="6"/>
          </p:nvPr>
        </p:nvSpPr>
        <p:spPr>
          <a:xfrm>
            <a:off x="5271108" y="2600252"/>
            <a:ext cx="54000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302" name="Google Shape;3302;p47"/>
          <p:cNvSpPr txBox="1">
            <a:spLocks noGrp="1"/>
          </p:cNvSpPr>
          <p:nvPr>
            <p:ph type="body" idx="7"/>
          </p:nvPr>
        </p:nvSpPr>
        <p:spPr>
          <a:xfrm>
            <a:off x="5271109" y="2862061"/>
            <a:ext cx="54000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303" name="Google Shape;3303;p47"/>
          <p:cNvSpPr txBox="1">
            <a:spLocks noGrp="1"/>
          </p:cNvSpPr>
          <p:nvPr>
            <p:ph type="body" idx="8"/>
          </p:nvPr>
        </p:nvSpPr>
        <p:spPr>
          <a:xfrm>
            <a:off x="5271109" y="1696003"/>
            <a:ext cx="5400000" cy="4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3200"/>
              <a:buFont typeface="Calibri"/>
              <a:buNone/>
              <a:defRPr sz="3200" b="1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304" name="Google Shape;3304;p47"/>
          <p:cNvSpPr txBox="1">
            <a:spLocks noGrp="1"/>
          </p:cNvSpPr>
          <p:nvPr>
            <p:ph type="body" idx="9"/>
          </p:nvPr>
        </p:nvSpPr>
        <p:spPr>
          <a:xfrm rot="-5400000">
            <a:off x="5656309" y="2089997"/>
            <a:ext cx="21600" cy="7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3305" name="Google Shape;3305;p47"/>
          <p:cNvGrpSpPr/>
          <p:nvPr/>
        </p:nvGrpSpPr>
        <p:grpSpPr>
          <a:xfrm>
            <a:off x="-3786164" y="0"/>
            <a:ext cx="3693213" cy="5054643"/>
            <a:chOff x="-3786164" y="0"/>
            <a:chExt cx="3693213" cy="5054643"/>
          </a:xfrm>
        </p:grpSpPr>
        <p:sp>
          <p:nvSpPr>
            <p:cNvPr id="3306" name="Google Shape;3306;p47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3307" name="Google Shape;3307;p47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3308" name="Google Shape;3308;p47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309" name="Google Shape;3309;p47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0" name="Google Shape;3310;p47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311" name="Google Shape;3311;p47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312" name="Google Shape;3312;p47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3313" name="Google Shape;3313;p47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314" name="Google Shape;3314;p47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3315" name="Google Shape;3315;p47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3316" name="Google Shape;3316;p47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3317" name="Google Shape;3317;p47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3318" name="Google Shape;3318;p47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3319" name="Google Shape;3319;p47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320" name="Google Shape;3320;p47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321" name="Google Shape;3321;p47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3322" name="Google Shape;3322;p4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323" name="Google Shape;3323;p4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324" name="Google Shape;3324;p47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325" name="Google Shape;3325;p47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26" name="Google Shape;3326;p47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327" name="Google Shape;3327;p47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328" name="Google Shape;3328;p47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29" name="Google Shape;3329;p47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330" name="Google Shape;3330;p47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3331" name="Google Shape;3331;p47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32" name="Google Shape;3332;p47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3333" name="Google Shape;3333;p47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4" name="Google Shape;3334;p47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35" name="Google Shape;3335;p47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3336" name="Google Shape;3336;p47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337" name="Google Shape;3337;p47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38" name="Google Shape;3338;p47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39" name="Google Shape;3339;p47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340" name="Google Shape;3340;p47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3341" name="Google Shape;3341;p47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3342" name="Google Shape;3342;p47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3343" name="Google Shape;3343;p47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344" name="Google Shape;3344;p47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3345" name="Google Shape;3345;p47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46" name="Google Shape;3346;p47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347" name="Google Shape;3347;p47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 2x">
  <p:cSld name="Introduction 2x">
    <p:spTree>
      <p:nvGrpSpPr>
        <p:cNvPr id="1" name="Shape 3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9" name="Google Shape;3349;p48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name="adj" fmla="val 3563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350" name="Google Shape;3350;p48"/>
          <p:cNvSpPr>
            <a:spLocks noGrp="1"/>
          </p:cNvSpPr>
          <p:nvPr>
            <p:ph type="pic" idx="2"/>
          </p:nvPr>
        </p:nvSpPr>
        <p:spPr>
          <a:xfrm>
            <a:off x="708207" y="1592264"/>
            <a:ext cx="1725300" cy="1845300"/>
          </a:xfrm>
          <a:prstGeom prst="roundRect">
            <a:avLst>
              <a:gd name="adj" fmla="val 8502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351" name="Google Shape;3351;p48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352" name="Google Shape;3352;p48"/>
          <p:cNvSpPr/>
          <p:nvPr/>
        </p:nvSpPr>
        <p:spPr>
          <a:xfrm>
            <a:off x="0" y="-367937"/>
            <a:ext cx="13101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Introduction 2x</a:t>
            </a:r>
            <a:endParaRPr sz="1500"/>
          </a:p>
        </p:txBody>
      </p:sp>
      <p:sp>
        <p:nvSpPr>
          <p:cNvPr id="3353" name="Google Shape;3353;p48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354" name="Google Shape;3354;p48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355" name="Google Shape;3355;p48"/>
          <p:cNvSpPr txBox="1">
            <a:spLocks noGrp="1"/>
          </p:cNvSpPr>
          <p:nvPr>
            <p:ph type="body" idx="4"/>
          </p:nvPr>
        </p:nvSpPr>
        <p:spPr>
          <a:xfrm>
            <a:off x="2676150" y="1993933"/>
            <a:ext cx="30960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sz="19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356" name="Google Shape;3356;p48"/>
          <p:cNvSpPr txBox="1">
            <a:spLocks noGrp="1"/>
          </p:cNvSpPr>
          <p:nvPr>
            <p:ph type="body" idx="5"/>
          </p:nvPr>
        </p:nvSpPr>
        <p:spPr>
          <a:xfrm>
            <a:off x="2676150" y="3081427"/>
            <a:ext cx="3096000" cy="25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357" name="Google Shape;3357;p48"/>
          <p:cNvSpPr txBox="1">
            <a:spLocks noGrp="1"/>
          </p:cNvSpPr>
          <p:nvPr>
            <p:ph type="body" idx="6"/>
          </p:nvPr>
        </p:nvSpPr>
        <p:spPr>
          <a:xfrm>
            <a:off x="2676149" y="2395251"/>
            <a:ext cx="30960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358" name="Google Shape;3358;p48"/>
          <p:cNvSpPr txBox="1">
            <a:spLocks noGrp="1"/>
          </p:cNvSpPr>
          <p:nvPr>
            <p:ph type="body" idx="7"/>
          </p:nvPr>
        </p:nvSpPr>
        <p:spPr>
          <a:xfrm>
            <a:off x="2676150" y="2657060"/>
            <a:ext cx="30960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359" name="Google Shape;3359;p48"/>
          <p:cNvSpPr txBox="1">
            <a:spLocks noGrp="1"/>
          </p:cNvSpPr>
          <p:nvPr>
            <p:ph type="body" idx="8"/>
          </p:nvPr>
        </p:nvSpPr>
        <p:spPr>
          <a:xfrm>
            <a:off x="2676150" y="1696003"/>
            <a:ext cx="30960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400"/>
              <a:buFont typeface="Calibri"/>
              <a:buNone/>
              <a:defRPr sz="2400" b="1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360" name="Google Shape;3360;p48"/>
          <p:cNvSpPr txBox="1">
            <a:spLocks noGrp="1"/>
          </p:cNvSpPr>
          <p:nvPr>
            <p:ph type="body" idx="9"/>
          </p:nvPr>
        </p:nvSpPr>
        <p:spPr>
          <a:xfrm rot="-5400000">
            <a:off x="3061350" y="1912706"/>
            <a:ext cx="21600" cy="7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361" name="Google Shape;3361;p48"/>
          <p:cNvSpPr>
            <a:spLocks noGrp="1"/>
          </p:cNvSpPr>
          <p:nvPr>
            <p:ph type="pic" idx="13"/>
          </p:nvPr>
        </p:nvSpPr>
        <p:spPr>
          <a:xfrm>
            <a:off x="6383338" y="1592264"/>
            <a:ext cx="1725300" cy="1845300"/>
          </a:xfrm>
          <a:prstGeom prst="roundRect">
            <a:avLst>
              <a:gd name="adj" fmla="val 8502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362" name="Google Shape;3362;p48"/>
          <p:cNvSpPr txBox="1">
            <a:spLocks noGrp="1"/>
          </p:cNvSpPr>
          <p:nvPr>
            <p:ph type="body" idx="14"/>
          </p:nvPr>
        </p:nvSpPr>
        <p:spPr>
          <a:xfrm>
            <a:off x="8351281" y="1993933"/>
            <a:ext cx="30960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sz="19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363" name="Google Shape;3363;p48"/>
          <p:cNvSpPr txBox="1">
            <a:spLocks noGrp="1"/>
          </p:cNvSpPr>
          <p:nvPr>
            <p:ph type="body" idx="15"/>
          </p:nvPr>
        </p:nvSpPr>
        <p:spPr>
          <a:xfrm>
            <a:off x="8351281" y="3081427"/>
            <a:ext cx="3096000" cy="29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364" name="Google Shape;3364;p48"/>
          <p:cNvSpPr txBox="1">
            <a:spLocks noGrp="1"/>
          </p:cNvSpPr>
          <p:nvPr>
            <p:ph type="body" idx="16"/>
          </p:nvPr>
        </p:nvSpPr>
        <p:spPr>
          <a:xfrm>
            <a:off x="8351280" y="2395251"/>
            <a:ext cx="30960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365" name="Google Shape;3365;p48"/>
          <p:cNvSpPr txBox="1">
            <a:spLocks noGrp="1"/>
          </p:cNvSpPr>
          <p:nvPr>
            <p:ph type="body" idx="17"/>
          </p:nvPr>
        </p:nvSpPr>
        <p:spPr>
          <a:xfrm>
            <a:off x="8351281" y="2657060"/>
            <a:ext cx="30960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366" name="Google Shape;3366;p48"/>
          <p:cNvSpPr txBox="1">
            <a:spLocks noGrp="1"/>
          </p:cNvSpPr>
          <p:nvPr>
            <p:ph type="body" idx="18"/>
          </p:nvPr>
        </p:nvSpPr>
        <p:spPr>
          <a:xfrm>
            <a:off x="8351281" y="1696003"/>
            <a:ext cx="30960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400"/>
              <a:buFont typeface="Calibri"/>
              <a:buNone/>
              <a:defRPr sz="2400" b="1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367" name="Google Shape;3367;p48"/>
          <p:cNvSpPr txBox="1">
            <a:spLocks noGrp="1"/>
          </p:cNvSpPr>
          <p:nvPr>
            <p:ph type="body" idx="19"/>
          </p:nvPr>
        </p:nvSpPr>
        <p:spPr>
          <a:xfrm rot="-5400000">
            <a:off x="8736481" y="1912706"/>
            <a:ext cx="21600" cy="7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3368" name="Google Shape;3368;p48"/>
          <p:cNvGrpSpPr/>
          <p:nvPr/>
        </p:nvGrpSpPr>
        <p:grpSpPr>
          <a:xfrm>
            <a:off x="-3786164" y="0"/>
            <a:ext cx="3693213" cy="5054643"/>
            <a:chOff x="-3786164" y="0"/>
            <a:chExt cx="3693213" cy="5054643"/>
          </a:xfrm>
        </p:grpSpPr>
        <p:sp>
          <p:nvSpPr>
            <p:cNvPr id="3369" name="Google Shape;3369;p48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3370" name="Google Shape;3370;p48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3371" name="Google Shape;3371;p48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372" name="Google Shape;3372;p48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3" name="Google Shape;3373;p48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374" name="Google Shape;3374;p48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375" name="Google Shape;3375;p48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3376" name="Google Shape;3376;p48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377" name="Google Shape;3377;p48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3378" name="Google Shape;3378;p48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3379" name="Google Shape;3379;p48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3380" name="Google Shape;3380;p48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3381" name="Google Shape;3381;p48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3382" name="Google Shape;3382;p48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383" name="Google Shape;3383;p48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384" name="Google Shape;3384;p48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3385" name="Google Shape;3385;p48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386" name="Google Shape;3386;p48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387" name="Google Shape;3387;p48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388" name="Google Shape;3388;p48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89" name="Google Shape;3389;p48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390" name="Google Shape;3390;p48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391" name="Google Shape;3391;p48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92" name="Google Shape;3392;p48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393" name="Google Shape;3393;p48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3394" name="Google Shape;3394;p48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95" name="Google Shape;3395;p48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3396" name="Google Shape;3396;p48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7" name="Google Shape;3397;p48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98" name="Google Shape;3398;p48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3399" name="Google Shape;3399;p48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400" name="Google Shape;3400;p48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1" name="Google Shape;3401;p48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2" name="Google Shape;3402;p48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403" name="Google Shape;3403;p48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3404" name="Google Shape;3404;p48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3405" name="Google Shape;3405;p48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3406" name="Google Shape;3406;p48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407" name="Google Shape;3407;p48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3408" name="Google Shape;3408;p48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09" name="Google Shape;3409;p48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410" name="Google Shape;3410;p48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">
  <p:cSld name="Closing slide">
    <p:spTree>
      <p:nvGrpSpPr>
        <p:cNvPr id="1" name="Shape 3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2" name="Google Shape;3412;p49"/>
          <p:cNvSpPr>
            <a:spLocks noGrp="1"/>
          </p:cNvSpPr>
          <p:nvPr>
            <p:ph type="pic" idx="2"/>
          </p:nvPr>
        </p:nvSpPr>
        <p:spPr>
          <a:xfrm>
            <a:off x="193040" y="208280"/>
            <a:ext cx="11805900" cy="644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413" name="Google Shape;3413;p49"/>
          <p:cNvSpPr txBox="1">
            <a:spLocks noGrp="1"/>
          </p:cNvSpPr>
          <p:nvPr>
            <p:ph type="title"/>
          </p:nvPr>
        </p:nvSpPr>
        <p:spPr>
          <a:xfrm>
            <a:off x="0" y="-342024"/>
            <a:ext cx="12471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414" name="Google Shape;3414;p49"/>
          <p:cNvSpPr txBox="1">
            <a:spLocks noGrp="1"/>
          </p:cNvSpPr>
          <p:nvPr>
            <p:ph type="ftr" idx="11"/>
          </p:nvPr>
        </p:nvSpPr>
        <p:spPr>
          <a:xfrm>
            <a:off x="2266793" y="7267316"/>
            <a:ext cx="41148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415" name="Google Shape;3415;p49"/>
          <p:cNvSpPr txBox="1">
            <a:spLocks noGrp="1"/>
          </p:cNvSpPr>
          <p:nvPr>
            <p:ph type="sldNum" idx="12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16" name="Google Shape;3416;p49"/>
          <p:cNvSpPr txBox="1">
            <a:spLocks noGrp="1"/>
          </p:cNvSpPr>
          <p:nvPr>
            <p:ph type="body" idx="1"/>
          </p:nvPr>
        </p:nvSpPr>
        <p:spPr>
          <a:xfrm>
            <a:off x="8070226" y="2675331"/>
            <a:ext cx="3402900" cy="314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417" name="Google Shape;3417;p49"/>
          <p:cNvSpPr txBox="1">
            <a:spLocks noGrp="1"/>
          </p:cNvSpPr>
          <p:nvPr>
            <p:ph type="body" idx="3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3418" name="Google Shape;3418;p49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3419" name="Google Shape;3419;p49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3420" name="Google Shape;3420;p49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421" name="Google Shape;3421;p49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2" name="Google Shape;3422;p49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423" name="Google Shape;3423;p49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424" name="Google Shape;3424;p49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3425" name="Google Shape;3425;p49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3426" name="Google Shape;3426;p49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3427" name="Google Shape;3427;p49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8" name="Google Shape;3428;p49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9" name="Google Shape;3429;p49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3430" name="Google Shape;3430;p49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3431" name="Google Shape;3431;p49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2" name="Google Shape;3432;p49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433" name="Google Shape;3433;p49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3434" name="Google Shape;3434;p49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35" name="Google Shape;3435;p49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36" name="Google Shape;3436;p49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437" name="Google Shape;3437;p49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3438" name="Google Shape;3438;p49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39" name="Google Shape;3439;p49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40" name="Google Shape;3440;p49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3441" name="Google Shape;3441;p49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442" name="Google Shape;3442;p49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443" name="Google Shape;3443;p49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3444" name="Google Shape;3444;p49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3445" name="Google Shape;3445;p49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3446" name="Google Shape;3446;p49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3447" name="Google Shape;3447;p49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3448" name="Google Shape;3448;p49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49" name="Google Shape;3449;p49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50" name="Google Shape;3450;p49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3451" name="Google Shape;3451;p49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452" name="Google Shape;3452;p49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453" name="Google Shape;3453;p49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454" name="Google Shape;3454;p49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55" name="Google Shape;3455;p49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456" name="Google Shape;3456;p49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457" name="Google Shape;3457;p49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58" name="Google Shape;3458;p49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459" name="Google Shape;3459;p49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3460" name="Google Shape;3460;p49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461" name="Google Shape;3461;p49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3462" name="Google Shape;3462;p49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3463" name="Google Shape;3463;p49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4" name="Google Shape;3464;p49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65" name="Google Shape;3465;p49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3466" name="Google Shape;3466;p49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467" name="Google Shape;3467;p49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468" name="Google Shape;3468;p49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469" name="Google Shape;3469;p49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3470" name="Google Shape;3470;p49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3471" name="Google Shape;3471;p49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3472" name="Google Shape;3472;p49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3473" name="Google Shape;3473;p49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3474" name="Google Shape;3474;p49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3475" name="Google Shape;3475;p49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3476" name="Google Shape;3476;p49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3477" name="Google Shape;3477;p49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 (2x)">
  <p:cSld name="Text + Image (2x)">
    <p:spTree>
      <p:nvGrpSpPr>
        <p:cNvPr id="1" name="Shape 3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9" name="Google Shape;3479;p50"/>
          <p:cNvSpPr>
            <a:spLocks noGrp="1"/>
          </p:cNvSpPr>
          <p:nvPr>
            <p:ph type="pic" idx="2"/>
          </p:nvPr>
        </p:nvSpPr>
        <p:spPr>
          <a:xfrm>
            <a:off x="720001" y="1592264"/>
            <a:ext cx="5076000" cy="2442000"/>
          </a:xfrm>
          <a:prstGeom prst="roundRect">
            <a:avLst>
              <a:gd name="adj" fmla="val 9597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480" name="Google Shape;3480;p50"/>
          <p:cNvSpPr/>
          <p:nvPr/>
        </p:nvSpPr>
        <p:spPr>
          <a:xfrm>
            <a:off x="0" y="-367937"/>
            <a:ext cx="14373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(2x)</a:t>
            </a:r>
            <a:endParaRPr sz="1500"/>
          </a:p>
        </p:txBody>
      </p:sp>
      <p:sp>
        <p:nvSpPr>
          <p:cNvPr id="3481" name="Google Shape;3481;p50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482" name="Google Shape;3482;p50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483" name="Google Shape;3483;p50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484" name="Google Shape;3484;p50"/>
          <p:cNvSpPr>
            <a:spLocks noGrp="1"/>
          </p:cNvSpPr>
          <p:nvPr>
            <p:ph type="pic" idx="4"/>
          </p:nvPr>
        </p:nvSpPr>
        <p:spPr>
          <a:xfrm>
            <a:off x="6396001" y="1592264"/>
            <a:ext cx="5076000" cy="2442000"/>
          </a:xfrm>
          <a:prstGeom prst="roundRect">
            <a:avLst>
              <a:gd name="adj" fmla="val 9597"/>
            </a:avLst>
          </a:prstGeom>
          <a:solidFill>
            <a:srgbClr val="F2F2F2"/>
          </a:solidFill>
          <a:ln>
            <a:noFill/>
          </a:ln>
        </p:spPr>
      </p:sp>
      <p:grpSp>
        <p:nvGrpSpPr>
          <p:cNvPr id="3485" name="Google Shape;3485;p50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3486" name="Google Shape;3486;p50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3487" name="Google Shape;3487;p50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3488" name="Google Shape;3488;p50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489" name="Google Shape;3489;p50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0" name="Google Shape;3490;p50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491" name="Google Shape;3491;p50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492" name="Google Shape;3492;p50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3493" name="Google Shape;3493;p50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494" name="Google Shape;3494;p50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3495" name="Google Shape;3495;p50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3496" name="Google Shape;3496;p50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3497" name="Google Shape;3497;p50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3498" name="Google Shape;3498;p50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3499" name="Google Shape;3499;p50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00" name="Google Shape;3500;p50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01" name="Google Shape;3501;p50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3502" name="Google Shape;3502;p50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503" name="Google Shape;3503;p50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504" name="Google Shape;3504;p50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505" name="Google Shape;3505;p50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06" name="Google Shape;3506;p50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507" name="Google Shape;3507;p50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508" name="Google Shape;3508;p50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09" name="Google Shape;3509;p50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510" name="Google Shape;3510;p50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3511" name="Google Shape;3511;p50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12" name="Google Shape;3512;p50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3513" name="Google Shape;3513;p50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4" name="Google Shape;3514;p50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15" name="Google Shape;3515;p50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3516" name="Google Shape;3516;p50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517" name="Google Shape;3517;p50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8" name="Google Shape;3518;p50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9" name="Google Shape;3519;p50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520" name="Google Shape;3520;p50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3521" name="Google Shape;3521;p50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3522" name="Google Shape;3522;p50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3523" name="Google Shape;3523;p50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524" name="Google Shape;3524;p50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3525" name="Google Shape;3525;p50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26" name="Google Shape;3526;p50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527" name="Google Shape;3527;p50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 (3x)">
  <p:cSld name="Text + Image (3x)">
    <p:spTree>
      <p:nvGrpSpPr>
        <p:cNvPr id="1" name="Shape 3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9" name="Google Shape;3529;p51"/>
          <p:cNvSpPr/>
          <p:nvPr/>
        </p:nvSpPr>
        <p:spPr>
          <a:xfrm>
            <a:off x="0" y="-367937"/>
            <a:ext cx="14325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(3x)</a:t>
            </a:r>
            <a:endParaRPr sz="1500"/>
          </a:p>
        </p:txBody>
      </p:sp>
      <p:sp>
        <p:nvSpPr>
          <p:cNvPr id="3530" name="Google Shape;3530;p51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531" name="Google Shape;3531;p51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532" name="Google Shape;3532;p51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533" name="Google Shape;3533;p51"/>
          <p:cNvSpPr>
            <a:spLocks noGrp="1"/>
          </p:cNvSpPr>
          <p:nvPr>
            <p:ph type="pic" idx="3"/>
          </p:nvPr>
        </p:nvSpPr>
        <p:spPr>
          <a:xfrm>
            <a:off x="708207" y="1592264"/>
            <a:ext cx="3201300" cy="243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534" name="Google Shape;3534;p51"/>
          <p:cNvSpPr>
            <a:spLocks noGrp="1"/>
          </p:cNvSpPr>
          <p:nvPr>
            <p:ph type="pic" idx="4"/>
          </p:nvPr>
        </p:nvSpPr>
        <p:spPr>
          <a:xfrm>
            <a:off x="4483529" y="1592264"/>
            <a:ext cx="3201300" cy="243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535" name="Google Shape;3535;p51"/>
          <p:cNvSpPr>
            <a:spLocks noGrp="1"/>
          </p:cNvSpPr>
          <p:nvPr>
            <p:ph type="pic" idx="5"/>
          </p:nvPr>
        </p:nvSpPr>
        <p:spPr>
          <a:xfrm>
            <a:off x="8258849" y="1592264"/>
            <a:ext cx="3201300" cy="243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grpSp>
        <p:nvGrpSpPr>
          <p:cNvPr id="3536" name="Google Shape;3536;p51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3537" name="Google Shape;3537;p51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3538" name="Google Shape;3538;p51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3539" name="Google Shape;3539;p51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540" name="Google Shape;3540;p51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1" name="Google Shape;3541;p51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542" name="Google Shape;3542;p51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543" name="Google Shape;3543;p51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3544" name="Google Shape;3544;p51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545" name="Google Shape;3545;p51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3546" name="Google Shape;3546;p51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3547" name="Google Shape;3547;p51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3548" name="Google Shape;3548;p51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3549" name="Google Shape;3549;p51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3550" name="Google Shape;3550;p51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51" name="Google Shape;3551;p51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52" name="Google Shape;3552;p51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3553" name="Google Shape;3553;p51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554" name="Google Shape;3554;p51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555" name="Google Shape;3555;p51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556" name="Google Shape;3556;p51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57" name="Google Shape;3557;p51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558" name="Google Shape;3558;p51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559" name="Google Shape;3559;p51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60" name="Google Shape;3560;p51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561" name="Google Shape;3561;p51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3562" name="Google Shape;3562;p51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63" name="Google Shape;3563;p51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3564" name="Google Shape;3564;p51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5" name="Google Shape;3565;p51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66" name="Google Shape;3566;p51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3567" name="Google Shape;3567;p51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568" name="Google Shape;3568;p51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69" name="Google Shape;3569;p51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70" name="Google Shape;3570;p51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571" name="Google Shape;3571;p51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3572" name="Google Shape;3572;p51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3573" name="Google Shape;3573;p51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3574" name="Google Shape;3574;p51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575" name="Google Shape;3575;p51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3576" name="Google Shape;3576;p51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77" name="Google Shape;3577;p51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578" name="Google Shape;3578;p51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ser testimonials">
  <p:cSld name="User testimonials">
    <p:spTree>
      <p:nvGrpSpPr>
        <p:cNvPr id="1" name="Shape 3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0" name="Google Shape;3580;p52"/>
          <p:cNvSpPr>
            <a:spLocks noGrp="1"/>
          </p:cNvSpPr>
          <p:nvPr>
            <p:ph type="pic" idx="2"/>
          </p:nvPr>
        </p:nvSpPr>
        <p:spPr>
          <a:xfrm>
            <a:off x="193040" y="208280"/>
            <a:ext cx="11805900" cy="644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581" name="Google Shape;3581;p52"/>
          <p:cNvSpPr txBox="1">
            <a:spLocks noGrp="1"/>
          </p:cNvSpPr>
          <p:nvPr>
            <p:ph type="body" idx="1"/>
          </p:nvPr>
        </p:nvSpPr>
        <p:spPr>
          <a:xfrm>
            <a:off x="714375" y="1592263"/>
            <a:ext cx="3204000" cy="388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582" name="Google Shape;3582;p52"/>
          <p:cNvSpPr txBox="1">
            <a:spLocks noGrp="1"/>
          </p:cNvSpPr>
          <p:nvPr>
            <p:ph type="ftr" idx="11"/>
          </p:nvPr>
        </p:nvSpPr>
        <p:spPr>
          <a:xfrm>
            <a:off x="2266793" y="7267316"/>
            <a:ext cx="41148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583" name="Google Shape;3583;p52"/>
          <p:cNvSpPr txBox="1">
            <a:spLocks noGrp="1"/>
          </p:cNvSpPr>
          <p:nvPr>
            <p:ph type="sldNum" idx="12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84" name="Google Shape;3584;p52"/>
          <p:cNvSpPr txBox="1">
            <a:spLocks noGrp="1"/>
          </p:cNvSpPr>
          <p:nvPr>
            <p:ph type="body" idx="3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585" name="Google Shape;3585;p52"/>
          <p:cNvSpPr/>
          <p:nvPr/>
        </p:nvSpPr>
        <p:spPr>
          <a:xfrm>
            <a:off x="0" y="-367937"/>
            <a:ext cx="14796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User testimonials</a:t>
            </a:r>
            <a:endParaRPr sz="1500"/>
          </a:p>
        </p:txBody>
      </p:sp>
      <p:sp>
        <p:nvSpPr>
          <p:cNvPr id="3586" name="Google Shape;3586;p52"/>
          <p:cNvSpPr txBox="1">
            <a:spLocks noGrp="1"/>
          </p:cNvSpPr>
          <p:nvPr>
            <p:ph type="body" idx="4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587" name="Google Shape;3587;p52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588" name="Google Shape;3588;p52"/>
          <p:cNvSpPr>
            <a:spLocks noGrp="1"/>
          </p:cNvSpPr>
          <p:nvPr>
            <p:ph type="pic" idx="5"/>
          </p:nvPr>
        </p:nvSpPr>
        <p:spPr>
          <a:xfrm>
            <a:off x="1668375" y="1913122"/>
            <a:ext cx="1296000" cy="1296000"/>
          </a:xfrm>
          <a:prstGeom prst="roundRect">
            <a:avLst>
              <a:gd name="adj" fmla="val 13654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589" name="Google Shape;3589;p52"/>
          <p:cNvSpPr txBox="1">
            <a:spLocks noGrp="1"/>
          </p:cNvSpPr>
          <p:nvPr>
            <p:ph type="body" idx="6"/>
          </p:nvPr>
        </p:nvSpPr>
        <p:spPr>
          <a:xfrm>
            <a:off x="806760" y="3168148"/>
            <a:ext cx="540000" cy="477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22112" t="-281183" r="-115075" b="-108580"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590" name="Google Shape;3590;p52"/>
          <p:cNvSpPr txBox="1">
            <a:spLocks noGrp="1"/>
          </p:cNvSpPr>
          <p:nvPr>
            <p:ph type="body" idx="7"/>
          </p:nvPr>
        </p:nvSpPr>
        <p:spPr>
          <a:xfrm rot="10800000">
            <a:off x="3294613" y="4493408"/>
            <a:ext cx="540000" cy="477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22112" t="-281183" r="-115075" b="-108580"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591" name="Google Shape;3591;p52"/>
          <p:cNvSpPr txBox="1">
            <a:spLocks noGrp="1"/>
          </p:cNvSpPr>
          <p:nvPr>
            <p:ph type="body" idx="8"/>
          </p:nvPr>
        </p:nvSpPr>
        <p:spPr>
          <a:xfrm>
            <a:off x="4494000" y="1592263"/>
            <a:ext cx="3204000" cy="388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592" name="Google Shape;3592;p52"/>
          <p:cNvSpPr>
            <a:spLocks noGrp="1"/>
          </p:cNvSpPr>
          <p:nvPr>
            <p:ph type="pic" idx="9"/>
          </p:nvPr>
        </p:nvSpPr>
        <p:spPr>
          <a:xfrm>
            <a:off x="5448000" y="1913122"/>
            <a:ext cx="1296000" cy="1296000"/>
          </a:xfrm>
          <a:prstGeom prst="roundRect">
            <a:avLst>
              <a:gd name="adj" fmla="val 13654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593" name="Google Shape;3593;p52"/>
          <p:cNvSpPr txBox="1">
            <a:spLocks noGrp="1"/>
          </p:cNvSpPr>
          <p:nvPr>
            <p:ph type="body" idx="13"/>
          </p:nvPr>
        </p:nvSpPr>
        <p:spPr>
          <a:xfrm>
            <a:off x="4586385" y="3168148"/>
            <a:ext cx="540000" cy="477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22112" t="-281183" r="-115075" b="-108580"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594" name="Google Shape;3594;p52"/>
          <p:cNvSpPr txBox="1">
            <a:spLocks noGrp="1"/>
          </p:cNvSpPr>
          <p:nvPr>
            <p:ph type="body" idx="14"/>
          </p:nvPr>
        </p:nvSpPr>
        <p:spPr>
          <a:xfrm rot="10800000">
            <a:off x="7074238" y="4493408"/>
            <a:ext cx="540000" cy="477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22112" t="-281183" r="-115075" b="-108580"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595" name="Google Shape;3595;p52"/>
          <p:cNvSpPr txBox="1">
            <a:spLocks noGrp="1"/>
          </p:cNvSpPr>
          <p:nvPr>
            <p:ph type="body" idx="15"/>
          </p:nvPr>
        </p:nvSpPr>
        <p:spPr>
          <a:xfrm>
            <a:off x="8268514" y="1592263"/>
            <a:ext cx="3204000" cy="388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596" name="Google Shape;3596;p52"/>
          <p:cNvSpPr>
            <a:spLocks noGrp="1"/>
          </p:cNvSpPr>
          <p:nvPr>
            <p:ph type="pic" idx="16"/>
          </p:nvPr>
        </p:nvSpPr>
        <p:spPr>
          <a:xfrm>
            <a:off x="9222514" y="1913122"/>
            <a:ext cx="1296000" cy="1296000"/>
          </a:xfrm>
          <a:prstGeom prst="roundRect">
            <a:avLst>
              <a:gd name="adj" fmla="val 13654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597" name="Google Shape;3597;p52"/>
          <p:cNvSpPr txBox="1">
            <a:spLocks noGrp="1"/>
          </p:cNvSpPr>
          <p:nvPr>
            <p:ph type="body" idx="17"/>
          </p:nvPr>
        </p:nvSpPr>
        <p:spPr>
          <a:xfrm>
            <a:off x="8360899" y="3168148"/>
            <a:ext cx="540000" cy="477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22112" t="-281183" r="-115075" b="-108580"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598" name="Google Shape;3598;p52"/>
          <p:cNvSpPr txBox="1">
            <a:spLocks noGrp="1"/>
          </p:cNvSpPr>
          <p:nvPr>
            <p:ph type="body" idx="18"/>
          </p:nvPr>
        </p:nvSpPr>
        <p:spPr>
          <a:xfrm rot="10800000">
            <a:off x="10848752" y="4493408"/>
            <a:ext cx="540000" cy="477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22112" t="-281183" r="-115075" b="-108580"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3599" name="Google Shape;3599;p52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3600" name="Google Shape;3600;p52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3601" name="Google Shape;3601;p52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602" name="Google Shape;3602;p52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3" name="Google Shape;3603;p52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604" name="Google Shape;3604;p52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605" name="Google Shape;3605;p52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3606" name="Google Shape;3606;p52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3607" name="Google Shape;3607;p52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3608" name="Google Shape;3608;p52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9" name="Google Shape;3609;p52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0" name="Google Shape;3610;p52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3611" name="Google Shape;3611;p52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3612" name="Google Shape;3612;p52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3" name="Google Shape;3613;p52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614" name="Google Shape;3614;p52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3615" name="Google Shape;3615;p52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16" name="Google Shape;3616;p52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17" name="Google Shape;3617;p52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618" name="Google Shape;3618;p52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3619" name="Google Shape;3619;p52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20" name="Google Shape;3620;p52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21" name="Google Shape;3621;p52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3622" name="Google Shape;3622;p52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623" name="Google Shape;3623;p52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624" name="Google Shape;3624;p52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3625" name="Google Shape;3625;p52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3626" name="Google Shape;3626;p52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3627" name="Google Shape;3627;p52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3628" name="Google Shape;3628;p52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3629" name="Google Shape;3629;p52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630" name="Google Shape;3630;p52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631" name="Google Shape;3631;p52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3632" name="Google Shape;3632;p52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633" name="Google Shape;3633;p52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634" name="Google Shape;3634;p52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635" name="Google Shape;3635;p52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36" name="Google Shape;3636;p52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637" name="Google Shape;3637;p52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638" name="Google Shape;3638;p52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39" name="Google Shape;3639;p52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640" name="Google Shape;3640;p52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3641" name="Google Shape;3641;p52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42" name="Google Shape;3642;p52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3643" name="Google Shape;3643;p52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3644" name="Google Shape;3644;p52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5" name="Google Shape;3645;p52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46" name="Google Shape;3646;p52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3647" name="Google Shape;3647;p52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648" name="Google Shape;3648;p52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649" name="Google Shape;3649;p52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650" name="Google Shape;3650;p52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3651" name="Google Shape;3651;p52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3652" name="Google Shape;3652;p52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3653" name="Google Shape;3653;p52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3654" name="Google Shape;3654;p52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3655" name="Google Shape;3655;p52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3656" name="Google Shape;3656;p52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3657" name="Google Shape;3657;p52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3658" name="Google Shape;3658;p52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slide">
  <p:cSld name="Logo slide">
    <p:spTree>
      <p:nvGrpSpPr>
        <p:cNvPr id="1" name="Shape 3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0" name="Google Shape;3660;p53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name="adj" fmla="val 3563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661" name="Google Shape;3661;p53"/>
          <p:cNvSpPr/>
          <p:nvPr/>
        </p:nvSpPr>
        <p:spPr>
          <a:xfrm>
            <a:off x="0" y="-367937"/>
            <a:ext cx="8445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Logo slide</a:t>
            </a:r>
            <a:endParaRPr sz="1500"/>
          </a:p>
        </p:txBody>
      </p:sp>
      <p:sp>
        <p:nvSpPr>
          <p:cNvPr id="3662" name="Google Shape;3662;p53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663" name="Google Shape;3663;p53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664" name="Google Shape;3664;p53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665" name="Google Shape;3665;p53"/>
          <p:cNvSpPr/>
          <p:nvPr/>
        </p:nvSpPr>
        <p:spPr>
          <a:xfrm>
            <a:off x="714375" y="1596597"/>
            <a:ext cx="2520000" cy="1285200"/>
          </a:xfrm>
          <a:prstGeom prst="roundRect">
            <a:avLst>
              <a:gd name="adj" fmla="val 1387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666" name="Google Shape;3666;p53"/>
          <p:cNvSpPr/>
          <p:nvPr/>
        </p:nvSpPr>
        <p:spPr>
          <a:xfrm>
            <a:off x="714375" y="3058443"/>
            <a:ext cx="2520000" cy="1285200"/>
          </a:xfrm>
          <a:prstGeom prst="roundRect">
            <a:avLst>
              <a:gd name="adj" fmla="val 1387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667" name="Google Shape;3667;p53"/>
          <p:cNvSpPr/>
          <p:nvPr/>
        </p:nvSpPr>
        <p:spPr>
          <a:xfrm>
            <a:off x="714375" y="4520288"/>
            <a:ext cx="2520000" cy="1285200"/>
          </a:xfrm>
          <a:prstGeom prst="roundRect">
            <a:avLst>
              <a:gd name="adj" fmla="val 1387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668" name="Google Shape;3668;p53"/>
          <p:cNvSpPr/>
          <p:nvPr/>
        </p:nvSpPr>
        <p:spPr>
          <a:xfrm>
            <a:off x="3460250" y="1596597"/>
            <a:ext cx="2520000" cy="1285200"/>
          </a:xfrm>
          <a:prstGeom prst="roundRect">
            <a:avLst>
              <a:gd name="adj" fmla="val 1387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669" name="Google Shape;3669;p53"/>
          <p:cNvSpPr/>
          <p:nvPr/>
        </p:nvSpPr>
        <p:spPr>
          <a:xfrm>
            <a:off x="3460250" y="3058443"/>
            <a:ext cx="2520000" cy="1285200"/>
          </a:xfrm>
          <a:prstGeom prst="roundRect">
            <a:avLst>
              <a:gd name="adj" fmla="val 1387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670" name="Google Shape;3670;p53"/>
          <p:cNvSpPr/>
          <p:nvPr/>
        </p:nvSpPr>
        <p:spPr>
          <a:xfrm>
            <a:off x="3460250" y="4520288"/>
            <a:ext cx="2520000" cy="1285200"/>
          </a:xfrm>
          <a:prstGeom prst="roundRect">
            <a:avLst>
              <a:gd name="adj" fmla="val 1387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671" name="Google Shape;3671;p53"/>
          <p:cNvSpPr/>
          <p:nvPr/>
        </p:nvSpPr>
        <p:spPr>
          <a:xfrm>
            <a:off x="6206125" y="1596597"/>
            <a:ext cx="2520000" cy="1285200"/>
          </a:xfrm>
          <a:prstGeom prst="roundRect">
            <a:avLst>
              <a:gd name="adj" fmla="val 1387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672" name="Google Shape;3672;p53"/>
          <p:cNvSpPr/>
          <p:nvPr/>
        </p:nvSpPr>
        <p:spPr>
          <a:xfrm>
            <a:off x="6206125" y="3058443"/>
            <a:ext cx="2520000" cy="1285200"/>
          </a:xfrm>
          <a:prstGeom prst="roundRect">
            <a:avLst>
              <a:gd name="adj" fmla="val 1387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673" name="Google Shape;3673;p53"/>
          <p:cNvSpPr/>
          <p:nvPr/>
        </p:nvSpPr>
        <p:spPr>
          <a:xfrm>
            <a:off x="6206125" y="4520288"/>
            <a:ext cx="2520000" cy="1285200"/>
          </a:xfrm>
          <a:prstGeom prst="roundRect">
            <a:avLst>
              <a:gd name="adj" fmla="val 1387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674" name="Google Shape;3674;p53"/>
          <p:cNvSpPr/>
          <p:nvPr/>
        </p:nvSpPr>
        <p:spPr>
          <a:xfrm>
            <a:off x="8952001" y="1596597"/>
            <a:ext cx="2520000" cy="1285200"/>
          </a:xfrm>
          <a:prstGeom prst="roundRect">
            <a:avLst>
              <a:gd name="adj" fmla="val 1387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675" name="Google Shape;3675;p53"/>
          <p:cNvSpPr/>
          <p:nvPr/>
        </p:nvSpPr>
        <p:spPr>
          <a:xfrm>
            <a:off x="8952001" y="3077499"/>
            <a:ext cx="2520000" cy="1285200"/>
          </a:xfrm>
          <a:prstGeom prst="roundRect">
            <a:avLst>
              <a:gd name="adj" fmla="val 1387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676" name="Google Shape;3676;p53"/>
          <p:cNvSpPr/>
          <p:nvPr/>
        </p:nvSpPr>
        <p:spPr>
          <a:xfrm>
            <a:off x="8952001" y="4520288"/>
            <a:ext cx="2520000" cy="1285200"/>
          </a:xfrm>
          <a:prstGeom prst="roundRect">
            <a:avLst>
              <a:gd name="adj" fmla="val 1387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677" name="Google Shape;3677;p53"/>
          <p:cNvSpPr>
            <a:spLocks noGrp="1"/>
          </p:cNvSpPr>
          <p:nvPr>
            <p:ph type="pic" idx="3"/>
          </p:nvPr>
        </p:nvSpPr>
        <p:spPr>
          <a:xfrm>
            <a:off x="930375" y="1772524"/>
            <a:ext cx="2088000" cy="933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678" name="Google Shape;3678;p53"/>
          <p:cNvSpPr>
            <a:spLocks noGrp="1"/>
          </p:cNvSpPr>
          <p:nvPr>
            <p:ph type="pic" idx="4"/>
          </p:nvPr>
        </p:nvSpPr>
        <p:spPr>
          <a:xfrm>
            <a:off x="3676250" y="1772524"/>
            <a:ext cx="2088000" cy="933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679" name="Google Shape;3679;p53"/>
          <p:cNvSpPr>
            <a:spLocks noGrp="1"/>
          </p:cNvSpPr>
          <p:nvPr>
            <p:ph type="pic" idx="5"/>
          </p:nvPr>
        </p:nvSpPr>
        <p:spPr>
          <a:xfrm>
            <a:off x="6422125" y="1772524"/>
            <a:ext cx="2088000" cy="933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680" name="Google Shape;3680;p53"/>
          <p:cNvSpPr>
            <a:spLocks noGrp="1"/>
          </p:cNvSpPr>
          <p:nvPr>
            <p:ph type="pic" idx="6"/>
          </p:nvPr>
        </p:nvSpPr>
        <p:spPr>
          <a:xfrm>
            <a:off x="9168001" y="1772524"/>
            <a:ext cx="2088000" cy="933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681" name="Google Shape;3681;p53"/>
          <p:cNvSpPr>
            <a:spLocks noGrp="1"/>
          </p:cNvSpPr>
          <p:nvPr>
            <p:ph type="pic" idx="7"/>
          </p:nvPr>
        </p:nvSpPr>
        <p:spPr>
          <a:xfrm>
            <a:off x="9168001" y="3253426"/>
            <a:ext cx="2088000" cy="933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682" name="Google Shape;3682;p53"/>
          <p:cNvSpPr>
            <a:spLocks noGrp="1"/>
          </p:cNvSpPr>
          <p:nvPr>
            <p:ph type="pic" idx="8"/>
          </p:nvPr>
        </p:nvSpPr>
        <p:spPr>
          <a:xfrm>
            <a:off x="9168001" y="4696215"/>
            <a:ext cx="2088000" cy="933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683" name="Google Shape;3683;p53"/>
          <p:cNvSpPr>
            <a:spLocks noGrp="1"/>
          </p:cNvSpPr>
          <p:nvPr>
            <p:ph type="pic" idx="9"/>
          </p:nvPr>
        </p:nvSpPr>
        <p:spPr>
          <a:xfrm>
            <a:off x="6422125" y="3234370"/>
            <a:ext cx="2088000" cy="933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684" name="Google Shape;3684;p53"/>
          <p:cNvSpPr>
            <a:spLocks noGrp="1"/>
          </p:cNvSpPr>
          <p:nvPr>
            <p:ph type="pic" idx="13"/>
          </p:nvPr>
        </p:nvSpPr>
        <p:spPr>
          <a:xfrm>
            <a:off x="6422125" y="4696215"/>
            <a:ext cx="2088000" cy="933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685" name="Google Shape;3685;p53"/>
          <p:cNvSpPr>
            <a:spLocks noGrp="1"/>
          </p:cNvSpPr>
          <p:nvPr>
            <p:ph type="pic" idx="14"/>
          </p:nvPr>
        </p:nvSpPr>
        <p:spPr>
          <a:xfrm>
            <a:off x="3676250" y="3234370"/>
            <a:ext cx="2088000" cy="933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686" name="Google Shape;3686;p53"/>
          <p:cNvSpPr>
            <a:spLocks noGrp="1"/>
          </p:cNvSpPr>
          <p:nvPr>
            <p:ph type="pic" idx="15"/>
          </p:nvPr>
        </p:nvSpPr>
        <p:spPr>
          <a:xfrm>
            <a:off x="3676250" y="4696215"/>
            <a:ext cx="2088000" cy="933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687" name="Google Shape;3687;p53"/>
          <p:cNvSpPr>
            <a:spLocks noGrp="1"/>
          </p:cNvSpPr>
          <p:nvPr>
            <p:ph type="pic" idx="16"/>
          </p:nvPr>
        </p:nvSpPr>
        <p:spPr>
          <a:xfrm>
            <a:off x="930375" y="3234370"/>
            <a:ext cx="2088000" cy="933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688" name="Google Shape;3688;p53"/>
          <p:cNvSpPr>
            <a:spLocks noGrp="1"/>
          </p:cNvSpPr>
          <p:nvPr>
            <p:ph type="pic" idx="17"/>
          </p:nvPr>
        </p:nvSpPr>
        <p:spPr>
          <a:xfrm>
            <a:off x="930375" y="4696215"/>
            <a:ext cx="2088000" cy="933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grpSp>
        <p:nvGrpSpPr>
          <p:cNvPr id="3689" name="Google Shape;3689;p53"/>
          <p:cNvGrpSpPr/>
          <p:nvPr/>
        </p:nvGrpSpPr>
        <p:grpSpPr>
          <a:xfrm>
            <a:off x="12377595" y="0"/>
            <a:ext cx="3693214" cy="6594665"/>
            <a:chOff x="-3786165" y="0"/>
            <a:chExt cx="3693214" cy="6594665"/>
          </a:xfrm>
        </p:grpSpPr>
        <p:sp>
          <p:nvSpPr>
            <p:cNvPr id="3690" name="Google Shape;3690;p53"/>
            <p:cNvSpPr/>
            <p:nvPr/>
          </p:nvSpPr>
          <p:spPr>
            <a:xfrm>
              <a:off x="-3786165" y="0"/>
              <a:ext cx="3593100" cy="5931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 LOGO</a:t>
              </a:r>
              <a:endParaRPr sz="1500"/>
            </a:p>
          </p:txBody>
        </p:sp>
        <p:sp>
          <p:nvSpPr>
            <p:cNvPr id="3691" name="Google Shape;3691;p53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692" name="Google Shape;3692;p53"/>
            <p:cNvSpPr/>
            <p:nvPr/>
          </p:nvSpPr>
          <p:spPr>
            <a:xfrm>
              <a:off x="-3319415" y="465324"/>
              <a:ext cx="2944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logo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pictogram to insert a new logo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(see example below)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grpSp>
          <p:nvGrpSpPr>
            <p:cNvPr id="3693" name="Google Shape;3693;p53"/>
            <p:cNvGrpSpPr/>
            <p:nvPr/>
          </p:nvGrpSpPr>
          <p:grpSpPr>
            <a:xfrm>
              <a:off x="-3316479" y="1231332"/>
              <a:ext cx="294817" cy="346796"/>
              <a:chOff x="14466489" y="1001522"/>
              <a:chExt cx="290661" cy="341907"/>
            </a:xfrm>
          </p:grpSpPr>
          <p:sp>
            <p:nvSpPr>
              <p:cNvPr id="3694" name="Google Shape;3694;p53"/>
              <p:cNvSpPr/>
              <p:nvPr/>
            </p:nvSpPr>
            <p:spPr>
              <a:xfrm>
                <a:off x="14466489" y="1001522"/>
                <a:ext cx="258000" cy="254100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rgbClr val="81818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5" name="Google Shape;3695;p53"/>
              <p:cNvSpPr/>
              <p:nvPr/>
            </p:nvSpPr>
            <p:spPr>
              <a:xfrm>
                <a:off x="14623626" y="1033630"/>
                <a:ext cx="71100" cy="71100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6" name="Google Shape;3696;p53"/>
              <p:cNvSpPr/>
              <p:nvPr/>
            </p:nvSpPr>
            <p:spPr>
              <a:xfrm rot="2700000">
                <a:off x="14498834" y="1157867"/>
                <a:ext cx="168652" cy="147541"/>
              </a:xfrm>
              <a:custGeom>
                <a:avLst/>
                <a:gdLst/>
                <a:ahLst/>
                <a:cxnLst/>
                <a:rect l="l" t="t" r="r" b="b"/>
                <a:pathLst>
                  <a:path w="168558" h="147459" extrusionOk="0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7" name="Google Shape;3697;p53"/>
              <p:cNvSpPr/>
              <p:nvPr/>
            </p:nvSpPr>
            <p:spPr>
              <a:xfrm>
                <a:off x="14601150" y="1145314"/>
                <a:ext cx="156000" cy="116700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 w="19050" cap="flat" cmpd="sng">
                <a:solidFill>
                  <a:srgbClr val="8AADD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698" name="Google Shape;3698;p53"/>
              <p:cNvCxnSpPr/>
              <p:nvPr/>
            </p:nvCxnSpPr>
            <p:spPr>
              <a:xfrm>
                <a:off x="14637490" y="1308665"/>
                <a:ext cx="83400" cy="0"/>
              </a:xfrm>
              <a:prstGeom prst="straightConnector1">
                <a:avLst/>
              </a:prstGeom>
              <a:solidFill>
                <a:schemeClr val="lt1"/>
              </a:solidFill>
              <a:ln w="19050" cap="flat" cmpd="sng">
                <a:solidFill>
                  <a:srgbClr val="8AADD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699" name="Google Shape;3699;p53"/>
              <p:cNvCxnSpPr>
                <a:stCxn id="3697" idx="2"/>
              </p:cNvCxnSpPr>
              <p:nvPr/>
            </p:nvCxnSpPr>
            <p:spPr>
              <a:xfrm flipH="1">
                <a:off x="14678850" y="1262014"/>
                <a:ext cx="300" cy="43500"/>
              </a:xfrm>
              <a:prstGeom prst="straightConnector1">
                <a:avLst/>
              </a:prstGeom>
              <a:solidFill>
                <a:schemeClr val="lt1"/>
              </a:solidFill>
              <a:ln w="19050" cap="flat" cmpd="sng">
                <a:solidFill>
                  <a:srgbClr val="8AADD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3700" name="Google Shape;3700;p53"/>
            <p:cNvSpPr/>
            <p:nvPr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701" name="Google Shape;3701;p53"/>
            <p:cNvSpPr/>
            <p:nvPr/>
          </p:nvSpPr>
          <p:spPr>
            <a:xfrm>
              <a:off x="-3319415" y="1729710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logo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grpSp>
          <p:nvGrpSpPr>
            <p:cNvPr id="3702" name="Google Shape;3702;p53"/>
            <p:cNvGrpSpPr/>
            <p:nvPr/>
          </p:nvGrpSpPr>
          <p:grpSpPr>
            <a:xfrm>
              <a:off x="-3311319" y="2164285"/>
              <a:ext cx="825600" cy="209700"/>
              <a:chOff x="13504624" y="2482850"/>
              <a:chExt cx="825600" cy="209700"/>
            </a:xfrm>
          </p:grpSpPr>
          <p:sp>
            <p:nvSpPr>
              <p:cNvPr id="3703" name="Google Shape;3703;p53"/>
              <p:cNvSpPr/>
              <p:nvPr/>
            </p:nvSpPr>
            <p:spPr>
              <a:xfrm>
                <a:off x="13504624" y="2482850"/>
                <a:ext cx="825600" cy="209700"/>
              </a:xfrm>
              <a:prstGeom prst="rect">
                <a:avLst/>
              </a:prstGeom>
              <a:solidFill>
                <a:srgbClr val="E5F1FB"/>
              </a:solidFill>
              <a:ln w="12700" cap="flat" cmpd="sng">
                <a:solidFill>
                  <a:srgbClr val="0B7ED9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72000" tIns="0" rIns="28800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Insert</a:t>
                </a:r>
                <a:endParaRPr sz="1500"/>
              </a:p>
            </p:txBody>
          </p:sp>
          <p:cxnSp>
            <p:nvCxnSpPr>
              <p:cNvPr id="3704" name="Google Shape;3704;p53"/>
              <p:cNvCxnSpPr/>
              <p:nvPr/>
            </p:nvCxnSpPr>
            <p:spPr>
              <a:xfrm>
                <a:off x="14155269" y="2515250"/>
                <a:ext cx="0" cy="14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4546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3705" name="Google Shape;3705;p53"/>
              <p:cNvSpPr/>
              <p:nvPr/>
            </p:nvSpPr>
            <p:spPr>
              <a:xfrm rot="10800000">
                <a:off x="14195955" y="2567051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06" name="Google Shape;3706;p53"/>
            <p:cNvSpPr/>
            <p:nvPr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707" name="Google Shape;3707;p53"/>
            <p:cNvSpPr/>
            <p:nvPr/>
          </p:nvSpPr>
          <p:spPr>
            <a:xfrm>
              <a:off x="-3319415" y="2553360"/>
              <a:ext cx="2944800" cy="79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logo, go to the tab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logo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logo frame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brackets.</a:t>
              </a:r>
              <a:endParaRPr sz="1500"/>
            </a:p>
          </p:txBody>
        </p:sp>
        <p:grpSp>
          <p:nvGrpSpPr>
            <p:cNvPr id="3708" name="Google Shape;3708;p53"/>
            <p:cNvGrpSpPr/>
            <p:nvPr/>
          </p:nvGrpSpPr>
          <p:grpSpPr>
            <a:xfrm>
              <a:off x="-3442189" y="3457603"/>
              <a:ext cx="622279" cy="612887"/>
              <a:chOff x="12617641" y="3403239"/>
              <a:chExt cx="753000" cy="741634"/>
            </a:xfrm>
          </p:grpSpPr>
          <p:grpSp>
            <p:nvGrpSpPr>
              <p:cNvPr id="3709" name="Google Shape;3709;p53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3710" name="Google Shape;3710;p53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3711" name="Google Shape;3711;p53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3712" name="Google Shape;3712;p53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713" name="Google Shape;3713;p53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714" name="Google Shape;3714;p53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3715" name="Google Shape;3715;p53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716" name="Google Shape;3716;p53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717" name="Google Shape;3717;p53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718" name="Google Shape;3718;p53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19" name="Google Shape;3719;p53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720" name="Google Shape;3720;p53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721" name="Google Shape;3721;p53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22" name="Google Shape;3722;p53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723" name="Google Shape;3723;p53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3724" name="Google Shape;3724;p53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25" name="Google Shape;3725;p53"/>
            <p:cNvSpPr/>
            <p:nvPr/>
          </p:nvSpPr>
          <p:spPr>
            <a:xfrm>
              <a:off x="-3603587" y="4275081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726" name="Google Shape;3726;p53"/>
            <p:cNvSpPr/>
            <p:nvPr/>
          </p:nvSpPr>
          <p:spPr>
            <a:xfrm>
              <a:off x="-3319415" y="4275082"/>
              <a:ext cx="2944800" cy="63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make sure the logo is kept in it’s original ratio,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Tools’ - ‘Format’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arrow below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Now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‘Fit’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grpSp>
          <p:nvGrpSpPr>
            <p:cNvPr id="3727" name="Google Shape;3727;p53"/>
            <p:cNvGrpSpPr/>
            <p:nvPr/>
          </p:nvGrpSpPr>
          <p:grpSpPr>
            <a:xfrm>
              <a:off x="-3314821" y="5023930"/>
              <a:ext cx="1108146" cy="562582"/>
              <a:chOff x="-3314821" y="3885197"/>
              <a:chExt cx="1108146" cy="562582"/>
            </a:xfrm>
          </p:grpSpPr>
          <p:sp>
            <p:nvSpPr>
              <p:cNvPr id="3728" name="Google Shape;3728;p53"/>
              <p:cNvSpPr/>
              <p:nvPr/>
            </p:nvSpPr>
            <p:spPr>
              <a:xfrm>
                <a:off x="-3314821" y="3885197"/>
                <a:ext cx="10557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9" name="Google Shape;3729;p53"/>
              <p:cNvSpPr/>
              <p:nvPr/>
            </p:nvSpPr>
            <p:spPr>
              <a:xfrm>
                <a:off x="-3304718" y="4138922"/>
                <a:ext cx="10437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0" name="Google Shape;3730;p53"/>
              <p:cNvSpPr txBox="1"/>
              <p:nvPr/>
            </p:nvSpPr>
            <p:spPr>
              <a:xfrm>
                <a:off x="-3069820" y="3949098"/>
                <a:ext cx="7941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Fill</a:t>
                </a:r>
                <a:endParaRPr sz="1500"/>
              </a:p>
            </p:txBody>
          </p:sp>
          <p:sp>
            <p:nvSpPr>
              <p:cNvPr id="3731" name="Google Shape;3731;p53"/>
              <p:cNvSpPr txBox="1"/>
              <p:nvPr/>
            </p:nvSpPr>
            <p:spPr>
              <a:xfrm>
                <a:off x="-3069819" y="4199018"/>
                <a:ext cx="8010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Fit</a:t>
                </a:r>
                <a:endParaRPr sz="1500"/>
              </a:p>
            </p:txBody>
          </p:sp>
          <p:sp>
            <p:nvSpPr>
              <p:cNvPr id="3732" name="Google Shape;3732;p53"/>
              <p:cNvSpPr/>
              <p:nvPr/>
            </p:nvSpPr>
            <p:spPr>
              <a:xfrm>
                <a:off x="-2303506" y="4269130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733" name="Google Shape;3733;p53"/>
              <p:cNvGrpSpPr/>
              <p:nvPr/>
            </p:nvGrpSpPr>
            <p:grpSpPr>
              <a:xfrm>
                <a:off x="-3254863" y="3946089"/>
                <a:ext cx="184372" cy="143188"/>
                <a:chOff x="6218544" y="2402421"/>
                <a:chExt cx="144300" cy="112067"/>
              </a:xfrm>
            </p:grpSpPr>
            <p:sp>
              <p:nvSpPr>
                <p:cNvPr id="3734" name="Google Shape;3734;p53"/>
                <p:cNvSpPr/>
                <p:nvPr/>
              </p:nvSpPr>
              <p:spPr>
                <a:xfrm>
                  <a:off x="6218544" y="2414588"/>
                  <a:ext cx="144300" cy="99900"/>
                </a:xfrm>
                <a:prstGeom prst="rect">
                  <a:avLst/>
                </a:prstGeom>
                <a:solidFill>
                  <a:schemeClr val="lt1"/>
                </a:solidFill>
                <a:ln w="12700" cap="rnd" cmpd="sng">
                  <a:solidFill>
                    <a:srgbClr val="818181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35" name="Google Shape;3735;p53"/>
                <p:cNvSpPr/>
                <p:nvPr/>
              </p:nvSpPr>
              <p:spPr>
                <a:xfrm>
                  <a:off x="6224587" y="2445544"/>
                  <a:ext cx="95296" cy="649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74" h="136734" extrusionOk="0">
                      <a:moveTo>
                        <a:pt x="73583" y="35"/>
                      </a:moveTo>
                      <a:cubicBezTo>
                        <a:pt x="110257" y="-2347"/>
                        <a:pt x="162658" y="116729"/>
                        <a:pt x="150752" y="136734"/>
                      </a:cubicBezTo>
                      <a:lnTo>
                        <a:pt x="2146" y="136734"/>
                      </a:lnTo>
                      <a:cubicBezTo>
                        <a:pt x="-10716" y="116729"/>
                        <a:pt x="36909" y="2417"/>
                        <a:pt x="73583" y="35"/>
                      </a:cubicBezTo>
                      <a:close/>
                    </a:path>
                  </a:pathLst>
                </a:custGeom>
                <a:solidFill>
                  <a:srgbClr val="4D82B8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36" name="Google Shape;3736;p53"/>
                <p:cNvSpPr/>
                <p:nvPr/>
              </p:nvSpPr>
              <p:spPr>
                <a:xfrm>
                  <a:off x="6296025" y="2457450"/>
                  <a:ext cx="64420" cy="52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74" h="136734" extrusionOk="0">
                      <a:moveTo>
                        <a:pt x="73583" y="35"/>
                      </a:moveTo>
                      <a:cubicBezTo>
                        <a:pt x="110257" y="-2347"/>
                        <a:pt x="162658" y="116729"/>
                        <a:pt x="150752" y="136734"/>
                      </a:cubicBezTo>
                      <a:lnTo>
                        <a:pt x="2146" y="136734"/>
                      </a:lnTo>
                      <a:cubicBezTo>
                        <a:pt x="-10716" y="116729"/>
                        <a:pt x="36909" y="2417"/>
                        <a:pt x="73583" y="35"/>
                      </a:cubicBezTo>
                      <a:close/>
                    </a:path>
                  </a:pathLst>
                </a:custGeom>
                <a:solidFill>
                  <a:srgbClr val="4D82B8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37" name="Google Shape;3737;p53"/>
                <p:cNvSpPr/>
                <p:nvPr/>
              </p:nvSpPr>
              <p:spPr>
                <a:xfrm>
                  <a:off x="6290536" y="2402421"/>
                  <a:ext cx="37800" cy="37800"/>
                </a:xfrm>
                <a:prstGeom prst="chord">
                  <a:avLst>
                    <a:gd name="adj1" fmla="val 21457318"/>
                    <a:gd name="adj2" fmla="val 11002272"/>
                  </a:avLst>
                </a:prstGeom>
                <a:solidFill>
                  <a:srgbClr val="E9C07D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738" name="Google Shape;3738;p53"/>
              <p:cNvGrpSpPr/>
              <p:nvPr/>
            </p:nvGrpSpPr>
            <p:grpSpPr>
              <a:xfrm>
                <a:off x="-3254863" y="4199748"/>
                <a:ext cx="184372" cy="124577"/>
                <a:chOff x="6218544" y="2636044"/>
                <a:chExt cx="144300" cy="97501"/>
              </a:xfrm>
            </p:grpSpPr>
            <p:sp>
              <p:nvSpPr>
                <p:cNvPr id="3739" name="Google Shape;3739;p53"/>
                <p:cNvSpPr/>
                <p:nvPr/>
              </p:nvSpPr>
              <p:spPr>
                <a:xfrm>
                  <a:off x="6218544" y="2636044"/>
                  <a:ext cx="144300" cy="93000"/>
                </a:xfrm>
                <a:prstGeom prst="rect">
                  <a:avLst/>
                </a:prstGeom>
                <a:solidFill>
                  <a:schemeClr val="lt1"/>
                </a:solidFill>
                <a:ln w="12700" cap="rnd" cmpd="sng">
                  <a:solidFill>
                    <a:srgbClr val="818181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40" name="Google Shape;3740;p53"/>
                <p:cNvSpPr/>
                <p:nvPr/>
              </p:nvSpPr>
              <p:spPr>
                <a:xfrm>
                  <a:off x="6249409" y="2636045"/>
                  <a:ext cx="85800" cy="97500"/>
                </a:xfrm>
                <a:prstGeom prst="rect">
                  <a:avLst/>
                </a:prstGeom>
                <a:solidFill>
                  <a:srgbClr val="F0F0F0"/>
                </a:solidFill>
                <a:ln w="9525" cap="flat" cmpd="sng">
                  <a:solidFill>
                    <a:srgbClr val="B7B4B3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41" name="Google Shape;3741;p53"/>
                <p:cNvSpPr/>
                <p:nvPr/>
              </p:nvSpPr>
              <p:spPr>
                <a:xfrm>
                  <a:off x="6297938" y="2655636"/>
                  <a:ext cx="21300" cy="21300"/>
                </a:xfrm>
                <a:prstGeom prst="ellipse">
                  <a:avLst/>
                </a:prstGeom>
                <a:solidFill>
                  <a:srgbClr val="E9C07D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42" name="Google Shape;3742;p53"/>
                <p:cNvSpPr/>
                <p:nvPr/>
              </p:nvSpPr>
              <p:spPr>
                <a:xfrm>
                  <a:off x="6261434" y="2675670"/>
                  <a:ext cx="45742" cy="37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74" h="136734" extrusionOk="0">
                      <a:moveTo>
                        <a:pt x="73583" y="35"/>
                      </a:moveTo>
                      <a:cubicBezTo>
                        <a:pt x="110257" y="-2347"/>
                        <a:pt x="162658" y="116729"/>
                        <a:pt x="150752" y="136734"/>
                      </a:cubicBezTo>
                      <a:lnTo>
                        <a:pt x="2146" y="136734"/>
                      </a:lnTo>
                      <a:cubicBezTo>
                        <a:pt x="-10716" y="116729"/>
                        <a:pt x="36909" y="2417"/>
                        <a:pt x="73583" y="35"/>
                      </a:cubicBezTo>
                      <a:close/>
                    </a:path>
                  </a:pathLst>
                </a:custGeom>
                <a:solidFill>
                  <a:srgbClr val="4D82B8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3743" name="Google Shape;3743;p53"/>
            <p:cNvSpPr/>
            <p:nvPr/>
          </p:nvSpPr>
          <p:spPr>
            <a:xfrm>
              <a:off x="-3786164" y="5766665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3744" name="Google Shape;3744;p53"/>
            <p:cNvGrpSpPr/>
            <p:nvPr/>
          </p:nvGrpSpPr>
          <p:grpSpPr>
            <a:xfrm>
              <a:off x="-376743" y="5595695"/>
              <a:ext cx="283792" cy="283792"/>
              <a:chOff x="-510741" y="5913713"/>
              <a:chExt cx="267652" cy="267652"/>
            </a:xfrm>
          </p:grpSpPr>
          <p:sp>
            <p:nvSpPr>
              <p:cNvPr id="3745" name="Google Shape;3745;p53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6" name="Google Shape;3746;p53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47" name="Google Shape;3747;p53"/>
            <p:cNvGrpSpPr/>
            <p:nvPr/>
          </p:nvGrpSpPr>
          <p:grpSpPr>
            <a:xfrm>
              <a:off x="-938434" y="5904042"/>
              <a:ext cx="627900" cy="576654"/>
              <a:chOff x="-938434" y="4570310"/>
              <a:chExt cx="627900" cy="576654"/>
            </a:xfrm>
          </p:grpSpPr>
          <p:grpSp>
            <p:nvGrpSpPr>
              <p:cNvPr id="3748" name="Google Shape;3748;p53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749" name="Google Shape;3749;p53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750" name="Google Shape;3750;p53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751" name="Google Shape;3751;p53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3752" name="Google Shape;3752;p53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Icon instruction">
  <p:cSld name="Title + Icon instruction">
    <p:spTree>
      <p:nvGrpSpPr>
        <p:cNvPr id="1" name="Shape 3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4" name="Google Shape;3754;p54"/>
          <p:cNvSpPr/>
          <p:nvPr/>
        </p:nvSpPr>
        <p:spPr>
          <a:xfrm>
            <a:off x="0" y="-367937"/>
            <a:ext cx="18996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Title + Icon instruction</a:t>
            </a:r>
            <a:endParaRPr sz="1500"/>
          </a:p>
        </p:txBody>
      </p:sp>
      <p:sp>
        <p:nvSpPr>
          <p:cNvPr id="3755" name="Google Shape;3755;p54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756" name="Google Shape;3756;p54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757" name="Google Shape;3757;p54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3758" name="Google Shape;3758;p54"/>
          <p:cNvGrpSpPr/>
          <p:nvPr/>
        </p:nvGrpSpPr>
        <p:grpSpPr>
          <a:xfrm>
            <a:off x="12377595" y="0"/>
            <a:ext cx="3693213" cy="6209710"/>
            <a:chOff x="-3786164" y="0"/>
            <a:chExt cx="3693213" cy="6209710"/>
          </a:xfrm>
        </p:grpSpPr>
        <p:sp>
          <p:nvSpPr>
            <p:cNvPr id="3759" name="Google Shape;3759;p54"/>
            <p:cNvSpPr/>
            <p:nvPr/>
          </p:nvSpPr>
          <p:spPr>
            <a:xfrm>
              <a:off x="-3786164" y="0"/>
              <a:ext cx="3593100" cy="55722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ICON</a:t>
              </a:r>
              <a:endParaRPr sz="1500"/>
            </a:p>
          </p:txBody>
        </p:sp>
        <p:sp>
          <p:nvSpPr>
            <p:cNvPr id="3760" name="Google Shape;3760;p54"/>
            <p:cNvSpPr/>
            <p:nvPr/>
          </p:nvSpPr>
          <p:spPr>
            <a:xfrm>
              <a:off x="-3786164" y="5381710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3761" name="Google Shape;3761;p54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762" name="Google Shape;3762;p54"/>
            <p:cNvSpPr/>
            <p:nvPr/>
          </p:nvSpPr>
          <p:spPr>
            <a:xfrm>
              <a:off x="-3319416" y="465323"/>
              <a:ext cx="29442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icon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Go to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‘Icons’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3" name="Google Shape;3763;p54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764" name="Google Shape;3764;p54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icon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765" name="Google Shape;3765;p54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3766" name="Google Shape;3766;p54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767" name="Google Shape;3767;p54"/>
            <p:cNvSpPr/>
            <p:nvPr/>
          </p:nvSpPr>
          <p:spPr>
            <a:xfrm>
              <a:off x="-3319415" y="2634835"/>
              <a:ext cx="2944800" cy="63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Drag the icon to the preferred position on the slide. To give the icon a different colour,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‘Drawing Tools’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-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‘Format’ 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‘Shape Fill’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grpSp>
          <p:nvGrpSpPr>
            <p:cNvPr id="3768" name="Google Shape;3768;p54"/>
            <p:cNvGrpSpPr/>
            <p:nvPr/>
          </p:nvGrpSpPr>
          <p:grpSpPr>
            <a:xfrm>
              <a:off x="-376743" y="5210740"/>
              <a:ext cx="283792" cy="283792"/>
              <a:chOff x="-510741" y="5913713"/>
              <a:chExt cx="267652" cy="267652"/>
            </a:xfrm>
          </p:grpSpPr>
          <p:sp>
            <p:nvSpPr>
              <p:cNvPr id="3769" name="Google Shape;3769;p54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0" name="Google Shape;3770;p54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71" name="Google Shape;3771;p54"/>
            <p:cNvGrpSpPr/>
            <p:nvPr/>
          </p:nvGrpSpPr>
          <p:grpSpPr>
            <a:xfrm>
              <a:off x="-938434" y="5519087"/>
              <a:ext cx="627900" cy="576654"/>
              <a:chOff x="-938434" y="4570310"/>
              <a:chExt cx="627900" cy="576654"/>
            </a:xfrm>
          </p:grpSpPr>
          <p:grpSp>
            <p:nvGrpSpPr>
              <p:cNvPr id="3772" name="Google Shape;3772;p54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773" name="Google Shape;3773;p54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774" name="Google Shape;3774;p54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775" name="Google Shape;3775;p54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3776" name="Google Shape;3776;p54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3777" name="Google Shape;3777;p54"/>
            <p:cNvGrpSpPr/>
            <p:nvPr/>
          </p:nvGrpSpPr>
          <p:grpSpPr>
            <a:xfrm>
              <a:off x="-3398401" y="1222618"/>
              <a:ext cx="491700" cy="410742"/>
              <a:chOff x="-3241990" y="1222618"/>
              <a:chExt cx="491700" cy="410742"/>
            </a:xfrm>
          </p:grpSpPr>
          <p:sp>
            <p:nvSpPr>
              <p:cNvPr id="3778" name="Google Shape;3778;p54"/>
              <p:cNvSpPr txBox="1"/>
              <p:nvPr/>
            </p:nvSpPr>
            <p:spPr>
              <a:xfrm>
                <a:off x="-3241990" y="1489960"/>
                <a:ext cx="491700" cy="14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Icons</a:t>
                </a:r>
                <a:endParaRPr sz="1500"/>
              </a:p>
            </p:txBody>
          </p:sp>
          <p:grpSp>
            <p:nvGrpSpPr>
              <p:cNvPr id="3779" name="Google Shape;3779;p54"/>
              <p:cNvGrpSpPr/>
              <p:nvPr/>
            </p:nvGrpSpPr>
            <p:grpSpPr>
              <a:xfrm>
                <a:off x="-3119155" y="1222618"/>
                <a:ext cx="245953" cy="246687"/>
                <a:chOff x="1314120" y="4794393"/>
                <a:chExt cx="1787446" cy="1792784"/>
              </a:xfrm>
            </p:grpSpPr>
            <p:grpSp>
              <p:nvGrpSpPr>
                <p:cNvPr id="3780" name="Google Shape;3780;p54"/>
                <p:cNvGrpSpPr/>
                <p:nvPr/>
              </p:nvGrpSpPr>
              <p:grpSpPr>
                <a:xfrm>
                  <a:off x="1314120" y="4794393"/>
                  <a:ext cx="1787446" cy="1792784"/>
                  <a:chOff x="1314120" y="4794393"/>
                  <a:chExt cx="1787446" cy="1792784"/>
                </a:xfrm>
              </p:grpSpPr>
              <p:grpSp>
                <p:nvGrpSpPr>
                  <p:cNvPr id="3781" name="Google Shape;3781;p54"/>
                  <p:cNvGrpSpPr/>
                  <p:nvPr/>
                </p:nvGrpSpPr>
                <p:grpSpPr>
                  <a:xfrm>
                    <a:off x="1314120" y="4794393"/>
                    <a:ext cx="1787446" cy="1792784"/>
                    <a:chOff x="1314120" y="4794393"/>
                    <a:chExt cx="1787446" cy="1792784"/>
                  </a:xfrm>
                </p:grpSpPr>
                <p:sp>
                  <p:nvSpPr>
                    <p:cNvPr id="3782" name="Google Shape;3782;p54"/>
                    <p:cNvSpPr/>
                    <p:nvPr/>
                  </p:nvSpPr>
                  <p:spPr>
                    <a:xfrm>
                      <a:off x="1314120" y="4794393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3783" name="Google Shape;3783;p54"/>
                    <p:cNvSpPr/>
                    <p:nvPr/>
                  </p:nvSpPr>
                  <p:spPr>
                    <a:xfrm>
                      <a:off x="2247436" y="4794393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3784" name="Google Shape;3784;p54"/>
                    <p:cNvSpPr/>
                    <p:nvPr/>
                  </p:nvSpPr>
                  <p:spPr>
                    <a:xfrm>
                      <a:off x="1314120" y="5733047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3785" name="Google Shape;3785;p54"/>
                    <p:cNvSpPr/>
                    <p:nvPr/>
                  </p:nvSpPr>
                  <p:spPr>
                    <a:xfrm>
                      <a:off x="2247436" y="5733047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</p:grpSp>
              <p:grpSp>
                <p:nvGrpSpPr>
                  <p:cNvPr id="3786" name="Google Shape;3786;p54"/>
                  <p:cNvGrpSpPr/>
                  <p:nvPr/>
                </p:nvGrpSpPr>
                <p:grpSpPr>
                  <a:xfrm>
                    <a:off x="1544558" y="5023941"/>
                    <a:ext cx="1270519" cy="1329240"/>
                    <a:chOff x="1544558" y="5023941"/>
                    <a:chExt cx="1270519" cy="1329240"/>
                  </a:xfrm>
                </p:grpSpPr>
                <p:sp>
                  <p:nvSpPr>
                    <p:cNvPr id="3787" name="Google Shape;3787;p54"/>
                    <p:cNvSpPr/>
                    <p:nvPr/>
                  </p:nvSpPr>
                  <p:spPr>
                    <a:xfrm>
                      <a:off x="1544558" y="5033728"/>
                      <a:ext cx="391476" cy="391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91476" h="391476" extrusionOk="0">
                          <a:moveTo>
                            <a:pt x="338071" y="146781"/>
                          </a:moveTo>
                          <a:lnTo>
                            <a:pt x="338071" y="54251"/>
                          </a:lnTo>
                          <a:lnTo>
                            <a:pt x="290026" y="54251"/>
                          </a:lnTo>
                          <a:lnTo>
                            <a:pt x="290026" y="98737"/>
                          </a:lnTo>
                          <a:lnTo>
                            <a:pt x="197496" y="6206"/>
                          </a:lnTo>
                          <a:lnTo>
                            <a:pt x="6206" y="197496"/>
                          </a:lnTo>
                          <a:lnTo>
                            <a:pt x="7096" y="387896"/>
                          </a:lnTo>
                          <a:lnTo>
                            <a:pt x="146781" y="387896"/>
                          </a:lnTo>
                          <a:lnTo>
                            <a:pt x="242871" y="387896"/>
                          </a:lnTo>
                          <a:lnTo>
                            <a:pt x="388785" y="387896"/>
                          </a:lnTo>
                          <a:lnTo>
                            <a:pt x="388785" y="197496"/>
                          </a:lnTo>
                          <a:lnTo>
                            <a:pt x="338071" y="14678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3788" name="Google Shape;3788;p54"/>
                    <p:cNvSpPr/>
                    <p:nvPr/>
                  </p:nvSpPr>
                  <p:spPr>
                    <a:xfrm>
                      <a:off x="2530367" y="5023941"/>
                      <a:ext cx="284710" cy="391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4710" h="391476" extrusionOk="0">
                          <a:moveTo>
                            <a:pt x="208172" y="169914"/>
                          </a:moveTo>
                          <a:cubicBezTo>
                            <a:pt x="226856" y="153010"/>
                            <a:pt x="238423" y="128097"/>
                            <a:pt x="238423" y="100516"/>
                          </a:cubicBezTo>
                          <a:cubicBezTo>
                            <a:pt x="238423" y="48912"/>
                            <a:pt x="196606" y="6206"/>
                            <a:pt x="145892" y="6206"/>
                          </a:cubicBezTo>
                          <a:cubicBezTo>
                            <a:pt x="95178" y="6206"/>
                            <a:pt x="53361" y="48023"/>
                            <a:pt x="53361" y="100516"/>
                          </a:cubicBezTo>
                          <a:cubicBezTo>
                            <a:pt x="53361" y="128097"/>
                            <a:pt x="64927" y="152120"/>
                            <a:pt x="83611" y="169914"/>
                          </a:cubicBezTo>
                          <a:cubicBezTo>
                            <a:pt x="37346" y="187709"/>
                            <a:pt x="6206" y="224187"/>
                            <a:pt x="6206" y="272232"/>
                          </a:cubicBezTo>
                          <a:lnTo>
                            <a:pt x="6206" y="321167"/>
                          </a:lnTo>
                          <a:lnTo>
                            <a:pt x="6206" y="332733"/>
                          </a:lnTo>
                          <a:lnTo>
                            <a:pt x="6206" y="342520"/>
                          </a:lnTo>
                          <a:lnTo>
                            <a:pt x="6206" y="346079"/>
                          </a:lnTo>
                          <a:lnTo>
                            <a:pt x="6206" y="358535"/>
                          </a:lnTo>
                          <a:lnTo>
                            <a:pt x="6206" y="389675"/>
                          </a:lnTo>
                          <a:lnTo>
                            <a:pt x="287357" y="389675"/>
                          </a:lnTo>
                          <a:lnTo>
                            <a:pt x="287357" y="272232"/>
                          </a:lnTo>
                          <a:cubicBezTo>
                            <a:pt x="285578" y="224187"/>
                            <a:pt x="253548" y="186819"/>
                            <a:pt x="208172" y="169914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3789" name="Google Shape;3789;p54"/>
                    <p:cNvSpPr/>
                    <p:nvPr/>
                  </p:nvSpPr>
                  <p:spPr>
                    <a:xfrm>
                      <a:off x="1599720" y="5961705"/>
                      <a:ext cx="275813" cy="391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5813" h="391476" extrusionOk="0">
                          <a:moveTo>
                            <a:pt x="142333" y="388785"/>
                          </a:moveTo>
                          <a:cubicBezTo>
                            <a:pt x="217069" y="388785"/>
                            <a:pt x="278460" y="328284"/>
                            <a:pt x="278460" y="252658"/>
                          </a:cubicBezTo>
                          <a:cubicBezTo>
                            <a:pt x="278460" y="241092"/>
                            <a:pt x="276681" y="230415"/>
                            <a:pt x="274011" y="219738"/>
                          </a:cubicBezTo>
                          <a:cubicBezTo>
                            <a:pt x="273122" y="215290"/>
                            <a:pt x="271342" y="210841"/>
                            <a:pt x="269563" y="206393"/>
                          </a:cubicBezTo>
                          <a:lnTo>
                            <a:pt x="242871" y="161907"/>
                          </a:lnTo>
                          <a:lnTo>
                            <a:pt x="142333" y="6206"/>
                          </a:lnTo>
                          <a:lnTo>
                            <a:pt x="41795" y="161907"/>
                          </a:lnTo>
                          <a:lnTo>
                            <a:pt x="15103" y="206393"/>
                          </a:lnTo>
                          <a:cubicBezTo>
                            <a:pt x="13324" y="210841"/>
                            <a:pt x="12434" y="215290"/>
                            <a:pt x="10654" y="219738"/>
                          </a:cubicBezTo>
                          <a:cubicBezTo>
                            <a:pt x="7985" y="230415"/>
                            <a:pt x="6206" y="241092"/>
                            <a:pt x="6206" y="252658"/>
                          </a:cubicBezTo>
                          <a:cubicBezTo>
                            <a:pt x="6206" y="327395"/>
                            <a:pt x="67596" y="388785"/>
                            <a:pt x="142333" y="388785"/>
                          </a:cubicBezTo>
                          <a:lnTo>
                            <a:pt x="142333" y="38878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</p:grpSp>
            </p:grpSp>
            <p:sp>
              <p:nvSpPr>
                <p:cNvPr id="3790" name="Google Shape;3790;p54"/>
                <p:cNvSpPr/>
                <p:nvPr/>
              </p:nvSpPr>
              <p:spPr>
                <a:xfrm>
                  <a:off x="2476984" y="5962595"/>
                  <a:ext cx="391476" cy="3914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476" h="391476" extrusionOk="0">
                      <a:moveTo>
                        <a:pt x="43574" y="81832"/>
                      </a:moveTo>
                      <a:lnTo>
                        <a:pt x="10654" y="149451"/>
                      </a:lnTo>
                      <a:lnTo>
                        <a:pt x="65817" y="176142"/>
                      </a:lnTo>
                      <a:cubicBezTo>
                        <a:pt x="64038" y="185929"/>
                        <a:pt x="64038" y="195716"/>
                        <a:pt x="64038" y="205503"/>
                      </a:cubicBezTo>
                      <a:lnTo>
                        <a:pt x="6206" y="225966"/>
                      </a:lnTo>
                      <a:lnTo>
                        <a:pt x="31118" y="297144"/>
                      </a:lnTo>
                      <a:lnTo>
                        <a:pt x="88950" y="276680"/>
                      </a:lnTo>
                      <a:cubicBezTo>
                        <a:pt x="94288" y="284688"/>
                        <a:pt x="101406" y="291806"/>
                        <a:pt x="108524" y="298034"/>
                      </a:cubicBezTo>
                      <a:lnTo>
                        <a:pt x="81832" y="353196"/>
                      </a:lnTo>
                      <a:lnTo>
                        <a:pt x="149451" y="386116"/>
                      </a:lnTo>
                      <a:lnTo>
                        <a:pt x="176142" y="330953"/>
                      </a:lnTo>
                      <a:cubicBezTo>
                        <a:pt x="185929" y="332733"/>
                        <a:pt x="195716" y="332733"/>
                        <a:pt x="205503" y="332733"/>
                      </a:cubicBezTo>
                      <a:lnTo>
                        <a:pt x="225966" y="390565"/>
                      </a:lnTo>
                      <a:lnTo>
                        <a:pt x="297144" y="365652"/>
                      </a:lnTo>
                      <a:lnTo>
                        <a:pt x="276681" y="307821"/>
                      </a:lnTo>
                      <a:cubicBezTo>
                        <a:pt x="284688" y="302482"/>
                        <a:pt x="291806" y="295365"/>
                        <a:pt x="298034" y="288247"/>
                      </a:cubicBezTo>
                      <a:lnTo>
                        <a:pt x="353196" y="314938"/>
                      </a:lnTo>
                      <a:lnTo>
                        <a:pt x="386116" y="247320"/>
                      </a:lnTo>
                      <a:lnTo>
                        <a:pt x="330953" y="220628"/>
                      </a:lnTo>
                      <a:cubicBezTo>
                        <a:pt x="332733" y="210841"/>
                        <a:pt x="332733" y="201054"/>
                        <a:pt x="332733" y="191267"/>
                      </a:cubicBezTo>
                      <a:lnTo>
                        <a:pt x="390565" y="170804"/>
                      </a:lnTo>
                      <a:lnTo>
                        <a:pt x="365653" y="99626"/>
                      </a:lnTo>
                      <a:lnTo>
                        <a:pt x="307821" y="120090"/>
                      </a:lnTo>
                      <a:cubicBezTo>
                        <a:pt x="302482" y="112082"/>
                        <a:pt x="295365" y="104965"/>
                        <a:pt x="288247" y="98737"/>
                      </a:cubicBezTo>
                      <a:lnTo>
                        <a:pt x="314938" y="43574"/>
                      </a:lnTo>
                      <a:lnTo>
                        <a:pt x="247320" y="10654"/>
                      </a:lnTo>
                      <a:lnTo>
                        <a:pt x="220628" y="65817"/>
                      </a:lnTo>
                      <a:cubicBezTo>
                        <a:pt x="210841" y="64038"/>
                        <a:pt x="201054" y="64038"/>
                        <a:pt x="191267" y="64038"/>
                      </a:cubicBezTo>
                      <a:lnTo>
                        <a:pt x="170804" y="6206"/>
                      </a:lnTo>
                      <a:lnTo>
                        <a:pt x="99626" y="31118"/>
                      </a:lnTo>
                      <a:lnTo>
                        <a:pt x="120090" y="88950"/>
                      </a:lnTo>
                      <a:cubicBezTo>
                        <a:pt x="112082" y="94288"/>
                        <a:pt x="104965" y="101406"/>
                        <a:pt x="98737" y="108524"/>
                      </a:cubicBezTo>
                      <a:lnTo>
                        <a:pt x="43574" y="81832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81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</p:grpSp>
        <p:grpSp>
          <p:nvGrpSpPr>
            <p:cNvPr id="3791" name="Google Shape;3791;p54"/>
            <p:cNvGrpSpPr/>
            <p:nvPr/>
          </p:nvGrpSpPr>
          <p:grpSpPr>
            <a:xfrm>
              <a:off x="-3314820" y="3391746"/>
              <a:ext cx="1201200" cy="330010"/>
              <a:chOff x="-3314820" y="3391746"/>
              <a:chExt cx="1201200" cy="330010"/>
            </a:xfrm>
          </p:grpSpPr>
          <p:sp>
            <p:nvSpPr>
              <p:cNvPr id="3792" name="Google Shape;3792;p54"/>
              <p:cNvSpPr/>
              <p:nvPr/>
            </p:nvSpPr>
            <p:spPr>
              <a:xfrm>
                <a:off x="-3314820" y="3391746"/>
                <a:ext cx="1201200" cy="2724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3" name="Google Shape;3793;p54"/>
              <p:cNvSpPr/>
              <p:nvPr/>
            </p:nvSpPr>
            <p:spPr>
              <a:xfrm>
                <a:off x="-3304719" y="3404581"/>
                <a:ext cx="11817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4" name="Google Shape;3794;p54"/>
              <p:cNvSpPr txBox="1"/>
              <p:nvPr/>
            </p:nvSpPr>
            <p:spPr>
              <a:xfrm>
                <a:off x="-3069820" y="3472995"/>
                <a:ext cx="669300" cy="12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Shape Fill</a:t>
                </a:r>
                <a:endParaRPr sz="1500"/>
              </a:p>
            </p:txBody>
          </p:sp>
          <p:sp>
            <p:nvSpPr>
              <p:cNvPr id="3795" name="Google Shape;3795;p54"/>
              <p:cNvSpPr/>
              <p:nvPr/>
            </p:nvSpPr>
            <p:spPr>
              <a:xfrm>
                <a:off x="-2390883" y="3543107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796" name="Google Shape;3796;p54"/>
              <p:cNvGrpSpPr/>
              <p:nvPr/>
            </p:nvGrpSpPr>
            <p:grpSpPr>
              <a:xfrm>
                <a:off x="-3259490" y="3446621"/>
                <a:ext cx="173114" cy="167982"/>
                <a:chOff x="-916832" y="3037554"/>
                <a:chExt cx="193489" cy="187752"/>
              </a:xfrm>
            </p:grpSpPr>
            <p:sp>
              <p:nvSpPr>
                <p:cNvPr id="3797" name="Google Shape;3797;p54"/>
                <p:cNvSpPr/>
                <p:nvPr/>
              </p:nvSpPr>
              <p:spPr>
                <a:xfrm>
                  <a:off x="-804124" y="3081338"/>
                  <a:ext cx="80781" cy="121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781" h="121443" extrusionOk="0">
                      <a:moveTo>
                        <a:pt x="30217" y="50006"/>
                      </a:moveTo>
                      <a:lnTo>
                        <a:pt x="34979" y="121443"/>
                      </a:lnTo>
                      <a:lnTo>
                        <a:pt x="80222" y="52387"/>
                      </a:lnTo>
                      <a:cubicBezTo>
                        <a:pt x="84191" y="29368"/>
                        <a:pt x="66729" y="1588"/>
                        <a:pt x="37360" y="0"/>
                      </a:cubicBezTo>
                      <a:cubicBezTo>
                        <a:pt x="-43602" y="21431"/>
                        <a:pt x="32598" y="33337"/>
                        <a:pt x="30217" y="50006"/>
                      </a:cubicBezTo>
                      <a:close/>
                    </a:path>
                  </a:pathLst>
                </a:custGeom>
                <a:solidFill>
                  <a:srgbClr val="366FA8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900"/>
                    <a:buFont typeface="Calibri"/>
                    <a:buNone/>
                  </a:pPr>
                  <a:endParaRPr sz="900" b="1" i="0" u="none" strike="noStrike" cap="none">
                    <a:solidFill>
                      <a:srgbClr val="000000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798" name="Google Shape;3798;p54"/>
                <p:cNvSpPr/>
                <p:nvPr/>
              </p:nvSpPr>
              <p:spPr>
                <a:xfrm rot="2904560">
                  <a:off x="-887721" y="3085744"/>
                  <a:ext cx="99879" cy="122824"/>
                </a:xfrm>
                <a:prstGeom prst="roundRect">
                  <a:avLst>
                    <a:gd name="adj" fmla="val 2911"/>
                  </a:avLst>
                </a:prstGeom>
                <a:solidFill>
                  <a:srgbClr val="FFFFFF"/>
                </a:solidFill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9" name="Google Shape;3799;p54"/>
                <p:cNvSpPr/>
                <p:nvPr/>
              </p:nvSpPr>
              <p:spPr>
                <a:xfrm>
                  <a:off x="-894646" y="3037554"/>
                  <a:ext cx="64776" cy="858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22" h="78381" extrusionOk="0">
                      <a:moveTo>
                        <a:pt x="219" y="78381"/>
                      </a:moveTo>
                      <a:cubicBezTo>
                        <a:pt x="-1454" y="18717"/>
                        <a:pt x="6534" y="-324"/>
                        <a:pt x="20468" y="5"/>
                      </a:cubicBezTo>
                      <a:cubicBezTo>
                        <a:pt x="34402" y="334"/>
                        <a:pt x="43874" y="23658"/>
                        <a:pt x="39229" y="67295"/>
                      </a:cubicBezTo>
                    </a:path>
                  </a:pathLst>
                </a:custGeom>
                <a:noFill/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800" name="Google Shape;3800;p54"/>
              <p:cNvSpPr/>
              <p:nvPr/>
            </p:nvSpPr>
            <p:spPr>
              <a:xfrm rot="10800000">
                <a:off x="-2290665" y="3519085"/>
                <a:ext cx="94800" cy="504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sp>
          <p:nvSpPr>
            <p:cNvPr id="3801" name="Google Shape;3801;p54"/>
            <p:cNvSpPr/>
            <p:nvPr/>
          </p:nvSpPr>
          <p:spPr>
            <a:xfrm>
              <a:off x="-3603587" y="391614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3802" name="Google Shape;3802;p54"/>
            <p:cNvSpPr/>
            <p:nvPr/>
          </p:nvSpPr>
          <p:spPr>
            <a:xfrm>
              <a:off x="-3319415" y="391614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one of the theme colors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of the set colorpallet.</a:t>
              </a:r>
              <a:endParaRPr sz="1500"/>
            </a:p>
          </p:txBody>
        </p:sp>
        <p:grpSp>
          <p:nvGrpSpPr>
            <p:cNvPr id="3803" name="Google Shape;3803;p54"/>
            <p:cNvGrpSpPr/>
            <p:nvPr/>
          </p:nvGrpSpPr>
          <p:grpSpPr>
            <a:xfrm>
              <a:off x="-3333646" y="4635104"/>
              <a:ext cx="2012851" cy="490800"/>
              <a:chOff x="12731803" y="3562552"/>
              <a:chExt cx="2012851" cy="490800"/>
            </a:xfrm>
          </p:grpSpPr>
          <p:sp>
            <p:nvSpPr>
              <p:cNvPr id="3804" name="Google Shape;3804;p54"/>
              <p:cNvSpPr/>
              <p:nvPr/>
            </p:nvSpPr>
            <p:spPr>
              <a:xfrm>
                <a:off x="12747554" y="3562552"/>
                <a:ext cx="1997100" cy="4908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700"/>
                  <a:buFont typeface="Calibri"/>
                  <a:buNone/>
                </a:pPr>
                <a:endPara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5" name="Google Shape;3805;p54"/>
              <p:cNvSpPr/>
              <p:nvPr/>
            </p:nvSpPr>
            <p:spPr>
              <a:xfrm>
                <a:off x="12766168" y="3578469"/>
                <a:ext cx="1965300" cy="255000"/>
              </a:xfrm>
              <a:prstGeom prst="rect">
                <a:avLst/>
              </a:pr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806" name="Google Shape;3806;p54"/>
              <p:cNvSpPr txBox="1"/>
              <p:nvPr/>
            </p:nvSpPr>
            <p:spPr>
              <a:xfrm>
                <a:off x="12731803" y="3591461"/>
                <a:ext cx="1053000" cy="21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900"/>
                  <a:buFont typeface="Calibri"/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Colours</a:t>
                </a:r>
                <a:endParaRPr sz="1500"/>
              </a:p>
            </p:txBody>
          </p:sp>
          <p:sp>
            <p:nvSpPr>
              <p:cNvPr id="3807" name="Google Shape;3807;p54"/>
              <p:cNvSpPr/>
              <p:nvPr/>
            </p:nvSpPr>
            <p:spPr>
              <a:xfrm>
                <a:off x="12814699" y="3874304"/>
                <a:ext cx="136500" cy="1365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808" name="Google Shape;3808;p54"/>
              <p:cNvSpPr/>
              <p:nvPr/>
            </p:nvSpPr>
            <p:spPr>
              <a:xfrm>
                <a:off x="13007154" y="3870040"/>
                <a:ext cx="136500" cy="136500"/>
              </a:xfrm>
              <a:prstGeom prst="rect">
                <a:avLst/>
              </a:prstGeom>
              <a:solidFill>
                <a:srgbClr val="000000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809" name="Google Shape;3809;p54"/>
              <p:cNvSpPr/>
              <p:nvPr/>
            </p:nvSpPr>
            <p:spPr>
              <a:xfrm>
                <a:off x="13199609" y="3870040"/>
                <a:ext cx="136500" cy="136500"/>
              </a:xfrm>
              <a:prstGeom prst="rect">
                <a:avLst/>
              </a:prstGeom>
              <a:solidFill>
                <a:schemeClr val="lt2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810" name="Google Shape;3810;p54"/>
              <p:cNvSpPr/>
              <p:nvPr/>
            </p:nvSpPr>
            <p:spPr>
              <a:xfrm>
                <a:off x="13392064" y="3870040"/>
                <a:ext cx="136500" cy="136500"/>
              </a:xfrm>
              <a:prstGeom prst="rect">
                <a:avLst/>
              </a:prstGeom>
              <a:solidFill>
                <a:schemeClr val="dk2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811" name="Google Shape;3811;p54"/>
              <p:cNvSpPr/>
              <p:nvPr/>
            </p:nvSpPr>
            <p:spPr>
              <a:xfrm>
                <a:off x="13776974" y="3870040"/>
                <a:ext cx="136500" cy="136500"/>
              </a:xfrm>
              <a:prstGeom prst="rect">
                <a:avLst/>
              </a:prstGeom>
              <a:solidFill>
                <a:schemeClr val="accent2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812" name="Google Shape;3812;p54"/>
              <p:cNvSpPr/>
              <p:nvPr/>
            </p:nvSpPr>
            <p:spPr>
              <a:xfrm>
                <a:off x="13969429" y="3870040"/>
                <a:ext cx="136500" cy="136500"/>
              </a:xfrm>
              <a:prstGeom prst="rect">
                <a:avLst/>
              </a:prstGeom>
              <a:solidFill>
                <a:schemeClr val="accent3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813" name="Google Shape;3813;p54"/>
              <p:cNvSpPr/>
              <p:nvPr/>
            </p:nvSpPr>
            <p:spPr>
              <a:xfrm>
                <a:off x="14161884" y="3870040"/>
                <a:ext cx="136500" cy="136500"/>
              </a:xfrm>
              <a:prstGeom prst="rect">
                <a:avLst/>
              </a:prstGeom>
              <a:solidFill>
                <a:schemeClr val="accent4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814" name="Google Shape;3814;p54"/>
              <p:cNvSpPr/>
              <p:nvPr/>
            </p:nvSpPr>
            <p:spPr>
              <a:xfrm>
                <a:off x="14354339" y="3870040"/>
                <a:ext cx="136500" cy="136500"/>
              </a:xfrm>
              <a:prstGeom prst="rect">
                <a:avLst/>
              </a:prstGeom>
              <a:solidFill>
                <a:schemeClr val="accent5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815" name="Google Shape;3815;p54"/>
              <p:cNvSpPr/>
              <p:nvPr/>
            </p:nvSpPr>
            <p:spPr>
              <a:xfrm>
                <a:off x="14546797" y="3870040"/>
                <a:ext cx="136500" cy="136500"/>
              </a:xfrm>
              <a:prstGeom prst="rect">
                <a:avLst/>
              </a:prstGeom>
              <a:solidFill>
                <a:schemeClr val="accent6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grpSp>
            <p:nvGrpSpPr>
              <p:cNvPr id="3816" name="Google Shape;3816;p54"/>
              <p:cNvGrpSpPr/>
              <p:nvPr/>
            </p:nvGrpSpPr>
            <p:grpSpPr>
              <a:xfrm>
                <a:off x="13580316" y="3865836"/>
                <a:ext cx="151500" cy="147900"/>
                <a:chOff x="13580316" y="3865836"/>
                <a:chExt cx="151500" cy="147900"/>
              </a:xfrm>
            </p:grpSpPr>
            <p:sp>
              <p:nvSpPr>
                <p:cNvPr id="3817" name="Google Shape;3817;p54"/>
                <p:cNvSpPr/>
                <p:nvPr/>
              </p:nvSpPr>
              <p:spPr>
                <a:xfrm>
                  <a:off x="13584519" y="3870040"/>
                  <a:ext cx="136500" cy="136500"/>
                </a:xfrm>
                <a:prstGeom prst="rect">
                  <a:avLst/>
                </a:prstGeom>
                <a:solidFill>
                  <a:schemeClr val="accent1"/>
                </a:solidFill>
                <a:ln w="12700" cap="flat" cmpd="sng">
                  <a:solidFill>
                    <a:srgbClr val="EBEBEB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44000" tIns="144000" rIns="144000" bIns="144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endParaRPr sz="1100" b="0" i="0" u="none" strike="noStrike" cap="non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818" name="Google Shape;3818;p54"/>
                <p:cNvSpPr/>
                <p:nvPr/>
              </p:nvSpPr>
              <p:spPr>
                <a:xfrm>
                  <a:off x="13580316" y="3865836"/>
                  <a:ext cx="151500" cy="147900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F29132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44000" tIns="144000" rIns="144000" bIns="144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endParaRPr sz="1100" b="0" i="0" u="none" strike="noStrike" cap="non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</p:grpSp>
        <p:grpSp>
          <p:nvGrpSpPr>
            <p:cNvPr id="3819" name="Google Shape;3819;p54"/>
            <p:cNvGrpSpPr/>
            <p:nvPr/>
          </p:nvGrpSpPr>
          <p:grpSpPr>
            <a:xfrm>
              <a:off x="-3314820" y="4363463"/>
              <a:ext cx="1201200" cy="834578"/>
              <a:chOff x="-3314820" y="3391746"/>
              <a:chExt cx="1201200" cy="834578"/>
            </a:xfrm>
          </p:grpSpPr>
          <p:sp>
            <p:nvSpPr>
              <p:cNvPr id="3820" name="Google Shape;3820;p54"/>
              <p:cNvSpPr/>
              <p:nvPr/>
            </p:nvSpPr>
            <p:spPr>
              <a:xfrm>
                <a:off x="-3314820" y="3391746"/>
                <a:ext cx="1201200" cy="2724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1" name="Google Shape;3821;p54"/>
              <p:cNvSpPr/>
              <p:nvPr/>
            </p:nvSpPr>
            <p:spPr>
              <a:xfrm>
                <a:off x="-3304719" y="3404581"/>
                <a:ext cx="11817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2" name="Google Shape;3822;p54"/>
              <p:cNvSpPr txBox="1"/>
              <p:nvPr/>
            </p:nvSpPr>
            <p:spPr>
              <a:xfrm>
                <a:off x="-3069820" y="3472995"/>
                <a:ext cx="7254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Shape Fill</a:t>
                </a:r>
                <a:endParaRPr sz="1500"/>
              </a:p>
            </p:txBody>
          </p:sp>
          <p:sp>
            <p:nvSpPr>
              <p:cNvPr id="3823" name="Google Shape;3823;p54"/>
              <p:cNvSpPr/>
              <p:nvPr/>
            </p:nvSpPr>
            <p:spPr>
              <a:xfrm>
                <a:off x="-2404225" y="4047675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824" name="Google Shape;3824;p54"/>
              <p:cNvGrpSpPr/>
              <p:nvPr/>
            </p:nvGrpSpPr>
            <p:grpSpPr>
              <a:xfrm>
                <a:off x="-3259490" y="3446621"/>
                <a:ext cx="173114" cy="167982"/>
                <a:chOff x="-916832" y="3037554"/>
                <a:chExt cx="193489" cy="187752"/>
              </a:xfrm>
            </p:grpSpPr>
            <p:sp>
              <p:nvSpPr>
                <p:cNvPr id="3825" name="Google Shape;3825;p54"/>
                <p:cNvSpPr/>
                <p:nvPr/>
              </p:nvSpPr>
              <p:spPr>
                <a:xfrm>
                  <a:off x="-804124" y="3081338"/>
                  <a:ext cx="80781" cy="121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781" h="121443" extrusionOk="0">
                      <a:moveTo>
                        <a:pt x="30217" y="50006"/>
                      </a:moveTo>
                      <a:lnTo>
                        <a:pt x="34979" y="121443"/>
                      </a:lnTo>
                      <a:lnTo>
                        <a:pt x="80222" y="52387"/>
                      </a:lnTo>
                      <a:cubicBezTo>
                        <a:pt x="84191" y="29368"/>
                        <a:pt x="66729" y="1588"/>
                        <a:pt x="37360" y="0"/>
                      </a:cubicBezTo>
                      <a:cubicBezTo>
                        <a:pt x="-43602" y="21431"/>
                        <a:pt x="32598" y="33337"/>
                        <a:pt x="30217" y="50006"/>
                      </a:cubicBezTo>
                      <a:close/>
                    </a:path>
                  </a:pathLst>
                </a:custGeom>
                <a:solidFill>
                  <a:srgbClr val="366FA8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900"/>
                    <a:buFont typeface="Calibri"/>
                    <a:buNone/>
                  </a:pPr>
                  <a:endParaRPr sz="900" b="1" i="0" u="none" strike="noStrike" cap="none">
                    <a:solidFill>
                      <a:srgbClr val="000000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826" name="Google Shape;3826;p54"/>
                <p:cNvSpPr/>
                <p:nvPr/>
              </p:nvSpPr>
              <p:spPr>
                <a:xfrm rot="2904560">
                  <a:off x="-887721" y="3085744"/>
                  <a:ext cx="99879" cy="122824"/>
                </a:xfrm>
                <a:prstGeom prst="roundRect">
                  <a:avLst>
                    <a:gd name="adj" fmla="val 2911"/>
                  </a:avLst>
                </a:prstGeom>
                <a:solidFill>
                  <a:srgbClr val="FFFFFF"/>
                </a:solidFill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27" name="Google Shape;3827;p54"/>
                <p:cNvSpPr/>
                <p:nvPr/>
              </p:nvSpPr>
              <p:spPr>
                <a:xfrm>
                  <a:off x="-894646" y="3037554"/>
                  <a:ext cx="64776" cy="858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22" h="78381" extrusionOk="0">
                      <a:moveTo>
                        <a:pt x="219" y="78381"/>
                      </a:moveTo>
                      <a:cubicBezTo>
                        <a:pt x="-1454" y="18717"/>
                        <a:pt x="6534" y="-324"/>
                        <a:pt x="20468" y="5"/>
                      </a:cubicBezTo>
                      <a:cubicBezTo>
                        <a:pt x="34402" y="334"/>
                        <a:pt x="43874" y="23658"/>
                        <a:pt x="39229" y="67295"/>
                      </a:cubicBezTo>
                    </a:path>
                  </a:pathLst>
                </a:custGeom>
                <a:noFill/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828" name="Google Shape;3828;p54"/>
              <p:cNvSpPr/>
              <p:nvPr/>
            </p:nvSpPr>
            <p:spPr>
              <a:xfrm rot="10800000">
                <a:off x="-2288388" y="3519085"/>
                <a:ext cx="94800" cy="504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">
  <p:cSld name="Chart">
    <p:spTree>
      <p:nvGrpSpPr>
        <p:cNvPr id="1" name="Shape 3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0" name="Google Shape;3830;p55"/>
          <p:cNvSpPr/>
          <p:nvPr/>
        </p:nvSpPr>
        <p:spPr>
          <a:xfrm>
            <a:off x="0" y="-367937"/>
            <a:ext cx="4647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Chart</a:t>
            </a:r>
            <a:endParaRPr sz="1500"/>
          </a:p>
        </p:txBody>
      </p:sp>
      <p:sp>
        <p:nvSpPr>
          <p:cNvPr id="3831" name="Google Shape;3831;p55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832" name="Google Shape;3832;p55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833" name="Google Shape;3833;p55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834" name="Google Shape;3834;p55"/>
          <p:cNvSpPr>
            <a:spLocks noGrp="1"/>
          </p:cNvSpPr>
          <p:nvPr>
            <p:ph type="chart" idx="3"/>
          </p:nvPr>
        </p:nvSpPr>
        <p:spPr>
          <a:xfrm>
            <a:off x="708207" y="1592263"/>
            <a:ext cx="10740000" cy="421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1080000" anchor="ctr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  <a:defRPr sz="1200" b="0" i="1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Clr>
                <a:schemeClr val="dk2"/>
              </a:buClr>
              <a:buSzPts val="16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 (2x) + Text">
  <p:cSld name="Chart (2x) + Text">
    <p:spTree>
      <p:nvGrpSpPr>
        <p:cNvPr id="1" name="Shape 3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6" name="Google Shape;3836;p56"/>
          <p:cNvSpPr/>
          <p:nvPr/>
        </p:nvSpPr>
        <p:spPr>
          <a:xfrm>
            <a:off x="0" y="-367937"/>
            <a:ext cx="13815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Chart (2x) + Text</a:t>
            </a:r>
            <a:endParaRPr sz="1500"/>
          </a:p>
        </p:txBody>
      </p:sp>
      <p:sp>
        <p:nvSpPr>
          <p:cNvPr id="3837" name="Google Shape;3837;p56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838" name="Google Shape;3838;p56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839" name="Google Shape;3839;p56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840" name="Google Shape;3840;p56"/>
          <p:cNvSpPr>
            <a:spLocks noGrp="1"/>
          </p:cNvSpPr>
          <p:nvPr>
            <p:ph type="chart" idx="3"/>
          </p:nvPr>
        </p:nvSpPr>
        <p:spPr>
          <a:xfrm>
            <a:off x="6383338" y="2789382"/>
            <a:ext cx="5088900" cy="30159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1080000" anchor="ctr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  <a:defRPr sz="1200" b="0" i="1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Clr>
                <a:schemeClr val="dk2"/>
              </a:buClr>
              <a:buSzPts val="16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41" name="Google Shape;3841;p56"/>
          <p:cNvSpPr>
            <a:spLocks noGrp="1"/>
          </p:cNvSpPr>
          <p:nvPr>
            <p:ph type="chart" idx="4"/>
          </p:nvPr>
        </p:nvSpPr>
        <p:spPr>
          <a:xfrm>
            <a:off x="714375" y="2789382"/>
            <a:ext cx="5057700" cy="30159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1080000" anchor="ctr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  <a:defRPr sz="1200" b="0" i="1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Clr>
                <a:schemeClr val="dk2"/>
              </a:buClr>
              <a:buSzPts val="16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42" name="Google Shape;3842;p56"/>
          <p:cNvSpPr txBox="1">
            <a:spLocks noGrp="1"/>
          </p:cNvSpPr>
          <p:nvPr>
            <p:ph type="body" idx="5"/>
          </p:nvPr>
        </p:nvSpPr>
        <p:spPr>
          <a:xfrm>
            <a:off x="719999" y="1603142"/>
            <a:ext cx="10740000" cy="10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Background light yellow">
  <p:cSld name="Table Background light yellow">
    <p:spTree>
      <p:nvGrpSpPr>
        <p:cNvPr id="1" name="Shape 3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4" name="Google Shape;3844;p57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name="adj" fmla="val 3563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845" name="Google Shape;3845;p57"/>
          <p:cNvSpPr/>
          <p:nvPr/>
        </p:nvSpPr>
        <p:spPr>
          <a:xfrm>
            <a:off x="0" y="-367937"/>
            <a:ext cx="25371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Table Background light yellow</a:t>
            </a:r>
            <a:endParaRPr sz="1500"/>
          </a:p>
        </p:txBody>
      </p:sp>
      <p:sp>
        <p:nvSpPr>
          <p:cNvPr id="3846" name="Google Shape;3846;p57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847" name="Google Shape;3847;p57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848" name="Google Shape;3848;p57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gram">
  <p:cSld name="Diagram">
    <p:spTree>
      <p:nvGrpSpPr>
        <p:cNvPr id="1" name="Shape 3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" name="Google Shape;3850;p58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name="adj" fmla="val 3563"/>
            </a:avLst>
          </a:prstGeom>
          <a:solidFill>
            <a:srgbClr val="FCE4D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851" name="Google Shape;3851;p58"/>
          <p:cNvSpPr>
            <a:spLocks noGrp="1"/>
          </p:cNvSpPr>
          <p:nvPr>
            <p:ph type="pic" idx="2"/>
          </p:nvPr>
        </p:nvSpPr>
        <p:spPr>
          <a:xfrm>
            <a:off x="1656046" y="1597457"/>
            <a:ext cx="781500" cy="781200"/>
          </a:xfrm>
          <a:prstGeom prst="roundRect">
            <a:avLst>
              <a:gd name="adj" fmla="val 12395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852" name="Google Shape;3852;p58"/>
          <p:cNvSpPr>
            <a:spLocks noGrp="1"/>
          </p:cNvSpPr>
          <p:nvPr>
            <p:ph type="pic" idx="3"/>
          </p:nvPr>
        </p:nvSpPr>
        <p:spPr>
          <a:xfrm>
            <a:off x="4926000" y="1597457"/>
            <a:ext cx="781500" cy="781200"/>
          </a:xfrm>
          <a:prstGeom prst="roundRect">
            <a:avLst>
              <a:gd name="adj" fmla="val 12395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853" name="Google Shape;3853;p58"/>
          <p:cNvSpPr>
            <a:spLocks noGrp="1"/>
          </p:cNvSpPr>
          <p:nvPr>
            <p:ph type="pic" idx="4"/>
          </p:nvPr>
        </p:nvSpPr>
        <p:spPr>
          <a:xfrm>
            <a:off x="8196326" y="1597457"/>
            <a:ext cx="781500" cy="781200"/>
          </a:xfrm>
          <a:prstGeom prst="roundRect">
            <a:avLst>
              <a:gd name="adj" fmla="val 12395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854" name="Google Shape;3854;p58"/>
          <p:cNvSpPr/>
          <p:nvPr/>
        </p:nvSpPr>
        <p:spPr>
          <a:xfrm>
            <a:off x="0" y="-367937"/>
            <a:ext cx="7152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Diagram</a:t>
            </a:r>
            <a:endParaRPr sz="1500"/>
          </a:p>
        </p:txBody>
      </p:sp>
      <p:sp>
        <p:nvSpPr>
          <p:cNvPr id="3855" name="Google Shape;3855;p58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856" name="Google Shape;3856;p58"/>
          <p:cNvSpPr txBox="1">
            <a:spLocks noGrp="1"/>
          </p:cNvSpPr>
          <p:nvPr>
            <p:ph type="body" idx="5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857" name="Google Shape;3857;p58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3858" name="Google Shape;3858;p58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3859" name="Google Shape;3859;p58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3860" name="Google Shape;3860;p58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3861" name="Google Shape;3861;p58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862" name="Google Shape;3862;p58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3" name="Google Shape;3863;p58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864" name="Google Shape;3864;p58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865" name="Google Shape;3865;p58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3866" name="Google Shape;3866;p58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867" name="Google Shape;3867;p58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3868" name="Google Shape;3868;p58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3869" name="Google Shape;3869;p58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3870" name="Google Shape;3870;p58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3871" name="Google Shape;3871;p58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3872" name="Google Shape;3872;p58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873" name="Google Shape;3873;p58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874" name="Google Shape;3874;p58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3875" name="Google Shape;3875;p58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876" name="Google Shape;3876;p58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877" name="Google Shape;3877;p58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878" name="Google Shape;3878;p58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79" name="Google Shape;3879;p58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880" name="Google Shape;3880;p58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881" name="Google Shape;3881;p58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82" name="Google Shape;3882;p58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883" name="Google Shape;3883;p58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3884" name="Google Shape;3884;p58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85" name="Google Shape;3885;p58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3886" name="Google Shape;3886;p58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7" name="Google Shape;3887;p58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88" name="Google Shape;3888;p58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3889" name="Google Shape;3889;p58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890" name="Google Shape;3890;p58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1" name="Google Shape;3891;p58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2" name="Google Shape;3892;p58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893" name="Google Shape;3893;p58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3894" name="Google Shape;3894;p58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3895" name="Google Shape;3895;p58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3896" name="Google Shape;3896;p58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897" name="Google Shape;3897;p58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3898" name="Google Shape;3898;p58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99" name="Google Shape;3899;p58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900" name="Google Shape;3900;p58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Background light orange">
  <p:cSld name="Title only Background light orange">
    <p:spTree>
      <p:nvGrpSpPr>
        <p:cNvPr id="1" name="Shape 3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2" name="Google Shape;3902;p59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name="adj" fmla="val 3563"/>
            </a:avLst>
          </a:prstGeom>
          <a:solidFill>
            <a:srgbClr val="FCE4D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903" name="Google Shape;3903;p59"/>
          <p:cNvSpPr/>
          <p:nvPr/>
        </p:nvSpPr>
        <p:spPr>
          <a:xfrm>
            <a:off x="0" y="-367937"/>
            <a:ext cx="29064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Title only Background light orange</a:t>
            </a:r>
            <a:endParaRPr sz="1500"/>
          </a:p>
        </p:txBody>
      </p:sp>
      <p:sp>
        <p:nvSpPr>
          <p:cNvPr id="3904" name="Google Shape;3904;p59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905" name="Google Shape;3905;p59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906" name="Google Shape;3906;p59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ackground light orange + Icon instruction">
  <p:cSld name="Title + Background light orange + Icon instruction">
    <p:spTree>
      <p:nvGrpSpPr>
        <p:cNvPr id="1" name="Shape 3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8" name="Google Shape;3908;p60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name="adj" fmla="val 3563"/>
            </a:avLst>
          </a:prstGeom>
          <a:solidFill>
            <a:srgbClr val="FCE4D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909" name="Google Shape;3909;p60"/>
          <p:cNvSpPr/>
          <p:nvPr/>
        </p:nvSpPr>
        <p:spPr>
          <a:xfrm>
            <a:off x="0" y="-367937"/>
            <a:ext cx="41664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Title + Background light orange + Icon instruction</a:t>
            </a:r>
            <a:endParaRPr sz="1600" b="1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0" name="Google Shape;3910;p60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911" name="Google Shape;3911;p60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912" name="Google Shape;3912;p60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3913" name="Google Shape;3913;p60"/>
          <p:cNvGrpSpPr/>
          <p:nvPr/>
        </p:nvGrpSpPr>
        <p:grpSpPr>
          <a:xfrm>
            <a:off x="12377595" y="0"/>
            <a:ext cx="3693213" cy="6209710"/>
            <a:chOff x="-3786164" y="0"/>
            <a:chExt cx="3693213" cy="6209710"/>
          </a:xfrm>
        </p:grpSpPr>
        <p:sp>
          <p:nvSpPr>
            <p:cNvPr id="3914" name="Google Shape;3914;p60"/>
            <p:cNvSpPr/>
            <p:nvPr/>
          </p:nvSpPr>
          <p:spPr>
            <a:xfrm>
              <a:off x="-3786164" y="0"/>
              <a:ext cx="3593100" cy="55722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ICON</a:t>
              </a:r>
              <a:endParaRPr sz="1500"/>
            </a:p>
          </p:txBody>
        </p:sp>
        <p:sp>
          <p:nvSpPr>
            <p:cNvPr id="3915" name="Google Shape;3915;p60"/>
            <p:cNvSpPr/>
            <p:nvPr/>
          </p:nvSpPr>
          <p:spPr>
            <a:xfrm>
              <a:off x="-3786164" y="5381710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3916" name="Google Shape;3916;p60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917" name="Google Shape;3917;p60"/>
            <p:cNvSpPr/>
            <p:nvPr/>
          </p:nvSpPr>
          <p:spPr>
            <a:xfrm>
              <a:off x="-3319416" y="465323"/>
              <a:ext cx="29442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icon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Go to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‘Icons’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8" name="Google Shape;3918;p60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919" name="Google Shape;3919;p60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icon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920" name="Google Shape;3920;p60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3921" name="Google Shape;3921;p60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922" name="Google Shape;3922;p60"/>
            <p:cNvSpPr/>
            <p:nvPr/>
          </p:nvSpPr>
          <p:spPr>
            <a:xfrm>
              <a:off x="-3319415" y="2634835"/>
              <a:ext cx="2944800" cy="63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Drag the icon to the preferred position on the slide. To give the icon a different colour,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‘Drawing Tools’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-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‘Format’ 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‘Shape Fill’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grpSp>
          <p:nvGrpSpPr>
            <p:cNvPr id="3923" name="Google Shape;3923;p60"/>
            <p:cNvGrpSpPr/>
            <p:nvPr/>
          </p:nvGrpSpPr>
          <p:grpSpPr>
            <a:xfrm>
              <a:off x="-376743" y="5210740"/>
              <a:ext cx="283792" cy="283792"/>
              <a:chOff x="-510741" y="5913713"/>
              <a:chExt cx="267652" cy="267652"/>
            </a:xfrm>
          </p:grpSpPr>
          <p:sp>
            <p:nvSpPr>
              <p:cNvPr id="3924" name="Google Shape;3924;p60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5" name="Google Shape;3925;p60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26" name="Google Shape;3926;p60"/>
            <p:cNvGrpSpPr/>
            <p:nvPr/>
          </p:nvGrpSpPr>
          <p:grpSpPr>
            <a:xfrm>
              <a:off x="-938434" y="5519087"/>
              <a:ext cx="627900" cy="576654"/>
              <a:chOff x="-938434" y="4570310"/>
              <a:chExt cx="627900" cy="576654"/>
            </a:xfrm>
          </p:grpSpPr>
          <p:grpSp>
            <p:nvGrpSpPr>
              <p:cNvPr id="3927" name="Google Shape;3927;p60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928" name="Google Shape;3928;p60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929" name="Google Shape;3929;p60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930" name="Google Shape;3930;p60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3931" name="Google Shape;3931;p60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3932" name="Google Shape;3932;p60"/>
            <p:cNvGrpSpPr/>
            <p:nvPr/>
          </p:nvGrpSpPr>
          <p:grpSpPr>
            <a:xfrm>
              <a:off x="-3398401" y="1222618"/>
              <a:ext cx="491700" cy="410742"/>
              <a:chOff x="-3241990" y="1222618"/>
              <a:chExt cx="491700" cy="410742"/>
            </a:xfrm>
          </p:grpSpPr>
          <p:sp>
            <p:nvSpPr>
              <p:cNvPr id="3933" name="Google Shape;3933;p60"/>
              <p:cNvSpPr txBox="1"/>
              <p:nvPr/>
            </p:nvSpPr>
            <p:spPr>
              <a:xfrm>
                <a:off x="-3241990" y="1489960"/>
                <a:ext cx="491700" cy="14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Icons</a:t>
                </a:r>
                <a:endParaRPr sz="1500"/>
              </a:p>
            </p:txBody>
          </p:sp>
          <p:grpSp>
            <p:nvGrpSpPr>
              <p:cNvPr id="3934" name="Google Shape;3934;p60"/>
              <p:cNvGrpSpPr/>
              <p:nvPr/>
            </p:nvGrpSpPr>
            <p:grpSpPr>
              <a:xfrm>
                <a:off x="-3119155" y="1222618"/>
                <a:ext cx="245953" cy="246687"/>
                <a:chOff x="1314120" y="4794393"/>
                <a:chExt cx="1787446" cy="1792784"/>
              </a:xfrm>
            </p:grpSpPr>
            <p:grpSp>
              <p:nvGrpSpPr>
                <p:cNvPr id="3935" name="Google Shape;3935;p60"/>
                <p:cNvGrpSpPr/>
                <p:nvPr/>
              </p:nvGrpSpPr>
              <p:grpSpPr>
                <a:xfrm>
                  <a:off x="1314120" y="4794393"/>
                  <a:ext cx="1787446" cy="1792784"/>
                  <a:chOff x="1314120" y="4794393"/>
                  <a:chExt cx="1787446" cy="1792784"/>
                </a:xfrm>
              </p:grpSpPr>
              <p:grpSp>
                <p:nvGrpSpPr>
                  <p:cNvPr id="3936" name="Google Shape;3936;p60"/>
                  <p:cNvGrpSpPr/>
                  <p:nvPr/>
                </p:nvGrpSpPr>
                <p:grpSpPr>
                  <a:xfrm>
                    <a:off x="1314120" y="4794393"/>
                    <a:ext cx="1787446" cy="1792784"/>
                    <a:chOff x="1314120" y="4794393"/>
                    <a:chExt cx="1787446" cy="1792784"/>
                  </a:xfrm>
                </p:grpSpPr>
                <p:sp>
                  <p:nvSpPr>
                    <p:cNvPr id="3937" name="Google Shape;3937;p60"/>
                    <p:cNvSpPr/>
                    <p:nvPr/>
                  </p:nvSpPr>
                  <p:spPr>
                    <a:xfrm>
                      <a:off x="1314120" y="4794393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3938" name="Google Shape;3938;p60"/>
                    <p:cNvSpPr/>
                    <p:nvPr/>
                  </p:nvSpPr>
                  <p:spPr>
                    <a:xfrm>
                      <a:off x="2247436" y="4794393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3939" name="Google Shape;3939;p60"/>
                    <p:cNvSpPr/>
                    <p:nvPr/>
                  </p:nvSpPr>
                  <p:spPr>
                    <a:xfrm>
                      <a:off x="1314120" y="5733047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3940" name="Google Shape;3940;p60"/>
                    <p:cNvSpPr/>
                    <p:nvPr/>
                  </p:nvSpPr>
                  <p:spPr>
                    <a:xfrm>
                      <a:off x="2247436" y="5733047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</p:grpSp>
              <p:grpSp>
                <p:nvGrpSpPr>
                  <p:cNvPr id="3941" name="Google Shape;3941;p60"/>
                  <p:cNvGrpSpPr/>
                  <p:nvPr/>
                </p:nvGrpSpPr>
                <p:grpSpPr>
                  <a:xfrm>
                    <a:off x="1544558" y="5023941"/>
                    <a:ext cx="1270519" cy="1329240"/>
                    <a:chOff x="1544558" y="5023941"/>
                    <a:chExt cx="1270519" cy="1329240"/>
                  </a:xfrm>
                </p:grpSpPr>
                <p:sp>
                  <p:nvSpPr>
                    <p:cNvPr id="3942" name="Google Shape;3942;p60"/>
                    <p:cNvSpPr/>
                    <p:nvPr/>
                  </p:nvSpPr>
                  <p:spPr>
                    <a:xfrm>
                      <a:off x="1544558" y="5033728"/>
                      <a:ext cx="391476" cy="391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91476" h="391476" extrusionOk="0">
                          <a:moveTo>
                            <a:pt x="338071" y="146781"/>
                          </a:moveTo>
                          <a:lnTo>
                            <a:pt x="338071" y="54251"/>
                          </a:lnTo>
                          <a:lnTo>
                            <a:pt x="290026" y="54251"/>
                          </a:lnTo>
                          <a:lnTo>
                            <a:pt x="290026" y="98737"/>
                          </a:lnTo>
                          <a:lnTo>
                            <a:pt x="197496" y="6206"/>
                          </a:lnTo>
                          <a:lnTo>
                            <a:pt x="6206" y="197496"/>
                          </a:lnTo>
                          <a:lnTo>
                            <a:pt x="7096" y="387896"/>
                          </a:lnTo>
                          <a:lnTo>
                            <a:pt x="146781" y="387896"/>
                          </a:lnTo>
                          <a:lnTo>
                            <a:pt x="242871" y="387896"/>
                          </a:lnTo>
                          <a:lnTo>
                            <a:pt x="388785" y="387896"/>
                          </a:lnTo>
                          <a:lnTo>
                            <a:pt x="388785" y="197496"/>
                          </a:lnTo>
                          <a:lnTo>
                            <a:pt x="338071" y="14678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3943" name="Google Shape;3943;p60"/>
                    <p:cNvSpPr/>
                    <p:nvPr/>
                  </p:nvSpPr>
                  <p:spPr>
                    <a:xfrm>
                      <a:off x="2530367" y="5023941"/>
                      <a:ext cx="284710" cy="391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4710" h="391476" extrusionOk="0">
                          <a:moveTo>
                            <a:pt x="208172" y="169914"/>
                          </a:moveTo>
                          <a:cubicBezTo>
                            <a:pt x="226856" y="153010"/>
                            <a:pt x="238423" y="128097"/>
                            <a:pt x="238423" y="100516"/>
                          </a:cubicBezTo>
                          <a:cubicBezTo>
                            <a:pt x="238423" y="48912"/>
                            <a:pt x="196606" y="6206"/>
                            <a:pt x="145892" y="6206"/>
                          </a:cubicBezTo>
                          <a:cubicBezTo>
                            <a:pt x="95178" y="6206"/>
                            <a:pt x="53361" y="48023"/>
                            <a:pt x="53361" y="100516"/>
                          </a:cubicBezTo>
                          <a:cubicBezTo>
                            <a:pt x="53361" y="128097"/>
                            <a:pt x="64927" y="152120"/>
                            <a:pt x="83611" y="169914"/>
                          </a:cubicBezTo>
                          <a:cubicBezTo>
                            <a:pt x="37346" y="187709"/>
                            <a:pt x="6206" y="224187"/>
                            <a:pt x="6206" y="272232"/>
                          </a:cubicBezTo>
                          <a:lnTo>
                            <a:pt x="6206" y="321167"/>
                          </a:lnTo>
                          <a:lnTo>
                            <a:pt x="6206" y="332733"/>
                          </a:lnTo>
                          <a:lnTo>
                            <a:pt x="6206" y="342520"/>
                          </a:lnTo>
                          <a:lnTo>
                            <a:pt x="6206" y="346079"/>
                          </a:lnTo>
                          <a:lnTo>
                            <a:pt x="6206" y="358535"/>
                          </a:lnTo>
                          <a:lnTo>
                            <a:pt x="6206" y="389675"/>
                          </a:lnTo>
                          <a:lnTo>
                            <a:pt x="287357" y="389675"/>
                          </a:lnTo>
                          <a:lnTo>
                            <a:pt x="287357" y="272232"/>
                          </a:lnTo>
                          <a:cubicBezTo>
                            <a:pt x="285578" y="224187"/>
                            <a:pt x="253548" y="186819"/>
                            <a:pt x="208172" y="169914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3944" name="Google Shape;3944;p60"/>
                    <p:cNvSpPr/>
                    <p:nvPr/>
                  </p:nvSpPr>
                  <p:spPr>
                    <a:xfrm>
                      <a:off x="1599720" y="5961705"/>
                      <a:ext cx="275813" cy="391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5813" h="391476" extrusionOk="0">
                          <a:moveTo>
                            <a:pt x="142333" y="388785"/>
                          </a:moveTo>
                          <a:cubicBezTo>
                            <a:pt x="217069" y="388785"/>
                            <a:pt x="278460" y="328284"/>
                            <a:pt x="278460" y="252658"/>
                          </a:cubicBezTo>
                          <a:cubicBezTo>
                            <a:pt x="278460" y="241092"/>
                            <a:pt x="276681" y="230415"/>
                            <a:pt x="274011" y="219738"/>
                          </a:cubicBezTo>
                          <a:cubicBezTo>
                            <a:pt x="273122" y="215290"/>
                            <a:pt x="271342" y="210841"/>
                            <a:pt x="269563" y="206393"/>
                          </a:cubicBezTo>
                          <a:lnTo>
                            <a:pt x="242871" y="161907"/>
                          </a:lnTo>
                          <a:lnTo>
                            <a:pt x="142333" y="6206"/>
                          </a:lnTo>
                          <a:lnTo>
                            <a:pt x="41795" y="161907"/>
                          </a:lnTo>
                          <a:lnTo>
                            <a:pt x="15103" y="206393"/>
                          </a:lnTo>
                          <a:cubicBezTo>
                            <a:pt x="13324" y="210841"/>
                            <a:pt x="12434" y="215290"/>
                            <a:pt x="10654" y="219738"/>
                          </a:cubicBezTo>
                          <a:cubicBezTo>
                            <a:pt x="7985" y="230415"/>
                            <a:pt x="6206" y="241092"/>
                            <a:pt x="6206" y="252658"/>
                          </a:cubicBezTo>
                          <a:cubicBezTo>
                            <a:pt x="6206" y="327395"/>
                            <a:pt x="67596" y="388785"/>
                            <a:pt x="142333" y="388785"/>
                          </a:cubicBezTo>
                          <a:lnTo>
                            <a:pt x="142333" y="38878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</p:grpSp>
            </p:grpSp>
            <p:sp>
              <p:nvSpPr>
                <p:cNvPr id="3945" name="Google Shape;3945;p60"/>
                <p:cNvSpPr/>
                <p:nvPr/>
              </p:nvSpPr>
              <p:spPr>
                <a:xfrm>
                  <a:off x="2476984" y="5962595"/>
                  <a:ext cx="391476" cy="3914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476" h="391476" extrusionOk="0">
                      <a:moveTo>
                        <a:pt x="43574" y="81832"/>
                      </a:moveTo>
                      <a:lnTo>
                        <a:pt x="10654" y="149451"/>
                      </a:lnTo>
                      <a:lnTo>
                        <a:pt x="65817" y="176142"/>
                      </a:lnTo>
                      <a:cubicBezTo>
                        <a:pt x="64038" y="185929"/>
                        <a:pt x="64038" y="195716"/>
                        <a:pt x="64038" y="205503"/>
                      </a:cubicBezTo>
                      <a:lnTo>
                        <a:pt x="6206" y="225966"/>
                      </a:lnTo>
                      <a:lnTo>
                        <a:pt x="31118" y="297144"/>
                      </a:lnTo>
                      <a:lnTo>
                        <a:pt x="88950" y="276680"/>
                      </a:lnTo>
                      <a:cubicBezTo>
                        <a:pt x="94288" y="284688"/>
                        <a:pt x="101406" y="291806"/>
                        <a:pt x="108524" y="298034"/>
                      </a:cubicBezTo>
                      <a:lnTo>
                        <a:pt x="81832" y="353196"/>
                      </a:lnTo>
                      <a:lnTo>
                        <a:pt x="149451" y="386116"/>
                      </a:lnTo>
                      <a:lnTo>
                        <a:pt x="176142" y="330953"/>
                      </a:lnTo>
                      <a:cubicBezTo>
                        <a:pt x="185929" y="332733"/>
                        <a:pt x="195716" y="332733"/>
                        <a:pt x="205503" y="332733"/>
                      </a:cubicBezTo>
                      <a:lnTo>
                        <a:pt x="225966" y="390565"/>
                      </a:lnTo>
                      <a:lnTo>
                        <a:pt x="297144" y="365652"/>
                      </a:lnTo>
                      <a:lnTo>
                        <a:pt x="276681" y="307821"/>
                      </a:lnTo>
                      <a:cubicBezTo>
                        <a:pt x="284688" y="302482"/>
                        <a:pt x="291806" y="295365"/>
                        <a:pt x="298034" y="288247"/>
                      </a:cubicBezTo>
                      <a:lnTo>
                        <a:pt x="353196" y="314938"/>
                      </a:lnTo>
                      <a:lnTo>
                        <a:pt x="386116" y="247320"/>
                      </a:lnTo>
                      <a:lnTo>
                        <a:pt x="330953" y="220628"/>
                      </a:lnTo>
                      <a:cubicBezTo>
                        <a:pt x="332733" y="210841"/>
                        <a:pt x="332733" y="201054"/>
                        <a:pt x="332733" y="191267"/>
                      </a:cubicBezTo>
                      <a:lnTo>
                        <a:pt x="390565" y="170804"/>
                      </a:lnTo>
                      <a:lnTo>
                        <a:pt x="365653" y="99626"/>
                      </a:lnTo>
                      <a:lnTo>
                        <a:pt x="307821" y="120090"/>
                      </a:lnTo>
                      <a:cubicBezTo>
                        <a:pt x="302482" y="112082"/>
                        <a:pt x="295365" y="104965"/>
                        <a:pt x="288247" y="98737"/>
                      </a:cubicBezTo>
                      <a:lnTo>
                        <a:pt x="314938" y="43574"/>
                      </a:lnTo>
                      <a:lnTo>
                        <a:pt x="247320" y="10654"/>
                      </a:lnTo>
                      <a:lnTo>
                        <a:pt x="220628" y="65817"/>
                      </a:lnTo>
                      <a:cubicBezTo>
                        <a:pt x="210841" y="64038"/>
                        <a:pt x="201054" y="64038"/>
                        <a:pt x="191267" y="64038"/>
                      </a:cubicBezTo>
                      <a:lnTo>
                        <a:pt x="170804" y="6206"/>
                      </a:lnTo>
                      <a:lnTo>
                        <a:pt x="99626" y="31118"/>
                      </a:lnTo>
                      <a:lnTo>
                        <a:pt x="120090" y="88950"/>
                      </a:lnTo>
                      <a:cubicBezTo>
                        <a:pt x="112082" y="94288"/>
                        <a:pt x="104965" y="101406"/>
                        <a:pt x="98737" y="108524"/>
                      </a:cubicBezTo>
                      <a:lnTo>
                        <a:pt x="43574" y="81832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81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</p:grpSp>
        <p:grpSp>
          <p:nvGrpSpPr>
            <p:cNvPr id="3946" name="Google Shape;3946;p60"/>
            <p:cNvGrpSpPr/>
            <p:nvPr/>
          </p:nvGrpSpPr>
          <p:grpSpPr>
            <a:xfrm>
              <a:off x="-3314820" y="3391746"/>
              <a:ext cx="1201200" cy="330010"/>
              <a:chOff x="-3314820" y="3391746"/>
              <a:chExt cx="1201200" cy="330010"/>
            </a:xfrm>
          </p:grpSpPr>
          <p:sp>
            <p:nvSpPr>
              <p:cNvPr id="3947" name="Google Shape;3947;p60"/>
              <p:cNvSpPr/>
              <p:nvPr/>
            </p:nvSpPr>
            <p:spPr>
              <a:xfrm>
                <a:off x="-3314820" y="3391746"/>
                <a:ext cx="1201200" cy="2724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8" name="Google Shape;3948;p60"/>
              <p:cNvSpPr/>
              <p:nvPr/>
            </p:nvSpPr>
            <p:spPr>
              <a:xfrm>
                <a:off x="-3304719" y="3404581"/>
                <a:ext cx="11817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9" name="Google Shape;3949;p60"/>
              <p:cNvSpPr txBox="1"/>
              <p:nvPr/>
            </p:nvSpPr>
            <p:spPr>
              <a:xfrm>
                <a:off x="-3069820" y="3472995"/>
                <a:ext cx="669300" cy="12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Shape Fill</a:t>
                </a:r>
                <a:endParaRPr sz="1500"/>
              </a:p>
            </p:txBody>
          </p:sp>
          <p:sp>
            <p:nvSpPr>
              <p:cNvPr id="3950" name="Google Shape;3950;p60"/>
              <p:cNvSpPr/>
              <p:nvPr/>
            </p:nvSpPr>
            <p:spPr>
              <a:xfrm>
                <a:off x="-2390883" y="3543107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951" name="Google Shape;3951;p60"/>
              <p:cNvGrpSpPr/>
              <p:nvPr/>
            </p:nvGrpSpPr>
            <p:grpSpPr>
              <a:xfrm>
                <a:off x="-3259490" y="3446621"/>
                <a:ext cx="173114" cy="167982"/>
                <a:chOff x="-916832" y="3037554"/>
                <a:chExt cx="193489" cy="187752"/>
              </a:xfrm>
            </p:grpSpPr>
            <p:sp>
              <p:nvSpPr>
                <p:cNvPr id="3952" name="Google Shape;3952;p60"/>
                <p:cNvSpPr/>
                <p:nvPr/>
              </p:nvSpPr>
              <p:spPr>
                <a:xfrm>
                  <a:off x="-804124" y="3081338"/>
                  <a:ext cx="80781" cy="121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781" h="121443" extrusionOk="0">
                      <a:moveTo>
                        <a:pt x="30217" y="50006"/>
                      </a:moveTo>
                      <a:lnTo>
                        <a:pt x="34979" y="121443"/>
                      </a:lnTo>
                      <a:lnTo>
                        <a:pt x="80222" y="52387"/>
                      </a:lnTo>
                      <a:cubicBezTo>
                        <a:pt x="84191" y="29368"/>
                        <a:pt x="66729" y="1588"/>
                        <a:pt x="37360" y="0"/>
                      </a:cubicBezTo>
                      <a:cubicBezTo>
                        <a:pt x="-43602" y="21431"/>
                        <a:pt x="32598" y="33337"/>
                        <a:pt x="30217" y="50006"/>
                      </a:cubicBezTo>
                      <a:close/>
                    </a:path>
                  </a:pathLst>
                </a:custGeom>
                <a:solidFill>
                  <a:srgbClr val="366FA8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900"/>
                    <a:buFont typeface="Calibri"/>
                    <a:buNone/>
                  </a:pPr>
                  <a:endParaRPr sz="900" b="1" i="0" u="none" strike="noStrike" cap="none">
                    <a:solidFill>
                      <a:srgbClr val="000000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953" name="Google Shape;3953;p60"/>
                <p:cNvSpPr/>
                <p:nvPr/>
              </p:nvSpPr>
              <p:spPr>
                <a:xfrm rot="2904560">
                  <a:off x="-887721" y="3085744"/>
                  <a:ext cx="99879" cy="122824"/>
                </a:xfrm>
                <a:prstGeom prst="roundRect">
                  <a:avLst>
                    <a:gd name="adj" fmla="val 2911"/>
                  </a:avLst>
                </a:prstGeom>
                <a:solidFill>
                  <a:srgbClr val="FFFFFF"/>
                </a:solidFill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54" name="Google Shape;3954;p60"/>
                <p:cNvSpPr/>
                <p:nvPr/>
              </p:nvSpPr>
              <p:spPr>
                <a:xfrm>
                  <a:off x="-894646" y="3037554"/>
                  <a:ext cx="64776" cy="858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22" h="78381" extrusionOk="0">
                      <a:moveTo>
                        <a:pt x="219" y="78381"/>
                      </a:moveTo>
                      <a:cubicBezTo>
                        <a:pt x="-1454" y="18717"/>
                        <a:pt x="6534" y="-324"/>
                        <a:pt x="20468" y="5"/>
                      </a:cubicBezTo>
                      <a:cubicBezTo>
                        <a:pt x="34402" y="334"/>
                        <a:pt x="43874" y="23658"/>
                        <a:pt x="39229" y="67295"/>
                      </a:cubicBezTo>
                    </a:path>
                  </a:pathLst>
                </a:custGeom>
                <a:noFill/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55" name="Google Shape;3955;p60"/>
              <p:cNvSpPr/>
              <p:nvPr/>
            </p:nvSpPr>
            <p:spPr>
              <a:xfrm rot="10800000">
                <a:off x="-2290665" y="3519085"/>
                <a:ext cx="94800" cy="504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sp>
          <p:nvSpPr>
            <p:cNvPr id="3956" name="Google Shape;3956;p60"/>
            <p:cNvSpPr/>
            <p:nvPr/>
          </p:nvSpPr>
          <p:spPr>
            <a:xfrm>
              <a:off x="-3603587" y="391614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3957" name="Google Shape;3957;p60"/>
            <p:cNvSpPr/>
            <p:nvPr/>
          </p:nvSpPr>
          <p:spPr>
            <a:xfrm>
              <a:off x="-3319415" y="391614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one of the theme colors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of the set colorpallet.</a:t>
              </a:r>
              <a:endParaRPr sz="1500"/>
            </a:p>
          </p:txBody>
        </p:sp>
        <p:grpSp>
          <p:nvGrpSpPr>
            <p:cNvPr id="3958" name="Google Shape;3958;p60"/>
            <p:cNvGrpSpPr/>
            <p:nvPr/>
          </p:nvGrpSpPr>
          <p:grpSpPr>
            <a:xfrm>
              <a:off x="-3333646" y="4635104"/>
              <a:ext cx="2012851" cy="490800"/>
              <a:chOff x="12731803" y="3562552"/>
              <a:chExt cx="2012851" cy="490800"/>
            </a:xfrm>
          </p:grpSpPr>
          <p:sp>
            <p:nvSpPr>
              <p:cNvPr id="3959" name="Google Shape;3959;p60"/>
              <p:cNvSpPr/>
              <p:nvPr/>
            </p:nvSpPr>
            <p:spPr>
              <a:xfrm>
                <a:off x="12747554" y="3562552"/>
                <a:ext cx="1997100" cy="4908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700"/>
                  <a:buFont typeface="Calibri"/>
                  <a:buNone/>
                </a:pPr>
                <a:endPara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0" name="Google Shape;3960;p60"/>
              <p:cNvSpPr/>
              <p:nvPr/>
            </p:nvSpPr>
            <p:spPr>
              <a:xfrm>
                <a:off x="12766168" y="3578469"/>
                <a:ext cx="1965300" cy="255000"/>
              </a:xfrm>
              <a:prstGeom prst="rect">
                <a:avLst/>
              </a:pr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961" name="Google Shape;3961;p60"/>
              <p:cNvSpPr txBox="1"/>
              <p:nvPr/>
            </p:nvSpPr>
            <p:spPr>
              <a:xfrm>
                <a:off x="12731803" y="3591461"/>
                <a:ext cx="1053000" cy="21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900"/>
                  <a:buFont typeface="Calibri"/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Colours</a:t>
                </a:r>
                <a:endParaRPr sz="1500"/>
              </a:p>
            </p:txBody>
          </p:sp>
          <p:sp>
            <p:nvSpPr>
              <p:cNvPr id="3962" name="Google Shape;3962;p60"/>
              <p:cNvSpPr/>
              <p:nvPr/>
            </p:nvSpPr>
            <p:spPr>
              <a:xfrm>
                <a:off x="12814699" y="3874304"/>
                <a:ext cx="136500" cy="1365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963" name="Google Shape;3963;p60"/>
              <p:cNvSpPr/>
              <p:nvPr/>
            </p:nvSpPr>
            <p:spPr>
              <a:xfrm>
                <a:off x="13007154" y="3870040"/>
                <a:ext cx="136500" cy="136500"/>
              </a:xfrm>
              <a:prstGeom prst="rect">
                <a:avLst/>
              </a:prstGeom>
              <a:solidFill>
                <a:srgbClr val="000000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964" name="Google Shape;3964;p60"/>
              <p:cNvSpPr/>
              <p:nvPr/>
            </p:nvSpPr>
            <p:spPr>
              <a:xfrm>
                <a:off x="13199609" y="3870040"/>
                <a:ext cx="136500" cy="136500"/>
              </a:xfrm>
              <a:prstGeom prst="rect">
                <a:avLst/>
              </a:prstGeom>
              <a:solidFill>
                <a:schemeClr val="lt2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965" name="Google Shape;3965;p60"/>
              <p:cNvSpPr/>
              <p:nvPr/>
            </p:nvSpPr>
            <p:spPr>
              <a:xfrm>
                <a:off x="13392064" y="3870040"/>
                <a:ext cx="136500" cy="136500"/>
              </a:xfrm>
              <a:prstGeom prst="rect">
                <a:avLst/>
              </a:prstGeom>
              <a:solidFill>
                <a:schemeClr val="dk2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966" name="Google Shape;3966;p60"/>
              <p:cNvSpPr/>
              <p:nvPr/>
            </p:nvSpPr>
            <p:spPr>
              <a:xfrm>
                <a:off x="13776974" y="3870040"/>
                <a:ext cx="136500" cy="136500"/>
              </a:xfrm>
              <a:prstGeom prst="rect">
                <a:avLst/>
              </a:prstGeom>
              <a:solidFill>
                <a:schemeClr val="accent2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967" name="Google Shape;3967;p60"/>
              <p:cNvSpPr/>
              <p:nvPr/>
            </p:nvSpPr>
            <p:spPr>
              <a:xfrm>
                <a:off x="13969429" y="3870040"/>
                <a:ext cx="136500" cy="136500"/>
              </a:xfrm>
              <a:prstGeom prst="rect">
                <a:avLst/>
              </a:prstGeom>
              <a:solidFill>
                <a:schemeClr val="accent3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968" name="Google Shape;3968;p60"/>
              <p:cNvSpPr/>
              <p:nvPr/>
            </p:nvSpPr>
            <p:spPr>
              <a:xfrm>
                <a:off x="14161884" y="3870040"/>
                <a:ext cx="136500" cy="136500"/>
              </a:xfrm>
              <a:prstGeom prst="rect">
                <a:avLst/>
              </a:prstGeom>
              <a:solidFill>
                <a:schemeClr val="accent4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969" name="Google Shape;3969;p60"/>
              <p:cNvSpPr/>
              <p:nvPr/>
            </p:nvSpPr>
            <p:spPr>
              <a:xfrm>
                <a:off x="14354339" y="3870040"/>
                <a:ext cx="136500" cy="136500"/>
              </a:xfrm>
              <a:prstGeom prst="rect">
                <a:avLst/>
              </a:prstGeom>
              <a:solidFill>
                <a:schemeClr val="accent5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970" name="Google Shape;3970;p60"/>
              <p:cNvSpPr/>
              <p:nvPr/>
            </p:nvSpPr>
            <p:spPr>
              <a:xfrm>
                <a:off x="14546797" y="3870040"/>
                <a:ext cx="136500" cy="136500"/>
              </a:xfrm>
              <a:prstGeom prst="rect">
                <a:avLst/>
              </a:prstGeom>
              <a:solidFill>
                <a:schemeClr val="accent6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grpSp>
            <p:nvGrpSpPr>
              <p:cNvPr id="3971" name="Google Shape;3971;p60"/>
              <p:cNvGrpSpPr/>
              <p:nvPr/>
            </p:nvGrpSpPr>
            <p:grpSpPr>
              <a:xfrm>
                <a:off x="13580316" y="3865836"/>
                <a:ext cx="151500" cy="147900"/>
                <a:chOff x="13580316" y="3865836"/>
                <a:chExt cx="151500" cy="147900"/>
              </a:xfrm>
            </p:grpSpPr>
            <p:sp>
              <p:nvSpPr>
                <p:cNvPr id="3972" name="Google Shape;3972;p60"/>
                <p:cNvSpPr/>
                <p:nvPr/>
              </p:nvSpPr>
              <p:spPr>
                <a:xfrm>
                  <a:off x="13584519" y="3870040"/>
                  <a:ext cx="136500" cy="136500"/>
                </a:xfrm>
                <a:prstGeom prst="rect">
                  <a:avLst/>
                </a:prstGeom>
                <a:solidFill>
                  <a:schemeClr val="accent1"/>
                </a:solidFill>
                <a:ln w="12700" cap="flat" cmpd="sng">
                  <a:solidFill>
                    <a:srgbClr val="EBEBEB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44000" tIns="144000" rIns="144000" bIns="144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endParaRPr sz="1100" b="0" i="0" u="none" strike="noStrike" cap="non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973" name="Google Shape;3973;p60"/>
                <p:cNvSpPr/>
                <p:nvPr/>
              </p:nvSpPr>
              <p:spPr>
                <a:xfrm>
                  <a:off x="13580316" y="3865836"/>
                  <a:ext cx="151500" cy="147900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F29132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44000" tIns="144000" rIns="144000" bIns="144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endParaRPr sz="1100" b="0" i="0" u="none" strike="noStrike" cap="non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</p:grpSp>
        <p:grpSp>
          <p:nvGrpSpPr>
            <p:cNvPr id="3974" name="Google Shape;3974;p60"/>
            <p:cNvGrpSpPr/>
            <p:nvPr/>
          </p:nvGrpSpPr>
          <p:grpSpPr>
            <a:xfrm>
              <a:off x="-3314820" y="4363463"/>
              <a:ext cx="1201200" cy="834578"/>
              <a:chOff x="-3314820" y="3391746"/>
              <a:chExt cx="1201200" cy="834578"/>
            </a:xfrm>
          </p:grpSpPr>
          <p:sp>
            <p:nvSpPr>
              <p:cNvPr id="3975" name="Google Shape;3975;p60"/>
              <p:cNvSpPr/>
              <p:nvPr/>
            </p:nvSpPr>
            <p:spPr>
              <a:xfrm>
                <a:off x="-3314820" y="3391746"/>
                <a:ext cx="1201200" cy="2724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6" name="Google Shape;3976;p60"/>
              <p:cNvSpPr/>
              <p:nvPr/>
            </p:nvSpPr>
            <p:spPr>
              <a:xfrm>
                <a:off x="-3304719" y="3404581"/>
                <a:ext cx="11817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7" name="Google Shape;3977;p60"/>
              <p:cNvSpPr txBox="1"/>
              <p:nvPr/>
            </p:nvSpPr>
            <p:spPr>
              <a:xfrm>
                <a:off x="-3069820" y="3472995"/>
                <a:ext cx="7254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Shape Fill</a:t>
                </a:r>
                <a:endParaRPr sz="1500"/>
              </a:p>
            </p:txBody>
          </p:sp>
          <p:sp>
            <p:nvSpPr>
              <p:cNvPr id="3978" name="Google Shape;3978;p60"/>
              <p:cNvSpPr/>
              <p:nvPr/>
            </p:nvSpPr>
            <p:spPr>
              <a:xfrm>
                <a:off x="-2404225" y="4047675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979" name="Google Shape;3979;p60"/>
              <p:cNvGrpSpPr/>
              <p:nvPr/>
            </p:nvGrpSpPr>
            <p:grpSpPr>
              <a:xfrm>
                <a:off x="-3259490" y="3446621"/>
                <a:ext cx="173114" cy="167982"/>
                <a:chOff x="-916832" y="3037554"/>
                <a:chExt cx="193489" cy="187752"/>
              </a:xfrm>
            </p:grpSpPr>
            <p:sp>
              <p:nvSpPr>
                <p:cNvPr id="3980" name="Google Shape;3980;p60"/>
                <p:cNvSpPr/>
                <p:nvPr/>
              </p:nvSpPr>
              <p:spPr>
                <a:xfrm>
                  <a:off x="-804124" y="3081338"/>
                  <a:ext cx="80781" cy="121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781" h="121443" extrusionOk="0">
                      <a:moveTo>
                        <a:pt x="30217" y="50006"/>
                      </a:moveTo>
                      <a:lnTo>
                        <a:pt x="34979" y="121443"/>
                      </a:lnTo>
                      <a:lnTo>
                        <a:pt x="80222" y="52387"/>
                      </a:lnTo>
                      <a:cubicBezTo>
                        <a:pt x="84191" y="29368"/>
                        <a:pt x="66729" y="1588"/>
                        <a:pt x="37360" y="0"/>
                      </a:cubicBezTo>
                      <a:cubicBezTo>
                        <a:pt x="-43602" y="21431"/>
                        <a:pt x="32598" y="33337"/>
                        <a:pt x="30217" y="50006"/>
                      </a:cubicBezTo>
                      <a:close/>
                    </a:path>
                  </a:pathLst>
                </a:custGeom>
                <a:solidFill>
                  <a:srgbClr val="366FA8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900"/>
                    <a:buFont typeface="Calibri"/>
                    <a:buNone/>
                  </a:pPr>
                  <a:endParaRPr sz="900" b="1" i="0" u="none" strike="noStrike" cap="none">
                    <a:solidFill>
                      <a:srgbClr val="000000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981" name="Google Shape;3981;p60"/>
                <p:cNvSpPr/>
                <p:nvPr/>
              </p:nvSpPr>
              <p:spPr>
                <a:xfrm rot="2904560">
                  <a:off x="-887721" y="3085744"/>
                  <a:ext cx="99879" cy="122824"/>
                </a:xfrm>
                <a:prstGeom prst="roundRect">
                  <a:avLst>
                    <a:gd name="adj" fmla="val 2911"/>
                  </a:avLst>
                </a:prstGeom>
                <a:solidFill>
                  <a:srgbClr val="FFFFFF"/>
                </a:solidFill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82" name="Google Shape;3982;p60"/>
                <p:cNvSpPr/>
                <p:nvPr/>
              </p:nvSpPr>
              <p:spPr>
                <a:xfrm>
                  <a:off x="-894646" y="3037554"/>
                  <a:ext cx="64776" cy="858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22" h="78381" extrusionOk="0">
                      <a:moveTo>
                        <a:pt x="219" y="78381"/>
                      </a:moveTo>
                      <a:cubicBezTo>
                        <a:pt x="-1454" y="18717"/>
                        <a:pt x="6534" y="-324"/>
                        <a:pt x="20468" y="5"/>
                      </a:cubicBezTo>
                      <a:cubicBezTo>
                        <a:pt x="34402" y="334"/>
                        <a:pt x="43874" y="23658"/>
                        <a:pt x="39229" y="67295"/>
                      </a:cubicBezTo>
                    </a:path>
                  </a:pathLst>
                </a:custGeom>
                <a:noFill/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83" name="Google Shape;3983;p60"/>
              <p:cNvSpPr/>
              <p:nvPr/>
            </p:nvSpPr>
            <p:spPr>
              <a:xfrm rot="10800000">
                <a:off x="-2288388" y="3519085"/>
                <a:ext cx="94800" cy="504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Yellow background + Icon Instruction">
  <p:cSld name="Title + Yellow background + Icon Instruction">
    <p:spTree>
      <p:nvGrpSpPr>
        <p:cNvPr id="1" name="Shape 3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5" name="Google Shape;3985;p61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name="adj" fmla="val 3563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986" name="Google Shape;3986;p61"/>
          <p:cNvSpPr/>
          <p:nvPr/>
        </p:nvSpPr>
        <p:spPr>
          <a:xfrm>
            <a:off x="0" y="-367937"/>
            <a:ext cx="37092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Title + Yellow background + Icon Instruction</a:t>
            </a:r>
            <a:endParaRPr sz="1600" b="1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7" name="Google Shape;3987;p61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988" name="Google Shape;3988;p61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989" name="Google Shape;3989;p61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3990" name="Google Shape;3990;p61"/>
          <p:cNvGrpSpPr/>
          <p:nvPr/>
        </p:nvGrpSpPr>
        <p:grpSpPr>
          <a:xfrm>
            <a:off x="12377595" y="0"/>
            <a:ext cx="3693213" cy="6209710"/>
            <a:chOff x="-3786164" y="0"/>
            <a:chExt cx="3693213" cy="6209710"/>
          </a:xfrm>
        </p:grpSpPr>
        <p:sp>
          <p:nvSpPr>
            <p:cNvPr id="3991" name="Google Shape;3991;p61"/>
            <p:cNvSpPr/>
            <p:nvPr/>
          </p:nvSpPr>
          <p:spPr>
            <a:xfrm>
              <a:off x="-3786164" y="0"/>
              <a:ext cx="3593100" cy="55722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ICON</a:t>
              </a:r>
              <a:endParaRPr sz="1500"/>
            </a:p>
          </p:txBody>
        </p:sp>
        <p:sp>
          <p:nvSpPr>
            <p:cNvPr id="3992" name="Google Shape;3992;p61"/>
            <p:cNvSpPr/>
            <p:nvPr/>
          </p:nvSpPr>
          <p:spPr>
            <a:xfrm>
              <a:off x="-3786164" y="5381710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3993" name="Google Shape;3993;p61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994" name="Google Shape;3994;p61"/>
            <p:cNvSpPr/>
            <p:nvPr/>
          </p:nvSpPr>
          <p:spPr>
            <a:xfrm>
              <a:off x="-3319416" y="465323"/>
              <a:ext cx="29442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icon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Go to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‘Icons’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5" name="Google Shape;3995;p61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996" name="Google Shape;3996;p61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icon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997" name="Google Shape;3997;p61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3998" name="Google Shape;3998;p61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999" name="Google Shape;3999;p61"/>
            <p:cNvSpPr/>
            <p:nvPr/>
          </p:nvSpPr>
          <p:spPr>
            <a:xfrm>
              <a:off x="-3319415" y="2634835"/>
              <a:ext cx="2944800" cy="63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Drag the icon to the preferred position on the slide. To give the icon a different colour,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‘Drawing Tools’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-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‘Format’ 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‘Shape Fill’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grpSp>
          <p:nvGrpSpPr>
            <p:cNvPr id="4000" name="Google Shape;4000;p61"/>
            <p:cNvGrpSpPr/>
            <p:nvPr/>
          </p:nvGrpSpPr>
          <p:grpSpPr>
            <a:xfrm>
              <a:off x="-376743" y="5210740"/>
              <a:ext cx="283792" cy="283792"/>
              <a:chOff x="-510741" y="5913713"/>
              <a:chExt cx="267652" cy="267652"/>
            </a:xfrm>
          </p:grpSpPr>
          <p:sp>
            <p:nvSpPr>
              <p:cNvPr id="4001" name="Google Shape;4001;p61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2" name="Google Shape;4002;p61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03" name="Google Shape;4003;p61"/>
            <p:cNvGrpSpPr/>
            <p:nvPr/>
          </p:nvGrpSpPr>
          <p:grpSpPr>
            <a:xfrm>
              <a:off x="-938434" y="5519087"/>
              <a:ext cx="627900" cy="576654"/>
              <a:chOff x="-938434" y="4570310"/>
              <a:chExt cx="627900" cy="576654"/>
            </a:xfrm>
          </p:grpSpPr>
          <p:grpSp>
            <p:nvGrpSpPr>
              <p:cNvPr id="4004" name="Google Shape;4004;p61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4005" name="Google Shape;4005;p61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006" name="Google Shape;4006;p61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007" name="Google Shape;4007;p61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4008" name="Google Shape;4008;p61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4009" name="Google Shape;4009;p61"/>
            <p:cNvGrpSpPr/>
            <p:nvPr/>
          </p:nvGrpSpPr>
          <p:grpSpPr>
            <a:xfrm>
              <a:off x="-3398401" y="1222618"/>
              <a:ext cx="491700" cy="410742"/>
              <a:chOff x="-3241990" y="1222618"/>
              <a:chExt cx="491700" cy="410742"/>
            </a:xfrm>
          </p:grpSpPr>
          <p:sp>
            <p:nvSpPr>
              <p:cNvPr id="4010" name="Google Shape;4010;p61"/>
              <p:cNvSpPr txBox="1"/>
              <p:nvPr/>
            </p:nvSpPr>
            <p:spPr>
              <a:xfrm>
                <a:off x="-3241990" y="1489960"/>
                <a:ext cx="491700" cy="14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Icons</a:t>
                </a:r>
                <a:endParaRPr sz="1500"/>
              </a:p>
            </p:txBody>
          </p:sp>
          <p:grpSp>
            <p:nvGrpSpPr>
              <p:cNvPr id="4011" name="Google Shape;4011;p61"/>
              <p:cNvGrpSpPr/>
              <p:nvPr/>
            </p:nvGrpSpPr>
            <p:grpSpPr>
              <a:xfrm>
                <a:off x="-3119155" y="1222618"/>
                <a:ext cx="245953" cy="246687"/>
                <a:chOff x="1314120" y="4794393"/>
                <a:chExt cx="1787446" cy="1792784"/>
              </a:xfrm>
            </p:grpSpPr>
            <p:grpSp>
              <p:nvGrpSpPr>
                <p:cNvPr id="4012" name="Google Shape;4012;p61"/>
                <p:cNvGrpSpPr/>
                <p:nvPr/>
              </p:nvGrpSpPr>
              <p:grpSpPr>
                <a:xfrm>
                  <a:off x="1314120" y="4794393"/>
                  <a:ext cx="1787446" cy="1792784"/>
                  <a:chOff x="1314120" y="4794393"/>
                  <a:chExt cx="1787446" cy="1792784"/>
                </a:xfrm>
              </p:grpSpPr>
              <p:grpSp>
                <p:nvGrpSpPr>
                  <p:cNvPr id="4013" name="Google Shape;4013;p61"/>
                  <p:cNvGrpSpPr/>
                  <p:nvPr/>
                </p:nvGrpSpPr>
                <p:grpSpPr>
                  <a:xfrm>
                    <a:off x="1314120" y="4794393"/>
                    <a:ext cx="1787446" cy="1792784"/>
                    <a:chOff x="1314120" y="4794393"/>
                    <a:chExt cx="1787446" cy="1792784"/>
                  </a:xfrm>
                </p:grpSpPr>
                <p:sp>
                  <p:nvSpPr>
                    <p:cNvPr id="4014" name="Google Shape;4014;p61"/>
                    <p:cNvSpPr/>
                    <p:nvPr/>
                  </p:nvSpPr>
                  <p:spPr>
                    <a:xfrm>
                      <a:off x="1314120" y="4794393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4015" name="Google Shape;4015;p61"/>
                    <p:cNvSpPr/>
                    <p:nvPr/>
                  </p:nvSpPr>
                  <p:spPr>
                    <a:xfrm>
                      <a:off x="2247436" y="4794393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4016" name="Google Shape;4016;p61"/>
                    <p:cNvSpPr/>
                    <p:nvPr/>
                  </p:nvSpPr>
                  <p:spPr>
                    <a:xfrm>
                      <a:off x="1314120" y="5733047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4017" name="Google Shape;4017;p61"/>
                    <p:cNvSpPr/>
                    <p:nvPr/>
                  </p:nvSpPr>
                  <p:spPr>
                    <a:xfrm>
                      <a:off x="2247436" y="5733047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</p:grpSp>
              <p:grpSp>
                <p:nvGrpSpPr>
                  <p:cNvPr id="4018" name="Google Shape;4018;p61"/>
                  <p:cNvGrpSpPr/>
                  <p:nvPr/>
                </p:nvGrpSpPr>
                <p:grpSpPr>
                  <a:xfrm>
                    <a:off x="1544558" y="5023941"/>
                    <a:ext cx="1270519" cy="1329240"/>
                    <a:chOff x="1544558" y="5023941"/>
                    <a:chExt cx="1270519" cy="1329240"/>
                  </a:xfrm>
                </p:grpSpPr>
                <p:sp>
                  <p:nvSpPr>
                    <p:cNvPr id="4019" name="Google Shape;4019;p61"/>
                    <p:cNvSpPr/>
                    <p:nvPr/>
                  </p:nvSpPr>
                  <p:spPr>
                    <a:xfrm>
                      <a:off x="1544558" y="5033728"/>
                      <a:ext cx="391476" cy="391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91476" h="391476" extrusionOk="0">
                          <a:moveTo>
                            <a:pt x="338071" y="146781"/>
                          </a:moveTo>
                          <a:lnTo>
                            <a:pt x="338071" y="54251"/>
                          </a:lnTo>
                          <a:lnTo>
                            <a:pt x="290026" y="54251"/>
                          </a:lnTo>
                          <a:lnTo>
                            <a:pt x="290026" y="98737"/>
                          </a:lnTo>
                          <a:lnTo>
                            <a:pt x="197496" y="6206"/>
                          </a:lnTo>
                          <a:lnTo>
                            <a:pt x="6206" y="197496"/>
                          </a:lnTo>
                          <a:lnTo>
                            <a:pt x="7096" y="387896"/>
                          </a:lnTo>
                          <a:lnTo>
                            <a:pt x="146781" y="387896"/>
                          </a:lnTo>
                          <a:lnTo>
                            <a:pt x="242871" y="387896"/>
                          </a:lnTo>
                          <a:lnTo>
                            <a:pt x="388785" y="387896"/>
                          </a:lnTo>
                          <a:lnTo>
                            <a:pt x="388785" y="197496"/>
                          </a:lnTo>
                          <a:lnTo>
                            <a:pt x="338071" y="14678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4020" name="Google Shape;4020;p61"/>
                    <p:cNvSpPr/>
                    <p:nvPr/>
                  </p:nvSpPr>
                  <p:spPr>
                    <a:xfrm>
                      <a:off x="2530367" y="5023941"/>
                      <a:ext cx="284710" cy="391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4710" h="391476" extrusionOk="0">
                          <a:moveTo>
                            <a:pt x="208172" y="169914"/>
                          </a:moveTo>
                          <a:cubicBezTo>
                            <a:pt x="226856" y="153010"/>
                            <a:pt x="238423" y="128097"/>
                            <a:pt x="238423" y="100516"/>
                          </a:cubicBezTo>
                          <a:cubicBezTo>
                            <a:pt x="238423" y="48912"/>
                            <a:pt x="196606" y="6206"/>
                            <a:pt x="145892" y="6206"/>
                          </a:cubicBezTo>
                          <a:cubicBezTo>
                            <a:pt x="95178" y="6206"/>
                            <a:pt x="53361" y="48023"/>
                            <a:pt x="53361" y="100516"/>
                          </a:cubicBezTo>
                          <a:cubicBezTo>
                            <a:pt x="53361" y="128097"/>
                            <a:pt x="64927" y="152120"/>
                            <a:pt x="83611" y="169914"/>
                          </a:cubicBezTo>
                          <a:cubicBezTo>
                            <a:pt x="37346" y="187709"/>
                            <a:pt x="6206" y="224187"/>
                            <a:pt x="6206" y="272232"/>
                          </a:cubicBezTo>
                          <a:lnTo>
                            <a:pt x="6206" y="321167"/>
                          </a:lnTo>
                          <a:lnTo>
                            <a:pt x="6206" y="332733"/>
                          </a:lnTo>
                          <a:lnTo>
                            <a:pt x="6206" y="342520"/>
                          </a:lnTo>
                          <a:lnTo>
                            <a:pt x="6206" y="346079"/>
                          </a:lnTo>
                          <a:lnTo>
                            <a:pt x="6206" y="358535"/>
                          </a:lnTo>
                          <a:lnTo>
                            <a:pt x="6206" y="389675"/>
                          </a:lnTo>
                          <a:lnTo>
                            <a:pt x="287357" y="389675"/>
                          </a:lnTo>
                          <a:lnTo>
                            <a:pt x="287357" y="272232"/>
                          </a:lnTo>
                          <a:cubicBezTo>
                            <a:pt x="285578" y="224187"/>
                            <a:pt x="253548" y="186819"/>
                            <a:pt x="208172" y="169914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4021" name="Google Shape;4021;p61"/>
                    <p:cNvSpPr/>
                    <p:nvPr/>
                  </p:nvSpPr>
                  <p:spPr>
                    <a:xfrm>
                      <a:off x="1599720" y="5961705"/>
                      <a:ext cx="275813" cy="391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5813" h="391476" extrusionOk="0">
                          <a:moveTo>
                            <a:pt x="142333" y="388785"/>
                          </a:moveTo>
                          <a:cubicBezTo>
                            <a:pt x="217069" y="388785"/>
                            <a:pt x="278460" y="328284"/>
                            <a:pt x="278460" y="252658"/>
                          </a:cubicBezTo>
                          <a:cubicBezTo>
                            <a:pt x="278460" y="241092"/>
                            <a:pt x="276681" y="230415"/>
                            <a:pt x="274011" y="219738"/>
                          </a:cubicBezTo>
                          <a:cubicBezTo>
                            <a:pt x="273122" y="215290"/>
                            <a:pt x="271342" y="210841"/>
                            <a:pt x="269563" y="206393"/>
                          </a:cubicBezTo>
                          <a:lnTo>
                            <a:pt x="242871" y="161907"/>
                          </a:lnTo>
                          <a:lnTo>
                            <a:pt x="142333" y="6206"/>
                          </a:lnTo>
                          <a:lnTo>
                            <a:pt x="41795" y="161907"/>
                          </a:lnTo>
                          <a:lnTo>
                            <a:pt x="15103" y="206393"/>
                          </a:lnTo>
                          <a:cubicBezTo>
                            <a:pt x="13324" y="210841"/>
                            <a:pt x="12434" y="215290"/>
                            <a:pt x="10654" y="219738"/>
                          </a:cubicBezTo>
                          <a:cubicBezTo>
                            <a:pt x="7985" y="230415"/>
                            <a:pt x="6206" y="241092"/>
                            <a:pt x="6206" y="252658"/>
                          </a:cubicBezTo>
                          <a:cubicBezTo>
                            <a:pt x="6206" y="327395"/>
                            <a:pt x="67596" y="388785"/>
                            <a:pt x="142333" y="388785"/>
                          </a:cubicBezTo>
                          <a:lnTo>
                            <a:pt x="142333" y="38878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</p:grpSp>
            </p:grpSp>
            <p:sp>
              <p:nvSpPr>
                <p:cNvPr id="4022" name="Google Shape;4022;p61"/>
                <p:cNvSpPr/>
                <p:nvPr/>
              </p:nvSpPr>
              <p:spPr>
                <a:xfrm>
                  <a:off x="2476984" y="5962595"/>
                  <a:ext cx="391476" cy="3914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476" h="391476" extrusionOk="0">
                      <a:moveTo>
                        <a:pt x="43574" y="81832"/>
                      </a:moveTo>
                      <a:lnTo>
                        <a:pt x="10654" y="149451"/>
                      </a:lnTo>
                      <a:lnTo>
                        <a:pt x="65817" y="176142"/>
                      </a:lnTo>
                      <a:cubicBezTo>
                        <a:pt x="64038" y="185929"/>
                        <a:pt x="64038" y="195716"/>
                        <a:pt x="64038" y="205503"/>
                      </a:cubicBezTo>
                      <a:lnTo>
                        <a:pt x="6206" y="225966"/>
                      </a:lnTo>
                      <a:lnTo>
                        <a:pt x="31118" y="297144"/>
                      </a:lnTo>
                      <a:lnTo>
                        <a:pt x="88950" y="276680"/>
                      </a:lnTo>
                      <a:cubicBezTo>
                        <a:pt x="94288" y="284688"/>
                        <a:pt x="101406" y="291806"/>
                        <a:pt x="108524" y="298034"/>
                      </a:cubicBezTo>
                      <a:lnTo>
                        <a:pt x="81832" y="353196"/>
                      </a:lnTo>
                      <a:lnTo>
                        <a:pt x="149451" y="386116"/>
                      </a:lnTo>
                      <a:lnTo>
                        <a:pt x="176142" y="330953"/>
                      </a:lnTo>
                      <a:cubicBezTo>
                        <a:pt x="185929" y="332733"/>
                        <a:pt x="195716" y="332733"/>
                        <a:pt x="205503" y="332733"/>
                      </a:cubicBezTo>
                      <a:lnTo>
                        <a:pt x="225966" y="390565"/>
                      </a:lnTo>
                      <a:lnTo>
                        <a:pt x="297144" y="365652"/>
                      </a:lnTo>
                      <a:lnTo>
                        <a:pt x="276681" y="307821"/>
                      </a:lnTo>
                      <a:cubicBezTo>
                        <a:pt x="284688" y="302482"/>
                        <a:pt x="291806" y="295365"/>
                        <a:pt x="298034" y="288247"/>
                      </a:cubicBezTo>
                      <a:lnTo>
                        <a:pt x="353196" y="314938"/>
                      </a:lnTo>
                      <a:lnTo>
                        <a:pt x="386116" y="247320"/>
                      </a:lnTo>
                      <a:lnTo>
                        <a:pt x="330953" y="220628"/>
                      </a:lnTo>
                      <a:cubicBezTo>
                        <a:pt x="332733" y="210841"/>
                        <a:pt x="332733" y="201054"/>
                        <a:pt x="332733" y="191267"/>
                      </a:cubicBezTo>
                      <a:lnTo>
                        <a:pt x="390565" y="170804"/>
                      </a:lnTo>
                      <a:lnTo>
                        <a:pt x="365653" y="99626"/>
                      </a:lnTo>
                      <a:lnTo>
                        <a:pt x="307821" y="120090"/>
                      </a:lnTo>
                      <a:cubicBezTo>
                        <a:pt x="302482" y="112082"/>
                        <a:pt x="295365" y="104965"/>
                        <a:pt x="288247" y="98737"/>
                      </a:cubicBezTo>
                      <a:lnTo>
                        <a:pt x="314938" y="43574"/>
                      </a:lnTo>
                      <a:lnTo>
                        <a:pt x="247320" y="10654"/>
                      </a:lnTo>
                      <a:lnTo>
                        <a:pt x="220628" y="65817"/>
                      </a:lnTo>
                      <a:cubicBezTo>
                        <a:pt x="210841" y="64038"/>
                        <a:pt x="201054" y="64038"/>
                        <a:pt x="191267" y="64038"/>
                      </a:cubicBezTo>
                      <a:lnTo>
                        <a:pt x="170804" y="6206"/>
                      </a:lnTo>
                      <a:lnTo>
                        <a:pt x="99626" y="31118"/>
                      </a:lnTo>
                      <a:lnTo>
                        <a:pt x="120090" y="88950"/>
                      </a:lnTo>
                      <a:cubicBezTo>
                        <a:pt x="112082" y="94288"/>
                        <a:pt x="104965" y="101406"/>
                        <a:pt x="98737" y="108524"/>
                      </a:cubicBezTo>
                      <a:lnTo>
                        <a:pt x="43574" y="81832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81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</p:grpSp>
        <p:grpSp>
          <p:nvGrpSpPr>
            <p:cNvPr id="4023" name="Google Shape;4023;p61"/>
            <p:cNvGrpSpPr/>
            <p:nvPr/>
          </p:nvGrpSpPr>
          <p:grpSpPr>
            <a:xfrm>
              <a:off x="-3314820" y="3391746"/>
              <a:ext cx="1201200" cy="330010"/>
              <a:chOff x="-3314820" y="3391746"/>
              <a:chExt cx="1201200" cy="330010"/>
            </a:xfrm>
          </p:grpSpPr>
          <p:sp>
            <p:nvSpPr>
              <p:cNvPr id="4024" name="Google Shape;4024;p61"/>
              <p:cNvSpPr/>
              <p:nvPr/>
            </p:nvSpPr>
            <p:spPr>
              <a:xfrm>
                <a:off x="-3314820" y="3391746"/>
                <a:ext cx="1201200" cy="2724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5" name="Google Shape;4025;p61"/>
              <p:cNvSpPr/>
              <p:nvPr/>
            </p:nvSpPr>
            <p:spPr>
              <a:xfrm>
                <a:off x="-3304719" y="3404581"/>
                <a:ext cx="11817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6" name="Google Shape;4026;p61"/>
              <p:cNvSpPr txBox="1"/>
              <p:nvPr/>
            </p:nvSpPr>
            <p:spPr>
              <a:xfrm>
                <a:off x="-3069820" y="3472995"/>
                <a:ext cx="669300" cy="12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Shape Fill</a:t>
                </a:r>
                <a:endParaRPr sz="1500"/>
              </a:p>
            </p:txBody>
          </p:sp>
          <p:sp>
            <p:nvSpPr>
              <p:cNvPr id="4027" name="Google Shape;4027;p61"/>
              <p:cNvSpPr/>
              <p:nvPr/>
            </p:nvSpPr>
            <p:spPr>
              <a:xfrm>
                <a:off x="-2390883" y="3543107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28" name="Google Shape;4028;p61"/>
              <p:cNvGrpSpPr/>
              <p:nvPr/>
            </p:nvGrpSpPr>
            <p:grpSpPr>
              <a:xfrm>
                <a:off x="-3259490" y="3446621"/>
                <a:ext cx="173114" cy="167982"/>
                <a:chOff x="-916832" y="3037554"/>
                <a:chExt cx="193489" cy="187752"/>
              </a:xfrm>
            </p:grpSpPr>
            <p:sp>
              <p:nvSpPr>
                <p:cNvPr id="4029" name="Google Shape;4029;p61"/>
                <p:cNvSpPr/>
                <p:nvPr/>
              </p:nvSpPr>
              <p:spPr>
                <a:xfrm>
                  <a:off x="-804124" y="3081338"/>
                  <a:ext cx="80781" cy="121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781" h="121443" extrusionOk="0">
                      <a:moveTo>
                        <a:pt x="30217" y="50006"/>
                      </a:moveTo>
                      <a:lnTo>
                        <a:pt x="34979" y="121443"/>
                      </a:lnTo>
                      <a:lnTo>
                        <a:pt x="80222" y="52387"/>
                      </a:lnTo>
                      <a:cubicBezTo>
                        <a:pt x="84191" y="29368"/>
                        <a:pt x="66729" y="1588"/>
                        <a:pt x="37360" y="0"/>
                      </a:cubicBezTo>
                      <a:cubicBezTo>
                        <a:pt x="-43602" y="21431"/>
                        <a:pt x="32598" y="33337"/>
                        <a:pt x="30217" y="50006"/>
                      </a:cubicBezTo>
                      <a:close/>
                    </a:path>
                  </a:pathLst>
                </a:custGeom>
                <a:solidFill>
                  <a:srgbClr val="366FA8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900"/>
                    <a:buFont typeface="Calibri"/>
                    <a:buNone/>
                  </a:pPr>
                  <a:endParaRPr sz="900" b="1" i="0" u="none" strike="noStrike" cap="none">
                    <a:solidFill>
                      <a:srgbClr val="000000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030" name="Google Shape;4030;p61"/>
                <p:cNvSpPr/>
                <p:nvPr/>
              </p:nvSpPr>
              <p:spPr>
                <a:xfrm rot="2904560">
                  <a:off x="-887721" y="3085744"/>
                  <a:ext cx="99879" cy="122824"/>
                </a:xfrm>
                <a:prstGeom prst="roundRect">
                  <a:avLst>
                    <a:gd name="adj" fmla="val 2911"/>
                  </a:avLst>
                </a:prstGeom>
                <a:solidFill>
                  <a:srgbClr val="FFFFFF"/>
                </a:solidFill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31" name="Google Shape;4031;p61"/>
                <p:cNvSpPr/>
                <p:nvPr/>
              </p:nvSpPr>
              <p:spPr>
                <a:xfrm>
                  <a:off x="-894646" y="3037554"/>
                  <a:ext cx="64776" cy="858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22" h="78381" extrusionOk="0">
                      <a:moveTo>
                        <a:pt x="219" y="78381"/>
                      </a:moveTo>
                      <a:cubicBezTo>
                        <a:pt x="-1454" y="18717"/>
                        <a:pt x="6534" y="-324"/>
                        <a:pt x="20468" y="5"/>
                      </a:cubicBezTo>
                      <a:cubicBezTo>
                        <a:pt x="34402" y="334"/>
                        <a:pt x="43874" y="23658"/>
                        <a:pt x="39229" y="67295"/>
                      </a:cubicBezTo>
                    </a:path>
                  </a:pathLst>
                </a:custGeom>
                <a:noFill/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32" name="Google Shape;4032;p61"/>
              <p:cNvSpPr/>
              <p:nvPr/>
            </p:nvSpPr>
            <p:spPr>
              <a:xfrm rot="10800000">
                <a:off x="-2290665" y="3519085"/>
                <a:ext cx="94800" cy="504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sp>
          <p:nvSpPr>
            <p:cNvPr id="4033" name="Google Shape;4033;p61"/>
            <p:cNvSpPr/>
            <p:nvPr/>
          </p:nvSpPr>
          <p:spPr>
            <a:xfrm>
              <a:off x="-3603587" y="391614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4034" name="Google Shape;4034;p61"/>
            <p:cNvSpPr/>
            <p:nvPr/>
          </p:nvSpPr>
          <p:spPr>
            <a:xfrm>
              <a:off x="-3319415" y="391614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one of the theme colors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of the set colorpallet.</a:t>
              </a:r>
              <a:endParaRPr sz="1500"/>
            </a:p>
          </p:txBody>
        </p:sp>
        <p:grpSp>
          <p:nvGrpSpPr>
            <p:cNvPr id="4035" name="Google Shape;4035;p61"/>
            <p:cNvGrpSpPr/>
            <p:nvPr/>
          </p:nvGrpSpPr>
          <p:grpSpPr>
            <a:xfrm>
              <a:off x="-3333646" y="4635104"/>
              <a:ext cx="2012851" cy="490800"/>
              <a:chOff x="12731803" y="3562552"/>
              <a:chExt cx="2012851" cy="490800"/>
            </a:xfrm>
          </p:grpSpPr>
          <p:sp>
            <p:nvSpPr>
              <p:cNvPr id="4036" name="Google Shape;4036;p61"/>
              <p:cNvSpPr/>
              <p:nvPr/>
            </p:nvSpPr>
            <p:spPr>
              <a:xfrm>
                <a:off x="12747554" y="3562552"/>
                <a:ext cx="1997100" cy="4908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700"/>
                  <a:buFont typeface="Calibri"/>
                  <a:buNone/>
                </a:pPr>
                <a:endPara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7" name="Google Shape;4037;p61"/>
              <p:cNvSpPr/>
              <p:nvPr/>
            </p:nvSpPr>
            <p:spPr>
              <a:xfrm>
                <a:off x="12766168" y="3578469"/>
                <a:ext cx="1965300" cy="255000"/>
              </a:xfrm>
              <a:prstGeom prst="rect">
                <a:avLst/>
              </a:pr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038" name="Google Shape;4038;p61"/>
              <p:cNvSpPr txBox="1"/>
              <p:nvPr/>
            </p:nvSpPr>
            <p:spPr>
              <a:xfrm>
                <a:off x="12731803" y="3591461"/>
                <a:ext cx="1053000" cy="21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900"/>
                  <a:buFont typeface="Calibri"/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Colours</a:t>
                </a:r>
                <a:endParaRPr sz="1500"/>
              </a:p>
            </p:txBody>
          </p:sp>
          <p:sp>
            <p:nvSpPr>
              <p:cNvPr id="4039" name="Google Shape;4039;p61"/>
              <p:cNvSpPr/>
              <p:nvPr/>
            </p:nvSpPr>
            <p:spPr>
              <a:xfrm>
                <a:off x="12814699" y="3874304"/>
                <a:ext cx="136500" cy="1365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040" name="Google Shape;4040;p61"/>
              <p:cNvSpPr/>
              <p:nvPr/>
            </p:nvSpPr>
            <p:spPr>
              <a:xfrm>
                <a:off x="13007154" y="3870040"/>
                <a:ext cx="136500" cy="136500"/>
              </a:xfrm>
              <a:prstGeom prst="rect">
                <a:avLst/>
              </a:prstGeom>
              <a:solidFill>
                <a:srgbClr val="000000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041" name="Google Shape;4041;p61"/>
              <p:cNvSpPr/>
              <p:nvPr/>
            </p:nvSpPr>
            <p:spPr>
              <a:xfrm>
                <a:off x="13199609" y="3870040"/>
                <a:ext cx="136500" cy="136500"/>
              </a:xfrm>
              <a:prstGeom prst="rect">
                <a:avLst/>
              </a:prstGeom>
              <a:solidFill>
                <a:schemeClr val="lt2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042" name="Google Shape;4042;p61"/>
              <p:cNvSpPr/>
              <p:nvPr/>
            </p:nvSpPr>
            <p:spPr>
              <a:xfrm>
                <a:off x="13392064" y="3870040"/>
                <a:ext cx="136500" cy="136500"/>
              </a:xfrm>
              <a:prstGeom prst="rect">
                <a:avLst/>
              </a:prstGeom>
              <a:solidFill>
                <a:schemeClr val="dk2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043" name="Google Shape;4043;p61"/>
              <p:cNvSpPr/>
              <p:nvPr/>
            </p:nvSpPr>
            <p:spPr>
              <a:xfrm>
                <a:off x="13776974" y="3870040"/>
                <a:ext cx="136500" cy="136500"/>
              </a:xfrm>
              <a:prstGeom prst="rect">
                <a:avLst/>
              </a:prstGeom>
              <a:solidFill>
                <a:schemeClr val="accent2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044" name="Google Shape;4044;p61"/>
              <p:cNvSpPr/>
              <p:nvPr/>
            </p:nvSpPr>
            <p:spPr>
              <a:xfrm>
                <a:off x="13969429" y="3870040"/>
                <a:ext cx="136500" cy="136500"/>
              </a:xfrm>
              <a:prstGeom prst="rect">
                <a:avLst/>
              </a:prstGeom>
              <a:solidFill>
                <a:schemeClr val="accent3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045" name="Google Shape;4045;p61"/>
              <p:cNvSpPr/>
              <p:nvPr/>
            </p:nvSpPr>
            <p:spPr>
              <a:xfrm>
                <a:off x="14161884" y="3870040"/>
                <a:ext cx="136500" cy="136500"/>
              </a:xfrm>
              <a:prstGeom prst="rect">
                <a:avLst/>
              </a:prstGeom>
              <a:solidFill>
                <a:schemeClr val="accent4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046" name="Google Shape;4046;p61"/>
              <p:cNvSpPr/>
              <p:nvPr/>
            </p:nvSpPr>
            <p:spPr>
              <a:xfrm>
                <a:off x="14354339" y="3870040"/>
                <a:ext cx="136500" cy="136500"/>
              </a:xfrm>
              <a:prstGeom prst="rect">
                <a:avLst/>
              </a:prstGeom>
              <a:solidFill>
                <a:schemeClr val="accent5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047" name="Google Shape;4047;p61"/>
              <p:cNvSpPr/>
              <p:nvPr/>
            </p:nvSpPr>
            <p:spPr>
              <a:xfrm>
                <a:off x="14546797" y="3870040"/>
                <a:ext cx="136500" cy="136500"/>
              </a:xfrm>
              <a:prstGeom prst="rect">
                <a:avLst/>
              </a:prstGeom>
              <a:solidFill>
                <a:schemeClr val="accent6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grpSp>
            <p:nvGrpSpPr>
              <p:cNvPr id="4048" name="Google Shape;4048;p61"/>
              <p:cNvGrpSpPr/>
              <p:nvPr/>
            </p:nvGrpSpPr>
            <p:grpSpPr>
              <a:xfrm>
                <a:off x="13580316" y="3865836"/>
                <a:ext cx="151500" cy="147900"/>
                <a:chOff x="13580316" y="3865836"/>
                <a:chExt cx="151500" cy="147900"/>
              </a:xfrm>
            </p:grpSpPr>
            <p:sp>
              <p:nvSpPr>
                <p:cNvPr id="4049" name="Google Shape;4049;p61"/>
                <p:cNvSpPr/>
                <p:nvPr/>
              </p:nvSpPr>
              <p:spPr>
                <a:xfrm>
                  <a:off x="13584519" y="3870040"/>
                  <a:ext cx="136500" cy="136500"/>
                </a:xfrm>
                <a:prstGeom prst="rect">
                  <a:avLst/>
                </a:prstGeom>
                <a:solidFill>
                  <a:schemeClr val="accent1"/>
                </a:solidFill>
                <a:ln w="12700" cap="flat" cmpd="sng">
                  <a:solidFill>
                    <a:srgbClr val="EBEBEB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44000" tIns="144000" rIns="144000" bIns="144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endParaRPr sz="1100" b="0" i="0" u="none" strike="noStrike" cap="non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050" name="Google Shape;4050;p61"/>
                <p:cNvSpPr/>
                <p:nvPr/>
              </p:nvSpPr>
              <p:spPr>
                <a:xfrm>
                  <a:off x="13580316" y="3865836"/>
                  <a:ext cx="151500" cy="147900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F29132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44000" tIns="144000" rIns="144000" bIns="144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endParaRPr sz="1100" b="0" i="0" u="none" strike="noStrike" cap="non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</p:grpSp>
        <p:grpSp>
          <p:nvGrpSpPr>
            <p:cNvPr id="4051" name="Google Shape;4051;p61"/>
            <p:cNvGrpSpPr/>
            <p:nvPr/>
          </p:nvGrpSpPr>
          <p:grpSpPr>
            <a:xfrm>
              <a:off x="-3314820" y="4363463"/>
              <a:ext cx="1201200" cy="834578"/>
              <a:chOff x="-3314820" y="3391746"/>
              <a:chExt cx="1201200" cy="834578"/>
            </a:xfrm>
          </p:grpSpPr>
          <p:sp>
            <p:nvSpPr>
              <p:cNvPr id="4052" name="Google Shape;4052;p61"/>
              <p:cNvSpPr/>
              <p:nvPr/>
            </p:nvSpPr>
            <p:spPr>
              <a:xfrm>
                <a:off x="-3314820" y="3391746"/>
                <a:ext cx="1201200" cy="2724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3" name="Google Shape;4053;p61"/>
              <p:cNvSpPr/>
              <p:nvPr/>
            </p:nvSpPr>
            <p:spPr>
              <a:xfrm>
                <a:off x="-3304719" y="3404581"/>
                <a:ext cx="11817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4" name="Google Shape;4054;p61"/>
              <p:cNvSpPr txBox="1"/>
              <p:nvPr/>
            </p:nvSpPr>
            <p:spPr>
              <a:xfrm>
                <a:off x="-3069820" y="3472995"/>
                <a:ext cx="7254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Shape Fill</a:t>
                </a:r>
                <a:endParaRPr sz="1500"/>
              </a:p>
            </p:txBody>
          </p:sp>
          <p:sp>
            <p:nvSpPr>
              <p:cNvPr id="4055" name="Google Shape;4055;p61"/>
              <p:cNvSpPr/>
              <p:nvPr/>
            </p:nvSpPr>
            <p:spPr>
              <a:xfrm>
                <a:off x="-2404225" y="4047675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56" name="Google Shape;4056;p61"/>
              <p:cNvGrpSpPr/>
              <p:nvPr/>
            </p:nvGrpSpPr>
            <p:grpSpPr>
              <a:xfrm>
                <a:off x="-3259490" y="3446621"/>
                <a:ext cx="173114" cy="167982"/>
                <a:chOff x="-916832" y="3037554"/>
                <a:chExt cx="193489" cy="187752"/>
              </a:xfrm>
            </p:grpSpPr>
            <p:sp>
              <p:nvSpPr>
                <p:cNvPr id="4057" name="Google Shape;4057;p61"/>
                <p:cNvSpPr/>
                <p:nvPr/>
              </p:nvSpPr>
              <p:spPr>
                <a:xfrm>
                  <a:off x="-804124" y="3081338"/>
                  <a:ext cx="80781" cy="121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781" h="121443" extrusionOk="0">
                      <a:moveTo>
                        <a:pt x="30217" y="50006"/>
                      </a:moveTo>
                      <a:lnTo>
                        <a:pt x="34979" y="121443"/>
                      </a:lnTo>
                      <a:lnTo>
                        <a:pt x="80222" y="52387"/>
                      </a:lnTo>
                      <a:cubicBezTo>
                        <a:pt x="84191" y="29368"/>
                        <a:pt x="66729" y="1588"/>
                        <a:pt x="37360" y="0"/>
                      </a:cubicBezTo>
                      <a:cubicBezTo>
                        <a:pt x="-43602" y="21431"/>
                        <a:pt x="32598" y="33337"/>
                        <a:pt x="30217" y="50006"/>
                      </a:cubicBezTo>
                      <a:close/>
                    </a:path>
                  </a:pathLst>
                </a:custGeom>
                <a:solidFill>
                  <a:srgbClr val="366FA8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900"/>
                    <a:buFont typeface="Calibri"/>
                    <a:buNone/>
                  </a:pPr>
                  <a:endParaRPr sz="900" b="1" i="0" u="none" strike="noStrike" cap="none">
                    <a:solidFill>
                      <a:srgbClr val="000000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058" name="Google Shape;4058;p61"/>
                <p:cNvSpPr/>
                <p:nvPr/>
              </p:nvSpPr>
              <p:spPr>
                <a:xfrm rot="2904560">
                  <a:off x="-887721" y="3085744"/>
                  <a:ext cx="99879" cy="122824"/>
                </a:xfrm>
                <a:prstGeom prst="roundRect">
                  <a:avLst>
                    <a:gd name="adj" fmla="val 2911"/>
                  </a:avLst>
                </a:prstGeom>
                <a:solidFill>
                  <a:srgbClr val="FFFFFF"/>
                </a:solidFill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59" name="Google Shape;4059;p61"/>
                <p:cNvSpPr/>
                <p:nvPr/>
              </p:nvSpPr>
              <p:spPr>
                <a:xfrm>
                  <a:off x="-894646" y="3037554"/>
                  <a:ext cx="64776" cy="858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22" h="78381" extrusionOk="0">
                      <a:moveTo>
                        <a:pt x="219" y="78381"/>
                      </a:moveTo>
                      <a:cubicBezTo>
                        <a:pt x="-1454" y="18717"/>
                        <a:pt x="6534" y="-324"/>
                        <a:pt x="20468" y="5"/>
                      </a:cubicBezTo>
                      <a:cubicBezTo>
                        <a:pt x="34402" y="334"/>
                        <a:pt x="43874" y="23658"/>
                        <a:pt x="39229" y="67295"/>
                      </a:cubicBezTo>
                    </a:path>
                  </a:pathLst>
                </a:custGeom>
                <a:noFill/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60" name="Google Shape;4060;p61"/>
              <p:cNvSpPr/>
              <p:nvPr/>
            </p:nvSpPr>
            <p:spPr>
              <a:xfrm rot="10800000">
                <a:off x="-2288388" y="3519085"/>
                <a:ext cx="94800" cy="504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 3x">
  <p:cSld name="Column 3x">
    <p:spTree>
      <p:nvGrpSpPr>
        <p:cNvPr id="1" name="Shape 4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2" name="Google Shape;4062;p62"/>
          <p:cNvSpPr txBox="1">
            <a:spLocks noGrp="1"/>
          </p:cNvSpPr>
          <p:nvPr>
            <p:ph type="body" idx="1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063" name="Google Shape;4063;p62"/>
          <p:cNvSpPr txBox="1">
            <a:spLocks noGrp="1"/>
          </p:cNvSpPr>
          <p:nvPr>
            <p:ph type="body" idx="2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064" name="Google Shape;4064;p62"/>
          <p:cNvSpPr txBox="1">
            <a:spLocks noGrp="1"/>
          </p:cNvSpPr>
          <p:nvPr>
            <p:ph type="body" idx="3"/>
          </p:nvPr>
        </p:nvSpPr>
        <p:spPr>
          <a:xfrm>
            <a:off x="728694" y="1991183"/>
            <a:ext cx="3398400" cy="3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>
            <a:endParaRPr/>
          </a:p>
        </p:txBody>
      </p:sp>
      <p:sp>
        <p:nvSpPr>
          <p:cNvPr id="4065" name="Google Shape;4065;p62"/>
          <p:cNvSpPr txBox="1">
            <a:spLocks noGrp="1"/>
          </p:cNvSpPr>
          <p:nvPr>
            <p:ph type="body" idx="4"/>
          </p:nvPr>
        </p:nvSpPr>
        <p:spPr>
          <a:xfrm>
            <a:off x="4395228" y="722313"/>
            <a:ext cx="3398400" cy="50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>
            <a:endParaRPr/>
          </a:p>
        </p:txBody>
      </p:sp>
      <p:sp>
        <p:nvSpPr>
          <p:cNvPr id="4066" name="Google Shape;4066;p62"/>
          <p:cNvSpPr txBox="1">
            <a:spLocks noGrp="1"/>
          </p:cNvSpPr>
          <p:nvPr>
            <p:ph type="body" idx="5"/>
          </p:nvPr>
        </p:nvSpPr>
        <p:spPr>
          <a:xfrm>
            <a:off x="8061763" y="707795"/>
            <a:ext cx="3398400" cy="50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>
            <a:endParaRPr/>
          </a:p>
        </p:txBody>
      </p:sp>
      <p:sp>
        <p:nvSpPr>
          <p:cNvPr id="4067" name="Google Shape;4067;p62"/>
          <p:cNvSpPr txBox="1">
            <a:spLocks noGrp="1"/>
          </p:cNvSpPr>
          <p:nvPr>
            <p:ph type="body" idx="6"/>
          </p:nvPr>
        </p:nvSpPr>
        <p:spPr>
          <a:xfrm>
            <a:off x="865163" y="722314"/>
            <a:ext cx="3260700" cy="1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3500"/>
              <a:buFont typeface="Calibri"/>
              <a:buNone/>
              <a:defRPr sz="3500" b="1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4068" name="Google Shape;4068;p62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4069" name="Google Shape;4069;p62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4070" name="Google Shape;4070;p62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071" name="Google Shape;4071;p62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072" name="Google Shape;4072;p62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073" name="Google Shape;4073;p62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4074" name="Google Shape;4074;p62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075" name="Google Shape;4075;p62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076" name="Google Shape;4076;p62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4077" name="Google Shape;4077;p62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4078" name="Google Shape;4078;p62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4079" name="Google Shape;4079;p62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4080" name="Google Shape;4080;p62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4081" name="Google Shape;4081;p62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4082" name="Google Shape;4082;p62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4083" name="Google Shape;4083;p62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4084" name="Google Shape;4084;p62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085" name="Google Shape;4085;p62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4086" name="Google Shape;4086;p62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087" name="Google Shape;4087;p62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4088" name="Google Shape;4088;p62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4089" name="Google Shape;4089;p62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4090" name="Google Shape;4090;p62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4091" name="Google Shape;4091;p62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2" name="Google Shape;4092;p62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93" name="Google Shape;4093;p62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4094" name="Google Shape;4094;p62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4095" name="Google Shape;4095;p62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96" name="Google Shape;4096;p62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4097" name="Google Shape;4097;p62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098" name="Google Shape;4098;p62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099" name="Google Shape;4099;p62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00" name="Google Shape;4100;p62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01" name="Google Shape;4101;p62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02" name="Google Shape;4102;p62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103" name="Google Shape;4103;p62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104" name="Google Shape;4104;p62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4105" name="Google Shape;4105;p62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106" name="Google Shape;4106;p62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07" name="Google Shape;4107;p62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08" name="Google Shape;4108;p62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09" name="Google Shape;4109;p62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10" name="Google Shape;4110;p62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111" name="Google Shape;4111;p62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4112" name="Google Shape;4112;p62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4113" name="Google Shape;4113;p62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4114" name="Google Shape;4114;p62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4115" name="Google Shape;4115;p62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4116" name="Google Shape;4116;p62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4117" name="Google Shape;4117;p62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118" name="Google Shape;4118;p62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119" name="Google Shape;4119;p62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20" name="Google Shape;4120;p62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21" name="Google Shape;4121;p62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22" name="Google Shape;4122;p62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23" name="Google Shape;4123;p62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124" name="Google Shape;4124;p62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125" name="Google Shape;4125;p62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4126" name="Google Shape;4126;p62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127" name="Google Shape;4127;p62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128" name="Google Shape;4128;p62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29" name="Google Shape;4129;p62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30" name="Google Shape;4130;p62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31" name="Google Shape;4131;p62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32" name="Google Shape;4132;p62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133" name="Google Shape;4133;p62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134" name="Google Shape;4134;p62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4135" name="Google Shape;4135;p62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4136" name="Google Shape;4136;p62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137" name="Google Shape;4137;p62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138" name="Google Shape;4138;p62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4139" name="Google Shape;4139;p62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4140" name="Google Shape;4140;p62"/>
          <p:cNvSpPr txBox="1">
            <a:spLocks noGrp="1"/>
          </p:cNvSpPr>
          <p:nvPr>
            <p:ph type="dt" idx="10"/>
          </p:nvPr>
        </p:nvSpPr>
        <p:spPr>
          <a:xfrm>
            <a:off x="8317776" y="634385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4141" name="Google Shape;4141;p62"/>
          <p:cNvSpPr txBox="1">
            <a:spLocks noGrp="1"/>
          </p:cNvSpPr>
          <p:nvPr>
            <p:ph type="ftr" idx="11"/>
          </p:nvPr>
        </p:nvSpPr>
        <p:spPr>
          <a:xfrm>
            <a:off x="9801225" y="6343856"/>
            <a:ext cx="1658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4142" name="Google Shape;4142;p62"/>
          <p:cNvSpPr txBox="1">
            <a:spLocks noGrp="1"/>
          </p:cNvSpPr>
          <p:nvPr>
            <p:ph type="sldNum" idx="12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43" name="Google Shape;4143;p62"/>
          <p:cNvSpPr txBox="1">
            <a:spLocks noGrp="1"/>
          </p:cNvSpPr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 2x + Image">
  <p:cSld name="Column 2x + Image">
    <p:spTree>
      <p:nvGrpSpPr>
        <p:cNvPr id="1" name="Shape 4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5" name="Google Shape;4145;p63"/>
          <p:cNvSpPr>
            <a:spLocks noGrp="1"/>
          </p:cNvSpPr>
          <p:nvPr>
            <p:ph type="pic" idx="2"/>
          </p:nvPr>
        </p:nvSpPr>
        <p:spPr>
          <a:xfrm>
            <a:off x="8061762" y="722313"/>
            <a:ext cx="3401700" cy="5083200"/>
          </a:xfrm>
          <a:prstGeom prst="roundRect">
            <a:avLst>
              <a:gd name="adj" fmla="val 4031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146" name="Google Shape;4146;p63"/>
          <p:cNvSpPr txBox="1">
            <a:spLocks noGrp="1"/>
          </p:cNvSpPr>
          <p:nvPr>
            <p:ph type="body" idx="1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147" name="Google Shape;4147;p63"/>
          <p:cNvSpPr txBox="1">
            <a:spLocks noGrp="1"/>
          </p:cNvSpPr>
          <p:nvPr>
            <p:ph type="body" idx="3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148" name="Google Shape;4148;p63"/>
          <p:cNvSpPr txBox="1">
            <a:spLocks noGrp="1"/>
          </p:cNvSpPr>
          <p:nvPr>
            <p:ph type="body" idx="4"/>
          </p:nvPr>
        </p:nvSpPr>
        <p:spPr>
          <a:xfrm>
            <a:off x="728694" y="1991183"/>
            <a:ext cx="3398400" cy="3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>
            <a:endParaRPr/>
          </a:p>
        </p:txBody>
      </p:sp>
      <p:sp>
        <p:nvSpPr>
          <p:cNvPr id="4149" name="Google Shape;4149;p63"/>
          <p:cNvSpPr txBox="1">
            <a:spLocks noGrp="1"/>
          </p:cNvSpPr>
          <p:nvPr>
            <p:ph type="body" idx="5"/>
          </p:nvPr>
        </p:nvSpPr>
        <p:spPr>
          <a:xfrm>
            <a:off x="4395228" y="722313"/>
            <a:ext cx="3398400" cy="50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>
            <a:endParaRPr/>
          </a:p>
        </p:txBody>
      </p:sp>
      <p:sp>
        <p:nvSpPr>
          <p:cNvPr id="4150" name="Google Shape;4150;p63"/>
          <p:cNvSpPr txBox="1">
            <a:spLocks noGrp="1"/>
          </p:cNvSpPr>
          <p:nvPr>
            <p:ph type="body" idx="6"/>
          </p:nvPr>
        </p:nvSpPr>
        <p:spPr>
          <a:xfrm>
            <a:off x="865163" y="722314"/>
            <a:ext cx="3260700" cy="1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3500"/>
              <a:buFont typeface="Calibri"/>
              <a:buNone/>
              <a:defRPr sz="3500" b="1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4151" name="Google Shape;4151;p63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4152" name="Google Shape;4152;p63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4153" name="Google Shape;4153;p63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154" name="Google Shape;4154;p63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155" name="Google Shape;4155;p63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156" name="Google Shape;4156;p63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4157" name="Google Shape;4157;p63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158" name="Google Shape;4158;p63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159" name="Google Shape;4159;p63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4160" name="Google Shape;4160;p63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4161" name="Google Shape;4161;p63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4162" name="Google Shape;4162;p63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4163" name="Google Shape;4163;p63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4164" name="Google Shape;4164;p63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4165" name="Google Shape;4165;p63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4166" name="Google Shape;4166;p63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4167" name="Google Shape;4167;p63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168" name="Google Shape;4168;p63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4169" name="Google Shape;4169;p63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170" name="Google Shape;4170;p63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4171" name="Google Shape;4171;p63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4172" name="Google Shape;4172;p63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4173" name="Google Shape;4173;p63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4174" name="Google Shape;4174;p63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5" name="Google Shape;4175;p63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76" name="Google Shape;4176;p63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4177" name="Google Shape;4177;p63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4178" name="Google Shape;4178;p63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179" name="Google Shape;4179;p63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4180" name="Google Shape;4180;p63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181" name="Google Shape;4181;p63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82" name="Google Shape;4182;p63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83" name="Google Shape;4183;p63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84" name="Google Shape;4184;p63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85" name="Google Shape;4185;p63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186" name="Google Shape;4186;p63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187" name="Google Shape;4187;p63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4188" name="Google Shape;4188;p63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189" name="Google Shape;4189;p63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90" name="Google Shape;4190;p63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91" name="Google Shape;4191;p63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92" name="Google Shape;4192;p63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93" name="Google Shape;4193;p63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194" name="Google Shape;4194;p63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4195" name="Google Shape;4195;p63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4196" name="Google Shape;4196;p63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4197" name="Google Shape;4197;p63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4198" name="Google Shape;4198;p63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4199" name="Google Shape;4199;p63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4200" name="Google Shape;4200;p63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201" name="Google Shape;4201;p63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202" name="Google Shape;4202;p63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203" name="Google Shape;4203;p63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204" name="Google Shape;4204;p63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205" name="Google Shape;4205;p63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206" name="Google Shape;4206;p63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207" name="Google Shape;4207;p63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208" name="Google Shape;4208;p63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4209" name="Google Shape;4209;p63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210" name="Google Shape;4210;p63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211" name="Google Shape;4211;p63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212" name="Google Shape;4212;p63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213" name="Google Shape;4213;p63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214" name="Google Shape;4214;p63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215" name="Google Shape;4215;p63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216" name="Google Shape;4216;p63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217" name="Google Shape;4217;p63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4218" name="Google Shape;4218;p63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4219" name="Google Shape;4219;p63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220" name="Google Shape;4220;p63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221" name="Google Shape;4221;p63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4222" name="Google Shape;4222;p63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4223" name="Google Shape;4223;p63"/>
          <p:cNvSpPr txBox="1">
            <a:spLocks noGrp="1"/>
          </p:cNvSpPr>
          <p:nvPr>
            <p:ph type="dt" idx="10"/>
          </p:nvPr>
        </p:nvSpPr>
        <p:spPr>
          <a:xfrm>
            <a:off x="8317776" y="634385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4224" name="Google Shape;4224;p63"/>
          <p:cNvSpPr txBox="1">
            <a:spLocks noGrp="1"/>
          </p:cNvSpPr>
          <p:nvPr>
            <p:ph type="ftr" idx="11"/>
          </p:nvPr>
        </p:nvSpPr>
        <p:spPr>
          <a:xfrm>
            <a:off x="9801225" y="6343856"/>
            <a:ext cx="1658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4225" name="Google Shape;4225;p63"/>
          <p:cNvSpPr txBox="1">
            <a:spLocks noGrp="1"/>
          </p:cNvSpPr>
          <p:nvPr>
            <p:ph type="sldNum" idx="12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226" name="Google Shape;4226;p63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4227" name="Google Shape;4227;p63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4228" name="Google Shape;4228;p63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4229" name="Google Shape;4229;p63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230" name="Google Shape;4230;p63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1" name="Google Shape;4231;p63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232" name="Google Shape;4232;p63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4233" name="Google Shape;4233;p63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4234" name="Google Shape;4234;p63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235" name="Google Shape;4235;p63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4236" name="Google Shape;4236;p63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4237" name="Google Shape;4237;p63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4238" name="Google Shape;4238;p63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4239" name="Google Shape;4239;p63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4240" name="Google Shape;4240;p63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41" name="Google Shape;4241;p63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42" name="Google Shape;4242;p63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4243" name="Google Shape;4243;p63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4244" name="Google Shape;4244;p63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4245" name="Google Shape;4245;p63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4246" name="Google Shape;4246;p63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47" name="Google Shape;4247;p63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248" name="Google Shape;4248;p63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4249" name="Google Shape;4249;p63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50" name="Google Shape;4250;p63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251" name="Google Shape;4251;p63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4252" name="Google Shape;4252;p63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53" name="Google Shape;4253;p63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4254" name="Google Shape;4254;p63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5" name="Google Shape;4255;p63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56" name="Google Shape;4256;p63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4257" name="Google Shape;4257;p63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4258" name="Google Shape;4258;p63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59" name="Google Shape;4259;p63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60" name="Google Shape;4260;p63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61" name="Google Shape;4261;p63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4262" name="Google Shape;4262;p63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4263" name="Google Shape;4263;p63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4264" name="Google Shape;4264;p63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265" name="Google Shape;4265;p63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4266" name="Google Shape;4266;p63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67" name="Google Shape;4267;p63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268" name="Google Shape;4268;p63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4269" name="Google Shape;4269;p63"/>
          <p:cNvSpPr txBox="1">
            <a:spLocks noGrp="1"/>
          </p:cNvSpPr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 1x + Image">
  <p:cSld name="Column 1x + Image">
    <p:spTree>
      <p:nvGrpSpPr>
        <p:cNvPr id="1" name="Shape 4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1" name="Google Shape;4271;p64"/>
          <p:cNvSpPr txBox="1">
            <a:spLocks noGrp="1"/>
          </p:cNvSpPr>
          <p:nvPr>
            <p:ph type="body" idx="1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272" name="Google Shape;4272;p64"/>
          <p:cNvSpPr txBox="1">
            <a:spLocks noGrp="1"/>
          </p:cNvSpPr>
          <p:nvPr>
            <p:ph type="body" idx="2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273" name="Google Shape;4273;p64"/>
          <p:cNvSpPr txBox="1">
            <a:spLocks noGrp="1"/>
          </p:cNvSpPr>
          <p:nvPr>
            <p:ph type="body" idx="3"/>
          </p:nvPr>
        </p:nvSpPr>
        <p:spPr>
          <a:xfrm>
            <a:off x="728694" y="1991183"/>
            <a:ext cx="3398400" cy="3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>
            <a:endParaRPr/>
          </a:p>
        </p:txBody>
      </p:sp>
      <p:sp>
        <p:nvSpPr>
          <p:cNvPr id="4274" name="Google Shape;4274;p64"/>
          <p:cNvSpPr txBox="1">
            <a:spLocks noGrp="1"/>
          </p:cNvSpPr>
          <p:nvPr>
            <p:ph type="body" idx="4"/>
          </p:nvPr>
        </p:nvSpPr>
        <p:spPr>
          <a:xfrm>
            <a:off x="865163" y="722314"/>
            <a:ext cx="3260700" cy="1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3500"/>
              <a:buFont typeface="Calibri"/>
              <a:buNone/>
              <a:defRPr sz="3500" b="1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275" name="Google Shape;4275;p64"/>
          <p:cNvSpPr>
            <a:spLocks noGrp="1"/>
          </p:cNvSpPr>
          <p:nvPr>
            <p:ph type="pic" idx="5"/>
          </p:nvPr>
        </p:nvSpPr>
        <p:spPr>
          <a:xfrm>
            <a:off x="4395227" y="722313"/>
            <a:ext cx="7061100" cy="508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grpSp>
        <p:nvGrpSpPr>
          <p:cNvPr id="4276" name="Google Shape;4276;p64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4277" name="Google Shape;4277;p64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4278" name="Google Shape;4278;p64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279" name="Google Shape;4279;p64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280" name="Google Shape;4280;p64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281" name="Google Shape;4281;p64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4282" name="Google Shape;4282;p64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283" name="Google Shape;4283;p64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284" name="Google Shape;4284;p64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4285" name="Google Shape;4285;p64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4286" name="Google Shape;4286;p64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4287" name="Google Shape;4287;p64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4288" name="Google Shape;4288;p64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4289" name="Google Shape;4289;p64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4290" name="Google Shape;4290;p64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4291" name="Google Shape;4291;p64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4292" name="Google Shape;4292;p64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293" name="Google Shape;4293;p64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4294" name="Google Shape;4294;p64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295" name="Google Shape;4295;p64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4296" name="Google Shape;4296;p64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4297" name="Google Shape;4297;p64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4298" name="Google Shape;4298;p64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4299" name="Google Shape;4299;p64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0" name="Google Shape;4300;p64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01" name="Google Shape;4301;p64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4302" name="Google Shape;4302;p64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4303" name="Google Shape;4303;p64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304" name="Google Shape;4304;p64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4305" name="Google Shape;4305;p64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306" name="Google Shape;4306;p64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307" name="Google Shape;4307;p64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308" name="Google Shape;4308;p64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309" name="Google Shape;4309;p64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310" name="Google Shape;4310;p64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311" name="Google Shape;4311;p64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312" name="Google Shape;4312;p64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4313" name="Google Shape;4313;p64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314" name="Google Shape;4314;p64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315" name="Google Shape;4315;p64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316" name="Google Shape;4316;p64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317" name="Google Shape;4317;p64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318" name="Google Shape;4318;p64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319" name="Google Shape;4319;p64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4320" name="Google Shape;4320;p64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4321" name="Google Shape;4321;p64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4322" name="Google Shape;4322;p64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4323" name="Google Shape;4323;p64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4324" name="Google Shape;4324;p64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4325" name="Google Shape;4325;p64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326" name="Google Shape;4326;p64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327" name="Google Shape;4327;p64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328" name="Google Shape;4328;p64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329" name="Google Shape;4329;p64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330" name="Google Shape;4330;p64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331" name="Google Shape;4331;p64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332" name="Google Shape;4332;p64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333" name="Google Shape;4333;p64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4334" name="Google Shape;4334;p64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335" name="Google Shape;4335;p64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336" name="Google Shape;4336;p64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337" name="Google Shape;4337;p64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338" name="Google Shape;4338;p64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339" name="Google Shape;4339;p64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340" name="Google Shape;4340;p64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341" name="Google Shape;4341;p64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342" name="Google Shape;4342;p64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4343" name="Google Shape;4343;p64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4344" name="Google Shape;4344;p64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345" name="Google Shape;4345;p64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346" name="Google Shape;4346;p64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4347" name="Google Shape;4347;p64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4348" name="Google Shape;4348;p64"/>
          <p:cNvSpPr txBox="1">
            <a:spLocks noGrp="1"/>
          </p:cNvSpPr>
          <p:nvPr>
            <p:ph type="dt" idx="10"/>
          </p:nvPr>
        </p:nvSpPr>
        <p:spPr>
          <a:xfrm>
            <a:off x="8317776" y="634385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4349" name="Google Shape;4349;p64"/>
          <p:cNvSpPr txBox="1">
            <a:spLocks noGrp="1"/>
          </p:cNvSpPr>
          <p:nvPr>
            <p:ph type="ftr" idx="11"/>
          </p:nvPr>
        </p:nvSpPr>
        <p:spPr>
          <a:xfrm>
            <a:off x="9801225" y="6343856"/>
            <a:ext cx="1658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4350" name="Google Shape;4350;p64"/>
          <p:cNvSpPr txBox="1">
            <a:spLocks noGrp="1"/>
          </p:cNvSpPr>
          <p:nvPr>
            <p:ph type="sldNum" idx="12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351" name="Google Shape;4351;p64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4352" name="Google Shape;4352;p64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4353" name="Google Shape;4353;p64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4354" name="Google Shape;4354;p64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355" name="Google Shape;4355;p64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6" name="Google Shape;4356;p64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357" name="Google Shape;4357;p64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4358" name="Google Shape;4358;p64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4359" name="Google Shape;4359;p64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360" name="Google Shape;4360;p64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4361" name="Google Shape;4361;p64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4362" name="Google Shape;4362;p64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4363" name="Google Shape;4363;p64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4364" name="Google Shape;4364;p64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4365" name="Google Shape;4365;p64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366" name="Google Shape;4366;p64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367" name="Google Shape;4367;p64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4368" name="Google Shape;4368;p64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4369" name="Google Shape;4369;p64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4370" name="Google Shape;4370;p64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4371" name="Google Shape;4371;p64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72" name="Google Shape;4372;p64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373" name="Google Shape;4373;p64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4374" name="Google Shape;4374;p64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75" name="Google Shape;4375;p64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376" name="Google Shape;4376;p64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4377" name="Google Shape;4377;p64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78" name="Google Shape;4378;p64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4379" name="Google Shape;4379;p64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0" name="Google Shape;4380;p64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81" name="Google Shape;4381;p64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4382" name="Google Shape;4382;p64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4383" name="Google Shape;4383;p64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84" name="Google Shape;4384;p64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85" name="Google Shape;4385;p64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386" name="Google Shape;4386;p64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4387" name="Google Shape;4387;p64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4388" name="Google Shape;4388;p64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4389" name="Google Shape;4389;p64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390" name="Google Shape;4390;p64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4391" name="Google Shape;4391;p64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92" name="Google Shape;4392;p64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393" name="Google Shape;4393;p64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4394" name="Google Shape;4394;p64"/>
          <p:cNvSpPr txBox="1">
            <a:spLocks noGrp="1"/>
          </p:cNvSpPr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 1x + Image + Quote">
  <p:cSld name="Column 1x + Image + Quote">
    <p:spTree>
      <p:nvGrpSpPr>
        <p:cNvPr id="1" name="Shape 4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6" name="Google Shape;4396;p65"/>
          <p:cNvSpPr>
            <a:spLocks noGrp="1"/>
          </p:cNvSpPr>
          <p:nvPr>
            <p:ph type="pic" idx="2"/>
          </p:nvPr>
        </p:nvSpPr>
        <p:spPr>
          <a:xfrm>
            <a:off x="4395227" y="722313"/>
            <a:ext cx="7061100" cy="508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397" name="Google Shape;4397;p65"/>
          <p:cNvSpPr txBox="1">
            <a:spLocks noGrp="1"/>
          </p:cNvSpPr>
          <p:nvPr>
            <p:ph type="body" idx="1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398" name="Google Shape;4398;p65"/>
          <p:cNvSpPr txBox="1">
            <a:spLocks noGrp="1"/>
          </p:cNvSpPr>
          <p:nvPr>
            <p:ph type="body" idx="3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399" name="Google Shape;4399;p65"/>
          <p:cNvSpPr txBox="1">
            <a:spLocks noGrp="1"/>
          </p:cNvSpPr>
          <p:nvPr>
            <p:ph type="body" idx="4"/>
          </p:nvPr>
        </p:nvSpPr>
        <p:spPr>
          <a:xfrm>
            <a:off x="728694" y="1991183"/>
            <a:ext cx="3398400" cy="3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>
            <a:endParaRPr/>
          </a:p>
        </p:txBody>
      </p:sp>
      <p:sp>
        <p:nvSpPr>
          <p:cNvPr id="4400" name="Google Shape;4400;p65"/>
          <p:cNvSpPr txBox="1">
            <a:spLocks noGrp="1"/>
          </p:cNvSpPr>
          <p:nvPr>
            <p:ph type="body" idx="5"/>
          </p:nvPr>
        </p:nvSpPr>
        <p:spPr>
          <a:xfrm>
            <a:off x="865163" y="722314"/>
            <a:ext cx="3260700" cy="1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3500"/>
              <a:buFont typeface="Calibri"/>
              <a:buNone/>
              <a:defRPr sz="3500" b="1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4401" name="Google Shape;4401;p65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4402" name="Google Shape;4402;p65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4403" name="Google Shape;4403;p65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404" name="Google Shape;4404;p65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5" name="Google Shape;4405;p65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406" name="Google Shape;4406;p65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4407" name="Google Shape;4407;p65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4408" name="Google Shape;4408;p65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4409" name="Google Shape;4409;p65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4410" name="Google Shape;4410;p65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1" name="Google Shape;4411;p65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2" name="Google Shape;4412;p65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4413" name="Google Shape;4413;p65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4414" name="Google Shape;4414;p65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5" name="Google Shape;4415;p65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416" name="Google Shape;4416;p65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4417" name="Google Shape;4417;p65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18" name="Google Shape;4418;p65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19" name="Google Shape;4419;p65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420" name="Google Shape;4420;p65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4421" name="Google Shape;4421;p65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22" name="Google Shape;4422;p65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23" name="Google Shape;4423;p65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4424" name="Google Shape;4424;p65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425" name="Google Shape;4425;p65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4426" name="Google Shape;4426;p65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4427" name="Google Shape;4427;p65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4428" name="Google Shape;4428;p65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4429" name="Google Shape;4429;p65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4430" name="Google Shape;4430;p65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4431" name="Google Shape;4431;p65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432" name="Google Shape;4432;p65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433" name="Google Shape;4433;p65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4434" name="Google Shape;4434;p65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4435" name="Google Shape;4435;p65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4436" name="Google Shape;4436;p65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4437" name="Google Shape;4437;p65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38" name="Google Shape;4438;p65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439" name="Google Shape;4439;p65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4440" name="Google Shape;4440;p65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41" name="Google Shape;4441;p65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442" name="Google Shape;4442;p65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4443" name="Google Shape;4443;p65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44" name="Google Shape;4444;p65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4445" name="Google Shape;4445;p65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4446" name="Google Shape;4446;p65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7" name="Google Shape;4447;p65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48" name="Google Shape;4448;p65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4449" name="Google Shape;4449;p65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4450" name="Google Shape;4450;p65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451" name="Google Shape;4451;p65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452" name="Google Shape;4452;p65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4453" name="Google Shape;4453;p65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4454" name="Google Shape;4454;p65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4455" name="Google Shape;4455;p65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4456" name="Google Shape;4456;p65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4457" name="Google Shape;4457;p65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4458" name="Google Shape;4458;p65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4459" name="Google Shape;4459;p65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4460" name="Google Shape;4460;p65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4461" name="Google Shape;4461;p65"/>
          <p:cNvSpPr txBox="1">
            <a:spLocks noGrp="1"/>
          </p:cNvSpPr>
          <p:nvPr>
            <p:ph type="body" idx="6"/>
          </p:nvPr>
        </p:nvSpPr>
        <p:spPr>
          <a:xfrm>
            <a:off x="8962840" y="3438798"/>
            <a:ext cx="2204700" cy="2035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462" name="Google Shape;4462;p65"/>
          <p:cNvSpPr txBox="1">
            <a:spLocks noGrp="1"/>
          </p:cNvSpPr>
          <p:nvPr>
            <p:ph type="body" idx="7"/>
          </p:nvPr>
        </p:nvSpPr>
        <p:spPr>
          <a:xfrm>
            <a:off x="9072932" y="3599565"/>
            <a:ext cx="540000" cy="477600"/>
          </a:xfrm>
          <a:prstGeom prst="rect">
            <a:avLst/>
          </a:prstGeom>
          <a:blipFill rotWithShape="1">
            <a:blip r:embed="rId4">
              <a:alphaModFix amt="40000"/>
            </a:blip>
            <a:stretch>
              <a:fillRect l="-122112" t="-281183" r="-115075" b="-108580"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463" name="Google Shape;4463;p65"/>
          <p:cNvSpPr txBox="1">
            <a:spLocks noGrp="1"/>
          </p:cNvSpPr>
          <p:nvPr>
            <p:ph type="body" idx="8"/>
          </p:nvPr>
        </p:nvSpPr>
        <p:spPr>
          <a:xfrm rot="10800000">
            <a:off x="10467006" y="4838036"/>
            <a:ext cx="540000" cy="477600"/>
          </a:xfrm>
          <a:prstGeom prst="rect">
            <a:avLst/>
          </a:prstGeom>
          <a:blipFill rotWithShape="1">
            <a:blip r:embed="rId4">
              <a:alphaModFix amt="40000"/>
            </a:blip>
            <a:stretch>
              <a:fillRect l="-122112" t="-281183" r="-115075" b="-108580"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4464" name="Google Shape;4464;p65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4465" name="Google Shape;4465;p65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4466" name="Google Shape;4466;p65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467" name="Google Shape;4467;p65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468" name="Google Shape;4468;p65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469" name="Google Shape;4469;p65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4470" name="Google Shape;4470;p65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471" name="Google Shape;4471;p65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472" name="Google Shape;4472;p65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4473" name="Google Shape;4473;p65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4474" name="Google Shape;4474;p65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4475" name="Google Shape;4475;p65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4476" name="Google Shape;4476;p65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4477" name="Google Shape;4477;p65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4478" name="Google Shape;4478;p65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4479" name="Google Shape;4479;p65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4480" name="Google Shape;4480;p65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481" name="Google Shape;4481;p65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4482" name="Google Shape;4482;p65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483" name="Google Shape;4483;p65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4484" name="Google Shape;4484;p65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4485" name="Google Shape;4485;p65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4486" name="Google Shape;4486;p65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4487" name="Google Shape;4487;p65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8" name="Google Shape;4488;p65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89" name="Google Shape;4489;p65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4490" name="Google Shape;4490;p65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4491" name="Google Shape;4491;p65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492" name="Google Shape;4492;p65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4493" name="Google Shape;4493;p65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494" name="Google Shape;4494;p65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495" name="Google Shape;4495;p65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496" name="Google Shape;4496;p65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497" name="Google Shape;4497;p65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498" name="Google Shape;4498;p65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499" name="Google Shape;4499;p65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500" name="Google Shape;4500;p65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4501" name="Google Shape;4501;p65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502" name="Google Shape;4502;p65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03" name="Google Shape;4503;p65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04" name="Google Shape;4504;p65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05" name="Google Shape;4505;p65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06" name="Google Shape;4506;p65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507" name="Google Shape;4507;p65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4508" name="Google Shape;4508;p65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4509" name="Google Shape;4509;p65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4510" name="Google Shape;4510;p65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4511" name="Google Shape;4511;p65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4512" name="Google Shape;4512;p65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4513" name="Google Shape;4513;p65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514" name="Google Shape;4514;p65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515" name="Google Shape;4515;p65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16" name="Google Shape;4516;p65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17" name="Google Shape;4517;p65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18" name="Google Shape;4518;p65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19" name="Google Shape;4519;p65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520" name="Google Shape;4520;p65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521" name="Google Shape;4521;p65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4522" name="Google Shape;4522;p65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523" name="Google Shape;4523;p65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524" name="Google Shape;4524;p65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25" name="Google Shape;4525;p65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26" name="Google Shape;4526;p65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27" name="Google Shape;4527;p65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28" name="Google Shape;4528;p65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529" name="Google Shape;4529;p65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530" name="Google Shape;4530;p65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4531" name="Google Shape;4531;p65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4532" name="Google Shape;4532;p65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533" name="Google Shape;4533;p65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534" name="Google Shape;4534;p65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4535" name="Google Shape;4535;p65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4536" name="Google Shape;4536;p65"/>
          <p:cNvSpPr txBox="1">
            <a:spLocks noGrp="1"/>
          </p:cNvSpPr>
          <p:nvPr>
            <p:ph type="dt" idx="10"/>
          </p:nvPr>
        </p:nvSpPr>
        <p:spPr>
          <a:xfrm>
            <a:off x="8317776" y="634385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4537" name="Google Shape;4537;p65"/>
          <p:cNvSpPr txBox="1">
            <a:spLocks noGrp="1"/>
          </p:cNvSpPr>
          <p:nvPr>
            <p:ph type="ftr" idx="11"/>
          </p:nvPr>
        </p:nvSpPr>
        <p:spPr>
          <a:xfrm>
            <a:off x="9801225" y="6343856"/>
            <a:ext cx="1658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4538" name="Google Shape;4538;p65"/>
          <p:cNvSpPr txBox="1">
            <a:spLocks noGrp="1"/>
          </p:cNvSpPr>
          <p:nvPr>
            <p:ph type="sldNum" idx="12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39" name="Google Shape;4539;p65"/>
          <p:cNvSpPr txBox="1">
            <a:spLocks noGrp="1"/>
          </p:cNvSpPr>
          <p:nvPr>
            <p:ph type="title"/>
          </p:nvPr>
        </p:nvSpPr>
        <p:spPr>
          <a:xfrm>
            <a:off x="-1" y="-367937"/>
            <a:ext cx="26955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 2x + Image #2">
  <p:cSld name="Column 2x + Image #2">
    <p:spTree>
      <p:nvGrpSpPr>
        <p:cNvPr id="1" name="Shape 4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1" name="Google Shape;4541;p66"/>
          <p:cNvSpPr txBox="1">
            <a:spLocks noGrp="1"/>
          </p:cNvSpPr>
          <p:nvPr>
            <p:ph type="body" idx="1"/>
          </p:nvPr>
        </p:nvSpPr>
        <p:spPr>
          <a:xfrm>
            <a:off x="8064905" y="722313"/>
            <a:ext cx="3398400" cy="50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>
            <a:endParaRPr/>
          </a:p>
        </p:txBody>
      </p:sp>
      <p:sp>
        <p:nvSpPr>
          <p:cNvPr id="4542" name="Google Shape;4542;p66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543" name="Google Shape;4543;p66"/>
          <p:cNvSpPr txBox="1">
            <a:spLocks noGrp="1"/>
          </p:cNvSpPr>
          <p:nvPr>
            <p:ph type="body" idx="3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544" name="Google Shape;4544;p66"/>
          <p:cNvSpPr txBox="1">
            <a:spLocks noGrp="1"/>
          </p:cNvSpPr>
          <p:nvPr>
            <p:ph type="body" idx="4"/>
          </p:nvPr>
        </p:nvSpPr>
        <p:spPr>
          <a:xfrm>
            <a:off x="728694" y="1991183"/>
            <a:ext cx="3398400" cy="3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>
            <a:endParaRPr/>
          </a:p>
        </p:txBody>
      </p:sp>
      <p:sp>
        <p:nvSpPr>
          <p:cNvPr id="4545" name="Google Shape;4545;p66"/>
          <p:cNvSpPr txBox="1">
            <a:spLocks noGrp="1"/>
          </p:cNvSpPr>
          <p:nvPr>
            <p:ph type="body" idx="5"/>
          </p:nvPr>
        </p:nvSpPr>
        <p:spPr>
          <a:xfrm>
            <a:off x="865163" y="722314"/>
            <a:ext cx="3260700" cy="1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3500"/>
              <a:buFont typeface="Calibri"/>
              <a:buNone/>
              <a:defRPr sz="3500" b="1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546" name="Google Shape;4546;p66"/>
          <p:cNvSpPr>
            <a:spLocks noGrp="1"/>
          </p:cNvSpPr>
          <p:nvPr>
            <p:ph type="pic" idx="6"/>
          </p:nvPr>
        </p:nvSpPr>
        <p:spPr>
          <a:xfrm>
            <a:off x="4395228" y="722313"/>
            <a:ext cx="3401700" cy="5083200"/>
          </a:xfrm>
          <a:prstGeom prst="roundRect">
            <a:avLst>
              <a:gd name="adj" fmla="val 4031"/>
            </a:avLst>
          </a:prstGeom>
          <a:solidFill>
            <a:srgbClr val="F2F2F2"/>
          </a:solidFill>
          <a:ln>
            <a:noFill/>
          </a:ln>
        </p:spPr>
      </p:sp>
      <p:grpSp>
        <p:nvGrpSpPr>
          <p:cNvPr id="4547" name="Google Shape;4547;p66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4548" name="Google Shape;4548;p66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4549" name="Google Shape;4549;p66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550" name="Google Shape;4550;p66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551" name="Google Shape;4551;p66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552" name="Google Shape;4552;p66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4553" name="Google Shape;4553;p66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554" name="Google Shape;4554;p66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555" name="Google Shape;4555;p66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4556" name="Google Shape;4556;p66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4557" name="Google Shape;4557;p66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4558" name="Google Shape;4558;p66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4559" name="Google Shape;4559;p66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4560" name="Google Shape;4560;p66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4561" name="Google Shape;4561;p66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4562" name="Google Shape;4562;p66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4563" name="Google Shape;4563;p66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564" name="Google Shape;4564;p66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4565" name="Google Shape;4565;p66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566" name="Google Shape;4566;p66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4567" name="Google Shape;4567;p66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4568" name="Google Shape;4568;p66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4569" name="Google Shape;4569;p66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4570" name="Google Shape;4570;p66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1" name="Google Shape;4571;p66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72" name="Google Shape;4572;p66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4573" name="Google Shape;4573;p66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4574" name="Google Shape;4574;p66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575" name="Google Shape;4575;p66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4576" name="Google Shape;4576;p66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577" name="Google Shape;4577;p66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78" name="Google Shape;4578;p66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79" name="Google Shape;4579;p66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80" name="Google Shape;4580;p66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81" name="Google Shape;4581;p66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582" name="Google Shape;4582;p66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583" name="Google Shape;4583;p66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4584" name="Google Shape;4584;p66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585" name="Google Shape;4585;p66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86" name="Google Shape;4586;p66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87" name="Google Shape;4587;p66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88" name="Google Shape;4588;p66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89" name="Google Shape;4589;p66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590" name="Google Shape;4590;p66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4591" name="Google Shape;4591;p66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4592" name="Google Shape;4592;p66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4593" name="Google Shape;4593;p66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4594" name="Google Shape;4594;p66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4595" name="Google Shape;4595;p66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4596" name="Google Shape;4596;p66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597" name="Google Shape;4597;p66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598" name="Google Shape;4598;p66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99" name="Google Shape;4599;p66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600" name="Google Shape;4600;p66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601" name="Google Shape;4601;p66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602" name="Google Shape;4602;p66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603" name="Google Shape;4603;p66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604" name="Google Shape;4604;p66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4605" name="Google Shape;4605;p66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606" name="Google Shape;4606;p66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607" name="Google Shape;4607;p66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608" name="Google Shape;4608;p66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609" name="Google Shape;4609;p66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610" name="Google Shape;4610;p66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611" name="Google Shape;4611;p66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612" name="Google Shape;4612;p66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613" name="Google Shape;4613;p66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4614" name="Google Shape;4614;p66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4615" name="Google Shape;4615;p66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616" name="Google Shape;4616;p66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617" name="Google Shape;4617;p66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4618" name="Google Shape;4618;p66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4619" name="Google Shape;4619;p66"/>
          <p:cNvSpPr txBox="1">
            <a:spLocks noGrp="1"/>
          </p:cNvSpPr>
          <p:nvPr>
            <p:ph type="dt" idx="10"/>
          </p:nvPr>
        </p:nvSpPr>
        <p:spPr>
          <a:xfrm>
            <a:off x="8317776" y="634385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4620" name="Google Shape;4620;p66"/>
          <p:cNvSpPr txBox="1">
            <a:spLocks noGrp="1"/>
          </p:cNvSpPr>
          <p:nvPr>
            <p:ph type="ftr" idx="11"/>
          </p:nvPr>
        </p:nvSpPr>
        <p:spPr>
          <a:xfrm>
            <a:off x="9801225" y="6343856"/>
            <a:ext cx="1658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4621" name="Google Shape;4621;p66"/>
          <p:cNvSpPr txBox="1">
            <a:spLocks noGrp="1"/>
          </p:cNvSpPr>
          <p:nvPr>
            <p:ph type="sldNum" idx="12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622" name="Google Shape;4622;p66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4623" name="Google Shape;4623;p66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4624" name="Google Shape;4624;p66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4625" name="Google Shape;4625;p66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626" name="Google Shape;4626;p66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7" name="Google Shape;4627;p66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628" name="Google Shape;4628;p66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4629" name="Google Shape;4629;p66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4630" name="Google Shape;4630;p66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631" name="Google Shape;4631;p66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4632" name="Google Shape;4632;p66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4633" name="Google Shape;4633;p66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4634" name="Google Shape;4634;p66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4635" name="Google Shape;4635;p66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4636" name="Google Shape;4636;p66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637" name="Google Shape;4637;p66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638" name="Google Shape;4638;p66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4639" name="Google Shape;4639;p66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4640" name="Google Shape;4640;p66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4641" name="Google Shape;4641;p66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4642" name="Google Shape;4642;p66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43" name="Google Shape;4643;p66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644" name="Google Shape;4644;p66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4645" name="Google Shape;4645;p66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46" name="Google Shape;4646;p66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647" name="Google Shape;4647;p66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4648" name="Google Shape;4648;p66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49" name="Google Shape;4649;p66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4650" name="Google Shape;4650;p66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1" name="Google Shape;4651;p66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52" name="Google Shape;4652;p66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4653" name="Google Shape;4653;p66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4654" name="Google Shape;4654;p66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5" name="Google Shape;4655;p66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6" name="Google Shape;4656;p66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657" name="Google Shape;4657;p66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4658" name="Google Shape;4658;p66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4659" name="Google Shape;4659;p66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4660" name="Google Shape;4660;p66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661" name="Google Shape;4661;p66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4662" name="Google Shape;4662;p66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63" name="Google Shape;4663;p66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664" name="Google Shape;4664;p66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4665" name="Google Shape;4665;p66"/>
          <p:cNvSpPr txBox="1">
            <a:spLocks noGrp="1"/>
          </p:cNvSpPr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 3x + Image">
  <p:cSld name="Column 3x + Image">
    <p:spTree>
      <p:nvGrpSpPr>
        <p:cNvPr id="1" name="Shape 4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7" name="Google Shape;4667;p67"/>
          <p:cNvSpPr>
            <a:spLocks noGrp="1"/>
          </p:cNvSpPr>
          <p:nvPr>
            <p:ph type="pic" idx="2"/>
          </p:nvPr>
        </p:nvSpPr>
        <p:spPr>
          <a:xfrm>
            <a:off x="4395228" y="722313"/>
            <a:ext cx="7088400" cy="3000900"/>
          </a:xfrm>
          <a:prstGeom prst="roundRect">
            <a:avLst>
              <a:gd name="adj" fmla="val 5266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668" name="Google Shape;4668;p67"/>
          <p:cNvSpPr txBox="1">
            <a:spLocks noGrp="1"/>
          </p:cNvSpPr>
          <p:nvPr>
            <p:ph type="body" idx="1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669" name="Google Shape;4669;p67"/>
          <p:cNvSpPr txBox="1">
            <a:spLocks noGrp="1"/>
          </p:cNvSpPr>
          <p:nvPr>
            <p:ph type="body" idx="3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670" name="Google Shape;4670;p67"/>
          <p:cNvSpPr txBox="1">
            <a:spLocks noGrp="1"/>
          </p:cNvSpPr>
          <p:nvPr>
            <p:ph type="body" idx="4"/>
          </p:nvPr>
        </p:nvSpPr>
        <p:spPr>
          <a:xfrm>
            <a:off x="728694" y="1991183"/>
            <a:ext cx="3398400" cy="3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>
            <a:endParaRPr/>
          </a:p>
        </p:txBody>
      </p:sp>
      <p:sp>
        <p:nvSpPr>
          <p:cNvPr id="4671" name="Google Shape;4671;p67"/>
          <p:cNvSpPr txBox="1">
            <a:spLocks noGrp="1"/>
          </p:cNvSpPr>
          <p:nvPr>
            <p:ph type="body" idx="5"/>
          </p:nvPr>
        </p:nvSpPr>
        <p:spPr>
          <a:xfrm>
            <a:off x="865163" y="722314"/>
            <a:ext cx="3260700" cy="1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3500"/>
              <a:buFont typeface="Calibri"/>
              <a:buNone/>
              <a:defRPr sz="3500" b="1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672" name="Google Shape;4672;p67"/>
          <p:cNvSpPr txBox="1">
            <a:spLocks noGrp="1"/>
          </p:cNvSpPr>
          <p:nvPr>
            <p:ph type="body" idx="6"/>
          </p:nvPr>
        </p:nvSpPr>
        <p:spPr>
          <a:xfrm>
            <a:off x="4395228" y="3993394"/>
            <a:ext cx="3398400" cy="18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>
            <a:endParaRPr/>
          </a:p>
        </p:txBody>
      </p:sp>
      <p:sp>
        <p:nvSpPr>
          <p:cNvPr id="4673" name="Google Shape;4673;p67"/>
          <p:cNvSpPr txBox="1">
            <a:spLocks noGrp="1"/>
          </p:cNvSpPr>
          <p:nvPr>
            <p:ph type="body" idx="7"/>
          </p:nvPr>
        </p:nvSpPr>
        <p:spPr>
          <a:xfrm>
            <a:off x="8061763" y="3978876"/>
            <a:ext cx="3398400" cy="18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>
            <a:endParaRPr/>
          </a:p>
        </p:txBody>
      </p:sp>
      <p:grpSp>
        <p:nvGrpSpPr>
          <p:cNvPr id="4674" name="Google Shape;4674;p67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4675" name="Google Shape;4675;p67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4676" name="Google Shape;4676;p67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677" name="Google Shape;4677;p67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678" name="Google Shape;4678;p67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679" name="Google Shape;4679;p67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4680" name="Google Shape;4680;p67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681" name="Google Shape;4681;p67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682" name="Google Shape;4682;p67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4683" name="Google Shape;4683;p67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4684" name="Google Shape;4684;p67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4685" name="Google Shape;4685;p67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4686" name="Google Shape;4686;p67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4687" name="Google Shape;4687;p67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4688" name="Google Shape;4688;p67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4689" name="Google Shape;4689;p67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4690" name="Google Shape;4690;p67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691" name="Google Shape;4691;p67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4692" name="Google Shape;4692;p67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693" name="Google Shape;4693;p67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4694" name="Google Shape;4694;p67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4695" name="Google Shape;4695;p67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4696" name="Google Shape;4696;p67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4697" name="Google Shape;4697;p67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8" name="Google Shape;4698;p67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99" name="Google Shape;4699;p67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4700" name="Google Shape;4700;p67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4701" name="Google Shape;4701;p67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702" name="Google Shape;4702;p67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4703" name="Google Shape;4703;p67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704" name="Google Shape;4704;p67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705" name="Google Shape;4705;p67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706" name="Google Shape;4706;p67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707" name="Google Shape;4707;p67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708" name="Google Shape;4708;p67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709" name="Google Shape;4709;p67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710" name="Google Shape;4710;p67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4711" name="Google Shape;4711;p67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712" name="Google Shape;4712;p67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713" name="Google Shape;4713;p67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714" name="Google Shape;4714;p67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715" name="Google Shape;4715;p67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716" name="Google Shape;4716;p67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717" name="Google Shape;4717;p67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4718" name="Google Shape;4718;p67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4719" name="Google Shape;4719;p67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4720" name="Google Shape;4720;p67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4721" name="Google Shape;4721;p67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4722" name="Google Shape;4722;p67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4723" name="Google Shape;4723;p67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724" name="Google Shape;4724;p67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725" name="Google Shape;4725;p67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726" name="Google Shape;4726;p67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727" name="Google Shape;4727;p67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728" name="Google Shape;4728;p67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729" name="Google Shape;4729;p67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730" name="Google Shape;4730;p67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731" name="Google Shape;4731;p67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4732" name="Google Shape;4732;p67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733" name="Google Shape;4733;p67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734" name="Google Shape;4734;p67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735" name="Google Shape;4735;p67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736" name="Google Shape;4736;p67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737" name="Google Shape;4737;p67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738" name="Google Shape;4738;p67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739" name="Google Shape;4739;p67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740" name="Google Shape;4740;p67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4741" name="Google Shape;4741;p67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4742" name="Google Shape;4742;p67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743" name="Google Shape;4743;p67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744" name="Google Shape;4744;p67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4745" name="Google Shape;4745;p67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4746" name="Google Shape;4746;p67"/>
          <p:cNvSpPr txBox="1">
            <a:spLocks noGrp="1"/>
          </p:cNvSpPr>
          <p:nvPr>
            <p:ph type="dt" idx="10"/>
          </p:nvPr>
        </p:nvSpPr>
        <p:spPr>
          <a:xfrm>
            <a:off x="8317776" y="634385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4747" name="Google Shape;4747;p67"/>
          <p:cNvSpPr txBox="1">
            <a:spLocks noGrp="1"/>
          </p:cNvSpPr>
          <p:nvPr>
            <p:ph type="ftr" idx="11"/>
          </p:nvPr>
        </p:nvSpPr>
        <p:spPr>
          <a:xfrm>
            <a:off x="9801225" y="6343856"/>
            <a:ext cx="1658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4748" name="Google Shape;4748;p67"/>
          <p:cNvSpPr txBox="1">
            <a:spLocks noGrp="1"/>
          </p:cNvSpPr>
          <p:nvPr>
            <p:ph type="sldNum" idx="12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749" name="Google Shape;4749;p67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4750" name="Google Shape;4750;p67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4751" name="Google Shape;4751;p67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4752" name="Google Shape;4752;p67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753" name="Google Shape;4753;p67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4" name="Google Shape;4754;p67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755" name="Google Shape;4755;p67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4756" name="Google Shape;4756;p67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4757" name="Google Shape;4757;p67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758" name="Google Shape;4758;p67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4759" name="Google Shape;4759;p67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4760" name="Google Shape;4760;p67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4761" name="Google Shape;4761;p67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4762" name="Google Shape;4762;p67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4763" name="Google Shape;4763;p67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764" name="Google Shape;4764;p67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765" name="Google Shape;4765;p67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4766" name="Google Shape;4766;p6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4767" name="Google Shape;4767;p6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4768" name="Google Shape;4768;p67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4769" name="Google Shape;4769;p67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70" name="Google Shape;4770;p67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771" name="Google Shape;4771;p67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4772" name="Google Shape;4772;p67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73" name="Google Shape;4773;p67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774" name="Google Shape;4774;p67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4775" name="Google Shape;4775;p67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76" name="Google Shape;4776;p67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4777" name="Google Shape;4777;p67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8" name="Google Shape;4778;p67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79" name="Google Shape;4779;p67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4780" name="Google Shape;4780;p67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4781" name="Google Shape;4781;p67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82" name="Google Shape;4782;p67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83" name="Google Shape;4783;p67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784" name="Google Shape;4784;p67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4785" name="Google Shape;4785;p67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4786" name="Google Shape;4786;p67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4787" name="Google Shape;4787;p67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788" name="Google Shape;4788;p67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4789" name="Google Shape;4789;p67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90" name="Google Shape;4790;p67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791" name="Google Shape;4791;p67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4792" name="Google Shape;4792;p67"/>
          <p:cNvSpPr txBox="1">
            <a:spLocks noGrp="1"/>
          </p:cNvSpPr>
          <p:nvPr>
            <p:ph type="title"/>
          </p:nvPr>
        </p:nvSpPr>
        <p:spPr>
          <a:xfrm>
            <a:off x="-1" y="-367937"/>
            <a:ext cx="26955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 1x + Image 2x">
  <p:cSld name="Column 1x + Image 2x">
    <p:spTree>
      <p:nvGrpSpPr>
        <p:cNvPr id="1" name="Shape 4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4" name="Google Shape;4794;p68"/>
          <p:cNvSpPr>
            <a:spLocks noGrp="1"/>
          </p:cNvSpPr>
          <p:nvPr>
            <p:ph type="pic" idx="2"/>
          </p:nvPr>
        </p:nvSpPr>
        <p:spPr>
          <a:xfrm>
            <a:off x="728694" y="1991183"/>
            <a:ext cx="3401700" cy="3814500"/>
          </a:xfrm>
          <a:prstGeom prst="roundRect">
            <a:avLst>
              <a:gd name="adj" fmla="val 4031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795" name="Google Shape;4795;p68"/>
          <p:cNvSpPr txBox="1">
            <a:spLocks noGrp="1"/>
          </p:cNvSpPr>
          <p:nvPr>
            <p:ph type="body" idx="1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796" name="Google Shape;4796;p68"/>
          <p:cNvSpPr txBox="1">
            <a:spLocks noGrp="1"/>
          </p:cNvSpPr>
          <p:nvPr>
            <p:ph type="body" idx="3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797" name="Google Shape;4797;p68"/>
          <p:cNvSpPr txBox="1">
            <a:spLocks noGrp="1"/>
          </p:cNvSpPr>
          <p:nvPr>
            <p:ph type="body" idx="4"/>
          </p:nvPr>
        </p:nvSpPr>
        <p:spPr>
          <a:xfrm>
            <a:off x="4395228" y="722313"/>
            <a:ext cx="3398400" cy="50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>
            <a:endParaRPr/>
          </a:p>
        </p:txBody>
      </p:sp>
      <p:sp>
        <p:nvSpPr>
          <p:cNvPr id="4798" name="Google Shape;4798;p68"/>
          <p:cNvSpPr txBox="1">
            <a:spLocks noGrp="1"/>
          </p:cNvSpPr>
          <p:nvPr>
            <p:ph type="body" idx="5"/>
          </p:nvPr>
        </p:nvSpPr>
        <p:spPr>
          <a:xfrm>
            <a:off x="865163" y="722314"/>
            <a:ext cx="3260700" cy="1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3500"/>
              <a:buFont typeface="Calibri"/>
              <a:buNone/>
              <a:defRPr sz="3500" b="1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799" name="Google Shape;4799;p68"/>
          <p:cNvSpPr>
            <a:spLocks noGrp="1"/>
          </p:cNvSpPr>
          <p:nvPr>
            <p:ph type="pic" idx="6"/>
          </p:nvPr>
        </p:nvSpPr>
        <p:spPr>
          <a:xfrm>
            <a:off x="8061762" y="722313"/>
            <a:ext cx="3401700" cy="5083200"/>
          </a:xfrm>
          <a:prstGeom prst="roundRect">
            <a:avLst>
              <a:gd name="adj" fmla="val 4031"/>
            </a:avLst>
          </a:prstGeom>
          <a:solidFill>
            <a:srgbClr val="F2F2F2"/>
          </a:solidFill>
          <a:ln>
            <a:noFill/>
          </a:ln>
        </p:spPr>
      </p:sp>
      <p:grpSp>
        <p:nvGrpSpPr>
          <p:cNvPr id="4800" name="Google Shape;4800;p68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4801" name="Google Shape;4801;p68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4802" name="Google Shape;4802;p68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803" name="Google Shape;4803;p68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804" name="Google Shape;4804;p68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805" name="Google Shape;4805;p68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4806" name="Google Shape;4806;p68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807" name="Google Shape;4807;p68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808" name="Google Shape;4808;p68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4809" name="Google Shape;4809;p68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4810" name="Google Shape;4810;p68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4811" name="Google Shape;4811;p68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4812" name="Google Shape;4812;p68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4813" name="Google Shape;4813;p68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4814" name="Google Shape;4814;p68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4815" name="Google Shape;4815;p68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4816" name="Google Shape;4816;p68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817" name="Google Shape;4817;p68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4818" name="Google Shape;4818;p68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819" name="Google Shape;4819;p68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4820" name="Google Shape;4820;p68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4821" name="Google Shape;4821;p68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4822" name="Google Shape;4822;p68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4823" name="Google Shape;4823;p68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4" name="Google Shape;4824;p68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25" name="Google Shape;4825;p68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4826" name="Google Shape;4826;p68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4827" name="Google Shape;4827;p68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828" name="Google Shape;4828;p68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4829" name="Google Shape;4829;p68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830" name="Google Shape;4830;p68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831" name="Google Shape;4831;p68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832" name="Google Shape;4832;p68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833" name="Google Shape;4833;p68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834" name="Google Shape;4834;p68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835" name="Google Shape;4835;p68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836" name="Google Shape;4836;p68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4837" name="Google Shape;4837;p68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838" name="Google Shape;4838;p68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839" name="Google Shape;4839;p68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840" name="Google Shape;4840;p68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841" name="Google Shape;4841;p68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842" name="Google Shape;4842;p68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843" name="Google Shape;4843;p68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4844" name="Google Shape;4844;p68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4845" name="Google Shape;4845;p68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4846" name="Google Shape;4846;p68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4847" name="Google Shape;4847;p68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4848" name="Google Shape;4848;p68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4849" name="Google Shape;4849;p68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850" name="Google Shape;4850;p68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851" name="Google Shape;4851;p68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852" name="Google Shape;4852;p68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853" name="Google Shape;4853;p68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854" name="Google Shape;4854;p68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855" name="Google Shape;4855;p68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856" name="Google Shape;4856;p68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857" name="Google Shape;4857;p68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4858" name="Google Shape;4858;p68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859" name="Google Shape;4859;p68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860" name="Google Shape;4860;p68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861" name="Google Shape;4861;p68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862" name="Google Shape;4862;p68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863" name="Google Shape;4863;p68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864" name="Google Shape;4864;p68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865" name="Google Shape;4865;p68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866" name="Google Shape;4866;p68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4867" name="Google Shape;4867;p68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4868" name="Google Shape;4868;p68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869" name="Google Shape;4869;p68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870" name="Google Shape;4870;p68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4871" name="Google Shape;4871;p68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4872" name="Google Shape;4872;p68"/>
          <p:cNvSpPr txBox="1">
            <a:spLocks noGrp="1"/>
          </p:cNvSpPr>
          <p:nvPr>
            <p:ph type="dt" idx="10"/>
          </p:nvPr>
        </p:nvSpPr>
        <p:spPr>
          <a:xfrm>
            <a:off x="8317776" y="634385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4873" name="Google Shape;4873;p68"/>
          <p:cNvSpPr txBox="1">
            <a:spLocks noGrp="1"/>
          </p:cNvSpPr>
          <p:nvPr>
            <p:ph type="ftr" idx="11"/>
          </p:nvPr>
        </p:nvSpPr>
        <p:spPr>
          <a:xfrm>
            <a:off x="9801225" y="6343856"/>
            <a:ext cx="1658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4874" name="Google Shape;4874;p68"/>
          <p:cNvSpPr txBox="1">
            <a:spLocks noGrp="1"/>
          </p:cNvSpPr>
          <p:nvPr>
            <p:ph type="sldNum" idx="12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875" name="Google Shape;4875;p68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4876" name="Google Shape;4876;p68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4877" name="Google Shape;4877;p68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4878" name="Google Shape;4878;p68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879" name="Google Shape;4879;p68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0" name="Google Shape;4880;p68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881" name="Google Shape;4881;p68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4882" name="Google Shape;4882;p68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4883" name="Google Shape;4883;p68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884" name="Google Shape;4884;p68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4885" name="Google Shape;4885;p68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4886" name="Google Shape;4886;p68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4887" name="Google Shape;4887;p68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4888" name="Google Shape;4888;p68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4889" name="Google Shape;4889;p68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890" name="Google Shape;4890;p68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891" name="Google Shape;4891;p68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4892" name="Google Shape;4892;p68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4893" name="Google Shape;4893;p68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4894" name="Google Shape;4894;p68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4895" name="Google Shape;4895;p68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96" name="Google Shape;4896;p68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897" name="Google Shape;4897;p68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4898" name="Google Shape;4898;p68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99" name="Google Shape;4899;p68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900" name="Google Shape;4900;p68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4901" name="Google Shape;4901;p68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02" name="Google Shape;4902;p68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4903" name="Google Shape;4903;p68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4" name="Google Shape;4904;p68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05" name="Google Shape;4905;p68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4906" name="Google Shape;4906;p68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4907" name="Google Shape;4907;p68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08" name="Google Shape;4908;p68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09" name="Google Shape;4909;p68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910" name="Google Shape;4910;p68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4911" name="Google Shape;4911;p68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4912" name="Google Shape;4912;p68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4913" name="Google Shape;4913;p68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914" name="Google Shape;4914;p68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4915" name="Google Shape;4915;p68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16" name="Google Shape;4916;p68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917" name="Google Shape;4917;p68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4918" name="Google Shape;4918;p68"/>
          <p:cNvSpPr txBox="1">
            <a:spLocks noGrp="1"/>
          </p:cNvSpPr>
          <p:nvPr>
            <p:ph type="title"/>
          </p:nvPr>
        </p:nvSpPr>
        <p:spPr>
          <a:xfrm>
            <a:off x="-1" y="-367937"/>
            <a:ext cx="26955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 1x + Chart">
  <p:cSld name="Column 1x + Chart">
    <p:spTree>
      <p:nvGrpSpPr>
        <p:cNvPr id="1" name="Shape 4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0" name="Google Shape;4920;p69"/>
          <p:cNvSpPr txBox="1">
            <a:spLocks noGrp="1"/>
          </p:cNvSpPr>
          <p:nvPr>
            <p:ph type="body" idx="1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921" name="Google Shape;4921;p69"/>
          <p:cNvSpPr txBox="1">
            <a:spLocks noGrp="1"/>
          </p:cNvSpPr>
          <p:nvPr>
            <p:ph type="body" idx="2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922" name="Google Shape;4922;p69"/>
          <p:cNvSpPr txBox="1">
            <a:spLocks noGrp="1"/>
          </p:cNvSpPr>
          <p:nvPr>
            <p:ph type="body" idx="3"/>
          </p:nvPr>
        </p:nvSpPr>
        <p:spPr>
          <a:xfrm>
            <a:off x="728694" y="1592263"/>
            <a:ext cx="5043600" cy="42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>
            <a:endParaRPr/>
          </a:p>
        </p:txBody>
      </p:sp>
      <p:sp>
        <p:nvSpPr>
          <p:cNvPr id="4923" name="Google Shape;4923;p69"/>
          <p:cNvSpPr/>
          <p:nvPr/>
        </p:nvSpPr>
        <p:spPr>
          <a:xfrm>
            <a:off x="0" y="-367937"/>
            <a:ext cx="15627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Column 1x + Chart</a:t>
            </a:r>
            <a:endParaRPr sz="1500"/>
          </a:p>
        </p:txBody>
      </p:sp>
      <p:sp>
        <p:nvSpPr>
          <p:cNvPr id="4924" name="Google Shape;4924;p69"/>
          <p:cNvSpPr>
            <a:spLocks noGrp="1"/>
          </p:cNvSpPr>
          <p:nvPr>
            <p:ph type="chart" idx="4"/>
          </p:nvPr>
        </p:nvSpPr>
        <p:spPr>
          <a:xfrm>
            <a:off x="6428544" y="1592263"/>
            <a:ext cx="5043600" cy="421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12600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  <a:defRPr sz="1200" b="0" i="1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Clr>
                <a:schemeClr val="dk2"/>
              </a:buClr>
              <a:buSzPts val="16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25" name="Google Shape;4925;p69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4926" name="Google Shape;4926;p69"/>
          <p:cNvGrpSpPr/>
          <p:nvPr/>
        </p:nvGrpSpPr>
        <p:grpSpPr>
          <a:xfrm>
            <a:off x="12377595" y="2"/>
            <a:ext cx="3693486" cy="5715919"/>
            <a:chOff x="-3786437" y="2"/>
            <a:chExt cx="3693486" cy="5715919"/>
          </a:xfrm>
        </p:grpSpPr>
        <p:grpSp>
          <p:nvGrpSpPr>
            <p:cNvPr id="4927" name="Google Shape;4927;p69"/>
            <p:cNvGrpSpPr/>
            <p:nvPr/>
          </p:nvGrpSpPr>
          <p:grpSpPr>
            <a:xfrm>
              <a:off x="-3786437" y="3234716"/>
              <a:ext cx="3693486" cy="2481205"/>
              <a:chOff x="-3786437" y="3234716"/>
              <a:chExt cx="3693486" cy="2481205"/>
            </a:xfrm>
          </p:grpSpPr>
          <p:sp>
            <p:nvSpPr>
              <p:cNvPr id="4928" name="Google Shape;4928;p69"/>
              <p:cNvSpPr/>
              <p:nvPr/>
            </p:nvSpPr>
            <p:spPr>
              <a:xfrm>
                <a:off x="-3786165" y="3234716"/>
                <a:ext cx="3593100" cy="18492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ECECE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44000" rIns="180000" bIns="14400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cap="none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EDIT CHART DATA</a:t>
                </a:r>
                <a:endParaRPr sz="1500"/>
              </a:p>
            </p:txBody>
          </p:sp>
          <p:sp>
            <p:nvSpPr>
              <p:cNvPr id="4929" name="Google Shape;4929;p69"/>
              <p:cNvSpPr/>
              <p:nvPr/>
            </p:nvSpPr>
            <p:spPr>
              <a:xfrm>
                <a:off x="-3603587" y="3699314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500"/>
              </a:p>
            </p:txBody>
          </p:sp>
          <p:sp>
            <p:nvSpPr>
              <p:cNvPr id="4930" name="Google Shape;4930;p69"/>
              <p:cNvSpPr/>
              <p:nvPr/>
            </p:nvSpPr>
            <p:spPr>
              <a:xfrm>
                <a:off x="-3319415" y="3699315"/>
                <a:ext cx="2944800" cy="32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Click with the right mouse button on the chart</a:t>
                </a:r>
                <a:b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and choose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‘Edit data’</a:t>
                </a: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sz="1500"/>
              </a:p>
            </p:txBody>
          </p:sp>
          <p:grpSp>
            <p:nvGrpSpPr>
              <p:cNvPr id="4931" name="Google Shape;4931;p69"/>
              <p:cNvGrpSpPr/>
              <p:nvPr/>
            </p:nvGrpSpPr>
            <p:grpSpPr>
              <a:xfrm>
                <a:off x="-3314821" y="4139107"/>
                <a:ext cx="1495281" cy="562582"/>
                <a:chOff x="-3314821" y="3310415"/>
                <a:chExt cx="1495281" cy="562582"/>
              </a:xfrm>
            </p:grpSpPr>
            <p:sp>
              <p:nvSpPr>
                <p:cNvPr id="4932" name="Google Shape;4932;p69"/>
                <p:cNvSpPr/>
                <p:nvPr/>
              </p:nvSpPr>
              <p:spPr>
                <a:xfrm>
                  <a:off x="-3314821" y="3310415"/>
                  <a:ext cx="1403700" cy="504900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>
                  <a:solidFill>
                    <a:srgbClr val="D1D1D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8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33" name="Google Shape;4933;p69"/>
                <p:cNvSpPr/>
                <p:nvPr/>
              </p:nvSpPr>
              <p:spPr>
                <a:xfrm>
                  <a:off x="-3304719" y="3564140"/>
                  <a:ext cx="1387800" cy="246600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34" name="Google Shape;4934;p69"/>
                <p:cNvSpPr txBox="1"/>
                <p:nvPr/>
              </p:nvSpPr>
              <p:spPr>
                <a:xfrm>
                  <a:off x="-3122115" y="3369117"/>
                  <a:ext cx="1258500" cy="13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Change chart type</a:t>
                  </a:r>
                  <a:endParaRPr sz="1500"/>
                </a:p>
              </p:txBody>
            </p:sp>
            <p:sp>
              <p:nvSpPr>
                <p:cNvPr id="4935" name="Google Shape;4935;p69"/>
                <p:cNvSpPr txBox="1"/>
                <p:nvPr/>
              </p:nvSpPr>
              <p:spPr>
                <a:xfrm>
                  <a:off x="-3115840" y="3624236"/>
                  <a:ext cx="1296300" cy="126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Edit data</a:t>
                  </a:r>
                  <a:endParaRPr sz="1500"/>
                </a:p>
              </p:txBody>
            </p:sp>
            <p:sp>
              <p:nvSpPr>
                <p:cNvPr id="4936" name="Google Shape;4936;p69"/>
                <p:cNvSpPr/>
                <p:nvPr/>
              </p:nvSpPr>
              <p:spPr>
                <a:xfrm>
                  <a:off x="-1959834" y="3694348"/>
                  <a:ext cx="96831" cy="1786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280" h="1624084" extrusionOk="0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80000" tIns="180000" rIns="180000" bIns="180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937" name="Google Shape;4937;p69"/>
                <p:cNvGrpSpPr/>
                <p:nvPr/>
              </p:nvGrpSpPr>
              <p:grpSpPr>
                <a:xfrm>
                  <a:off x="-3262546" y="3361455"/>
                  <a:ext cx="139776" cy="152253"/>
                  <a:chOff x="12574450" y="6053892"/>
                  <a:chExt cx="169139" cy="184237"/>
                </a:xfrm>
              </p:grpSpPr>
              <p:sp>
                <p:nvSpPr>
                  <p:cNvPr id="4938" name="Google Shape;4938;p69"/>
                  <p:cNvSpPr/>
                  <p:nvPr/>
                </p:nvSpPr>
                <p:spPr>
                  <a:xfrm>
                    <a:off x="12574450" y="6111529"/>
                    <a:ext cx="46200" cy="126600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39" name="Google Shape;4939;p69"/>
                  <p:cNvSpPr/>
                  <p:nvPr/>
                </p:nvSpPr>
                <p:spPr>
                  <a:xfrm>
                    <a:off x="12635427" y="6053892"/>
                    <a:ext cx="46200" cy="184200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40" name="Google Shape;4940;p69"/>
                  <p:cNvSpPr/>
                  <p:nvPr/>
                </p:nvSpPr>
                <p:spPr>
                  <a:xfrm>
                    <a:off x="12697389" y="6094907"/>
                    <a:ext cx="46200" cy="14310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941" name="Google Shape;4941;p69"/>
                <p:cNvGrpSpPr/>
                <p:nvPr/>
              </p:nvGrpSpPr>
              <p:grpSpPr>
                <a:xfrm>
                  <a:off x="-3261059" y="3635184"/>
                  <a:ext cx="160609" cy="145398"/>
                  <a:chOff x="-3261070" y="3620931"/>
                  <a:chExt cx="184396" cy="166933"/>
                </a:xfrm>
              </p:grpSpPr>
              <p:sp>
                <p:nvSpPr>
                  <p:cNvPr id="4942" name="Google Shape;4942;p69"/>
                  <p:cNvSpPr/>
                  <p:nvPr/>
                </p:nvSpPr>
                <p:spPr>
                  <a:xfrm>
                    <a:off x="-3261070" y="3643881"/>
                    <a:ext cx="143100" cy="951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4943" name="Google Shape;4943;p69"/>
                  <p:cNvGrpSpPr/>
                  <p:nvPr/>
                </p:nvGrpSpPr>
                <p:grpSpPr>
                  <a:xfrm>
                    <a:off x="-3261061" y="3622095"/>
                    <a:ext cx="141120" cy="117307"/>
                    <a:chOff x="1094874" y="-878307"/>
                    <a:chExt cx="867364" cy="613530"/>
                  </a:xfrm>
                </p:grpSpPr>
                <p:cxnSp>
                  <p:nvCxnSpPr>
                    <p:cNvPr id="4944" name="Google Shape;4944;p69"/>
                    <p:cNvCxnSpPr/>
                    <p:nvPr/>
                  </p:nvCxnSpPr>
                  <p:spPr>
                    <a:xfrm>
                      <a:off x="1094874" y="-878305"/>
                      <a:ext cx="0" cy="6135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cxnSp>
                  <p:nvCxnSpPr>
                    <p:cNvPr id="4945" name="Google Shape;4945;p69"/>
                    <p:cNvCxnSpPr/>
                    <p:nvPr/>
                  </p:nvCxnSpPr>
                  <p:spPr>
                    <a:xfrm>
                      <a:off x="1962238" y="-878306"/>
                      <a:ext cx="0" cy="6135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grpSp>
                  <p:nvGrpSpPr>
                    <p:cNvPr id="4946" name="Google Shape;4946;p69"/>
                    <p:cNvGrpSpPr/>
                    <p:nvPr/>
                  </p:nvGrpSpPr>
                  <p:grpSpPr>
                    <a:xfrm>
                      <a:off x="1270535" y="-878307"/>
                      <a:ext cx="526983" cy="613530"/>
                      <a:chOff x="1270535" y="-745959"/>
                      <a:chExt cx="526983" cy="481200"/>
                    </a:xfrm>
                  </p:grpSpPr>
                  <p:cxnSp>
                    <p:nvCxnSpPr>
                      <p:cNvPr id="4947" name="Google Shape;4947;p69"/>
                      <p:cNvCxnSpPr/>
                      <p:nvPr/>
                    </p:nvCxnSpPr>
                    <p:spPr>
                      <a:xfrm>
                        <a:off x="1446196" y="-745959"/>
                        <a:ext cx="0" cy="4812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8181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4948" name="Google Shape;4948;p69"/>
                      <p:cNvCxnSpPr/>
                      <p:nvPr/>
                    </p:nvCxnSpPr>
                    <p:spPr>
                      <a:xfrm>
                        <a:off x="1270535" y="-745959"/>
                        <a:ext cx="0" cy="4812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8181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4949" name="Google Shape;4949;p69"/>
                      <p:cNvCxnSpPr/>
                      <p:nvPr/>
                    </p:nvCxnSpPr>
                    <p:spPr>
                      <a:xfrm>
                        <a:off x="1621857" y="-745959"/>
                        <a:ext cx="0" cy="4812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8181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4950" name="Google Shape;4950;p69"/>
                      <p:cNvCxnSpPr/>
                      <p:nvPr/>
                    </p:nvCxnSpPr>
                    <p:spPr>
                      <a:xfrm>
                        <a:off x="1797518" y="-745959"/>
                        <a:ext cx="0" cy="4812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8181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</p:grpSp>
              </p:grpSp>
              <p:cxnSp>
                <p:nvCxnSpPr>
                  <p:cNvPr id="4951" name="Google Shape;4951;p69"/>
                  <p:cNvCxnSpPr/>
                  <p:nvPr/>
                </p:nvCxnSpPr>
                <p:spPr>
                  <a:xfrm rot="10800000">
                    <a:off x="-3260542" y="3739408"/>
                    <a:ext cx="1434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81818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952" name="Google Shape;4952;p69"/>
                  <p:cNvCxnSpPr/>
                  <p:nvPr/>
                </p:nvCxnSpPr>
                <p:spPr>
                  <a:xfrm rot="10800000">
                    <a:off x="-3260977" y="3713352"/>
                    <a:ext cx="1428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81818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953" name="Google Shape;4953;p69"/>
                  <p:cNvCxnSpPr/>
                  <p:nvPr/>
                </p:nvCxnSpPr>
                <p:spPr>
                  <a:xfrm rot="10800000">
                    <a:off x="-3260977" y="3689677"/>
                    <a:ext cx="1428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81818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954" name="Google Shape;4954;p69"/>
                  <p:cNvCxnSpPr/>
                  <p:nvPr/>
                </p:nvCxnSpPr>
                <p:spPr>
                  <a:xfrm rot="10800000">
                    <a:off x="-3260977" y="3663621"/>
                    <a:ext cx="1428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81818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4955" name="Google Shape;4955;p69"/>
                  <p:cNvSpPr/>
                  <p:nvPr/>
                </p:nvSpPr>
                <p:spPr>
                  <a:xfrm>
                    <a:off x="-3261070" y="3620931"/>
                    <a:ext cx="142800" cy="249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4956" name="Google Shape;4956;p69"/>
                  <p:cNvGrpSpPr/>
                  <p:nvPr/>
                </p:nvGrpSpPr>
                <p:grpSpPr>
                  <a:xfrm rot="2700000">
                    <a:off x="-3158137" y="3649923"/>
                    <a:ext cx="34403" cy="147357"/>
                    <a:chOff x="3148279" y="-836646"/>
                    <a:chExt cx="132353" cy="596095"/>
                  </a:xfrm>
                </p:grpSpPr>
                <p:sp>
                  <p:nvSpPr>
                    <p:cNvPr id="4957" name="Google Shape;4957;p69"/>
                    <p:cNvSpPr/>
                    <p:nvPr/>
                  </p:nvSpPr>
                  <p:spPr>
                    <a:xfrm>
                      <a:off x="3148632" y="-725510"/>
                      <a:ext cx="132000" cy="281400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958" name="Google Shape;4958;p69"/>
                    <p:cNvSpPr/>
                    <p:nvPr/>
                  </p:nvSpPr>
                  <p:spPr>
                    <a:xfrm>
                      <a:off x="3148556" y="-836646"/>
                      <a:ext cx="132000" cy="87600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959" name="Google Shape;4959;p69"/>
                    <p:cNvSpPr/>
                    <p:nvPr/>
                  </p:nvSpPr>
                  <p:spPr>
                    <a:xfrm rot="10800000">
                      <a:off x="3148279" y="-420251"/>
                      <a:ext cx="132000" cy="179700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sp>
            <p:nvSpPr>
              <p:cNvPr id="4960" name="Google Shape;4960;p69"/>
              <p:cNvSpPr/>
              <p:nvPr/>
            </p:nvSpPr>
            <p:spPr>
              <a:xfrm>
                <a:off x="-3786437" y="4887921"/>
                <a:ext cx="3593700" cy="828000"/>
              </a:xfrm>
              <a:prstGeom prst="rect">
                <a:avLst/>
              </a:prstGeom>
              <a:solidFill>
                <a:srgbClr val="ECECEC"/>
              </a:solidFill>
              <a:ln w="9525" cap="flat" cmpd="sng">
                <a:solidFill>
                  <a:srgbClr val="ECECE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44000" rIns="180000" bIns="1440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WANT TO KNOW MORE?</a:t>
                </a:r>
                <a:b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Go to the tab</a:t>
                </a:r>
                <a: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'SLIDEBUILDER’ </a:t>
                </a: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and click</a:t>
                </a:r>
                <a:b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on the button </a:t>
                </a:r>
                <a: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‘INSPIRATION'</a:t>
                </a:r>
                <a:endParaRPr sz="1500"/>
              </a:p>
            </p:txBody>
          </p:sp>
          <p:grpSp>
            <p:nvGrpSpPr>
              <p:cNvPr id="4961" name="Google Shape;4961;p69"/>
              <p:cNvGrpSpPr/>
              <p:nvPr/>
            </p:nvGrpSpPr>
            <p:grpSpPr>
              <a:xfrm>
                <a:off x="-376743" y="4751982"/>
                <a:ext cx="283792" cy="283792"/>
                <a:chOff x="-510741" y="5913713"/>
                <a:chExt cx="267652" cy="267652"/>
              </a:xfrm>
            </p:grpSpPr>
            <p:sp>
              <p:nvSpPr>
                <p:cNvPr id="4962" name="Google Shape;4962;p69"/>
                <p:cNvSpPr/>
                <p:nvPr/>
              </p:nvSpPr>
              <p:spPr>
                <a:xfrm>
                  <a:off x="-491853" y="5932072"/>
                  <a:ext cx="230700" cy="230700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txBody>
                <a:bodyPr spcFirstLastPara="1" wrap="square" lIns="180000" tIns="180000" rIns="180000" bIns="180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63" name="Google Shape;4963;p69" descr="Informatie"/>
                <p:cNvSpPr/>
                <p:nvPr/>
              </p:nvSpPr>
              <p:spPr>
                <a:xfrm>
                  <a:off x="-510741" y="5913713"/>
                  <a:ext cx="267652" cy="2676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719" h="291719" extrusionOk="0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964" name="Google Shape;4964;p69"/>
              <p:cNvGrpSpPr/>
              <p:nvPr/>
            </p:nvGrpSpPr>
            <p:grpSpPr>
              <a:xfrm>
                <a:off x="-938434" y="5025298"/>
                <a:ext cx="627900" cy="576654"/>
                <a:chOff x="-938434" y="4570310"/>
                <a:chExt cx="627900" cy="576654"/>
              </a:xfrm>
            </p:grpSpPr>
            <p:grpSp>
              <p:nvGrpSpPr>
                <p:cNvPr id="4965" name="Google Shape;4965;p69"/>
                <p:cNvGrpSpPr/>
                <p:nvPr/>
              </p:nvGrpSpPr>
              <p:grpSpPr>
                <a:xfrm>
                  <a:off x="-716116" y="4570310"/>
                  <a:ext cx="169777" cy="242385"/>
                  <a:chOff x="4768" y="2783"/>
                  <a:chExt cx="788" cy="1125"/>
                </a:xfrm>
              </p:grpSpPr>
              <p:sp>
                <p:nvSpPr>
                  <p:cNvPr id="4966" name="Google Shape;4966;p69"/>
                  <p:cNvSpPr/>
                  <p:nvPr/>
                </p:nvSpPr>
                <p:spPr>
                  <a:xfrm>
                    <a:off x="5001" y="3186"/>
                    <a:ext cx="319" cy="2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9" h="288" extrusionOk="0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endParaRPr sz="300" b="0" i="0" u="none" strike="noStrike" cap="non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4967" name="Google Shape;4967;p69"/>
                  <p:cNvSpPr/>
                  <p:nvPr/>
                </p:nvSpPr>
                <p:spPr>
                  <a:xfrm>
                    <a:off x="5022" y="3796"/>
                    <a:ext cx="282" cy="1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1" h="100" extrusionOk="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endParaRPr sz="300" b="0" i="0" u="none" strike="noStrike" cap="non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4968" name="Google Shape;4968;p69"/>
                  <p:cNvSpPr/>
                  <p:nvPr/>
                </p:nvSpPr>
                <p:spPr>
                  <a:xfrm>
                    <a:off x="4768" y="2783"/>
                    <a:ext cx="788" cy="9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2" h="860" extrusionOk="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endParaRPr sz="300" b="0" i="0" u="none" strike="noStrike" cap="non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  <p:sp>
              <p:nvSpPr>
                <p:cNvPr id="4969" name="Google Shape;4969;p69"/>
                <p:cNvSpPr txBox="1"/>
                <p:nvPr/>
              </p:nvSpPr>
              <p:spPr>
                <a:xfrm>
                  <a:off x="-938434" y="4824764"/>
                  <a:ext cx="627900" cy="322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211F26"/>
                    </a:buClr>
                    <a:buSzPts val="1100"/>
                    <a:buFont typeface="Calibri"/>
                    <a:buNone/>
                  </a:pPr>
                  <a:r>
                    <a:rPr lang="en-US" sz="1100" b="0" i="0" u="none" strike="noStrike" cap="none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Inspiration</a:t>
                  </a:r>
                  <a:endParaRPr sz="1500"/>
                </a:p>
              </p:txBody>
            </p:sp>
          </p:grpSp>
        </p:grpSp>
        <p:grpSp>
          <p:nvGrpSpPr>
            <p:cNvPr id="4970" name="Google Shape;4970;p69"/>
            <p:cNvGrpSpPr/>
            <p:nvPr/>
          </p:nvGrpSpPr>
          <p:grpSpPr>
            <a:xfrm>
              <a:off x="-3786165" y="2"/>
              <a:ext cx="3593100" cy="3041100"/>
              <a:chOff x="-3786165" y="2"/>
              <a:chExt cx="3593100" cy="3041100"/>
            </a:xfrm>
          </p:grpSpPr>
          <p:sp>
            <p:nvSpPr>
              <p:cNvPr id="4971" name="Google Shape;4971;p69"/>
              <p:cNvSpPr/>
              <p:nvPr/>
            </p:nvSpPr>
            <p:spPr>
              <a:xfrm>
                <a:off x="-3786165" y="2"/>
                <a:ext cx="3593100" cy="30411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ECECE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44000" rIns="180000" bIns="14400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cap="none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FORMAT CHART</a:t>
                </a:r>
                <a:endParaRPr sz="1500"/>
              </a:p>
            </p:txBody>
          </p:sp>
          <p:sp>
            <p:nvSpPr>
              <p:cNvPr id="4972" name="Google Shape;4972;p69"/>
              <p:cNvSpPr/>
              <p:nvPr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500"/>
              </a:p>
            </p:txBody>
          </p:sp>
          <p:sp>
            <p:nvSpPr>
              <p:cNvPr id="4973" name="Google Shape;4973;p69"/>
              <p:cNvSpPr/>
              <p:nvPr/>
            </p:nvSpPr>
            <p:spPr>
              <a:xfrm>
                <a:off x="-3319415" y="465324"/>
                <a:ext cx="2944800" cy="48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When you want to change the lay-out of the chart, select the preferred part of the chart and go to the tab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‘Format’.</a:t>
                </a:r>
                <a:endParaRPr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4" name="Google Shape;4974;p69"/>
              <p:cNvSpPr/>
              <p:nvPr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sz="1500"/>
              </a:p>
            </p:txBody>
          </p:sp>
          <p:sp>
            <p:nvSpPr>
              <p:cNvPr id="4975" name="Google Shape;4975;p69"/>
              <p:cNvSpPr/>
              <p:nvPr/>
            </p:nvSpPr>
            <p:spPr>
              <a:xfrm>
                <a:off x="-3319415" y="1493636"/>
                <a:ext cx="2944800" cy="65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You can change the settings of the axes and data series by clicking on them with the right mouse button. Choose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‘Format Axis’</a:t>
                </a: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or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‘Format Data Series’</a:t>
                </a: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sz="1500"/>
              </a:p>
            </p:txBody>
          </p:sp>
          <p:grpSp>
            <p:nvGrpSpPr>
              <p:cNvPr id="4976" name="Google Shape;4976;p69"/>
              <p:cNvGrpSpPr/>
              <p:nvPr/>
            </p:nvGrpSpPr>
            <p:grpSpPr>
              <a:xfrm>
                <a:off x="-3312582" y="1060763"/>
                <a:ext cx="576000" cy="246726"/>
                <a:chOff x="-3303310" y="1024128"/>
                <a:chExt cx="576000" cy="246726"/>
              </a:xfrm>
            </p:grpSpPr>
            <p:sp>
              <p:nvSpPr>
                <p:cNvPr id="4977" name="Google Shape;4977;p69"/>
                <p:cNvSpPr/>
                <p:nvPr/>
              </p:nvSpPr>
              <p:spPr>
                <a:xfrm>
                  <a:off x="-3303310" y="1024128"/>
                  <a:ext cx="576000" cy="215400"/>
                </a:xfrm>
                <a:prstGeom prst="rect">
                  <a:avLst/>
                </a:prstGeom>
                <a:solidFill>
                  <a:srgbClr val="F8F8F8"/>
                </a:solidFill>
                <a:ln w="9525" cap="flat" cmpd="sng">
                  <a:solidFill>
                    <a:srgbClr val="F2F2F2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18000" rIns="0" bIns="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100" b="1">
                      <a:solidFill>
                        <a:srgbClr val="B74629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Format</a:t>
                  </a:r>
                  <a:endParaRPr sz="1500"/>
                </a:p>
              </p:txBody>
            </p:sp>
            <p:sp>
              <p:nvSpPr>
                <p:cNvPr id="4978" name="Google Shape;4978;p69"/>
                <p:cNvSpPr/>
                <p:nvPr/>
              </p:nvSpPr>
              <p:spPr>
                <a:xfrm>
                  <a:off x="-3303310" y="1243554"/>
                  <a:ext cx="576000" cy="27300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979" name="Google Shape;4979;p69"/>
              <p:cNvGrpSpPr/>
              <p:nvPr/>
            </p:nvGrpSpPr>
            <p:grpSpPr>
              <a:xfrm>
                <a:off x="-3314821" y="2257494"/>
                <a:ext cx="1376531" cy="590342"/>
                <a:chOff x="-3314821" y="2421532"/>
                <a:chExt cx="1376531" cy="590342"/>
              </a:xfrm>
            </p:grpSpPr>
            <p:sp>
              <p:nvSpPr>
                <p:cNvPr id="4980" name="Google Shape;4980;p69"/>
                <p:cNvSpPr/>
                <p:nvPr/>
              </p:nvSpPr>
              <p:spPr>
                <a:xfrm>
                  <a:off x="-3314821" y="2421532"/>
                  <a:ext cx="1360500" cy="504900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>
                  <a:solidFill>
                    <a:srgbClr val="D1D1D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8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81" name="Google Shape;4981;p69"/>
                <p:cNvSpPr/>
                <p:nvPr/>
              </p:nvSpPr>
              <p:spPr>
                <a:xfrm>
                  <a:off x="-3304719" y="2675257"/>
                  <a:ext cx="1344900" cy="246600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82" name="Google Shape;4982;p69"/>
                <p:cNvSpPr txBox="1"/>
                <p:nvPr/>
              </p:nvSpPr>
              <p:spPr>
                <a:xfrm>
                  <a:off x="-3122115" y="2480234"/>
                  <a:ext cx="1116000" cy="13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Add Trendline</a:t>
                  </a:r>
                  <a:endParaRPr sz="1500"/>
                </a:p>
              </p:txBody>
            </p:sp>
            <p:sp>
              <p:nvSpPr>
                <p:cNvPr id="4983" name="Google Shape;4983;p69"/>
                <p:cNvSpPr txBox="1"/>
                <p:nvPr/>
              </p:nvSpPr>
              <p:spPr>
                <a:xfrm>
                  <a:off x="-3115841" y="2753263"/>
                  <a:ext cx="1116000" cy="10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Format Data Series</a:t>
                  </a:r>
                  <a:endParaRPr sz="1500"/>
                </a:p>
              </p:txBody>
            </p:sp>
            <p:sp>
              <p:nvSpPr>
                <p:cNvPr id="4984" name="Google Shape;4984;p69"/>
                <p:cNvSpPr/>
                <p:nvPr/>
              </p:nvSpPr>
              <p:spPr>
                <a:xfrm>
                  <a:off x="-2035121" y="2833225"/>
                  <a:ext cx="96831" cy="1786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280" h="1624084" extrusionOk="0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80000" tIns="180000" rIns="180000" bIns="180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985" name="Google Shape;4985;p69"/>
                <p:cNvGrpSpPr/>
                <p:nvPr/>
              </p:nvGrpSpPr>
              <p:grpSpPr>
                <a:xfrm>
                  <a:off x="-3280188" y="2718400"/>
                  <a:ext cx="268913" cy="277263"/>
                  <a:chOff x="-3280188" y="2713782"/>
                  <a:chExt cx="268913" cy="277263"/>
                </a:xfrm>
              </p:grpSpPr>
              <p:sp>
                <p:nvSpPr>
                  <p:cNvPr id="4986" name="Google Shape;4986;p69"/>
                  <p:cNvSpPr/>
                  <p:nvPr/>
                </p:nvSpPr>
                <p:spPr>
                  <a:xfrm>
                    <a:off x="-3245249" y="2761416"/>
                    <a:ext cx="43200" cy="104700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87" name="Google Shape;4987;p69"/>
                  <p:cNvSpPr/>
                  <p:nvPr/>
                </p:nvSpPr>
                <p:spPr>
                  <a:xfrm>
                    <a:off x="-3199591" y="2713782"/>
                    <a:ext cx="43200" cy="152100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88" name="Google Shape;4988;p69"/>
                  <p:cNvSpPr/>
                  <p:nvPr/>
                </p:nvSpPr>
                <p:spPr>
                  <a:xfrm>
                    <a:off x="-3152134" y="2747679"/>
                    <a:ext cx="43200" cy="11820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89" name="Google Shape;4989;p69"/>
                  <p:cNvSpPr/>
                  <p:nvPr/>
                </p:nvSpPr>
                <p:spPr>
                  <a:xfrm rot="-1871098">
                    <a:off x="-3258497" y="2796537"/>
                    <a:ext cx="225531" cy="146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5663" h="146804" extrusionOk="0">
                        <a:moveTo>
                          <a:pt x="13407" y="11860"/>
                        </a:moveTo>
                        <a:lnTo>
                          <a:pt x="225663" y="0"/>
                        </a:lnTo>
                        <a:lnTo>
                          <a:pt x="160746" y="146804"/>
                        </a:lnTo>
                        <a:lnTo>
                          <a:pt x="0" y="50836"/>
                        </a:lnTo>
                        <a:lnTo>
                          <a:pt x="13407" y="11860"/>
                        </a:lnTo>
                        <a:close/>
                      </a:path>
                    </a:pathLst>
                  </a:custGeom>
                  <a:solidFill>
                    <a:srgbClr val="FCE4DC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990" name="Google Shape;4990;p69"/>
                <p:cNvGrpSpPr/>
                <p:nvPr/>
              </p:nvGrpSpPr>
              <p:grpSpPr>
                <a:xfrm>
                  <a:off x="-3223516" y="2766893"/>
                  <a:ext cx="150171" cy="128150"/>
                  <a:chOff x="-2616325" y="2879881"/>
                  <a:chExt cx="330993" cy="288043"/>
                </a:xfrm>
              </p:grpSpPr>
              <p:sp>
                <p:nvSpPr>
                  <p:cNvPr id="4991" name="Google Shape;4991;p69"/>
                  <p:cNvSpPr/>
                  <p:nvPr/>
                </p:nvSpPr>
                <p:spPr>
                  <a:xfrm rot="516939">
                    <a:off x="-2465437" y="2891183"/>
                    <a:ext cx="166009" cy="2006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5794" h="200436" extrusionOk="0">
                        <a:moveTo>
                          <a:pt x="0" y="163491"/>
                        </a:moveTo>
                        <a:cubicBezTo>
                          <a:pt x="14624" y="129624"/>
                          <a:pt x="137006" y="-18157"/>
                          <a:pt x="161637" y="1854"/>
                        </a:cubicBezTo>
                        <a:cubicBezTo>
                          <a:pt x="186268" y="21865"/>
                          <a:pt x="94672" y="172727"/>
                          <a:pt x="64654" y="200436"/>
                        </a:cubicBezTo>
                        <a:lnTo>
                          <a:pt x="0" y="1634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 cmpd="sng">
                    <a:solidFill>
                      <a:srgbClr val="3F3E3C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180000" tIns="180000" rIns="180000" bIns="1800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600" cap="non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92" name="Google Shape;4992;p69"/>
                  <p:cNvSpPr/>
                  <p:nvPr/>
                </p:nvSpPr>
                <p:spPr>
                  <a:xfrm rot="514744">
                    <a:off x="-2608659" y="3034794"/>
                    <a:ext cx="207305" cy="1183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7808" h="67245" extrusionOk="0">
                        <a:moveTo>
                          <a:pt x="220" y="56172"/>
                        </a:moveTo>
                        <a:cubicBezTo>
                          <a:pt x="-3628" y="70796"/>
                          <a:pt x="44022" y="68627"/>
                          <a:pt x="63614" y="62785"/>
                        </a:cubicBezTo>
                        <a:cubicBezTo>
                          <a:pt x="83206" y="56943"/>
                          <a:pt x="116546" y="31369"/>
                          <a:pt x="117770" y="21119"/>
                        </a:cubicBezTo>
                        <a:cubicBezTo>
                          <a:pt x="118994" y="10869"/>
                          <a:pt x="90549" y="-4559"/>
                          <a:pt x="70957" y="1283"/>
                        </a:cubicBezTo>
                        <a:cubicBezTo>
                          <a:pt x="51365" y="7125"/>
                          <a:pt x="61415" y="48373"/>
                          <a:pt x="220" y="56172"/>
                        </a:cubicBezTo>
                        <a:close/>
                      </a:path>
                    </a:pathLst>
                  </a:custGeom>
                  <a:solidFill>
                    <a:srgbClr val="8AC3EF"/>
                  </a:solidFill>
                  <a:ln w="9525" cap="flat" cmpd="sng">
                    <a:solidFill>
                      <a:srgbClr val="307EBD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180000" tIns="180000" rIns="180000" bIns="1800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600" cap="non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4993" name="Google Shape;4993;p69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4994" name="Google Shape;4994;p69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4995" name="Google Shape;4995;p69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996" name="Google Shape;4996;p69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997" name="Google Shape;4997;p69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998" name="Google Shape;4998;p69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4999" name="Google Shape;4999;p69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000" name="Google Shape;5000;p69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001" name="Google Shape;5001;p69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5002" name="Google Shape;5002;p69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5003" name="Google Shape;5003;p69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5004" name="Google Shape;5004;p69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5005" name="Google Shape;5005;p69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5006" name="Google Shape;5006;p69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5007" name="Google Shape;5007;p69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5008" name="Google Shape;5008;p69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5009" name="Google Shape;5009;p69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010" name="Google Shape;5010;p69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5011" name="Google Shape;5011;p69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012" name="Google Shape;5012;p69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5013" name="Google Shape;5013;p69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5014" name="Google Shape;5014;p69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5015" name="Google Shape;5015;p69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5016" name="Google Shape;5016;p69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7" name="Google Shape;5017;p69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18" name="Google Shape;5018;p69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5019" name="Google Shape;5019;p69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5020" name="Google Shape;5020;p69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021" name="Google Shape;5021;p69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5022" name="Google Shape;5022;p69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023" name="Google Shape;5023;p69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24" name="Google Shape;5024;p69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25" name="Google Shape;5025;p69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26" name="Google Shape;5026;p69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27" name="Google Shape;5027;p69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028" name="Google Shape;5028;p69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029" name="Google Shape;5029;p69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5030" name="Google Shape;5030;p69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031" name="Google Shape;5031;p69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32" name="Google Shape;5032;p69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33" name="Google Shape;5033;p69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34" name="Google Shape;5034;p69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35" name="Google Shape;5035;p69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036" name="Google Shape;5036;p69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5037" name="Google Shape;5037;p69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5038" name="Google Shape;5038;p69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5039" name="Google Shape;5039;p69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5040" name="Google Shape;5040;p69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5041" name="Google Shape;5041;p69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5042" name="Google Shape;5042;p69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043" name="Google Shape;5043;p69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044" name="Google Shape;5044;p69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45" name="Google Shape;5045;p69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46" name="Google Shape;5046;p69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47" name="Google Shape;5047;p69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48" name="Google Shape;5048;p69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049" name="Google Shape;5049;p69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050" name="Google Shape;5050;p69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5051" name="Google Shape;5051;p69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052" name="Google Shape;5052;p69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053" name="Google Shape;5053;p69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54" name="Google Shape;5054;p69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55" name="Google Shape;5055;p69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56" name="Google Shape;5056;p69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57" name="Google Shape;5057;p69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058" name="Google Shape;5058;p69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059" name="Google Shape;5059;p69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5060" name="Google Shape;5060;p69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5061" name="Google Shape;5061;p69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062" name="Google Shape;5062;p69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063" name="Google Shape;5063;p69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5064" name="Google Shape;5064;p69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5065" name="Google Shape;5065;p69"/>
          <p:cNvSpPr txBox="1">
            <a:spLocks noGrp="1"/>
          </p:cNvSpPr>
          <p:nvPr>
            <p:ph type="dt" idx="10"/>
          </p:nvPr>
        </p:nvSpPr>
        <p:spPr>
          <a:xfrm>
            <a:off x="8317776" y="634385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066" name="Google Shape;5066;p69"/>
          <p:cNvSpPr txBox="1">
            <a:spLocks noGrp="1"/>
          </p:cNvSpPr>
          <p:nvPr>
            <p:ph type="ftr" idx="11"/>
          </p:nvPr>
        </p:nvSpPr>
        <p:spPr>
          <a:xfrm>
            <a:off x="9801225" y="6343856"/>
            <a:ext cx="1658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067" name="Google Shape;5067;p69"/>
          <p:cNvSpPr txBox="1">
            <a:spLocks noGrp="1"/>
          </p:cNvSpPr>
          <p:nvPr>
            <p:ph type="sldNum" idx="12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 1x + Table">
  <p:cSld name="Column 1x + Table">
    <p:spTree>
      <p:nvGrpSpPr>
        <p:cNvPr id="1" name="Shape 5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9" name="Google Shape;5069;p70"/>
          <p:cNvSpPr txBox="1">
            <a:spLocks noGrp="1"/>
          </p:cNvSpPr>
          <p:nvPr>
            <p:ph type="body" idx="1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070" name="Google Shape;5070;p70"/>
          <p:cNvSpPr txBox="1">
            <a:spLocks noGrp="1"/>
          </p:cNvSpPr>
          <p:nvPr>
            <p:ph type="body" idx="2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071" name="Google Shape;5071;p70"/>
          <p:cNvSpPr txBox="1">
            <a:spLocks noGrp="1"/>
          </p:cNvSpPr>
          <p:nvPr>
            <p:ph type="body" idx="3"/>
          </p:nvPr>
        </p:nvSpPr>
        <p:spPr>
          <a:xfrm>
            <a:off x="728694" y="1991183"/>
            <a:ext cx="3398400" cy="3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>
            <a:endParaRPr/>
          </a:p>
        </p:txBody>
      </p:sp>
      <p:sp>
        <p:nvSpPr>
          <p:cNvPr id="5072" name="Google Shape;5072;p70"/>
          <p:cNvSpPr txBox="1">
            <a:spLocks noGrp="1"/>
          </p:cNvSpPr>
          <p:nvPr>
            <p:ph type="body" idx="4"/>
          </p:nvPr>
        </p:nvSpPr>
        <p:spPr>
          <a:xfrm>
            <a:off x="865163" y="722314"/>
            <a:ext cx="3260700" cy="1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3500"/>
              <a:buFont typeface="Calibri"/>
              <a:buNone/>
              <a:defRPr sz="3500" b="1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5073" name="Google Shape;5073;p70"/>
          <p:cNvGrpSpPr/>
          <p:nvPr/>
        </p:nvGrpSpPr>
        <p:grpSpPr>
          <a:xfrm>
            <a:off x="12377323" y="-12068"/>
            <a:ext cx="3693486" cy="6705423"/>
            <a:chOff x="-3786437" y="-12068"/>
            <a:chExt cx="3693486" cy="6705423"/>
          </a:xfrm>
        </p:grpSpPr>
        <p:grpSp>
          <p:nvGrpSpPr>
            <p:cNvPr id="5074" name="Google Shape;5074;p70"/>
            <p:cNvGrpSpPr/>
            <p:nvPr/>
          </p:nvGrpSpPr>
          <p:grpSpPr>
            <a:xfrm>
              <a:off x="-3784148" y="-12068"/>
              <a:ext cx="3592800" cy="3238800"/>
              <a:chOff x="-3784148" y="-12068"/>
              <a:chExt cx="3592800" cy="3238800"/>
            </a:xfrm>
          </p:grpSpPr>
          <p:sp>
            <p:nvSpPr>
              <p:cNvPr id="5075" name="Google Shape;5075;p70"/>
              <p:cNvSpPr/>
              <p:nvPr/>
            </p:nvSpPr>
            <p:spPr>
              <a:xfrm>
                <a:off x="-3784148" y="-12068"/>
                <a:ext cx="3592800" cy="32388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ECECE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44000" rIns="180000" bIns="14400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cap="none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FORMAT TABLE</a:t>
                </a:r>
                <a:endParaRPr sz="1500"/>
              </a:p>
            </p:txBody>
          </p:sp>
          <p:sp>
            <p:nvSpPr>
              <p:cNvPr id="5076" name="Google Shape;5076;p70"/>
              <p:cNvSpPr/>
              <p:nvPr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500"/>
              </a:p>
            </p:txBody>
          </p:sp>
          <p:sp>
            <p:nvSpPr>
              <p:cNvPr id="5077" name="Google Shape;5077;p70"/>
              <p:cNvSpPr/>
              <p:nvPr/>
            </p:nvSpPr>
            <p:spPr>
              <a:xfrm>
                <a:off x="-3319415" y="465324"/>
                <a:ext cx="2944800" cy="49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When you want to change the lay-out of the table, select the preferred part of the table and go to the tab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‘Format’.</a:t>
                </a:r>
                <a:endParaRPr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078" name="Google Shape;5078;p70"/>
              <p:cNvGrpSpPr/>
              <p:nvPr/>
            </p:nvGrpSpPr>
            <p:grpSpPr>
              <a:xfrm>
                <a:off x="-3312582" y="1060763"/>
                <a:ext cx="576000" cy="246726"/>
                <a:chOff x="-3312582" y="1060763"/>
                <a:chExt cx="576000" cy="246726"/>
              </a:xfrm>
            </p:grpSpPr>
            <p:sp>
              <p:nvSpPr>
                <p:cNvPr id="5079" name="Google Shape;5079;p70"/>
                <p:cNvSpPr/>
                <p:nvPr/>
              </p:nvSpPr>
              <p:spPr>
                <a:xfrm>
                  <a:off x="-3312582" y="1060763"/>
                  <a:ext cx="576000" cy="215400"/>
                </a:xfrm>
                <a:prstGeom prst="rect">
                  <a:avLst/>
                </a:prstGeom>
                <a:solidFill>
                  <a:srgbClr val="F8F8F8"/>
                </a:solidFill>
                <a:ln w="9525" cap="flat" cmpd="sng">
                  <a:solidFill>
                    <a:srgbClr val="F2F2F2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18000" rIns="0" bIns="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100" b="1">
                      <a:solidFill>
                        <a:srgbClr val="B74629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Format</a:t>
                  </a:r>
                  <a:endParaRPr sz="1500"/>
                </a:p>
              </p:txBody>
            </p:sp>
            <p:sp>
              <p:nvSpPr>
                <p:cNvPr id="5080" name="Google Shape;5080;p70"/>
                <p:cNvSpPr/>
                <p:nvPr/>
              </p:nvSpPr>
              <p:spPr>
                <a:xfrm>
                  <a:off x="-3312582" y="1280189"/>
                  <a:ext cx="576000" cy="27300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081" name="Google Shape;5081;p70"/>
              <p:cNvSpPr/>
              <p:nvPr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sz="1500"/>
              </a:p>
            </p:txBody>
          </p:sp>
          <p:sp>
            <p:nvSpPr>
              <p:cNvPr id="5082" name="Google Shape;5082;p70"/>
              <p:cNvSpPr/>
              <p:nvPr/>
            </p:nvSpPr>
            <p:spPr>
              <a:xfrm>
                <a:off x="-3319415" y="1493636"/>
                <a:ext cx="2944800" cy="81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Under this tab you can choose a different fill colour at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‘Shading’</a:t>
                </a: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 You can choose a border format as well. Find and edit this at the section 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‘Draw borders’ </a:t>
                </a: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and apply this to the table by clicking on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‘Borders’.</a:t>
                </a:r>
                <a:endParaRPr sz="1500"/>
              </a:p>
            </p:txBody>
          </p:sp>
          <p:grpSp>
            <p:nvGrpSpPr>
              <p:cNvPr id="5083" name="Google Shape;5083;p70"/>
              <p:cNvGrpSpPr/>
              <p:nvPr/>
            </p:nvGrpSpPr>
            <p:grpSpPr>
              <a:xfrm>
                <a:off x="-3314820" y="2412753"/>
                <a:ext cx="1026133" cy="627498"/>
                <a:chOff x="-3314820" y="2412753"/>
                <a:chExt cx="1026133" cy="627498"/>
              </a:xfrm>
            </p:grpSpPr>
            <p:sp>
              <p:nvSpPr>
                <p:cNvPr id="5084" name="Google Shape;5084;p70"/>
                <p:cNvSpPr/>
                <p:nvPr/>
              </p:nvSpPr>
              <p:spPr>
                <a:xfrm>
                  <a:off x="-3314820" y="2412753"/>
                  <a:ext cx="998400" cy="531000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>
                  <a:solidFill>
                    <a:srgbClr val="D1D1D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8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85" name="Google Shape;5085;p70"/>
                <p:cNvSpPr/>
                <p:nvPr/>
              </p:nvSpPr>
              <p:spPr>
                <a:xfrm>
                  <a:off x="-3304719" y="2684815"/>
                  <a:ext cx="983100" cy="254100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86" name="Google Shape;5086;p70"/>
                <p:cNvSpPr txBox="1"/>
                <p:nvPr/>
              </p:nvSpPr>
              <p:spPr>
                <a:xfrm>
                  <a:off x="-3083201" y="2494002"/>
                  <a:ext cx="635700" cy="126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Shading</a:t>
                  </a:r>
                  <a:endParaRPr sz="1500"/>
                </a:p>
              </p:txBody>
            </p:sp>
            <p:sp>
              <p:nvSpPr>
                <p:cNvPr id="5087" name="Google Shape;5087;p70"/>
                <p:cNvSpPr/>
                <p:nvPr/>
              </p:nvSpPr>
              <p:spPr>
                <a:xfrm>
                  <a:off x="-2385518" y="2861602"/>
                  <a:ext cx="96831" cy="1786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280" h="1624084" extrusionOk="0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80000" tIns="180000" rIns="180000" bIns="180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088" name="Google Shape;5088;p70"/>
                <p:cNvGrpSpPr/>
                <p:nvPr/>
              </p:nvGrpSpPr>
              <p:grpSpPr>
                <a:xfrm>
                  <a:off x="-3259490" y="2463168"/>
                  <a:ext cx="173114" cy="167982"/>
                  <a:chOff x="-916832" y="3037554"/>
                  <a:chExt cx="193489" cy="187752"/>
                </a:xfrm>
              </p:grpSpPr>
              <p:sp>
                <p:nvSpPr>
                  <p:cNvPr id="5089" name="Google Shape;5089;p70"/>
                  <p:cNvSpPr/>
                  <p:nvPr/>
                </p:nvSpPr>
                <p:spPr>
                  <a:xfrm>
                    <a:off x="-804124" y="3081338"/>
                    <a:ext cx="80781" cy="1214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0781" h="121443" extrusionOk="0">
                        <a:moveTo>
                          <a:pt x="30217" y="50006"/>
                        </a:moveTo>
                        <a:lnTo>
                          <a:pt x="34979" y="121443"/>
                        </a:lnTo>
                        <a:lnTo>
                          <a:pt x="80222" y="52387"/>
                        </a:lnTo>
                        <a:cubicBezTo>
                          <a:pt x="84191" y="29368"/>
                          <a:pt x="66729" y="1588"/>
                          <a:pt x="37360" y="0"/>
                        </a:cubicBezTo>
                        <a:cubicBezTo>
                          <a:pt x="-43602" y="21431"/>
                          <a:pt x="32598" y="33337"/>
                          <a:pt x="30217" y="50006"/>
                        </a:cubicBezTo>
                        <a:close/>
                      </a:path>
                    </a:pathLst>
                  </a:custGeom>
                  <a:solidFill>
                    <a:srgbClr val="366FA8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900"/>
                      <a:buFont typeface="Calibri"/>
                      <a:buNone/>
                    </a:pPr>
                    <a:endParaRPr sz="900" b="1" i="0" u="none" strike="noStrike" cap="none">
                      <a:solidFill>
                        <a:srgbClr val="000000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5090" name="Google Shape;5090;p70"/>
                  <p:cNvSpPr/>
                  <p:nvPr/>
                </p:nvSpPr>
                <p:spPr>
                  <a:xfrm rot="2904560">
                    <a:off x="-887721" y="3085744"/>
                    <a:ext cx="99879" cy="122824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rgbClr val="FFFFFF"/>
                  </a:solidFill>
                  <a:ln w="12700" cap="flat" cmpd="sng">
                    <a:solidFill>
                      <a:srgbClr val="81818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10800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700"/>
                      <a:buFont typeface="Calibri"/>
                      <a:buNone/>
                    </a:pPr>
                    <a:endParaRPr sz="7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091" name="Google Shape;5091;p70"/>
                  <p:cNvSpPr/>
                  <p:nvPr/>
                </p:nvSpPr>
                <p:spPr>
                  <a:xfrm>
                    <a:off x="-894646" y="3037554"/>
                    <a:ext cx="64776" cy="858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422" h="78381" extrusionOk="0">
                        <a:moveTo>
                          <a:pt x="219" y="78381"/>
                        </a:moveTo>
                        <a:cubicBezTo>
                          <a:pt x="-1454" y="18717"/>
                          <a:pt x="6534" y="-324"/>
                          <a:pt x="20468" y="5"/>
                        </a:cubicBezTo>
                        <a:cubicBezTo>
                          <a:pt x="34402" y="334"/>
                          <a:pt x="43874" y="23658"/>
                          <a:pt x="39229" y="67295"/>
                        </a:cubicBezTo>
                      </a:path>
                    </a:pathLst>
                  </a:custGeom>
                  <a:noFill/>
                  <a:ln w="12700" cap="flat" cmpd="sng">
                    <a:solidFill>
                      <a:srgbClr val="81818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10800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700"/>
                      <a:buFont typeface="Calibri"/>
                      <a:buNone/>
                    </a:pPr>
                    <a:endParaRPr sz="7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5092" name="Google Shape;5092;p70"/>
                <p:cNvSpPr/>
                <p:nvPr/>
              </p:nvSpPr>
              <p:spPr>
                <a:xfrm rot="10800000">
                  <a:off x="-2528817" y="2540092"/>
                  <a:ext cx="94800" cy="50400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144000" tIns="144000" rIns="144000" bIns="144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endParaRPr sz="1100" b="0" i="0" u="none" strike="noStrike" cap="non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093" name="Google Shape;5093;p70"/>
                <p:cNvSpPr txBox="1"/>
                <p:nvPr/>
              </p:nvSpPr>
              <p:spPr>
                <a:xfrm>
                  <a:off x="-3083201" y="2750275"/>
                  <a:ext cx="635700" cy="126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Borders</a:t>
                  </a:r>
                  <a:endParaRPr sz="1500"/>
                </a:p>
              </p:txBody>
            </p:sp>
            <p:sp>
              <p:nvSpPr>
                <p:cNvPr id="5094" name="Google Shape;5094;p70"/>
                <p:cNvSpPr/>
                <p:nvPr/>
              </p:nvSpPr>
              <p:spPr>
                <a:xfrm rot="10800000">
                  <a:off x="-2528817" y="2796365"/>
                  <a:ext cx="94800" cy="50400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144000" tIns="144000" rIns="144000" bIns="144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endParaRPr sz="1100" b="0" i="0" u="none" strike="noStrike" cap="non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5095" name="Google Shape;5095;p70"/>
                <p:cNvGrpSpPr/>
                <p:nvPr/>
              </p:nvGrpSpPr>
              <p:grpSpPr>
                <a:xfrm>
                  <a:off x="-3250430" y="2732610"/>
                  <a:ext cx="164183" cy="164183"/>
                  <a:chOff x="-3258612" y="2724389"/>
                  <a:chExt cx="180600" cy="180600"/>
                </a:xfrm>
              </p:grpSpPr>
              <p:sp>
                <p:nvSpPr>
                  <p:cNvPr id="5096" name="Google Shape;5096;p70"/>
                  <p:cNvSpPr/>
                  <p:nvPr/>
                </p:nvSpPr>
                <p:spPr>
                  <a:xfrm>
                    <a:off x="-3258612" y="2724389"/>
                    <a:ext cx="180600" cy="180600"/>
                  </a:xfrm>
                  <a:prstGeom prst="rect">
                    <a:avLst/>
                  </a:prstGeom>
                  <a:noFill/>
                  <a:ln w="12700" cap="flat" cmpd="sng">
                    <a:solidFill>
                      <a:srgbClr val="818181"/>
                    </a:solidFill>
                    <a:prstDash val="dot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180000" tIns="180000" rIns="180000" bIns="1800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600" cap="non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5097" name="Google Shape;5097;p70"/>
                  <p:cNvCxnSpPr>
                    <a:stCxn id="5096" idx="0"/>
                    <a:endCxn id="5096" idx="2"/>
                  </p:cNvCxnSpPr>
                  <p:nvPr/>
                </p:nvCxnSpPr>
                <p:spPr>
                  <a:xfrm>
                    <a:off x="-3168312" y="2724389"/>
                    <a:ext cx="0" cy="180600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rgbClr val="818181"/>
                    </a:solidFill>
                    <a:prstDash val="dot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98" name="Google Shape;5098;p70"/>
                  <p:cNvCxnSpPr>
                    <a:stCxn id="5096" idx="1"/>
                    <a:endCxn id="5096" idx="3"/>
                  </p:cNvCxnSpPr>
                  <p:nvPr/>
                </p:nvCxnSpPr>
                <p:spPr>
                  <a:xfrm>
                    <a:off x="-3258612" y="2814689"/>
                    <a:ext cx="180600" cy="0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rgbClr val="818181"/>
                    </a:solidFill>
                    <a:prstDash val="dot"/>
                    <a:miter lim="800000"/>
                    <a:headEnd type="none" w="sm" len="sm"/>
                    <a:tailEnd type="none" w="sm" len="sm"/>
                  </a:ln>
                </p:spPr>
              </p:cxnSp>
            </p:grpSp>
          </p:grpSp>
        </p:grpSp>
        <p:grpSp>
          <p:nvGrpSpPr>
            <p:cNvPr id="5099" name="Google Shape;5099;p70"/>
            <p:cNvGrpSpPr/>
            <p:nvPr/>
          </p:nvGrpSpPr>
          <p:grpSpPr>
            <a:xfrm>
              <a:off x="-3786437" y="3410167"/>
              <a:ext cx="3693486" cy="3283188"/>
              <a:chOff x="-3786437" y="3410167"/>
              <a:chExt cx="3693486" cy="3283188"/>
            </a:xfrm>
          </p:grpSpPr>
          <p:sp>
            <p:nvSpPr>
              <p:cNvPr id="5100" name="Google Shape;5100;p70"/>
              <p:cNvSpPr/>
              <p:nvPr/>
            </p:nvSpPr>
            <p:spPr>
              <a:xfrm>
                <a:off x="-3786165" y="3410167"/>
                <a:ext cx="3593100" cy="26415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ECECE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44000" rIns="180000" bIns="14400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cap="none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EDIT TABLE</a:t>
                </a:r>
                <a:endParaRPr sz="1500"/>
              </a:p>
            </p:txBody>
          </p:sp>
          <p:sp>
            <p:nvSpPr>
              <p:cNvPr id="5101" name="Google Shape;5101;p70"/>
              <p:cNvSpPr/>
              <p:nvPr/>
            </p:nvSpPr>
            <p:spPr>
              <a:xfrm>
                <a:off x="-3603587" y="3874766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500"/>
              </a:p>
            </p:txBody>
          </p:sp>
          <p:sp>
            <p:nvSpPr>
              <p:cNvPr id="5102" name="Google Shape;5102;p70"/>
              <p:cNvSpPr/>
              <p:nvPr/>
            </p:nvSpPr>
            <p:spPr>
              <a:xfrm>
                <a:off x="-3319416" y="3874767"/>
                <a:ext cx="3008700" cy="32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Select the preferred number of rows and/or columns of the table and go to the tab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‘Layout’</a:t>
                </a: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sz="1500"/>
              </a:p>
            </p:txBody>
          </p:sp>
          <p:sp>
            <p:nvSpPr>
              <p:cNvPr id="5103" name="Google Shape;5103;p70"/>
              <p:cNvSpPr/>
              <p:nvPr/>
            </p:nvSpPr>
            <p:spPr>
              <a:xfrm>
                <a:off x="-3786437" y="5865355"/>
                <a:ext cx="3593700" cy="828000"/>
              </a:xfrm>
              <a:prstGeom prst="rect">
                <a:avLst/>
              </a:prstGeom>
              <a:solidFill>
                <a:srgbClr val="ECECEC"/>
              </a:solidFill>
              <a:ln w="9525" cap="flat" cmpd="sng">
                <a:solidFill>
                  <a:srgbClr val="ECECE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44000" rIns="180000" bIns="1440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WANT TO KNOW MORE?</a:t>
                </a:r>
                <a:b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Go to the tab</a:t>
                </a:r>
                <a: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'SLIDEBUILDER’ </a:t>
                </a: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and click</a:t>
                </a:r>
                <a:b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on the button </a:t>
                </a:r>
                <a: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‘INSPIRATION'</a:t>
                </a:r>
                <a:endParaRPr sz="1500"/>
              </a:p>
            </p:txBody>
          </p:sp>
          <p:grpSp>
            <p:nvGrpSpPr>
              <p:cNvPr id="5104" name="Google Shape;5104;p70"/>
              <p:cNvGrpSpPr/>
              <p:nvPr/>
            </p:nvGrpSpPr>
            <p:grpSpPr>
              <a:xfrm>
                <a:off x="-376743" y="5729416"/>
                <a:ext cx="283792" cy="283792"/>
                <a:chOff x="-510741" y="5913713"/>
                <a:chExt cx="267652" cy="267652"/>
              </a:xfrm>
            </p:grpSpPr>
            <p:sp>
              <p:nvSpPr>
                <p:cNvPr id="5105" name="Google Shape;5105;p70"/>
                <p:cNvSpPr/>
                <p:nvPr/>
              </p:nvSpPr>
              <p:spPr>
                <a:xfrm>
                  <a:off x="-491853" y="5932072"/>
                  <a:ext cx="230700" cy="230700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txBody>
                <a:bodyPr spcFirstLastPara="1" wrap="square" lIns="180000" tIns="180000" rIns="180000" bIns="180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06" name="Google Shape;5106;p70" descr="Informatie"/>
                <p:cNvSpPr/>
                <p:nvPr/>
              </p:nvSpPr>
              <p:spPr>
                <a:xfrm>
                  <a:off x="-510741" y="5913713"/>
                  <a:ext cx="267652" cy="2676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719" h="291719" extrusionOk="0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107" name="Google Shape;5107;p70"/>
              <p:cNvGrpSpPr/>
              <p:nvPr/>
            </p:nvGrpSpPr>
            <p:grpSpPr>
              <a:xfrm>
                <a:off x="-938434" y="6002732"/>
                <a:ext cx="627900" cy="576654"/>
                <a:chOff x="-938434" y="4570310"/>
                <a:chExt cx="627900" cy="576654"/>
              </a:xfrm>
            </p:grpSpPr>
            <p:grpSp>
              <p:nvGrpSpPr>
                <p:cNvPr id="5108" name="Google Shape;5108;p70"/>
                <p:cNvGrpSpPr/>
                <p:nvPr/>
              </p:nvGrpSpPr>
              <p:grpSpPr>
                <a:xfrm>
                  <a:off x="-716116" y="4570310"/>
                  <a:ext cx="169777" cy="242385"/>
                  <a:chOff x="4768" y="2783"/>
                  <a:chExt cx="788" cy="1125"/>
                </a:xfrm>
              </p:grpSpPr>
              <p:sp>
                <p:nvSpPr>
                  <p:cNvPr id="5109" name="Google Shape;5109;p70"/>
                  <p:cNvSpPr/>
                  <p:nvPr/>
                </p:nvSpPr>
                <p:spPr>
                  <a:xfrm>
                    <a:off x="5001" y="3186"/>
                    <a:ext cx="319" cy="2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9" h="288" extrusionOk="0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endParaRPr sz="300" b="0" i="0" u="none" strike="noStrike" cap="non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5110" name="Google Shape;5110;p70"/>
                  <p:cNvSpPr/>
                  <p:nvPr/>
                </p:nvSpPr>
                <p:spPr>
                  <a:xfrm>
                    <a:off x="5022" y="3796"/>
                    <a:ext cx="282" cy="1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1" h="100" extrusionOk="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endParaRPr sz="300" b="0" i="0" u="none" strike="noStrike" cap="non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5111" name="Google Shape;5111;p70"/>
                  <p:cNvSpPr/>
                  <p:nvPr/>
                </p:nvSpPr>
                <p:spPr>
                  <a:xfrm>
                    <a:off x="4768" y="2783"/>
                    <a:ext cx="788" cy="9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2" h="860" extrusionOk="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endParaRPr sz="300" b="0" i="0" u="none" strike="noStrike" cap="non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  <p:sp>
              <p:nvSpPr>
                <p:cNvPr id="5112" name="Google Shape;5112;p70"/>
                <p:cNvSpPr txBox="1"/>
                <p:nvPr/>
              </p:nvSpPr>
              <p:spPr>
                <a:xfrm>
                  <a:off x="-938434" y="4824764"/>
                  <a:ext cx="627900" cy="322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211F26"/>
                    </a:buClr>
                    <a:buSzPts val="1100"/>
                    <a:buFont typeface="Calibri"/>
                    <a:buNone/>
                  </a:pPr>
                  <a:r>
                    <a:rPr lang="en-US" sz="1100" b="0" i="0" u="none" strike="noStrike" cap="none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Inspiration</a:t>
                  </a:r>
                  <a:endParaRPr sz="1500"/>
                </a:p>
              </p:txBody>
            </p:sp>
          </p:grpSp>
          <p:sp>
            <p:nvSpPr>
              <p:cNvPr id="5113" name="Google Shape;5113;p70"/>
              <p:cNvSpPr/>
              <p:nvPr/>
            </p:nvSpPr>
            <p:spPr>
              <a:xfrm>
                <a:off x="-3603587" y="4396122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sz="1500"/>
              </a:p>
            </p:txBody>
          </p:sp>
          <p:sp>
            <p:nvSpPr>
              <p:cNvPr id="5114" name="Google Shape;5114;p70"/>
              <p:cNvSpPr/>
              <p:nvPr/>
            </p:nvSpPr>
            <p:spPr>
              <a:xfrm>
                <a:off x="-3319415" y="4396123"/>
                <a:ext cx="2944800" cy="49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At the section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‘Rows and columns’</a:t>
                </a: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you can delete or add rows and columns. Choose from the variety of options:</a:t>
                </a:r>
                <a:endParaRPr sz="1500"/>
              </a:p>
            </p:txBody>
          </p:sp>
          <p:grpSp>
            <p:nvGrpSpPr>
              <p:cNvPr id="5115" name="Google Shape;5115;p70"/>
              <p:cNvGrpSpPr/>
              <p:nvPr/>
            </p:nvGrpSpPr>
            <p:grpSpPr>
              <a:xfrm>
                <a:off x="-3415313" y="4996941"/>
                <a:ext cx="3013670" cy="673552"/>
                <a:chOff x="-3415313" y="4996941"/>
                <a:chExt cx="3013670" cy="673552"/>
              </a:xfrm>
            </p:grpSpPr>
            <p:grpSp>
              <p:nvGrpSpPr>
                <p:cNvPr id="5116" name="Google Shape;5116;p70"/>
                <p:cNvGrpSpPr/>
                <p:nvPr/>
              </p:nvGrpSpPr>
              <p:grpSpPr>
                <a:xfrm>
                  <a:off x="-3415313" y="5041676"/>
                  <a:ext cx="761400" cy="529478"/>
                  <a:chOff x="-3492543" y="5041676"/>
                  <a:chExt cx="761400" cy="529478"/>
                </a:xfrm>
              </p:grpSpPr>
              <p:grpSp>
                <p:nvGrpSpPr>
                  <p:cNvPr id="5117" name="Google Shape;5117;p70"/>
                  <p:cNvGrpSpPr/>
                  <p:nvPr/>
                </p:nvGrpSpPr>
                <p:grpSpPr>
                  <a:xfrm>
                    <a:off x="-3307834" y="5041676"/>
                    <a:ext cx="541855" cy="493410"/>
                    <a:chOff x="-3307743" y="4999319"/>
                    <a:chExt cx="719691" cy="655346"/>
                  </a:xfrm>
                </p:grpSpPr>
                <p:grpSp>
                  <p:nvGrpSpPr>
                    <p:cNvPr id="5118" name="Google Shape;5118;p70"/>
                    <p:cNvGrpSpPr/>
                    <p:nvPr/>
                  </p:nvGrpSpPr>
                  <p:grpSpPr>
                    <a:xfrm>
                      <a:off x="-3307743" y="4999319"/>
                      <a:ext cx="516924" cy="439500"/>
                      <a:chOff x="-3307743" y="4999319"/>
                      <a:chExt cx="516924" cy="439500"/>
                    </a:xfrm>
                  </p:grpSpPr>
                  <p:cxnSp>
                    <p:nvCxnSpPr>
                      <p:cNvPr id="5119" name="Google Shape;5119;p70"/>
                      <p:cNvCxnSpPr/>
                      <p:nvPr/>
                    </p:nvCxnSpPr>
                    <p:spPr>
                      <a:xfrm>
                        <a:off x="-3307743" y="5141843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5120" name="Google Shape;5120;p70"/>
                      <p:cNvCxnSpPr/>
                      <p:nvPr/>
                    </p:nvCxnSpPr>
                    <p:spPr>
                      <a:xfrm>
                        <a:off x="-3307743" y="5290267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5121" name="Google Shape;5121;p70"/>
                      <p:cNvCxnSpPr/>
                      <p:nvPr/>
                    </p:nvCxnSpPr>
                    <p:spPr>
                      <a:xfrm flipH="1">
                        <a:off x="-2969849" y="4999319"/>
                        <a:ext cx="1500" cy="4395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5122" name="Google Shape;5122;p70"/>
                      <p:cNvCxnSpPr/>
                      <p:nvPr/>
                    </p:nvCxnSpPr>
                    <p:spPr>
                      <a:xfrm flipH="1">
                        <a:off x="-3142127" y="4999319"/>
                        <a:ext cx="1500" cy="4395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sp>
                    <p:nvSpPr>
                      <p:cNvPr id="5123" name="Google Shape;5123;p70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rgbClr val="6C6C6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5124" name="Google Shape;5124;p70"/>
                    <p:cNvSpPr/>
                    <p:nvPr/>
                  </p:nvSpPr>
                  <p:spPr>
                    <a:xfrm rot="2700000">
                      <a:off x="-3022852" y="5219864"/>
                      <a:ext cx="360200" cy="3602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0000" h="360000" extrusionOk="0">
                          <a:moveTo>
                            <a:pt x="7908" y="160908"/>
                          </a:moveTo>
                          <a:cubicBezTo>
                            <a:pt x="12794" y="156022"/>
                            <a:pt x="19544" y="153000"/>
                            <a:pt x="27000" y="153000"/>
                          </a:cubicBezTo>
                          <a:lnTo>
                            <a:pt x="153000" y="153000"/>
                          </a:lnTo>
                          <a:lnTo>
                            <a:pt x="153000" y="27000"/>
                          </a:lnTo>
                          <a:cubicBezTo>
                            <a:pt x="153000" y="12088"/>
                            <a:pt x="165088" y="0"/>
                            <a:pt x="180000" y="0"/>
                          </a:cubicBezTo>
                          <a:cubicBezTo>
                            <a:pt x="194912" y="0"/>
                            <a:pt x="207000" y="12088"/>
                            <a:pt x="207000" y="27000"/>
                          </a:cubicBezTo>
                          <a:lnTo>
                            <a:pt x="207000" y="153000"/>
                          </a:lnTo>
                          <a:lnTo>
                            <a:pt x="333000" y="153000"/>
                          </a:lnTo>
                          <a:cubicBezTo>
                            <a:pt x="347912" y="153000"/>
                            <a:pt x="360000" y="165088"/>
                            <a:pt x="360000" y="180000"/>
                          </a:cubicBezTo>
                          <a:cubicBezTo>
                            <a:pt x="360000" y="194912"/>
                            <a:pt x="347912" y="207000"/>
                            <a:pt x="333000" y="207000"/>
                          </a:cubicBezTo>
                          <a:lnTo>
                            <a:pt x="207000" y="207000"/>
                          </a:lnTo>
                          <a:lnTo>
                            <a:pt x="207000" y="333000"/>
                          </a:lnTo>
                          <a:cubicBezTo>
                            <a:pt x="207000" y="347912"/>
                            <a:pt x="194912" y="360000"/>
                            <a:pt x="180000" y="360000"/>
                          </a:cubicBezTo>
                          <a:cubicBezTo>
                            <a:pt x="165088" y="360000"/>
                            <a:pt x="153000" y="347912"/>
                            <a:pt x="153000" y="333000"/>
                          </a:cubicBezTo>
                          <a:lnTo>
                            <a:pt x="153000" y="207000"/>
                          </a:lnTo>
                          <a:lnTo>
                            <a:pt x="27000" y="207000"/>
                          </a:lnTo>
                          <a:cubicBezTo>
                            <a:pt x="12088" y="207000"/>
                            <a:pt x="0" y="194912"/>
                            <a:pt x="0" y="180000"/>
                          </a:cubicBezTo>
                          <a:cubicBezTo>
                            <a:pt x="0" y="172544"/>
                            <a:pt x="3022" y="165794"/>
                            <a:pt x="7908" y="160908"/>
                          </a:cubicBezTo>
                          <a:close/>
                        </a:path>
                      </a:pathLst>
                    </a:custGeom>
                    <a:solidFill>
                      <a:srgbClr val="F0615F"/>
                    </a:solidFill>
                    <a:ln w="28575" cap="flat" cmpd="sng">
                      <a:solidFill>
                        <a:schemeClr val="lt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80000" tIns="180000" rIns="180000" bIns="180000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125" name="Google Shape;5125;p70"/>
                  <p:cNvSpPr txBox="1"/>
                  <p:nvPr/>
                </p:nvSpPr>
                <p:spPr>
                  <a:xfrm>
                    <a:off x="-3492543" y="5440654"/>
                    <a:ext cx="761400" cy="130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Delete</a:t>
                    </a:r>
                    <a:endParaRPr sz="1500"/>
                  </a:p>
                </p:txBody>
              </p:sp>
            </p:grpSp>
            <p:grpSp>
              <p:nvGrpSpPr>
                <p:cNvPr id="5126" name="Google Shape;5126;p70"/>
                <p:cNvGrpSpPr/>
                <p:nvPr/>
              </p:nvGrpSpPr>
              <p:grpSpPr>
                <a:xfrm>
                  <a:off x="-2582156" y="4996941"/>
                  <a:ext cx="572100" cy="673552"/>
                  <a:chOff x="-2709168" y="4996941"/>
                  <a:chExt cx="572100" cy="673552"/>
                </a:xfrm>
              </p:grpSpPr>
              <p:grpSp>
                <p:nvGrpSpPr>
                  <p:cNvPr id="5127" name="Google Shape;5127;p70"/>
                  <p:cNvGrpSpPr/>
                  <p:nvPr/>
                </p:nvGrpSpPr>
                <p:grpSpPr>
                  <a:xfrm>
                    <a:off x="-2610062" y="4996941"/>
                    <a:ext cx="389192" cy="375631"/>
                    <a:chOff x="-2542178" y="4939907"/>
                    <a:chExt cx="516924" cy="498913"/>
                  </a:xfrm>
                </p:grpSpPr>
                <p:sp>
                  <p:nvSpPr>
                    <p:cNvPr id="5128" name="Google Shape;5128;p70"/>
                    <p:cNvSpPr/>
                    <p:nvPr/>
                  </p:nvSpPr>
                  <p:spPr>
                    <a:xfrm>
                      <a:off x="-2538526" y="5145278"/>
                      <a:ext cx="510600" cy="150300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txBody>
                    <a:bodyPr spcFirstLastPara="1" wrap="square" lIns="180000" tIns="180000" rIns="180000" bIns="180000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5129" name="Google Shape;5129;p70"/>
                    <p:cNvGrpSpPr/>
                    <p:nvPr/>
                  </p:nvGrpSpPr>
                  <p:grpSpPr>
                    <a:xfrm>
                      <a:off x="-2542178" y="4999319"/>
                      <a:ext cx="516924" cy="439500"/>
                      <a:chOff x="-3307743" y="4999319"/>
                      <a:chExt cx="516924" cy="439500"/>
                    </a:xfrm>
                  </p:grpSpPr>
                  <p:cxnSp>
                    <p:nvCxnSpPr>
                      <p:cNvPr id="5130" name="Google Shape;5130;p70"/>
                      <p:cNvCxnSpPr/>
                      <p:nvPr/>
                    </p:nvCxnSpPr>
                    <p:spPr>
                      <a:xfrm>
                        <a:off x="-3307743" y="5141843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5131" name="Google Shape;5131;p70"/>
                      <p:cNvCxnSpPr/>
                      <p:nvPr/>
                    </p:nvCxnSpPr>
                    <p:spPr>
                      <a:xfrm>
                        <a:off x="-3307743" y="5290267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5132" name="Google Shape;5132;p70"/>
                      <p:cNvCxnSpPr/>
                      <p:nvPr/>
                    </p:nvCxnSpPr>
                    <p:spPr>
                      <a:xfrm>
                        <a:off x="-2969743" y="5295569"/>
                        <a:ext cx="0" cy="1431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5133" name="Google Shape;5133;p70"/>
                      <p:cNvCxnSpPr/>
                      <p:nvPr/>
                    </p:nvCxnSpPr>
                    <p:spPr>
                      <a:xfrm>
                        <a:off x="-3142021" y="5295569"/>
                        <a:ext cx="0" cy="1431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sp>
                    <p:nvSpPr>
                      <p:cNvPr id="5134" name="Google Shape;5134;p70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rgbClr val="6C6C6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5135" name="Google Shape;5135;p70"/>
                    <p:cNvSpPr/>
                    <p:nvPr/>
                  </p:nvSpPr>
                  <p:spPr>
                    <a:xfrm rot="-5400000">
                      <a:off x="-2415084" y="4945457"/>
                      <a:ext cx="278700" cy="267600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 cap="flat" cmpd="sng">
                      <a:solidFill>
                        <a:schemeClr val="lt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136" name="Google Shape;5136;p70"/>
                  <p:cNvSpPr txBox="1"/>
                  <p:nvPr/>
                </p:nvSpPr>
                <p:spPr>
                  <a:xfrm>
                    <a:off x="-2709168" y="5460793"/>
                    <a:ext cx="572100" cy="209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Insert Above</a:t>
                    </a:r>
                    <a:endParaRPr sz="1500"/>
                  </a:p>
                </p:txBody>
              </p:sp>
            </p:grpSp>
            <p:grpSp>
              <p:nvGrpSpPr>
                <p:cNvPr id="5137" name="Google Shape;5137;p70"/>
                <p:cNvGrpSpPr/>
                <p:nvPr/>
              </p:nvGrpSpPr>
              <p:grpSpPr>
                <a:xfrm>
                  <a:off x="-2036147" y="5039479"/>
                  <a:ext cx="572100" cy="631014"/>
                  <a:chOff x="-2099568" y="5039479"/>
                  <a:chExt cx="572100" cy="631014"/>
                </a:xfrm>
              </p:grpSpPr>
              <p:grpSp>
                <p:nvGrpSpPr>
                  <p:cNvPr id="5138" name="Google Shape;5138;p70"/>
                  <p:cNvGrpSpPr/>
                  <p:nvPr/>
                </p:nvGrpSpPr>
                <p:grpSpPr>
                  <a:xfrm rot="10800000">
                    <a:off x="-2004273" y="5039479"/>
                    <a:ext cx="389192" cy="375631"/>
                    <a:chOff x="-2542178" y="4939907"/>
                    <a:chExt cx="516924" cy="498913"/>
                  </a:xfrm>
                </p:grpSpPr>
                <p:sp>
                  <p:nvSpPr>
                    <p:cNvPr id="5139" name="Google Shape;5139;p70"/>
                    <p:cNvSpPr/>
                    <p:nvPr/>
                  </p:nvSpPr>
                  <p:spPr>
                    <a:xfrm>
                      <a:off x="-2538526" y="5145278"/>
                      <a:ext cx="510600" cy="135600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txBody>
                    <a:bodyPr spcFirstLastPara="1" wrap="square" lIns="180000" tIns="180000" rIns="180000" bIns="180000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5140" name="Google Shape;5140;p70"/>
                    <p:cNvGrpSpPr/>
                    <p:nvPr/>
                  </p:nvGrpSpPr>
                  <p:grpSpPr>
                    <a:xfrm>
                      <a:off x="-2542178" y="4999319"/>
                      <a:ext cx="516924" cy="439500"/>
                      <a:chOff x="-3307743" y="4999319"/>
                      <a:chExt cx="516924" cy="439500"/>
                    </a:xfrm>
                  </p:grpSpPr>
                  <p:cxnSp>
                    <p:nvCxnSpPr>
                      <p:cNvPr id="5141" name="Google Shape;5141;p70"/>
                      <p:cNvCxnSpPr/>
                      <p:nvPr/>
                    </p:nvCxnSpPr>
                    <p:spPr>
                      <a:xfrm>
                        <a:off x="-3307743" y="5141843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5142" name="Google Shape;5142;p70"/>
                      <p:cNvCxnSpPr/>
                      <p:nvPr/>
                    </p:nvCxnSpPr>
                    <p:spPr>
                      <a:xfrm>
                        <a:off x="-3307743" y="5290267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5143" name="Google Shape;5143;p70"/>
                      <p:cNvCxnSpPr/>
                      <p:nvPr/>
                    </p:nvCxnSpPr>
                    <p:spPr>
                      <a:xfrm>
                        <a:off x="-2969743" y="5295569"/>
                        <a:ext cx="0" cy="1431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5144" name="Google Shape;5144;p70"/>
                      <p:cNvCxnSpPr/>
                      <p:nvPr/>
                    </p:nvCxnSpPr>
                    <p:spPr>
                      <a:xfrm>
                        <a:off x="-3142021" y="5295569"/>
                        <a:ext cx="0" cy="1431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sp>
                    <p:nvSpPr>
                      <p:cNvPr id="5145" name="Google Shape;5145;p70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rgbClr val="6C6C6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5146" name="Google Shape;5146;p70"/>
                    <p:cNvSpPr/>
                    <p:nvPr/>
                  </p:nvSpPr>
                  <p:spPr>
                    <a:xfrm rot="-5400000">
                      <a:off x="-2415084" y="4945457"/>
                      <a:ext cx="278700" cy="267600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 cap="flat" cmpd="sng">
                      <a:solidFill>
                        <a:schemeClr val="lt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147" name="Google Shape;5147;p70"/>
                  <p:cNvSpPr txBox="1"/>
                  <p:nvPr/>
                </p:nvSpPr>
                <p:spPr>
                  <a:xfrm>
                    <a:off x="-2099568" y="5460793"/>
                    <a:ext cx="572100" cy="209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Insert Below</a:t>
                    </a:r>
                    <a:endParaRPr sz="1500"/>
                  </a:p>
                </p:txBody>
              </p:sp>
            </p:grpSp>
            <p:grpSp>
              <p:nvGrpSpPr>
                <p:cNvPr id="5148" name="Google Shape;5148;p70"/>
                <p:cNvGrpSpPr/>
                <p:nvPr/>
              </p:nvGrpSpPr>
              <p:grpSpPr>
                <a:xfrm>
                  <a:off x="-1497156" y="5039474"/>
                  <a:ext cx="572100" cy="631019"/>
                  <a:chOff x="-1501387" y="5039474"/>
                  <a:chExt cx="572100" cy="631019"/>
                </a:xfrm>
              </p:grpSpPr>
              <p:grpSp>
                <p:nvGrpSpPr>
                  <p:cNvPr id="5149" name="Google Shape;5149;p70"/>
                  <p:cNvGrpSpPr/>
                  <p:nvPr/>
                </p:nvGrpSpPr>
                <p:grpSpPr>
                  <a:xfrm rot="10800000">
                    <a:off x="-1453828" y="5039474"/>
                    <a:ext cx="426866" cy="332957"/>
                    <a:chOff x="-2542179" y="4996586"/>
                    <a:chExt cx="566963" cy="442233"/>
                  </a:xfrm>
                </p:grpSpPr>
                <p:sp>
                  <p:nvSpPr>
                    <p:cNvPr id="5150" name="Google Shape;5150;p70"/>
                    <p:cNvSpPr/>
                    <p:nvPr/>
                  </p:nvSpPr>
                  <p:spPr>
                    <a:xfrm>
                      <a:off x="-2375154" y="4996588"/>
                      <a:ext cx="165900" cy="435900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txBody>
                    <a:bodyPr spcFirstLastPara="1" wrap="square" lIns="180000" tIns="180000" rIns="180000" bIns="180000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5151" name="Google Shape;5151;p70"/>
                    <p:cNvGrpSpPr/>
                    <p:nvPr/>
                  </p:nvGrpSpPr>
                  <p:grpSpPr>
                    <a:xfrm>
                      <a:off x="-2542179" y="4996586"/>
                      <a:ext cx="516925" cy="442233"/>
                      <a:chOff x="-3307744" y="4996586"/>
                      <a:chExt cx="516925" cy="442233"/>
                    </a:xfrm>
                  </p:grpSpPr>
                  <p:cxnSp>
                    <p:nvCxnSpPr>
                      <p:cNvPr id="5152" name="Google Shape;5152;p70"/>
                      <p:cNvCxnSpPr/>
                      <p:nvPr/>
                    </p:nvCxnSpPr>
                    <p:spPr>
                      <a:xfrm>
                        <a:off x="-3307744" y="5141843"/>
                        <a:ext cx="1623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5153" name="Google Shape;5153;p70"/>
                      <p:cNvCxnSpPr/>
                      <p:nvPr/>
                    </p:nvCxnSpPr>
                    <p:spPr>
                      <a:xfrm>
                        <a:off x="-3307744" y="5290267"/>
                        <a:ext cx="1671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5154" name="Google Shape;5154;p70"/>
                      <p:cNvCxnSpPr/>
                      <p:nvPr/>
                    </p:nvCxnSpPr>
                    <p:spPr>
                      <a:xfrm>
                        <a:off x="-2969743" y="5001324"/>
                        <a:ext cx="0" cy="4374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5155" name="Google Shape;5155;p70"/>
                      <p:cNvCxnSpPr/>
                      <p:nvPr/>
                    </p:nvCxnSpPr>
                    <p:spPr>
                      <a:xfrm>
                        <a:off x="-3142021" y="4996586"/>
                        <a:ext cx="0" cy="4422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sp>
                    <p:nvSpPr>
                      <p:cNvPr id="5156" name="Google Shape;5156;p70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rgbClr val="6C6C6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5157" name="Google Shape;5157;p70"/>
                    <p:cNvSpPr/>
                    <p:nvPr/>
                  </p:nvSpPr>
                  <p:spPr>
                    <a:xfrm>
                      <a:off x="-2253916" y="5077408"/>
                      <a:ext cx="278700" cy="267600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 cap="flat" cmpd="sng">
                      <a:solidFill>
                        <a:schemeClr val="lt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158" name="Google Shape;5158;p70"/>
                  <p:cNvSpPr txBox="1"/>
                  <p:nvPr/>
                </p:nvSpPr>
                <p:spPr>
                  <a:xfrm>
                    <a:off x="-1501387" y="5460793"/>
                    <a:ext cx="572100" cy="209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Insert </a:t>
                    </a:r>
                    <a:b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</a:br>
                    <a: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Left</a:t>
                    </a:r>
                    <a:endParaRPr sz="1500"/>
                  </a:p>
                </p:txBody>
              </p:sp>
            </p:grpSp>
            <p:grpSp>
              <p:nvGrpSpPr>
                <p:cNvPr id="5159" name="Google Shape;5159;p70"/>
                <p:cNvGrpSpPr/>
                <p:nvPr/>
              </p:nvGrpSpPr>
              <p:grpSpPr>
                <a:xfrm>
                  <a:off x="-973743" y="5039474"/>
                  <a:ext cx="572100" cy="631019"/>
                  <a:chOff x="-961551" y="5039474"/>
                  <a:chExt cx="572100" cy="631019"/>
                </a:xfrm>
              </p:grpSpPr>
              <p:grpSp>
                <p:nvGrpSpPr>
                  <p:cNvPr id="5160" name="Google Shape;5160;p70"/>
                  <p:cNvGrpSpPr/>
                  <p:nvPr/>
                </p:nvGrpSpPr>
                <p:grpSpPr>
                  <a:xfrm rot="10800000" flipH="1">
                    <a:off x="-868898" y="5039474"/>
                    <a:ext cx="426866" cy="332957"/>
                    <a:chOff x="-2542179" y="4996586"/>
                    <a:chExt cx="566963" cy="442233"/>
                  </a:xfrm>
                </p:grpSpPr>
                <p:sp>
                  <p:nvSpPr>
                    <p:cNvPr id="5161" name="Google Shape;5161;p70"/>
                    <p:cNvSpPr/>
                    <p:nvPr/>
                  </p:nvSpPr>
                  <p:spPr>
                    <a:xfrm>
                      <a:off x="-2375154" y="4996588"/>
                      <a:ext cx="165900" cy="435900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txBody>
                    <a:bodyPr spcFirstLastPara="1" wrap="square" lIns="180000" tIns="180000" rIns="180000" bIns="180000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5162" name="Google Shape;5162;p70"/>
                    <p:cNvGrpSpPr/>
                    <p:nvPr/>
                  </p:nvGrpSpPr>
                  <p:grpSpPr>
                    <a:xfrm>
                      <a:off x="-2542179" y="4996586"/>
                      <a:ext cx="516925" cy="442233"/>
                      <a:chOff x="-3307744" y="4996586"/>
                      <a:chExt cx="516925" cy="442233"/>
                    </a:xfrm>
                  </p:grpSpPr>
                  <p:cxnSp>
                    <p:nvCxnSpPr>
                      <p:cNvPr id="5163" name="Google Shape;5163;p70"/>
                      <p:cNvCxnSpPr/>
                      <p:nvPr/>
                    </p:nvCxnSpPr>
                    <p:spPr>
                      <a:xfrm>
                        <a:off x="-3307744" y="5141843"/>
                        <a:ext cx="1623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5164" name="Google Shape;5164;p70"/>
                      <p:cNvCxnSpPr/>
                      <p:nvPr/>
                    </p:nvCxnSpPr>
                    <p:spPr>
                      <a:xfrm>
                        <a:off x="-3307744" y="5290267"/>
                        <a:ext cx="1671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5165" name="Google Shape;5165;p70"/>
                      <p:cNvCxnSpPr/>
                      <p:nvPr/>
                    </p:nvCxnSpPr>
                    <p:spPr>
                      <a:xfrm>
                        <a:off x="-2969743" y="5001324"/>
                        <a:ext cx="0" cy="4374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5166" name="Google Shape;5166;p70"/>
                      <p:cNvCxnSpPr/>
                      <p:nvPr/>
                    </p:nvCxnSpPr>
                    <p:spPr>
                      <a:xfrm>
                        <a:off x="-3142021" y="4996586"/>
                        <a:ext cx="0" cy="4422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sp>
                    <p:nvSpPr>
                      <p:cNvPr id="5167" name="Google Shape;5167;p70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rgbClr val="6C6C6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5168" name="Google Shape;5168;p70"/>
                    <p:cNvSpPr/>
                    <p:nvPr/>
                  </p:nvSpPr>
                  <p:spPr>
                    <a:xfrm>
                      <a:off x="-2253916" y="5077408"/>
                      <a:ext cx="278700" cy="267600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 cap="flat" cmpd="sng">
                      <a:solidFill>
                        <a:schemeClr val="lt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169" name="Google Shape;5169;p70"/>
                  <p:cNvSpPr txBox="1"/>
                  <p:nvPr/>
                </p:nvSpPr>
                <p:spPr>
                  <a:xfrm>
                    <a:off x="-961551" y="5460793"/>
                    <a:ext cx="572100" cy="209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Insert</a:t>
                    </a:r>
                    <a:b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</a:br>
                    <a: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Right</a:t>
                    </a:r>
                    <a:endParaRPr sz="1500"/>
                  </a:p>
                </p:txBody>
              </p:sp>
            </p:grpSp>
          </p:grpSp>
        </p:grpSp>
      </p:grpSp>
      <p:grpSp>
        <p:nvGrpSpPr>
          <p:cNvPr id="5170" name="Google Shape;5170;p70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5171" name="Google Shape;5171;p70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5172" name="Google Shape;5172;p70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5173" name="Google Shape;5173;p70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174" name="Google Shape;5174;p70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5175" name="Google Shape;5175;p70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5176" name="Google Shape;5176;p70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177" name="Google Shape;5177;p70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178" name="Google Shape;5178;p70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5179" name="Google Shape;5179;p70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5180" name="Google Shape;5180;p70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5181" name="Google Shape;5181;p70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5182" name="Google Shape;5182;p70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5183" name="Google Shape;5183;p70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5184" name="Google Shape;5184;p70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5185" name="Google Shape;5185;p70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5186" name="Google Shape;5186;p70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187" name="Google Shape;5187;p70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5188" name="Google Shape;5188;p70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189" name="Google Shape;5189;p70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5190" name="Google Shape;5190;p70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5191" name="Google Shape;5191;p70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5192" name="Google Shape;5192;p70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5193" name="Google Shape;5193;p70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4" name="Google Shape;5194;p70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95" name="Google Shape;5195;p70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5196" name="Google Shape;5196;p70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5197" name="Google Shape;5197;p70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198" name="Google Shape;5198;p70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5199" name="Google Shape;5199;p70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200" name="Google Shape;5200;p70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01" name="Google Shape;5201;p70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02" name="Google Shape;5202;p70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03" name="Google Shape;5203;p70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04" name="Google Shape;5204;p70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205" name="Google Shape;5205;p70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206" name="Google Shape;5206;p70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5207" name="Google Shape;5207;p70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208" name="Google Shape;5208;p70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09" name="Google Shape;5209;p70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10" name="Google Shape;5210;p70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11" name="Google Shape;5211;p70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12" name="Google Shape;5212;p70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213" name="Google Shape;5213;p70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5214" name="Google Shape;5214;p70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5215" name="Google Shape;5215;p70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5216" name="Google Shape;5216;p70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5217" name="Google Shape;5217;p70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5218" name="Google Shape;5218;p70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5219" name="Google Shape;5219;p70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220" name="Google Shape;5220;p70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221" name="Google Shape;5221;p70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22" name="Google Shape;5222;p70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23" name="Google Shape;5223;p70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24" name="Google Shape;5224;p70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25" name="Google Shape;5225;p70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226" name="Google Shape;5226;p70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227" name="Google Shape;5227;p70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5228" name="Google Shape;5228;p70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229" name="Google Shape;5229;p70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230" name="Google Shape;5230;p70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31" name="Google Shape;5231;p70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32" name="Google Shape;5232;p70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33" name="Google Shape;5233;p70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34" name="Google Shape;5234;p70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235" name="Google Shape;5235;p70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236" name="Google Shape;5236;p70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5237" name="Google Shape;5237;p70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5238" name="Google Shape;5238;p70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239" name="Google Shape;5239;p70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240" name="Google Shape;5240;p70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5241" name="Google Shape;5241;p70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5242" name="Google Shape;5242;p70"/>
          <p:cNvSpPr txBox="1">
            <a:spLocks noGrp="1"/>
          </p:cNvSpPr>
          <p:nvPr>
            <p:ph type="dt" idx="10"/>
          </p:nvPr>
        </p:nvSpPr>
        <p:spPr>
          <a:xfrm>
            <a:off x="8317776" y="634385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243" name="Google Shape;5243;p70"/>
          <p:cNvSpPr txBox="1">
            <a:spLocks noGrp="1"/>
          </p:cNvSpPr>
          <p:nvPr>
            <p:ph type="ftr" idx="11"/>
          </p:nvPr>
        </p:nvSpPr>
        <p:spPr>
          <a:xfrm>
            <a:off x="9801225" y="6343856"/>
            <a:ext cx="1658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244" name="Google Shape;5244;p70"/>
          <p:cNvSpPr txBox="1">
            <a:spLocks noGrp="1"/>
          </p:cNvSpPr>
          <p:nvPr>
            <p:ph type="sldNum" idx="12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45" name="Google Shape;5245;p70"/>
          <p:cNvSpPr txBox="1">
            <a:spLocks noGrp="1"/>
          </p:cNvSpPr>
          <p:nvPr>
            <p:ph type="title"/>
          </p:nvPr>
        </p:nvSpPr>
        <p:spPr>
          <a:xfrm>
            <a:off x="-1" y="-367937"/>
            <a:ext cx="26955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 2x">
  <p:cSld name="Column 2x">
    <p:spTree>
      <p:nvGrpSpPr>
        <p:cNvPr id="1" name="Shape 5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7" name="Google Shape;5247;p71"/>
          <p:cNvSpPr txBox="1">
            <a:spLocks noGrp="1"/>
          </p:cNvSpPr>
          <p:nvPr>
            <p:ph type="body" idx="1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248" name="Google Shape;5248;p71"/>
          <p:cNvSpPr txBox="1">
            <a:spLocks noGrp="1"/>
          </p:cNvSpPr>
          <p:nvPr>
            <p:ph type="body" idx="2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249" name="Google Shape;5249;p71"/>
          <p:cNvSpPr txBox="1">
            <a:spLocks noGrp="1"/>
          </p:cNvSpPr>
          <p:nvPr>
            <p:ph type="body" idx="3"/>
          </p:nvPr>
        </p:nvSpPr>
        <p:spPr>
          <a:xfrm>
            <a:off x="728694" y="1592263"/>
            <a:ext cx="5047500" cy="42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>
            <a:endParaRPr/>
          </a:p>
        </p:txBody>
      </p:sp>
      <p:sp>
        <p:nvSpPr>
          <p:cNvPr id="5250" name="Google Shape;5250;p71"/>
          <p:cNvSpPr txBox="1">
            <a:spLocks noGrp="1"/>
          </p:cNvSpPr>
          <p:nvPr>
            <p:ph type="body" idx="4"/>
          </p:nvPr>
        </p:nvSpPr>
        <p:spPr>
          <a:xfrm>
            <a:off x="6383337" y="1577745"/>
            <a:ext cx="5076900" cy="42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>
            <a:endParaRPr/>
          </a:p>
        </p:txBody>
      </p:sp>
      <p:sp>
        <p:nvSpPr>
          <p:cNvPr id="5251" name="Google Shape;5251;p71"/>
          <p:cNvSpPr/>
          <p:nvPr/>
        </p:nvSpPr>
        <p:spPr>
          <a:xfrm>
            <a:off x="0" y="-367937"/>
            <a:ext cx="9024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Column 2x</a:t>
            </a:r>
            <a:endParaRPr sz="1500"/>
          </a:p>
        </p:txBody>
      </p:sp>
      <p:sp>
        <p:nvSpPr>
          <p:cNvPr id="5252" name="Google Shape;5252;p71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5253" name="Google Shape;5253;p71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5254" name="Google Shape;5254;p71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5255" name="Google Shape;5255;p71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5256" name="Google Shape;5256;p71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257" name="Google Shape;5257;p71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5258" name="Google Shape;5258;p71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5259" name="Google Shape;5259;p71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260" name="Google Shape;5260;p71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261" name="Google Shape;5261;p71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5262" name="Google Shape;5262;p71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5263" name="Google Shape;5263;p71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5264" name="Google Shape;5264;p71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5265" name="Google Shape;5265;p71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5266" name="Google Shape;5266;p71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5267" name="Google Shape;5267;p71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5268" name="Google Shape;5268;p71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5269" name="Google Shape;5269;p71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270" name="Google Shape;5270;p71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5271" name="Google Shape;5271;p71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272" name="Google Shape;5272;p71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5273" name="Google Shape;5273;p71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5274" name="Google Shape;5274;p71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5275" name="Google Shape;5275;p71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5276" name="Google Shape;5276;p71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7" name="Google Shape;5277;p71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78" name="Google Shape;5278;p71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5279" name="Google Shape;5279;p71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5280" name="Google Shape;5280;p71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281" name="Google Shape;5281;p71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5282" name="Google Shape;5282;p71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283" name="Google Shape;5283;p71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84" name="Google Shape;5284;p71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85" name="Google Shape;5285;p71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86" name="Google Shape;5286;p71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87" name="Google Shape;5287;p71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288" name="Google Shape;5288;p71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289" name="Google Shape;5289;p71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5290" name="Google Shape;5290;p71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291" name="Google Shape;5291;p71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92" name="Google Shape;5292;p71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93" name="Google Shape;5293;p71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94" name="Google Shape;5294;p71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95" name="Google Shape;5295;p71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296" name="Google Shape;5296;p71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5297" name="Google Shape;5297;p71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5298" name="Google Shape;5298;p71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5299" name="Google Shape;5299;p71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5300" name="Google Shape;5300;p71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5301" name="Google Shape;5301;p71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5302" name="Google Shape;5302;p71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303" name="Google Shape;5303;p71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304" name="Google Shape;5304;p71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05" name="Google Shape;5305;p71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06" name="Google Shape;5306;p71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07" name="Google Shape;5307;p71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08" name="Google Shape;5308;p71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309" name="Google Shape;5309;p71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310" name="Google Shape;5310;p71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5311" name="Google Shape;5311;p71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312" name="Google Shape;5312;p71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313" name="Google Shape;5313;p71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14" name="Google Shape;5314;p71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15" name="Google Shape;5315;p71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16" name="Google Shape;5316;p71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17" name="Google Shape;5317;p71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318" name="Google Shape;5318;p71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319" name="Google Shape;5319;p71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5320" name="Google Shape;5320;p71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5321" name="Google Shape;5321;p71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322" name="Google Shape;5322;p71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323" name="Google Shape;5323;p71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5324" name="Google Shape;5324;p71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5325" name="Google Shape;5325;p71"/>
          <p:cNvSpPr txBox="1">
            <a:spLocks noGrp="1"/>
          </p:cNvSpPr>
          <p:nvPr>
            <p:ph type="dt" idx="10"/>
          </p:nvPr>
        </p:nvSpPr>
        <p:spPr>
          <a:xfrm>
            <a:off x="8317776" y="634385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326" name="Google Shape;5326;p71"/>
          <p:cNvSpPr txBox="1">
            <a:spLocks noGrp="1"/>
          </p:cNvSpPr>
          <p:nvPr>
            <p:ph type="ftr" idx="11"/>
          </p:nvPr>
        </p:nvSpPr>
        <p:spPr>
          <a:xfrm>
            <a:off x="9801225" y="6343856"/>
            <a:ext cx="1658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327" name="Google Shape;5327;p71"/>
          <p:cNvSpPr txBox="1">
            <a:spLocks noGrp="1"/>
          </p:cNvSpPr>
          <p:nvPr>
            <p:ph type="sldNum" idx="12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yment conditions">
  <p:cSld name="Payment conditions">
    <p:spTree>
      <p:nvGrpSpPr>
        <p:cNvPr id="1" name="Shape 5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9" name="Google Shape;5329;p72"/>
          <p:cNvSpPr txBox="1">
            <a:spLocks noGrp="1"/>
          </p:cNvSpPr>
          <p:nvPr>
            <p:ph type="body" idx="1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330" name="Google Shape;5330;p72"/>
          <p:cNvSpPr txBox="1">
            <a:spLocks noGrp="1"/>
          </p:cNvSpPr>
          <p:nvPr>
            <p:ph type="body" idx="2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331" name="Google Shape;5331;p72"/>
          <p:cNvSpPr txBox="1">
            <a:spLocks noGrp="1"/>
          </p:cNvSpPr>
          <p:nvPr>
            <p:ph type="body" idx="3"/>
          </p:nvPr>
        </p:nvSpPr>
        <p:spPr>
          <a:xfrm>
            <a:off x="728694" y="1592264"/>
            <a:ext cx="10743300" cy="30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>
            <a:endParaRPr/>
          </a:p>
        </p:txBody>
      </p:sp>
      <p:sp>
        <p:nvSpPr>
          <p:cNvPr id="5332" name="Google Shape;5332;p72"/>
          <p:cNvSpPr/>
          <p:nvPr/>
        </p:nvSpPr>
        <p:spPr>
          <a:xfrm>
            <a:off x="0" y="-367937"/>
            <a:ext cx="16851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Payment conditions</a:t>
            </a:r>
            <a:endParaRPr sz="1500"/>
          </a:p>
        </p:txBody>
      </p:sp>
      <p:sp>
        <p:nvSpPr>
          <p:cNvPr id="5333" name="Google Shape;5333;p72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5334" name="Google Shape;5334;p72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5335" name="Google Shape;5335;p72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5336" name="Google Shape;5336;p72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5337" name="Google Shape;5337;p72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338" name="Google Shape;5338;p72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5339" name="Google Shape;5339;p72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5340" name="Google Shape;5340;p72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341" name="Google Shape;5341;p72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342" name="Google Shape;5342;p72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5343" name="Google Shape;5343;p72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5344" name="Google Shape;5344;p72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5345" name="Google Shape;5345;p72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5346" name="Google Shape;5346;p72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5347" name="Google Shape;5347;p72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5348" name="Google Shape;5348;p72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5349" name="Google Shape;5349;p72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5350" name="Google Shape;5350;p72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351" name="Google Shape;5351;p72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5352" name="Google Shape;5352;p72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353" name="Google Shape;5353;p72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5354" name="Google Shape;5354;p72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5355" name="Google Shape;5355;p72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5356" name="Google Shape;5356;p72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5357" name="Google Shape;5357;p72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8" name="Google Shape;5358;p72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59" name="Google Shape;5359;p72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5360" name="Google Shape;5360;p72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5361" name="Google Shape;5361;p72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362" name="Google Shape;5362;p72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5363" name="Google Shape;5363;p72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364" name="Google Shape;5364;p72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65" name="Google Shape;5365;p72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66" name="Google Shape;5366;p72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67" name="Google Shape;5367;p72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68" name="Google Shape;5368;p72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369" name="Google Shape;5369;p72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370" name="Google Shape;5370;p72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5371" name="Google Shape;5371;p72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372" name="Google Shape;5372;p72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73" name="Google Shape;5373;p72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74" name="Google Shape;5374;p72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75" name="Google Shape;5375;p72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76" name="Google Shape;5376;p72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377" name="Google Shape;5377;p72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5378" name="Google Shape;5378;p72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5379" name="Google Shape;5379;p72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5380" name="Google Shape;5380;p72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5381" name="Google Shape;5381;p72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5382" name="Google Shape;5382;p72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5383" name="Google Shape;5383;p72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384" name="Google Shape;5384;p72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385" name="Google Shape;5385;p72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86" name="Google Shape;5386;p72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87" name="Google Shape;5387;p72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88" name="Google Shape;5388;p72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89" name="Google Shape;5389;p72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390" name="Google Shape;5390;p72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391" name="Google Shape;5391;p72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5392" name="Google Shape;5392;p72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393" name="Google Shape;5393;p72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394" name="Google Shape;5394;p72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95" name="Google Shape;5395;p72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96" name="Google Shape;5396;p72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97" name="Google Shape;5397;p72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98" name="Google Shape;5398;p72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399" name="Google Shape;5399;p72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400" name="Google Shape;5400;p72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5401" name="Google Shape;5401;p72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5402" name="Google Shape;5402;p72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403" name="Google Shape;5403;p72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404" name="Google Shape;5404;p72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5405" name="Google Shape;5405;p72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5406" name="Google Shape;5406;p72"/>
          <p:cNvSpPr txBox="1">
            <a:spLocks noGrp="1"/>
          </p:cNvSpPr>
          <p:nvPr>
            <p:ph type="dt" idx="10"/>
          </p:nvPr>
        </p:nvSpPr>
        <p:spPr>
          <a:xfrm>
            <a:off x="8317776" y="634385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407" name="Google Shape;5407;p72"/>
          <p:cNvSpPr txBox="1">
            <a:spLocks noGrp="1"/>
          </p:cNvSpPr>
          <p:nvPr>
            <p:ph type="ftr" idx="11"/>
          </p:nvPr>
        </p:nvSpPr>
        <p:spPr>
          <a:xfrm>
            <a:off x="9801225" y="6343856"/>
            <a:ext cx="1658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408" name="Google Shape;5408;p72"/>
          <p:cNvSpPr txBox="1">
            <a:spLocks noGrp="1"/>
          </p:cNvSpPr>
          <p:nvPr>
            <p:ph type="sldNum" idx="12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 + Icon instruction">
  <p:cSld name="Empty + Icon instruction">
    <p:spTree>
      <p:nvGrpSpPr>
        <p:cNvPr id="1" name="Shape 5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0" name="Google Shape;5410;p73"/>
          <p:cNvSpPr txBox="1">
            <a:spLocks noGrp="1"/>
          </p:cNvSpPr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5411" name="Google Shape;5411;p73"/>
          <p:cNvGrpSpPr/>
          <p:nvPr/>
        </p:nvGrpSpPr>
        <p:grpSpPr>
          <a:xfrm>
            <a:off x="12377595" y="0"/>
            <a:ext cx="3693213" cy="6209710"/>
            <a:chOff x="-3786164" y="0"/>
            <a:chExt cx="3693213" cy="6209710"/>
          </a:xfrm>
        </p:grpSpPr>
        <p:sp>
          <p:nvSpPr>
            <p:cNvPr id="5412" name="Google Shape;5412;p73"/>
            <p:cNvSpPr/>
            <p:nvPr/>
          </p:nvSpPr>
          <p:spPr>
            <a:xfrm>
              <a:off x="-3786164" y="0"/>
              <a:ext cx="3593100" cy="55722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ICON</a:t>
              </a:r>
              <a:endParaRPr sz="1500"/>
            </a:p>
          </p:txBody>
        </p:sp>
        <p:sp>
          <p:nvSpPr>
            <p:cNvPr id="5413" name="Google Shape;5413;p73"/>
            <p:cNvSpPr/>
            <p:nvPr/>
          </p:nvSpPr>
          <p:spPr>
            <a:xfrm>
              <a:off x="-3786164" y="5381710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5414" name="Google Shape;5414;p73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5415" name="Google Shape;5415;p73"/>
            <p:cNvSpPr/>
            <p:nvPr/>
          </p:nvSpPr>
          <p:spPr>
            <a:xfrm>
              <a:off x="-3319416" y="465323"/>
              <a:ext cx="29442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icon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Go to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‘Icons’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6" name="Google Shape;5416;p73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5417" name="Google Shape;5417;p73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icon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5418" name="Google Shape;5418;p73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5419" name="Google Shape;5419;p73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420" name="Google Shape;5420;p73"/>
            <p:cNvSpPr/>
            <p:nvPr/>
          </p:nvSpPr>
          <p:spPr>
            <a:xfrm>
              <a:off x="-3319415" y="2634835"/>
              <a:ext cx="2944800" cy="63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Drag the icon to the preferred position on the slide. To give the icon a different colour,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‘Drawing Tools’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-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‘Format’ 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‘Shape Fill’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grpSp>
          <p:nvGrpSpPr>
            <p:cNvPr id="5421" name="Google Shape;5421;p73"/>
            <p:cNvGrpSpPr/>
            <p:nvPr/>
          </p:nvGrpSpPr>
          <p:grpSpPr>
            <a:xfrm>
              <a:off x="-376743" y="5210740"/>
              <a:ext cx="283792" cy="283792"/>
              <a:chOff x="-510741" y="5913713"/>
              <a:chExt cx="267652" cy="267652"/>
            </a:xfrm>
          </p:grpSpPr>
          <p:sp>
            <p:nvSpPr>
              <p:cNvPr id="5422" name="Google Shape;5422;p73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3" name="Google Shape;5423;p73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24" name="Google Shape;5424;p73"/>
            <p:cNvGrpSpPr/>
            <p:nvPr/>
          </p:nvGrpSpPr>
          <p:grpSpPr>
            <a:xfrm>
              <a:off x="-938434" y="5519087"/>
              <a:ext cx="627900" cy="576654"/>
              <a:chOff x="-938434" y="4570310"/>
              <a:chExt cx="627900" cy="576654"/>
            </a:xfrm>
          </p:grpSpPr>
          <p:grpSp>
            <p:nvGrpSpPr>
              <p:cNvPr id="5425" name="Google Shape;5425;p73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5426" name="Google Shape;5426;p73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427" name="Google Shape;5427;p73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428" name="Google Shape;5428;p73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5429" name="Google Shape;5429;p73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5430" name="Google Shape;5430;p73"/>
            <p:cNvGrpSpPr/>
            <p:nvPr/>
          </p:nvGrpSpPr>
          <p:grpSpPr>
            <a:xfrm>
              <a:off x="-3398401" y="1222618"/>
              <a:ext cx="491700" cy="410742"/>
              <a:chOff x="-3241990" y="1222618"/>
              <a:chExt cx="491700" cy="410742"/>
            </a:xfrm>
          </p:grpSpPr>
          <p:sp>
            <p:nvSpPr>
              <p:cNvPr id="5431" name="Google Shape;5431;p73"/>
              <p:cNvSpPr txBox="1"/>
              <p:nvPr/>
            </p:nvSpPr>
            <p:spPr>
              <a:xfrm>
                <a:off x="-3241990" y="1489960"/>
                <a:ext cx="491700" cy="14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Icons</a:t>
                </a:r>
                <a:endParaRPr sz="1500"/>
              </a:p>
            </p:txBody>
          </p:sp>
          <p:grpSp>
            <p:nvGrpSpPr>
              <p:cNvPr id="5432" name="Google Shape;5432;p73"/>
              <p:cNvGrpSpPr/>
              <p:nvPr/>
            </p:nvGrpSpPr>
            <p:grpSpPr>
              <a:xfrm>
                <a:off x="-3119155" y="1222618"/>
                <a:ext cx="245953" cy="246687"/>
                <a:chOff x="1314120" y="4794393"/>
                <a:chExt cx="1787446" cy="1792784"/>
              </a:xfrm>
            </p:grpSpPr>
            <p:grpSp>
              <p:nvGrpSpPr>
                <p:cNvPr id="5433" name="Google Shape;5433;p73"/>
                <p:cNvGrpSpPr/>
                <p:nvPr/>
              </p:nvGrpSpPr>
              <p:grpSpPr>
                <a:xfrm>
                  <a:off x="1314120" y="4794393"/>
                  <a:ext cx="1787446" cy="1792784"/>
                  <a:chOff x="1314120" y="4794393"/>
                  <a:chExt cx="1787446" cy="1792784"/>
                </a:xfrm>
              </p:grpSpPr>
              <p:grpSp>
                <p:nvGrpSpPr>
                  <p:cNvPr id="5434" name="Google Shape;5434;p73"/>
                  <p:cNvGrpSpPr/>
                  <p:nvPr/>
                </p:nvGrpSpPr>
                <p:grpSpPr>
                  <a:xfrm>
                    <a:off x="1314120" y="4794393"/>
                    <a:ext cx="1787446" cy="1792784"/>
                    <a:chOff x="1314120" y="4794393"/>
                    <a:chExt cx="1787446" cy="1792784"/>
                  </a:xfrm>
                </p:grpSpPr>
                <p:sp>
                  <p:nvSpPr>
                    <p:cNvPr id="5435" name="Google Shape;5435;p73"/>
                    <p:cNvSpPr/>
                    <p:nvPr/>
                  </p:nvSpPr>
                  <p:spPr>
                    <a:xfrm>
                      <a:off x="1314120" y="4794393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5436" name="Google Shape;5436;p73"/>
                    <p:cNvSpPr/>
                    <p:nvPr/>
                  </p:nvSpPr>
                  <p:spPr>
                    <a:xfrm>
                      <a:off x="2247436" y="4794393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5437" name="Google Shape;5437;p73"/>
                    <p:cNvSpPr/>
                    <p:nvPr/>
                  </p:nvSpPr>
                  <p:spPr>
                    <a:xfrm>
                      <a:off x="1314120" y="5733047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5438" name="Google Shape;5438;p73"/>
                    <p:cNvSpPr/>
                    <p:nvPr/>
                  </p:nvSpPr>
                  <p:spPr>
                    <a:xfrm>
                      <a:off x="2247436" y="5733047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</p:grpSp>
              <p:grpSp>
                <p:nvGrpSpPr>
                  <p:cNvPr id="5439" name="Google Shape;5439;p73"/>
                  <p:cNvGrpSpPr/>
                  <p:nvPr/>
                </p:nvGrpSpPr>
                <p:grpSpPr>
                  <a:xfrm>
                    <a:off x="1544558" y="5023941"/>
                    <a:ext cx="1270519" cy="1329240"/>
                    <a:chOff x="1544558" y="5023941"/>
                    <a:chExt cx="1270519" cy="1329240"/>
                  </a:xfrm>
                </p:grpSpPr>
                <p:sp>
                  <p:nvSpPr>
                    <p:cNvPr id="5440" name="Google Shape;5440;p73"/>
                    <p:cNvSpPr/>
                    <p:nvPr/>
                  </p:nvSpPr>
                  <p:spPr>
                    <a:xfrm>
                      <a:off x="1544558" y="5033728"/>
                      <a:ext cx="391476" cy="391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91476" h="391476" extrusionOk="0">
                          <a:moveTo>
                            <a:pt x="338071" y="146781"/>
                          </a:moveTo>
                          <a:lnTo>
                            <a:pt x="338071" y="54251"/>
                          </a:lnTo>
                          <a:lnTo>
                            <a:pt x="290026" y="54251"/>
                          </a:lnTo>
                          <a:lnTo>
                            <a:pt x="290026" y="98737"/>
                          </a:lnTo>
                          <a:lnTo>
                            <a:pt x="197496" y="6206"/>
                          </a:lnTo>
                          <a:lnTo>
                            <a:pt x="6206" y="197496"/>
                          </a:lnTo>
                          <a:lnTo>
                            <a:pt x="7096" y="387896"/>
                          </a:lnTo>
                          <a:lnTo>
                            <a:pt x="146781" y="387896"/>
                          </a:lnTo>
                          <a:lnTo>
                            <a:pt x="242871" y="387896"/>
                          </a:lnTo>
                          <a:lnTo>
                            <a:pt x="388785" y="387896"/>
                          </a:lnTo>
                          <a:lnTo>
                            <a:pt x="388785" y="197496"/>
                          </a:lnTo>
                          <a:lnTo>
                            <a:pt x="338071" y="14678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5441" name="Google Shape;5441;p73"/>
                    <p:cNvSpPr/>
                    <p:nvPr/>
                  </p:nvSpPr>
                  <p:spPr>
                    <a:xfrm>
                      <a:off x="2530367" y="5023941"/>
                      <a:ext cx="284710" cy="391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4710" h="391476" extrusionOk="0">
                          <a:moveTo>
                            <a:pt x="208172" y="169914"/>
                          </a:moveTo>
                          <a:cubicBezTo>
                            <a:pt x="226856" y="153010"/>
                            <a:pt x="238423" y="128097"/>
                            <a:pt x="238423" y="100516"/>
                          </a:cubicBezTo>
                          <a:cubicBezTo>
                            <a:pt x="238423" y="48912"/>
                            <a:pt x="196606" y="6206"/>
                            <a:pt x="145892" y="6206"/>
                          </a:cubicBezTo>
                          <a:cubicBezTo>
                            <a:pt x="95178" y="6206"/>
                            <a:pt x="53361" y="48023"/>
                            <a:pt x="53361" y="100516"/>
                          </a:cubicBezTo>
                          <a:cubicBezTo>
                            <a:pt x="53361" y="128097"/>
                            <a:pt x="64927" y="152120"/>
                            <a:pt x="83611" y="169914"/>
                          </a:cubicBezTo>
                          <a:cubicBezTo>
                            <a:pt x="37346" y="187709"/>
                            <a:pt x="6206" y="224187"/>
                            <a:pt x="6206" y="272232"/>
                          </a:cubicBezTo>
                          <a:lnTo>
                            <a:pt x="6206" y="321167"/>
                          </a:lnTo>
                          <a:lnTo>
                            <a:pt x="6206" y="332733"/>
                          </a:lnTo>
                          <a:lnTo>
                            <a:pt x="6206" y="342520"/>
                          </a:lnTo>
                          <a:lnTo>
                            <a:pt x="6206" y="346079"/>
                          </a:lnTo>
                          <a:lnTo>
                            <a:pt x="6206" y="358535"/>
                          </a:lnTo>
                          <a:lnTo>
                            <a:pt x="6206" y="389675"/>
                          </a:lnTo>
                          <a:lnTo>
                            <a:pt x="287357" y="389675"/>
                          </a:lnTo>
                          <a:lnTo>
                            <a:pt x="287357" y="272232"/>
                          </a:lnTo>
                          <a:cubicBezTo>
                            <a:pt x="285578" y="224187"/>
                            <a:pt x="253548" y="186819"/>
                            <a:pt x="208172" y="169914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5442" name="Google Shape;5442;p73"/>
                    <p:cNvSpPr/>
                    <p:nvPr/>
                  </p:nvSpPr>
                  <p:spPr>
                    <a:xfrm>
                      <a:off x="1599720" y="5961705"/>
                      <a:ext cx="275813" cy="391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5813" h="391476" extrusionOk="0">
                          <a:moveTo>
                            <a:pt x="142333" y="388785"/>
                          </a:moveTo>
                          <a:cubicBezTo>
                            <a:pt x="217069" y="388785"/>
                            <a:pt x="278460" y="328284"/>
                            <a:pt x="278460" y="252658"/>
                          </a:cubicBezTo>
                          <a:cubicBezTo>
                            <a:pt x="278460" y="241092"/>
                            <a:pt x="276681" y="230415"/>
                            <a:pt x="274011" y="219738"/>
                          </a:cubicBezTo>
                          <a:cubicBezTo>
                            <a:pt x="273122" y="215290"/>
                            <a:pt x="271342" y="210841"/>
                            <a:pt x="269563" y="206393"/>
                          </a:cubicBezTo>
                          <a:lnTo>
                            <a:pt x="242871" y="161907"/>
                          </a:lnTo>
                          <a:lnTo>
                            <a:pt x="142333" y="6206"/>
                          </a:lnTo>
                          <a:lnTo>
                            <a:pt x="41795" y="161907"/>
                          </a:lnTo>
                          <a:lnTo>
                            <a:pt x="15103" y="206393"/>
                          </a:lnTo>
                          <a:cubicBezTo>
                            <a:pt x="13324" y="210841"/>
                            <a:pt x="12434" y="215290"/>
                            <a:pt x="10654" y="219738"/>
                          </a:cubicBezTo>
                          <a:cubicBezTo>
                            <a:pt x="7985" y="230415"/>
                            <a:pt x="6206" y="241092"/>
                            <a:pt x="6206" y="252658"/>
                          </a:cubicBezTo>
                          <a:cubicBezTo>
                            <a:pt x="6206" y="327395"/>
                            <a:pt x="67596" y="388785"/>
                            <a:pt x="142333" y="388785"/>
                          </a:cubicBezTo>
                          <a:lnTo>
                            <a:pt x="142333" y="38878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</p:grpSp>
            </p:grpSp>
            <p:sp>
              <p:nvSpPr>
                <p:cNvPr id="5443" name="Google Shape;5443;p73"/>
                <p:cNvSpPr/>
                <p:nvPr/>
              </p:nvSpPr>
              <p:spPr>
                <a:xfrm>
                  <a:off x="2476984" y="5962595"/>
                  <a:ext cx="391476" cy="3914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476" h="391476" extrusionOk="0">
                      <a:moveTo>
                        <a:pt x="43574" y="81832"/>
                      </a:moveTo>
                      <a:lnTo>
                        <a:pt x="10654" y="149451"/>
                      </a:lnTo>
                      <a:lnTo>
                        <a:pt x="65817" y="176142"/>
                      </a:lnTo>
                      <a:cubicBezTo>
                        <a:pt x="64038" y="185929"/>
                        <a:pt x="64038" y="195716"/>
                        <a:pt x="64038" y="205503"/>
                      </a:cubicBezTo>
                      <a:lnTo>
                        <a:pt x="6206" y="225966"/>
                      </a:lnTo>
                      <a:lnTo>
                        <a:pt x="31118" y="297144"/>
                      </a:lnTo>
                      <a:lnTo>
                        <a:pt x="88950" y="276680"/>
                      </a:lnTo>
                      <a:cubicBezTo>
                        <a:pt x="94288" y="284688"/>
                        <a:pt x="101406" y="291806"/>
                        <a:pt x="108524" y="298034"/>
                      </a:cubicBezTo>
                      <a:lnTo>
                        <a:pt x="81832" y="353196"/>
                      </a:lnTo>
                      <a:lnTo>
                        <a:pt x="149451" y="386116"/>
                      </a:lnTo>
                      <a:lnTo>
                        <a:pt x="176142" y="330953"/>
                      </a:lnTo>
                      <a:cubicBezTo>
                        <a:pt x="185929" y="332733"/>
                        <a:pt x="195716" y="332733"/>
                        <a:pt x="205503" y="332733"/>
                      </a:cubicBezTo>
                      <a:lnTo>
                        <a:pt x="225966" y="390565"/>
                      </a:lnTo>
                      <a:lnTo>
                        <a:pt x="297144" y="365652"/>
                      </a:lnTo>
                      <a:lnTo>
                        <a:pt x="276681" y="307821"/>
                      </a:lnTo>
                      <a:cubicBezTo>
                        <a:pt x="284688" y="302482"/>
                        <a:pt x="291806" y="295365"/>
                        <a:pt x="298034" y="288247"/>
                      </a:cubicBezTo>
                      <a:lnTo>
                        <a:pt x="353196" y="314938"/>
                      </a:lnTo>
                      <a:lnTo>
                        <a:pt x="386116" y="247320"/>
                      </a:lnTo>
                      <a:lnTo>
                        <a:pt x="330953" y="220628"/>
                      </a:lnTo>
                      <a:cubicBezTo>
                        <a:pt x="332733" y="210841"/>
                        <a:pt x="332733" y="201054"/>
                        <a:pt x="332733" y="191267"/>
                      </a:cubicBezTo>
                      <a:lnTo>
                        <a:pt x="390565" y="170804"/>
                      </a:lnTo>
                      <a:lnTo>
                        <a:pt x="365653" y="99626"/>
                      </a:lnTo>
                      <a:lnTo>
                        <a:pt x="307821" y="120090"/>
                      </a:lnTo>
                      <a:cubicBezTo>
                        <a:pt x="302482" y="112082"/>
                        <a:pt x="295365" y="104965"/>
                        <a:pt x="288247" y="98737"/>
                      </a:cubicBezTo>
                      <a:lnTo>
                        <a:pt x="314938" y="43574"/>
                      </a:lnTo>
                      <a:lnTo>
                        <a:pt x="247320" y="10654"/>
                      </a:lnTo>
                      <a:lnTo>
                        <a:pt x="220628" y="65817"/>
                      </a:lnTo>
                      <a:cubicBezTo>
                        <a:pt x="210841" y="64038"/>
                        <a:pt x="201054" y="64038"/>
                        <a:pt x="191267" y="64038"/>
                      </a:cubicBezTo>
                      <a:lnTo>
                        <a:pt x="170804" y="6206"/>
                      </a:lnTo>
                      <a:lnTo>
                        <a:pt x="99626" y="31118"/>
                      </a:lnTo>
                      <a:lnTo>
                        <a:pt x="120090" y="88950"/>
                      </a:lnTo>
                      <a:cubicBezTo>
                        <a:pt x="112082" y="94288"/>
                        <a:pt x="104965" y="101406"/>
                        <a:pt x="98737" y="108524"/>
                      </a:cubicBezTo>
                      <a:lnTo>
                        <a:pt x="43574" y="81832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81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</p:grpSp>
        <p:grpSp>
          <p:nvGrpSpPr>
            <p:cNvPr id="5444" name="Google Shape;5444;p73"/>
            <p:cNvGrpSpPr/>
            <p:nvPr/>
          </p:nvGrpSpPr>
          <p:grpSpPr>
            <a:xfrm>
              <a:off x="-3314820" y="3391746"/>
              <a:ext cx="1201200" cy="330010"/>
              <a:chOff x="-3314820" y="3391746"/>
              <a:chExt cx="1201200" cy="330010"/>
            </a:xfrm>
          </p:grpSpPr>
          <p:sp>
            <p:nvSpPr>
              <p:cNvPr id="5445" name="Google Shape;5445;p73"/>
              <p:cNvSpPr/>
              <p:nvPr/>
            </p:nvSpPr>
            <p:spPr>
              <a:xfrm>
                <a:off x="-3314820" y="3391746"/>
                <a:ext cx="1201200" cy="2724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6" name="Google Shape;5446;p73"/>
              <p:cNvSpPr/>
              <p:nvPr/>
            </p:nvSpPr>
            <p:spPr>
              <a:xfrm>
                <a:off x="-3304719" y="3404581"/>
                <a:ext cx="11817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7" name="Google Shape;5447;p73"/>
              <p:cNvSpPr txBox="1"/>
              <p:nvPr/>
            </p:nvSpPr>
            <p:spPr>
              <a:xfrm>
                <a:off x="-3069820" y="3472995"/>
                <a:ext cx="669300" cy="12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Shape Fill</a:t>
                </a:r>
                <a:endParaRPr sz="1500"/>
              </a:p>
            </p:txBody>
          </p:sp>
          <p:sp>
            <p:nvSpPr>
              <p:cNvPr id="5448" name="Google Shape;5448;p73"/>
              <p:cNvSpPr/>
              <p:nvPr/>
            </p:nvSpPr>
            <p:spPr>
              <a:xfrm>
                <a:off x="-2390883" y="3543107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449" name="Google Shape;5449;p73"/>
              <p:cNvGrpSpPr/>
              <p:nvPr/>
            </p:nvGrpSpPr>
            <p:grpSpPr>
              <a:xfrm>
                <a:off x="-3259490" y="3446621"/>
                <a:ext cx="173114" cy="167982"/>
                <a:chOff x="-916832" y="3037554"/>
                <a:chExt cx="193489" cy="187752"/>
              </a:xfrm>
            </p:grpSpPr>
            <p:sp>
              <p:nvSpPr>
                <p:cNvPr id="5450" name="Google Shape;5450;p73"/>
                <p:cNvSpPr/>
                <p:nvPr/>
              </p:nvSpPr>
              <p:spPr>
                <a:xfrm>
                  <a:off x="-804124" y="3081338"/>
                  <a:ext cx="80781" cy="121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781" h="121443" extrusionOk="0">
                      <a:moveTo>
                        <a:pt x="30217" y="50006"/>
                      </a:moveTo>
                      <a:lnTo>
                        <a:pt x="34979" y="121443"/>
                      </a:lnTo>
                      <a:lnTo>
                        <a:pt x="80222" y="52387"/>
                      </a:lnTo>
                      <a:cubicBezTo>
                        <a:pt x="84191" y="29368"/>
                        <a:pt x="66729" y="1588"/>
                        <a:pt x="37360" y="0"/>
                      </a:cubicBezTo>
                      <a:cubicBezTo>
                        <a:pt x="-43602" y="21431"/>
                        <a:pt x="32598" y="33337"/>
                        <a:pt x="30217" y="50006"/>
                      </a:cubicBezTo>
                      <a:close/>
                    </a:path>
                  </a:pathLst>
                </a:custGeom>
                <a:solidFill>
                  <a:srgbClr val="366FA8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900"/>
                    <a:buFont typeface="Calibri"/>
                    <a:buNone/>
                  </a:pPr>
                  <a:endParaRPr sz="900" b="1" i="0" u="none" strike="noStrike" cap="none">
                    <a:solidFill>
                      <a:srgbClr val="000000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451" name="Google Shape;5451;p73"/>
                <p:cNvSpPr/>
                <p:nvPr/>
              </p:nvSpPr>
              <p:spPr>
                <a:xfrm rot="2904560">
                  <a:off x="-887721" y="3085744"/>
                  <a:ext cx="99879" cy="122824"/>
                </a:xfrm>
                <a:prstGeom prst="roundRect">
                  <a:avLst>
                    <a:gd name="adj" fmla="val 2911"/>
                  </a:avLst>
                </a:prstGeom>
                <a:solidFill>
                  <a:srgbClr val="FFFFFF"/>
                </a:solidFill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52" name="Google Shape;5452;p73"/>
                <p:cNvSpPr/>
                <p:nvPr/>
              </p:nvSpPr>
              <p:spPr>
                <a:xfrm>
                  <a:off x="-894646" y="3037554"/>
                  <a:ext cx="64776" cy="858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22" h="78381" extrusionOk="0">
                      <a:moveTo>
                        <a:pt x="219" y="78381"/>
                      </a:moveTo>
                      <a:cubicBezTo>
                        <a:pt x="-1454" y="18717"/>
                        <a:pt x="6534" y="-324"/>
                        <a:pt x="20468" y="5"/>
                      </a:cubicBezTo>
                      <a:cubicBezTo>
                        <a:pt x="34402" y="334"/>
                        <a:pt x="43874" y="23658"/>
                        <a:pt x="39229" y="67295"/>
                      </a:cubicBezTo>
                    </a:path>
                  </a:pathLst>
                </a:custGeom>
                <a:noFill/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453" name="Google Shape;5453;p73"/>
              <p:cNvSpPr/>
              <p:nvPr/>
            </p:nvSpPr>
            <p:spPr>
              <a:xfrm rot="10800000">
                <a:off x="-2290665" y="3519085"/>
                <a:ext cx="94800" cy="504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sp>
          <p:nvSpPr>
            <p:cNvPr id="5454" name="Google Shape;5454;p73"/>
            <p:cNvSpPr/>
            <p:nvPr/>
          </p:nvSpPr>
          <p:spPr>
            <a:xfrm>
              <a:off x="-3603587" y="391614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5455" name="Google Shape;5455;p73"/>
            <p:cNvSpPr/>
            <p:nvPr/>
          </p:nvSpPr>
          <p:spPr>
            <a:xfrm>
              <a:off x="-3319415" y="391614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one of the theme colors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of the set colorpallet.</a:t>
              </a:r>
              <a:endParaRPr sz="1500"/>
            </a:p>
          </p:txBody>
        </p:sp>
        <p:grpSp>
          <p:nvGrpSpPr>
            <p:cNvPr id="5456" name="Google Shape;5456;p73"/>
            <p:cNvGrpSpPr/>
            <p:nvPr/>
          </p:nvGrpSpPr>
          <p:grpSpPr>
            <a:xfrm>
              <a:off x="-3333646" y="4635104"/>
              <a:ext cx="2012851" cy="490800"/>
              <a:chOff x="12731803" y="3562552"/>
              <a:chExt cx="2012851" cy="490800"/>
            </a:xfrm>
          </p:grpSpPr>
          <p:sp>
            <p:nvSpPr>
              <p:cNvPr id="5457" name="Google Shape;5457;p73"/>
              <p:cNvSpPr/>
              <p:nvPr/>
            </p:nvSpPr>
            <p:spPr>
              <a:xfrm>
                <a:off x="12747554" y="3562552"/>
                <a:ext cx="1997100" cy="4908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700"/>
                  <a:buFont typeface="Calibri"/>
                  <a:buNone/>
                </a:pPr>
                <a:endPara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58" name="Google Shape;5458;p73"/>
              <p:cNvSpPr/>
              <p:nvPr/>
            </p:nvSpPr>
            <p:spPr>
              <a:xfrm>
                <a:off x="12766168" y="3578469"/>
                <a:ext cx="1965300" cy="255000"/>
              </a:xfrm>
              <a:prstGeom prst="rect">
                <a:avLst/>
              </a:pr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59" name="Google Shape;5459;p73"/>
              <p:cNvSpPr txBox="1"/>
              <p:nvPr/>
            </p:nvSpPr>
            <p:spPr>
              <a:xfrm>
                <a:off x="12731803" y="3591461"/>
                <a:ext cx="1053000" cy="21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900"/>
                  <a:buFont typeface="Calibri"/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Colours</a:t>
                </a:r>
                <a:endParaRPr sz="1500"/>
              </a:p>
            </p:txBody>
          </p:sp>
          <p:sp>
            <p:nvSpPr>
              <p:cNvPr id="5460" name="Google Shape;5460;p73"/>
              <p:cNvSpPr/>
              <p:nvPr/>
            </p:nvSpPr>
            <p:spPr>
              <a:xfrm>
                <a:off x="12814699" y="3874304"/>
                <a:ext cx="136500" cy="1365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61" name="Google Shape;5461;p73"/>
              <p:cNvSpPr/>
              <p:nvPr/>
            </p:nvSpPr>
            <p:spPr>
              <a:xfrm>
                <a:off x="13007154" y="3870040"/>
                <a:ext cx="136500" cy="136500"/>
              </a:xfrm>
              <a:prstGeom prst="rect">
                <a:avLst/>
              </a:prstGeom>
              <a:solidFill>
                <a:srgbClr val="000000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62" name="Google Shape;5462;p73"/>
              <p:cNvSpPr/>
              <p:nvPr/>
            </p:nvSpPr>
            <p:spPr>
              <a:xfrm>
                <a:off x="13199609" y="3870040"/>
                <a:ext cx="136500" cy="136500"/>
              </a:xfrm>
              <a:prstGeom prst="rect">
                <a:avLst/>
              </a:prstGeom>
              <a:solidFill>
                <a:schemeClr val="lt2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63" name="Google Shape;5463;p73"/>
              <p:cNvSpPr/>
              <p:nvPr/>
            </p:nvSpPr>
            <p:spPr>
              <a:xfrm>
                <a:off x="13392064" y="3870040"/>
                <a:ext cx="136500" cy="136500"/>
              </a:xfrm>
              <a:prstGeom prst="rect">
                <a:avLst/>
              </a:prstGeom>
              <a:solidFill>
                <a:schemeClr val="dk2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64" name="Google Shape;5464;p73"/>
              <p:cNvSpPr/>
              <p:nvPr/>
            </p:nvSpPr>
            <p:spPr>
              <a:xfrm>
                <a:off x="13776974" y="3870040"/>
                <a:ext cx="136500" cy="136500"/>
              </a:xfrm>
              <a:prstGeom prst="rect">
                <a:avLst/>
              </a:prstGeom>
              <a:solidFill>
                <a:schemeClr val="accent2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65" name="Google Shape;5465;p73"/>
              <p:cNvSpPr/>
              <p:nvPr/>
            </p:nvSpPr>
            <p:spPr>
              <a:xfrm>
                <a:off x="13969429" y="3870040"/>
                <a:ext cx="136500" cy="136500"/>
              </a:xfrm>
              <a:prstGeom prst="rect">
                <a:avLst/>
              </a:prstGeom>
              <a:solidFill>
                <a:schemeClr val="accent3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66" name="Google Shape;5466;p73"/>
              <p:cNvSpPr/>
              <p:nvPr/>
            </p:nvSpPr>
            <p:spPr>
              <a:xfrm>
                <a:off x="14161884" y="3870040"/>
                <a:ext cx="136500" cy="136500"/>
              </a:xfrm>
              <a:prstGeom prst="rect">
                <a:avLst/>
              </a:prstGeom>
              <a:solidFill>
                <a:schemeClr val="accent4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67" name="Google Shape;5467;p73"/>
              <p:cNvSpPr/>
              <p:nvPr/>
            </p:nvSpPr>
            <p:spPr>
              <a:xfrm>
                <a:off x="14354339" y="3870040"/>
                <a:ext cx="136500" cy="136500"/>
              </a:xfrm>
              <a:prstGeom prst="rect">
                <a:avLst/>
              </a:prstGeom>
              <a:solidFill>
                <a:schemeClr val="accent5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68" name="Google Shape;5468;p73"/>
              <p:cNvSpPr/>
              <p:nvPr/>
            </p:nvSpPr>
            <p:spPr>
              <a:xfrm>
                <a:off x="14546797" y="3870040"/>
                <a:ext cx="136500" cy="136500"/>
              </a:xfrm>
              <a:prstGeom prst="rect">
                <a:avLst/>
              </a:prstGeom>
              <a:solidFill>
                <a:schemeClr val="accent6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grpSp>
            <p:nvGrpSpPr>
              <p:cNvPr id="5469" name="Google Shape;5469;p73"/>
              <p:cNvGrpSpPr/>
              <p:nvPr/>
            </p:nvGrpSpPr>
            <p:grpSpPr>
              <a:xfrm>
                <a:off x="13580316" y="3865836"/>
                <a:ext cx="151500" cy="147900"/>
                <a:chOff x="13580316" y="3865836"/>
                <a:chExt cx="151500" cy="147900"/>
              </a:xfrm>
            </p:grpSpPr>
            <p:sp>
              <p:nvSpPr>
                <p:cNvPr id="5470" name="Google Shape;5470;p73"/>
                <p:cNvSpPr/>
                <p:nvPr/>
              </p:nvSpPr>
              <p:spPr>
                <a:xfrm>
                  <a:off x="13584519" y="3870040"/>
                  <a:ext cx="136500" cy="136500"/>
                </a:xfrm>
                <a:prstGeom prst="rect">
                  <a:avLst/>
                </a:prstGeom>
                <a:solidFill>
                  <a:schemeClr val="accent1"/>
                </a:solidFill>
                <a:ln w="12700" cap="flat" cmpd="sng">
                  <a:solidFill>
                    <a:srgbClr val="EBEBEB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44000" tIns="144000" rIns="144000" bIns="144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endParaRPr sz="1100" b="0" i="0" u="none" strike="noStrike" cap="non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471" name="Google Shape;5471;p73"/>
                <p:cNvSpPr/>
                <p:nvPr/>
              </p:nvSpPr>
              <p:spPr>
                <a:xfrm>
                  <a:off x="13580316" y="3865836"/>
                  <a:ext cx="151500" cy="147900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F29132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44000" tIns="144000" rIns="144000" bIns="144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endParaRPr sz="1100" b="0" i="0" u="none" strike="noStrike" cap="non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</p:grpSp>
        <p:grpSp>
          <p:nvGrpSpPr>
            <p:cNvPr id="5472" name="Google Shape;5472;p73"/>
            <p:cNvGrpSpPr/>
            <p:nvPr/>
          </p:nvGrpSpPr>
          <p:grpSpPr>
            <a:xfrm>
              <a:off x="-3314820" y="4363463"/>
              <a:ext cx="1201200" cy="834578"/>
              <a:chOff x="-3314820" y="3391746"/>
              <a:chExt cx="1201200" cy="834578"/>
            </a:xfrm>
          </p:grpSpPr>
          <p:sp>
            <p:nvSpPr>
              <p:cNvPr id="5473" name="Google Shape;5473;p73"/>
              <p:cNvSpPr/>
              <p:nvPr/>
            </p:nvSpPr>
            <p:spPr>
              <a:xfrm>
                <a:off x="-3314820" y="3391746"/>
                <a:ext cx="1201200" cy="2724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4" name="Google Shape;5474;p73"/>
              <p:cNvSpPr/>
              <p:nvPr/>
            </p:nvSpPr>
            <p:spPr>
              <a:xfrm>
                <a:off x="-3304719" y="3404581"/>
                <a:ext cx="11817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5" name="Google Shape;5475;p73"/>
              <p:cNvSpPr txBox="1"/>
              <p:nvPr/>
            </p:nvSpPr>
            <p:spPr>
              <a:xfrm>
                <a:off x="-3069820" y="3472995"/>
                <a:ext cx="7254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Shape Fill</a:t>
                </a:r>
                <a:endParaRPr sz="1500"/>
              </a:p>
            </p:txBody>
          </p:sp>
          <p:sp>
            <p:nvSpPr>
              <p:cNvPr id="5476" name="Google Shape;5476;p73"/>
              <p:cNvSpPr/>
              <p:nvPr/>
            </p:nvSpPr>
            <p:spPr>
              <a:xfrm>
                <a:off x="-2404225" y="4047675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477" name="Google Shape;5477;p73"/>
              <p:cNvGrpSpPr/>
              <p:nvPr/>
            </p:nvGrpSpPr>
            <p:grpSpPr>
              <a:xfrm>
                <a:off x="-3259490" y="3446621"/>
                <a:ext cx="173114" cy="167982"/>
                <a:chOff x="-916832" y="3037554"/>
                <a:chExt cx="193489" cy="187752"/>
              </a:xfrm>
            </p:grpSpPr>
            <p:sp>
              <p:nvSpPr>
                <p:cNvPr id="5478" name="Google Shape;5478;p73"/>
                <p:cNvSpPr/>
                <p:nvPr/>
              </p:nvSpPr>
              <p:spPr>
                <a:xfrm>
                  <a:off x="-804124" y="3081338"/>
                  <a:ext cx="80781" cy="121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781" h="121443" extrusionOk="0">
                      <a:moveTo>
                        <a:pt x="30217" y="50006"/>
                      </a:moveTo>
                      <a:lnTo>
                        <a:pt x="34979" y="121443"/>
                      </a:lnTo>
                      <a:lnTo>
                        <a:pt x="80222" y="52387"/>
                      </a:lnTo>
                      <a:cubicBezTo>
                        <a:pt x="84191" y="29368"/>
                        <a:pt x="66729" y="1588"/>
                        <a:pt x="37360" y="0"/>
                      </a:cubicBezTo>
                      <a:cubicBezTo>
                        <a:pt x="-43602" y="21431"/>
                        <a:pt x="32598" y="33337"/>
                        <a:pt x="30217" y="50006"/>
                      </a:cubicBezTo>
                      <a:close/>
                    </a:path>
                  </a:pathLst>
                </a:custGeom>
                <a:solidFill>
                  <a:srgbClr val="366FA8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900"/>
                    <a:buFont typeface="Calibri"/>
                    <a:buNone/>
                  </a:pPr>
                  <a:endParaRPr sz="900" b="1" i="0" u="none" strike="noStrike" cap="none">
                    <a:solidFill>
                      <a:srgbClr val="000000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479" name="Google Shape;5479;p73"/>
                <p:cNvSpPr/>
                <p:nvPr/>
              </p:nvSpPr>
              <p:spPr>
                <a:xfrm rot="2904560">
                  <a:off x="-887721" y="3085744"/>
                  <a:ext cx="99879" cy="122824"/>
                </a:xfrm>
                <a:prstGeom prst="roundRect">
                  <a:avLst>
                    <a:gd name="adj" fmla="val 2911"/>
                  </a:avLst>
                </a:prstGeom>
                <a:solidFill>
                  <a:srgbClr val="FFFFFF"/>
                </a:solidFill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80" name="Google Shape;5480;p73"/>
                <p:cNvSpPr/>
                <p:nvPr/>
              </p:nvSpPr>
              <p:spPr>
                <a:xfrm>
                  <a:off x="-894646" y="3037554"/>
                  <a:ext cx="64776" cy="858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22" h="78381" extrusionOk="0">
                      <a:moveTo>
                        <a:pt x="219" y="78381"/>
                      </a:moveTo>
                      <a:cubicBezTo>
                        <a:pt x="-1454" y="18717"/>
                        <a:pt x="6534" y="-324"/>
                        <a:pt x="20468" y="5"/>
                      </a:cubicBezTo>
                      <a:cubicBezTo>
                        <a:pt x="34402" y="334"/>
                        <a:pt x="43874" y="23658"/>
                        <a:pt x="39229" y="67295"/>
                      </a:cubicBezTo>
                    </a:path>
                  </a:pathLst>
                </a:custGeom>
                <a:noFill/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481" name="Google Shape;5481;p73"/>
              <p:cNvSpPr/>
              <p:nvPr/>
            </p:nvSpPr>
            <p:spPr>
              <a:xfrm rot="10800000">
                <a:off x="-2288388" y="3519085"/>
                <a:ext cx="94800" cy="504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s 3x + Text">
  <p:cSld name="Images 3x + Text">
    <p:spTree>
      <p:nvGrpSpPr>
        <p:cNvPr id="1" name="Shape 5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3" name="Google Shape;5483;p74"/>
          <p:cNvSpPr>
            <a:spLocks noGrp="1"/>
          </p:cNvSpPr>
          <p:nvPr>
            <p:ph type="pic" idx="2"/>
          </p:nvPr>
        </p:nvSpPr>
        <p:spPr>
          <a:xfrm>
            <a:off x="4495345" y="1911112"/>
            <a:ext cx="3201300" cy="3217500"/>
          </a:xfrm>
          <a:prstGeom prst="roundRect">
            <a:avLst>
              <a:gd name="adj" fmla="val 5072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484" name="Google Shape;5484;p74"/>
          <p:cNvSpPr>
            <a:spLocks noGrp="1"/>
          </p:cNvSpPr>
          <p:nvPr>
            <p:ph type="pic" idx="3"/>
          </p:nvPr>
        </p:nvSpPr>
        <p:spPr>
          <a:xfrm>
            <a:off x="8257326" y="1911112"/>
            <a:ext cx="3201300" cy="3217500"/>
          </a:xfrm>
          <a:prstGeom prst="roundRect">
            <a:avLst>
              <a:gd name="adj" fmla="val 5072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485" name="Google Shape;5485;p74"/>
          <p:cNvSpPr>
            <a:spLocks noGrp="1"/>
          </p:cNvSpPr>
          <p:nvPr>
            <p:ph type="pic" idx="4"/>
          </p:nvPr>
        </p:nvSpPr>
        <p:spPr>
          <a:xfrm>
            <a:off x="720000" y="1911112"/>
            <a:ext cx="3201300" cy="3217500"/>
          </a:xfrm>
          <a:prstGeom prst="roundRect">
            <a:avLst>
              <a:gd name="adj" fmla="val 5072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486" name="Google Shape;5486;p74"/>
          <p:cNvSpPr/>
          <p:nvPr/>
        </p:nvSpPr>
        <p:spPr>
          <a:xfrm>
            <a:off x="0" y="-367937"/>
            <a:ext cx="13908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Images 3x + Text</a:t>
            </a:r>
            <a:endParaRPr sz="1500"/>
          </a:p>
        </p:txBody>
      </p:sp>
      <p:grpSp>
        <p:nvGrpSpPr>
          <p:cNvPr id="5487" name="Google Shape;5487;p74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5488" name="Google Shape;5488;p74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5489" name="Google Shape;5489;p74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5490" name="Google Shape;5490;p74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1" name="Google Shape;5491;p74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492" name="Google Shape;5492;p74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5493" name="Google Shape;5493;p74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5494" name="Google Shape;5494;p74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5495" name="Google Shape;5495;p74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5496" name="Google Shape;5496;p74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7" name="Google Shape;5497;p74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8" name="Google Shape;5498;p74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5499" name="Google Shape;5499;p74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5500" name="Google Shape;5500;p74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1" name="Google Shape;5501;p74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502" name="Google Shape;5502;p74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5503" name="Google Shape;5503;p74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04" name="Google Shape;5504;p74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05" name="Google Shape;5505;p74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506" name="Google Shape;5506;p74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5507" name="Google Shape;5507;p74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08" name="Google Shape;5508;p74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09" name="Google Shape;5509;p74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5510" name="Google Shape;5510;p74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5511" name="Google Shape;5511;p74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5512" name="Google Shape;5512;p74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5513" name="Google Shape;5513;p74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5514" name="Google Shape;5514;p74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5515" name="Google Shape;5515;p74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5516" name="Google Shape;5516;p74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5517" name="Google Shape;5517;p74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518" name="Google Shape;5518;p74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519" name="Google Shape;5519;p74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5520" name="Google Shape;5520;p74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5521" name="Google Shape;5521;p74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5522" name="Google Shape;5522;p74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5523" name="Google Shape;5523;p74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24" name="Google Shape;5524;p74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525" name="Google Shape;5525;p74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5526" name="Google Shape;5526;p74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27" name="Google Shape;5527;p74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5528" name="Google Shape;5528;p74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5529" name="Google Shape;5529;p74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530" name="Google Shape;5530;p74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5531" name="Google Shape;5531;p74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5532" name="Google Shape;5532;p74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3" name="Google Shape;5533;p74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34" name="Google Shape;5534;p74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5535" name="Google Shape;5535;p74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5536" name="Google Shape;5536;p74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537" name="Google Shape;5537;p74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538" name="Google Shape;5538;p74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5539" name="Google Shape;5539;p74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5540" name="Google Shape;5540;p74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5541" name="Google Shape;5541;p74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5542" name="Google Shape;5542;p74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5543" name="Google Shape;5543;p74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5544" name="Google Shape;5544;p74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5545" name="Google Shape;5545;p74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5546" name="Google Shape;5546;p74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5547" name="Google Shape;5547;p74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548" name="Google Shape;5548;p74"/>
          <p:cNvSpPr txBox="1">
            <a:spLocks noGrp="1"/>
          </p:cNvSpPr>
          <p:nvPr>
            <p:ph type="body" idx="5"/>
          </p:nvPr>
        </p:nvSpPr>
        <p:spPr>
          <a:xfrm>
            <a:off x="1005757" y="4705618"/>
            <a:ext cx="1763700" cy="77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4400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sz="19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549" name="Google Shape;5549;p74"/>
          <p:cNvSpPr txBox="1">
            <a:spLocks noGrp="1"/>
          </p:cNvSpPr>
          <p:nvPr>
            <p:ph type="body" idx="6"/>
          </p:nvPr>
        </p:nvSpPr>
        <p:spPr>
          <a:xfrm>
            <a:off x="4768998" y="4705618"/>
            <a:ext cx="1763700" cy="770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4400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sz="19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550" name="Google Shape;5550;p74"/>
          <p:cNvSpPr txBox="1">
            <a:spLocks noGrp="1"/>
          </p:cNvSpPr>
          <p:nvPr>
            <p:ph type="body" idx="7"/>
          </p:nvPr>
        </p:nvSpPr>
        <p:spPr>
          <a:xfrm>
            <a:off x="8532239" y="4705618"/>
            <a:ext cx="1763700" cy="770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4400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sz="19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551" name="Google Shape;5551;p74"/>
          <p:cNvSpPr txBox="1">
            <a:spLocks noGrp="1"/>
          </p:cNvSpPr>
          <p:nvPr>
            <p:ph type="body" idx="8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552" name="Google Shape;5552;p74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LLEEN TITEL (LEEG)">
  <p:cSld name="ALLEEN TITEL (LEEG)">
    <p:spTree>
      <p:nvGrpSpPr>
        <p:cNvPr id="1" name="Shape 5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4" name="Google Shape;5554;p75"/>
          <p:cNvSpPr/>
          <p:nvPr/>
        </p:nvSpPr>
        <p:spPr>
          <a:xfrm>
            <a:off x="781878" y="1977236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5" name="Google Shape;5555;p75"/>
          <p:cNvSpPr/>
          <p:nvPr/>
        </p:nvSpPr>
        <p:spPr>
          <a:xfrm>
            <a:off x="781878" y="4578022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6" name="Google Shape;5556;p75"/>
          <p:cNvSpPr/>
          <p:nvPr/>
        </p:nvSpPr>
        <p:spPr>
          <a:xfrm>
            <a:off x="781878" y="3277630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7" name="Google Shape;5557;p75"/>
          <p:cNvSpPr/>
          <p:nvPr/>
        </p:nvSpPr>
        <p:spPr>
          <a:xfrm>
            <a:off x="2147032" y="1977236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8" name="Google Shape;5558;p75"/>
          <p:cNvSpPr/>
          <p:nvPr/>
        </p:nvSpPr>
        <p:spPr>
          <a:xfrm>
            <a:off x="2147032" y="4578022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9" name="Google Shape;5559;p75"/>
          <p:cNvSpPr/>
          <p:nvPr/>
        </p:nvSpPr>
        <p:spPr>
          <a:xfrm>
            <a:off x="2147032" y="3277630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0" name="Google Shape;5560;p75"/>
          <p:cNvSpPr/>
          <p:nvPr/>
        </p:nvSpPr>
        <p:spPr>
          <a:xfrm>
            <a:off x="3512187" y="1977236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1" name="Google Shape;5561;p75"/>
          <p:cNvSpPr/>
          <p:nvPr/>
        </p:nvSpPr>
        <p:spPr>
          <a:xfrm>
            <a:off x="3512187" y="4578022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2" name="Google Shape;5562;p75"/>
          <p:cNvSpPr/>
          <p:nvPr/>
        </p:nvSpPr>
        <p:spPr>
          <a:xfrm>
            <a:off x="3512187" y="3277630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3" name="Google Shape;5563;p75"/>
          <p:cNvSpPr/>
          <p:nvPr/>
        </p:nvSpPr>
        <p:spPr>
          <a:xfrm>
            <a:off x="4877340" y="1977236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4" name="Google Shape;5564;p75"/>
          <p:cNvSpPr/>
          <p:nvPr/>
        </p:nvSpPr>
        <p:spPr>
          <a:xfrm>
            <a:off x="4877340" y="4578022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5" name="Google Shape;5565;p75"/>
          <p:cNvSpPr/>
          <p:nvPr/>
        </p:nvSpPr>
        <p:spPr>
          <a:xfrm>
            <a:off x="4877340" y="3277630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6" name="Google Shape;5566;p75"/>
          <p:cNvSpPr/>
          <p:nvPr/>
        </p:nvSpPr>
        <p:spPr>
          <a:xfrm>
            <a:off x="6242495" y="1977236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7" name="Google Shape;5567;p75"/>
          <p:cNvSpPr/>
          <p:nvPr/>
        </p:nvSpPr>
        <p:spPr>
          <a:xfrm>
            <a:off x="6242495" y="4578022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8" name="Google Shape;5568;p75"/>
          <p:cNvSpPr/>
          <p:nvPr/>
        </p:nvSpPr>
        <p:spPr>
          <a:xfrm>
            <a:off x="6242495" y="3277630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9" name="Google Shape;5569;p75"/>
          <p:cNvSpPr/>
          <p:nvPr/>
        </p:nvSpPr>
        <p:spPr>
          <a:xfrm>
            <a:off x="7607649" y="1977236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0" name="Google Shape;5570;p75"/>
          <p:cNvSpPr/>
          <p:nvPr/>
        </p:nvSpPr>
        <p:spPr>
          <a:xfrm>
            <a:off x="7607649" y="4578022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1" name="Google Shape;5571;p75"/>
          <p:cNvSpPr/>
          <p:nvPr/>
        </p:nvSpPr>
        <p:spPr>
          <a:xfrm>
            <a:off x="7607649" y="3277630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2" name="Google Shape;5572;p75"/>
          <p:cNvSpPr/>
          <p:nvPr/>
        </p:nvSpPr>
        <p:spPr>
          <a:xfrm>
            <a:off x="8972804" y="1977236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3" name="Google Shape;5573;p75"/>
          <p:cNvSpPr/>
          <p:nvPr/>
        </p:nvSpPr>
        <p:spPr>
          <a:xfrm>
            <a:off x="8972804" y="4578022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4" name="Google Shape;5574;p75"/>
          <p:cNvSpPr/>
          <p:nvPr/>
        </p:nvSpPr>
        <p:spPr>
          <a:xfrm>
            <a:off x="8972804" y="3277630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5" name="Google Shape;5575;p75"/>
          <p:cNvSpPr/>
          <p:nvPr/>
        </p:nvSpPr>
        <p:spPr>
          <a:xfrm>
            <a:off x="10337959" y="1977236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6" name="Google Shape;5576;p75"/>
          <p:cNvSpPr/>
          <p:nvPr/>
        </p:nvSpPr>
        <p:spPr>
          <a:xfrm>
            <a:off x="10337959" y="4578022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7" name="Google Shape;5577;p75"/>
          <p:cNvSpPr/>
          <p:nvPr/>
        </p:nvSpPr>
        <p:spPr>
          <a:xfrm>
            <a:off x="10337959" y="3277630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8" name="Google Shape;5578;p75"/>
          <p:cNvSpPr/>
          <p:nvPr/>
        </p:nvSpPr>
        <p:spPr>
          <a:xfrm>
            <a:off x="0" y="-572747"/>
            <a:ext cx="2103300" cy="386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0" tIns="36000" rIns="72000" bIns="36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ALLEEN TITEL (LEEG)</a:t>
            </a:r>
            <a:endParaRPr sz="1500"/>
          </a:p>
        </p:txBody>
      </p:sp>
      <p:sp>
        <p:nvSpPr>
          <p:cNvPr id="5579" name="Google Shape;5579;p75"/>
          <p:cNvSpPr txBox="1">
            <a:spLocks noGrp="1"/>
          </p:cNvSpPr>
          <p:nvPr>
            <p:ph type="body" idx="1"/>
          </p:nvPr>
        </p:nvSpPr>
        <p:spPr>
          <a:xfrm>
            <a:off x="449999" y="412144"/>
            <a:ext cx="27615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72000" bIns="468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 b="1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580" name="Google Shape;5580;p75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582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2" name="Google Shape;5582;p7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583" name="Google Shape;5583;p7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1pPr>
            <a:lvl2pPr marL="914400" lvl="1" indent="-228600"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4pPr>
            <a:lvl5pPr marL="2286000" lvl="4" indent="-228600"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5pPr>
            <a:lvl6pPr marL="2743200" lvl="5" indent="-228600"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>
              <a:spcBef>
                <a:spcPts val="700"/>
              </a:spcBef>
              <a:spcAft>
                <a:spcPts val="0"/>
              </a:spcAft>
              <a:buSzPts val="1500"/>
              <a:buNone/>
              <a:defRPr/>
            </a:lvl7pPr>
            <a:lvl8pPr marL="3657600" lvl="7" indent="-228600"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>
              <a:spcBef>
                <a:spcPts val="700"/>
              </a:spcBef>
              <a:spcAft>
                <a:spcPts val="7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584" name="Google Shape;5584;p7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">
  <p:cSld name="Empty">
    <p:spTree>
      <p:nvGrpSpPr>
        <p:cNvPr id="1" name="Shape 5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3" name="Google Shape;5593;p78"/>
          <p:cNvSpPr txBox="1">
            <a:spLocks noGrp="1"/>
          </p:cNvSpPr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s 3x + Text">
  <p:cSld name="Images 3x + Text">
    <p:spTree>
      <p:nvGrpSpPr>
        <p:cNvPr id="1" name="Shape 5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5" name="Google Shape;5595;p79"/>
          <p:cNvSpPr>
            <a:spLocks noGrp="1"/>
          </p:cNvSpPr>
          <p:nvPr>
            <p:ph type="pic" idx="2"/>
          </p:nvPr>
        </p:nvSpPr>
        <p:spPr>
          <a:xfrm>
            <a:off x="4495345" y="1911112"/>
            <a:ext cx="3201300" cy="3217500"/>
          </a:xfrm>
          <a:prstGeom prst="roundRect">
            <a:avLst>
              <a:gd name="adj" fmla="val 5072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596" name="Google Shape;5596;p79"/>
          <p:cNvSpPr>
            <a:spLocks noGrp="1"/>
          </p:cNvSpPr>
          <p:nvPr>
            <p:ph type="pic" idx="3"/>
          </p:nvPr>
        </p:nvSpPr>
        <p:spPr>
          <a:xfrm>
            <a:off x="8257326" y="1911112"/>
            <a:ext cx="3201300" cy="3217500"/>
          </a:xfrm>
          <a:prstGeom prst="roundRect">
            <a:avLst>
              <a:gd name="adj" fmla="val 5072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597" name="Google Shape;5597;p79"/>
          <p:cNvSpPr>
            <a:spLocks noGrp="1"/>
          </p:cNvSpPr>
          <p:nvPr>
            <p:ph type="pic" idx="4"/>
          </p:nvPr>
        </p:nvSpPr>
        <p:spPr>
          <a:xfrm>
            <a:off x="720000" y="1911112"/>
            <a:ext cx="3201300" cy="3217500"/>
          </a:xfrm>
          <a:prstGeom prst="roundRect">
            <a:avLst>
              <a:gd name="adj" fmla="val 5072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598" name="Google Shape;5598;p79"/>
          <p:cNvSpPr/>
          <p:nvPr/>
        </p:nvSpPr>
        <p:spPr>
          <a:xfrm>
            <a:off x="0" y="-367937"/>
            <a:ext cx="13908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Images 3x + Text</a:t>
            </a:r>
            <a:endParaRPr sz="1500"/>
          </a:p>
        </p:txBody>
      </p:sp>
      <p:grpSp>
        <p:nvGrpSpPr>
          <p:cNvPr id="5599" name="Google Shape;5599;p79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5600" name="Google Shape;5600;p79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5601" name="Google Shape;5601;p79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5602" name="Google Shape;5602;p79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3" name="Google Shape;5603;p79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604" name="Google Shape;5604;p79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5605" name="Google Shape;5605;p79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5606" name="Google Shape;5606;p79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5607" name="Google Shape;5607;p79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5608" name="Google Shape;5608;p79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9" name="Google Shape;5609;p79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0" name="Google Shape;5610;p79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5611" name="Google Shape;5611;p79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5612" name="Google Shape;5612;p79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3" name="Google Shape;5613;p79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614" name="Google Shape;5614;p79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5615" name="Google Shape;5615;p79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16" name="Google Shape;5616;p79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17" name="Google Shape;5617;p79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618" name="Google Shape;5618;p79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5619" name="Google Shape;5619;p79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20" name="Google Shape;5620;p79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21" name="Google Shape;5621;p79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5622" name="Google Shape;5622;p79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5623" name="Google Shape;5623;p79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5624" name="Google Shape;5624;p79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5625" name="Google Shape;5625;p79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5626" name="Google Shape;5626;p79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5627" name="Google Shape;5627;p79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5628" name="Google Shape;5628;p79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5629" name="Google Shape;5629;p79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630" name="Google Shape;5630;p79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631" name="Google Shape;5631;p79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5632" name="Google Shape;5632;p79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5633" name="Google Shape;5633;p79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5634" name="Google Shape;5634;p79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5635" name="Google Shape;5635;p79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36" name="Google Shape;5636;p79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637" name="Google Shape;5637;p79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5638" name="Google Shape;5638;p79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39" name="Google Shape;5639;p79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5640" name="Google Shape;5640;p79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5641" name="Google Shape;5641;p79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642" name="Google Shape;5642;p79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5643" name="Google Shape;5643;p79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5644" name="Google Shape;5644;p79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5" name="Google Shape;5645;p79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46" name="Google Shape;5646;p79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5647" name="Google Shape;5647;p79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5648" name="Google Shape;5648;p79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649" name="Google Shape;5649;p79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650" name="Google Shape;5650;p79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5651" name="Google Shape;5651;p79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5652" name="Google Shape;5652;p79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5653" name="Google Shape;5653;p79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5654" name="Google Shape;5654;p79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5655" name="Google Shape;5655;p79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5656" name="Google Shape;5656;p79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5657" name="Google Shape;5657;p79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5658" name="Google Shape;5658;p79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5659" name="Google Shape;5659;p79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660" name="Google Shape;5660;p79"/>
          <p:cNvSpPr txBox="1">
            <a:spLocks noGrp="1"/>
          </p:cNvSpPr>
          <p:nvPr>
            <p:ph type="body" idx="5"/>
          </p:nvPr>
        </p:nvSpPr>
        <p:spPr>
          <a:xfrm>
            <a:off x="1005757" y="4705618"/>
            <a:ext cx="1763700" cy="77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4400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sz="19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661" name="Google Shape;5661;p79"/>
          <p:cNvSpPr txBox="1">
            <a:spLocks noGrp="1"/>
          </p:cNvSpPr>
          <p:nvPr>
            <p:ph type="body" idx="6"/>
          </p:nvPr>
        </p:nvSpPr>
        <p:spPr>
          <a:xfrm>
            <a:off x="4768998" y="4705618"/>
            <a:ext cx="1763700" cy="770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4400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sz="19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662" name="Google Shape;5662;p79"/>
          <p:cNvSpPr txBox="1">
            <a:spLocks noGrp="1"/>
          </p:cNvSpPr>
          <p:nvPr>
            <p:ph type="body" idx="7"/>
          </p:nvPr>
        </p:nvSpPr>
        <p:spPr>
          <a:xfrm>
            <a:off x="8532239" y="4705618"/>
            <a:ext cx="1763700" cy="770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4400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sz="19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663" name="Google Shape;5663;p79"/>
          <p:cNvSpPr txBox="1">
            <a:spLocks noGrp="1"/>
          </p:cNvSpPr>
          <p:nvPr>
            <p:ph type="body" idx="8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664" name="Google Shape;5664;p79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 (m) #2">
  <p:cSld name="Text + Image (m) #2">
    <p:spTree>
      <p:nvGrpSpPr>
        <p:cNvPr id="1" name="Shape 5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6" name="Google Shape;5666;p80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name="adj" fmla="val 3563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5667" name="Google Shape;5667;p80"/>
          <p:cNvSpPr>
            <a:spLocks noGrp="1"/>
          </p:cNvSpPr>
          <p:nvPr>
            <p:ph type="pic" idx="2"/>
          </p:nvPr>
        </p:nvSpPr>
        <p:spPr>
          <a:xfrm>
            <a:off x="6383338" y="722312"/>
            <a:ext cx="5079900" cy="5083200"/>
          </a:xfrm>
          <a:prstGeom prst="roundRect">
            <a:avLst>
              <a:gd name="adj" fmla="val 3310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668" name="Google Shape;5668;p80"/>
          <p:cNvSpPr/>
          <p:nvPr/>
        </p:nvSpPr>
        <p:spPr>
          <a:xfrm>
            <a:off x="0" y="-367937"/>
            <a:ext cx="16584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(m) #2</a:t>
            </a:r>
            <a:endParaRPr sz="1500"/>
          </a:p>
        </p:txBody>
      </p:sp>
      <p:sp>
        <p:nvSpPr>
          <p:cNvPr id="5669" name="Google Shape;5669;p80"/>
          <p:cNvSpPr txBox="1">
            <a:spLocks noGrp="1"/>
          </p:cNvSpPr>
          <p:nvPr>
            <p:ph type="body" idx="1"/>
          </p:nvPr>
        </p:nvSpPr>
        <p:spPr>
          <a:xfrm>
            <a:off x="728695" y="1991183"/>
            <a:ext cx="5043600" cy="3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670" name="Google Shape;5670;p80"/>
          <p:cNvSpPr txBox="1">
            <a:spLocks noGrp="1"/>
          </p:cNvSpPr>
          <p:nvPr>
            <p:ph type="body" idx="3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671" name="Google Shape;5671;p80"/>
          <p:cNvSpPr txBox="1">
            <a:spLocks noGrp="1"/>
          </p:cNvSpPr>
          <p:nvPr>
            <p:ph type="body" idx="4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672" name="Google Shape;5672;p80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49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5673" name="Google Shape;5673;p80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5674" name="Google Shape;5674;p80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5675" name="Google Shape;5675;p80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5676" name="Google Shape;5676;p80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677" name="Google Shape;5677;p80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5678" name="Google Shape;5678;p80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5679" name="Google Shape;5679;p80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680" name="Google Shape;5680;p80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681" name="Google Shape;5681;p80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5682" name="Google Shape;5682;p80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5683" name="Google Shape;5683;p80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5684" name="Google Shape;5684;p80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5685" name="Google Shape;5685;p80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5686" name="Google Shape;5686;p80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5687" name="Google Shape;5687;p80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5688" name="Google Shape;5688;p80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5689" name="Google Shape;5689;p80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690" name="Google Shape;5690;p80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5691" name="Google Shape;5691;p80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692" name="Google Shape;5692;p80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5693" name="Google Shape;5693;p80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5694" name="Google Shape;5694;p80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5695" name="Google Shape;5695;p80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5696" name="Google Shape;5696;p80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7" name="Google Shape;5697;p80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98" name="Google Shape;5698;p80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5699" name="Google Shape;5699;p80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5700" name="Google Shape;5700;p80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701" name="Google Shape;5701;p80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5702" name="Google Shape;5702;p80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703" name="Google Shape;5703;p80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704" name="Google Shape;5704;p80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705" name="Google Shape;5705;p80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706" name="Google Shape;5706;p80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707" name="Google Shape;5707;p80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708" name="Google Shape;5708;p80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709" name="Google Shape;5709;p80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5710" name="Google Shape;5710;p80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711" name="Google Shape;5711;p80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712" name="Google Shape;5712;p80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713" name="Google Shape;5713;p80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714" name="Google Shape;5714;p80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715" name="Google Shape;5715;p80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716" name="Google Shape;5716;p80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5717" name="Google Shape;5717;p80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5718" name="Google Shape;5718;p80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5719" name="Google Shape;5719;p80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5720" name="Google Shape;5720;p80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5721" name="Google Shape;5721;p80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5722" name="Google Shape;5722;p80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723" name="Google Shape;5723;p80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724" name="Google Shape;5724;p80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725" name="Google Shape;5725;p80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726" name="Google Shape;5726;p80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727" name="Google Shape;5727;p80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728" name="Google Shape;5728;p80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729" name="Google Shape;5729;p80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730" name="Google Shape;5730;p80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5731" name="Google Shape;5731;p80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732" name="Google Shape;5732;p80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733" name="Google Shape;5733;p80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734" name="Google Shape;5734;p80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735" name="Google Shape;5735;p80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736" name="Google Shape;5736;p80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737" name="Google Shape;5737;p80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738" name="Google Shape;5738;p80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739" name="Google Shape;5739;p80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5740" name="Google Shape;5740;p80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5741" name="Google Shape;5741;p80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742" name="Google Shape;5742;p80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743" name="Google Shape;5743;p80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5744" name="Google Shape;5744;p80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grpSp>
        <p:nvGrpSpPr>
          <p:cNvPr id="5745" name="Google Shape;5745;p80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5746" name="Google Shape;5746;p80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5747" name="Google Shape;5747;p80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5748" name="Google Shape;5748;p80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5749" name="Google Shape;5749;p80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0" name="Google Shape;5750;p80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5751" name="Google Shape;5751;p80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5752" name="Google Shape;5752;p80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5753" name="Google Shape;5753;p80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754" name="Google Shape;5754;p80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5755" name="Google Shape;5755;p80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5756" name="Google Shape;5756;p80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5757" name="Google Shape;5757;p80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5758" name="Google Shape;5758;p80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5759" name="Google Shape;5759;p80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760" name="Google Shape;5760;p80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761" name="Google Shape;5761;p80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5762" name="Google Shape;5762;p80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5763" name="Google Shape;5763;p80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5764" name="Google Shape;5764;p80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5765" name="Google Shape;5765;p80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66" name="Google Shape;5766;p80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767" name="Google Shape;5767;p80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5768" name="Google Shape;5768;p80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69" name="Google Shape;5769;p80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5770" name="Google Shape;5770;p80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5771" name="Google Shape;5771;p80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72" name="Google Shape;5772;p80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5773" name="Google Shape;5773;p80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4" name="Google Shape;5774;p80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75" name="Google Shape;5775;p80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5776" name="Google Shape;5776;p80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5777" name="Google Shape;5777;p80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78" name="Google Shape;5778;p80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79" name="Google Shape;5779;p80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780" name="Google Shape;5780;p80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5781" name="Google Shape;5781;p80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5782" name="Google Shape;5782;p80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5783" name="Google Shape;5783;p80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784" name="Google Shape;5784;p80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5785" name="Google Shape;5785;p80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86" name="Google Shape;5786;p80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5787" name="Google Shape;5787;p80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 (s)">
  <p:cSld name="Text + Image (s)">
    <p:spTree>
      <p:nvGrpSpPr>
        <p:cNvPr id="1" name="Shape 5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9" name="Google Shape;5789;p81"/>
          <p:cNvSpPr/>
          <p:nvPr/>
        </p:nvSpPr>
        <p:spPr>
          <a:xfrm>
            <a:off x="0" y="-367937"/>
            <a:ext cx="13200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(s)</a:t>
            </a:r>
            <a:endParaRPr sz="1500"/>
          </a:p>
        </p:txBody>
      </p:sp>
      <p:sp>
        <p:nvSpPr>
          <p:cNvPr id="5790" name="Google Shape;5790;p81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791" name="Google Shape;5791;p81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792" name="Google Shape;5792;p81"/>
          <p:cNvSpPr txBox="1">
            <a:spLocks noGrp="1"/>
          </p:cNvSpPr>
          <p:nvPr>
            <p:ph type="title"/>
          </p:nvPr>
        </p:nvSpPr>
        <p:spPr>
          <a:xfrm>
            <a:off x="865162" y="722313"/>
            <a:ext cx="7342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793" name="Google Shape;5793;p81"/>
          <p:cNvSpPr>
            <a:spLocks noGrp="1"/>
          </p:cNvSpPr>
          <p:nvPr>
            <p:ph type="pic" idx="3"/>
          </p:nvPr>
        </p:nvSpPr>
        <p:spPr>
          <a:xfrm>
            <a:off x="8562290" y="722313"/>
            <a:ext cx="2901300" cy="5083200"/>
          </a:xfrm>
          <a:prstGeom prst="roundRect">
            <a:avLst>
              <a:gd name="adj" fmla="val 5432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794" name="Google Shape;5794;p81"/>
          <p:cNvSpPr txBox="1">
            <a:spLocks noGrp="1"/>
          </p:cNvSpPr>
          <p:nvPr>
            <p:ph type="body" idx="4"/>
          </p:nvPr>
        </p:nvSpPr>
        <p:spPr>
          <a:xfrm>
            <a:off x="720000" y="1592263"/>
            <a:ext cx="7488000" cy="42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grpSp>
        <p:nvGrpSpPr>
          <p:cNvPr id="5795" name="Google Shape;5795;p81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5796" name="Google Shape;5796;p81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5797" name="Google Shape;5797;p81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5798" name="Google Shape;5798;p81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799" name="Google Shape;5799;p81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5800" name="Google Shape;5800;p81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5801" name="Google Shape;5801;p81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802" name="Google Shape;5802;p81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803" name="Google Shape;5803;p81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5804" name="Google Shape;5804;p81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5805" name="Google Shape;5805;p81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5806" name="Google Shape;5806;p81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5807" name="Google Shape;5807;p81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5808" name="Google Shape;5808;p81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5809" name="Google Shape;5809;p81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5810" name="Google Shape;5810;p81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5811" name="Google Shape;5811;p81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812" name="Google Shape;5812;p81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5813" name="Google Shape;5813;p81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814" name="Google Shape;5814;p81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5815" name="Google Shape;5815;p81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5816" name="Google Shape;5816;p81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5817" name="Google Shape;5817;p81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5818" name="Google Shape;5818;p81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9" name="Google Shape;5819;p81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20" name="Google Shape;5820;p81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5821" name="Google Shape;5821;p81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5822" name="Google Shape;5822;p81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823" name="Google Shape;5823;p81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5824" name="Google Shape;5824;p81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825" name="Google Shape;5825;p81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826" name="Google Shape;5826;p81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827" name="Google Shape;5827;p81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828" name="Google Shape;5828;p81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829" name="Google Shape;5829;p81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830" name="Google Shape;5830;p81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831" name="Google Shape;5831;p81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5832" name="Google Shape;5832;p81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833" name="Google Shape;5833;p81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834" name="Google Shape;5834;p81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835" name="Google Shape;5835;p81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836" name="Google Shape;5836;p81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837" name="Google Shape;5837;p81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838" name="Google Shape;5838;p81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5839" name="Google Shape;5839;p81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5840" name="Google Shape;5840;p81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5841" name="Google Shape;5841;p81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5842" name="Google Shape;5842;p81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5843" name="Google Shape;5843;p81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5844" name="Google Shape;5844;p81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845" name="Google Shape;5845;p81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846" name="Google Shape;5846;p81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847" name="Google Shape;5847;p81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848" name="Google Shape;5848;p81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849" name="Google Shape;5849;p81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850" name="Google Shape;5850;p81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851" name="Google Shape;5851;p81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852" name="Google Shape;5852;p81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5853" name="Google Shape;5853;p81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854" name="Google Shape;5854;p81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855" name="Google Shape;5855;p81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856" name="Google Shape;5856;p81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857" name="Google Shape;5857;p81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858" name="Google Shape;5858;p81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859" name="Google Shape;5859;p81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860" name="Google Shape;5860;p81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861" name="Google Shape;5861;p81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5862" name="Google Shape;5862;p81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5863" name="Google Shape;5863;p81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864" name="Google Shape;5864;p81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865" name="Google Shape;5865;p81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5866" name="Google Shape;5866;p81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grpSp>
        <p:nvGrpSpPr>
          <p:cNvPr id="5867" name="Google Shape;5867;p81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5868" name="Google Shape;5868;p81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5869" name="Google Shape;5869;p81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5870" name="Google Shape;5870;p81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5871" name="Google Shape;5871;p81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2" name="Google Shape;5872;p81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5873" name="Google Shape;5873;p81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5874" name="Google Shape;5874;p81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5875" name="Google Shape;5875;p81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876" name="Google Shape;5876;p81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5877" name="Google Shape;5877;p81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5878" name="Google Shape;5878;p81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5879" name="Google Shape;5879;p81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5880" name="Google Shape;5880;p81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5881" name="Google Shape;5881;p81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882" name="Google Shape;5882;p81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883" name="Google Shape;5883;p81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5884" name="Google Shape;5884;p81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5885" name="Google Shape;5885;p81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5886" name="Google Shape;5886;p81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5887" name="Google Shape;5887;p81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88" name="Google Shape;5888;p81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889" name="Google Shape;5889;p81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5890" name="Google Shape;5890;p81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91" name="Google Shape;5891;p81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5892" name="Google Shape;5892;p81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5893" name="Google Shape;5893;p81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94" name="Google Shape;5894;p81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5895" name="Google Shape;5895;p81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6" name="Google Shape;5896;p81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97" name="Google Shape;5897;p81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5898" name="Google Shape;5898;p81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5899" name="Google Shape;5899;p81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00" name="Google Shape;5900;p81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01" name="Google Shape;5901;p81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902" name="Google Shape;5902;p81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5903" name="Google Shape;5903;p81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5904" name="Google Shape;5904;p81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5905" name="Google Shape;5905;p81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906" name="Google Shape;5906;p81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5907" name="Google Shape;5907;p81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908" name="Google Shape;5908;p81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5909" name="Google Shape;5909;p81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 (m)">
  <p:cSld name="Text + Image (m)">
    <p:spTree>
      <p:nvGrpSpPr>
        <p:cNvPr id="1" name="Shape 5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1" name="Google Shape;5911;p82"/>
          <p:cNvSpPr/>
          <p:nvPr/>
        </p:nvSpPr>
        <p:spPr>
          <a:xfrm>
            <a:off x="0" y="-367937"/>
            <a:ext cx="14052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(m)</a:t>
            </a:r>
            <a:endParaRPr sz="1500"/>
          </a:p>
        </p:txBody>
      </p:sp>
      <p:sp>
        <p:nvSpPr>
          <p:cNvPr id="5912" name="Google Shape;5912;p82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913" name="Google Shape;5913;p82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914" name="Google Shape;5914;p82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49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915" name="Google Shape;5915;p82"/>
          <p:cNvSpPr>
            <a:spLocks noGrp="1"/>
          </p:cNvSpPr>
          <p:nvPr>
            <p:ph type="pic" idx="3"/>
          </p:nvPr>
        </p:nvSpPr>
        <p:spPr>
          <a:xfrm>
            <a:off x="6384888" y="722312"/>
            <a:ext cx="5078400" cy="5083200"/>
          </a:xfrm>
          <a:prstGeom prst="roundRect">
            <a:avLst>
              <a:gd name="adj" fmla="val 3310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916" name="Google Shape;5916;p82"/>
          <p:cNvSpPr txBox="1">
            <a:spLocks noGrp="1"/>
          </p:cNvSpPr>
          <p:nvPr>
            <p:ph type="body" idx="4"/>
          </p:nvPr>
        </p:nvSpPr>
        <p:spPr>
          <a:xfrm>
            <a:off x="728695" y="1991183"/>
            <a:ext cx="5043600" cy="3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grpSp>
        <p:nvGrpSpPr>
          <p:cNvPr id="5917" name="Google Shape;5917;p82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5918" name="Google Shape;5918;p82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5919" name="Google Shape;5919;p82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5920" name="Google Shape;5920;p82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921" name="Google Shape;5921;p82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5922" name="Google Shape;5922;p82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5923" name="Google Shape;5923;p82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924" name="Google Shape;5924;p82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925" name="Google Shape;5925;p82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5926" name="Google Shape;5926;p82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5927" name="Google Shape;5927;p82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5928" name="Google Shape;5928;p82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5929" name="Google Shape;5929;p82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5930" name="Google Shape;5930;p82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5931" name="Google Shape;5931;p82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5932" name="Google Shape;5932;p82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5933" name="Google Shape;5933;p82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934" name="Google Shape;5934;p82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5935" name="Google Shape;5935;p82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936" name="Google Shape;5936;p82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5937" name="Google Shape;5937;p82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5938" name="Google Shape;5938;p82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5939" name="Google Shape;5939;p82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5940" name="Google Shape;5940;p82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1" name="Google Shape;5941;p82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42" name="Google Shape;5942;p82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5943" name="Google Shape;5943;p82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5944" name="Google Shape;5944;p82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45" name="Google Shape;5945;p82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5946" name="Google Shape;5946;p82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947" name="Google Shape;5947;p82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48" name="Google Shape;5948;p82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49" name="Google Shape;5949;p82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50" name="Google Shape;5950;p82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51" name="Google Shape;5951;p82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952" name="Google Shape;5952;p82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953" name="Google Shape;5953;p82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5954" name="Google Shape;5954;p82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955" name="Google Shape;5955;p82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56" name="Google Shape;5956;p82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57" name="Google Shape;5957;p82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58" name="Google Shape;5958;p82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59" name="Google Shape;5959;p82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960" name="Google Shape;5960;p82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5961" name="Google Shape;5961;p82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5962" name="Google Shape;5962;p82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5963" name="Google Shape;5963;p82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5964" name="Google Shape;5964;p82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5965" name="Google Shape;5965;p82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5966" name="Google Shape;5966;p82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967" name="Google Shape;5967;p82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968" name="Google Shape;5968;p82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69" name="Google Shape;5969;p82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70" name="Google Shape;5970;p82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71" name="Google Shape;5971;p82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72" name="Google Shape;5972;p82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973" name="Google Shape;5973;p82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974" name="Google Shape;5974;p82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5975" name="Google Shape;5975;p82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976" name="Google Shape;5976;p82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977" name="Google Shape;5977;p82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78" name="Google Shape;5978;p82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79" name="Google Shape;5979;p82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80" name="Google Shape;5980;p82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81" name="Google Shape;5981;p82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982" name="Google Shape;5982;p82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983" name="Google Shape;5983;p82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5984" name="Google Shape;5984;p82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5985" name="Google Shape;5985;p82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986" name="Google Shape;5986;p82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987" name="Google Shape;5987;p82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5988" name="Google Shape;5988;p82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grpSp>
        <p:nvGrpSpPr>
          <p:cNvPr id="5989" name="Google Shape;5989;p82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5990" name="Google Shape;5990;p82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5991" name="Google Shape;5991;p82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5992" name="Google Shape;5992;p82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5993" name="Google Shape;5993;p82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4" name="Google Shape;5994;p82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5995" name="Google Shape;5995;p82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5996" name="Google Shape;5996;p82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5997" name="Google Shape;5997;p82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998" name="Google Shape;5998;p82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5999" name="Google Shape;5999;p82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6000" name="Google Shape;6000;p82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6001" name="Google Shape;6001;p82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6002" name="Google Shape;6002;p82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6003" name="Google Shape;6003;p82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004" name="Google Shape;6004;p82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005" name="Google Shape;6005;p82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6006" name="Google Shape;6006;p82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6007" name="Google Shape;6007;p82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6008" name="Google Shape;6008;p82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009" name="Google Shape;6009;p82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10" name="Google Shape;6010;p82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011" name="Google Shape;6011;p82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012" name="Google Shape;6012;p82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13" name="Google Shape;6013;p82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014" name="Google Shape;6014;p82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6015" name="Google Shape;6015;p82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16" name="Google Shape;6016;p82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6017" name="Google Shape;6017;p82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8" name="Google Shape;6018;p82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19" name="Google Shape;6019;p82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6020" name="Google Shape;6020;p82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6021" name="Google Shape;6021;p82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22" name="Google Shape;6022;p82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23" name="Google Shape;6023;p82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024" name="Google Shape;6024;p82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6025" name="Google Shape;6025;p82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6026" name="Google Shape;6026;p82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6027" name="Google Shape;6027;p82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028" name="Google Shape;6028;p82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6029" name="Google Shape;6029;p82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30" name="Google Shape;6030;p82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031" name="Google Shape;6031;p82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#1">
  <p:cSld name="Text #1">
    <p:spTree>
      <p:nvGrpSpPr>
        <p:cNvPr id="1" name="Shape 6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3" name="Google Shape;6033;p83"/>
          <p:cNvSpPr/>
          <p:nvPr/>
        </p:nvSpPr>
        <p:spPr>
          <a:xfrm>
            <a:off x="714375" y="1385455"/>
            <a:ext cx="7810800" cy="4420800"/>
          </a:xfrm>
          <a:prstGeom prst="roundRect">
            <a:avLst>
              <a:gd name="adj" fmla="val 3563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6034" name="Google Shape;6034;p83"/>
          <p:cNvSpPr txBox="1">
            <a:spLocks noGrp="1"/>
          </p:cNvSpPr>
          <p:nvPr>
            <p:ph type="body" idx="1"/>
          </p:nvPr>
        </p:nvSpPr>
        <p:spPr>
          <a:xfrm>
            <a:off x="865162" y="1592263"/>
            <a:ext cx="7488000" cy="40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6035" name="Google Shape;6035;p83"/>
          <p:cNvSpPr/>
          <p:nvPr/>
        </p:nvSpPr>
        <p:spPr>
          <a:xfrm>
            <a:off x="0" y="-367937"/>
            <a:ext cx="6009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#1</a:t>
            </a:r>
            <a:endParaRPr sz="1500"/>
          </a:p>
        </p:txBody>
      </p:sp>
      <p:sp>
        <p:nvSpPr>
          <p:cNvPr id="6036" name="Google Shape;6036;p83"/>
          <p:cNvSpPr txBox="1">
            <a:spLocks noGrp="1"/>
          </p:cNvSpPr>
          <p:nvPr>
            <p:ph type="body" idx="2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6037" name="Google Shape;6037;p83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6038" name="Google Shape;6038;p83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6039" name="Google Shape;6039;p83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040" name="Google Shape;6040;p83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6041" name="Google Shape;6041;p83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042" name="Google Shape;6042;p83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6043" name="Google Shape;6043;p83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6044" name="Google Shape;6044;p83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045" name="Google Shape;6045;p83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6046" name="Google Shape;6046;p83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6047" name="Google Shape;6047;p83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6048" name="Google Shape;6048;p83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6049" name="Google Shape;6049;p83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6050" name="Google Shape;6050;p83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6051" name="Google Shape;6051;p83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6052" name="Google Shape;6052;p83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6053" name="Google Shape;6053;p83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6054" name="Google Shape;6054;p83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6055" name="Google Shape;6055;p83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6056" name="Google Shape;6056;p83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6057" name="Google Shape;6057;p83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6058" name="Google Shape;6058;p83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6059" name="Google Shape;6059;p83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6060" name="Google Shape;6060;p83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1" name="Google Shape;6061;p83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62" name="Google Shape;6062;p83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6063" name="Google Shape;6063;p83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6064" name="Google Shape;6064;p83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065" name="Google Shape;6065;p83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6066" name="Google Shape;6066;p83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6067" name="Google Shape;6067;p83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068" name="Google Shape;6068;p83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069" name="Google Shape;6069;p83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070" name="Google Shape;6070;p83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071" name="Google Shape;6071;p83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072" name="Google Shape;6072;p83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073" name="Google Shape;6073;p83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6074" name="Google Shape;6074;p83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6075" name="Google Shape;6075;p83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076" name="Google Shape;6076;p83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077" name="Google Shape;6077;p83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078" name="Google Shape;6078;p83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079" name="Google Shape;6079;p83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080" name="Google Shape;6080;p83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6081" name="Google Shape;6081;p83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6082" name="Google Shape;6082;p83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6083" name="Google Shape;6083;p83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6084" name="Google Shape;6084;p83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6085" name="Google Shape;6085;p83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6086" name="Google Shape;6086;p83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087" name="Google Shape;6087;p83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6088" name="Google Shape;6088;p83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089" name="Google Shape;6089;p83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090" name="Google Shape;6090;p83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091" name="Google Shape;6091;p83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092" name="Google Shape;6092;p83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093" name="Google Shape;6093;p83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094" name="Google Shape;6094;p83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6095" name="Google Shape;6095;p83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096" name="Google Shape;6096;p83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6097" name="Google Shape;6097;p83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098" name="Google Shape;6098;p83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099" name="Google Shape;6099;p83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00" name="Google Shape;6100;p83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01" name="Google Shape;6101;p83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102" name="Google Shape;6102;p83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103" name="Google Shape;6103;p83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6104" name="Google Shape;6104;p83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6105" name="Google Shape;6105;p83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106" name="Google Shape;6106;p83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107" name="Google Shape;6107;p83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6108" name="Google Shape;6108;p83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6109" name="Google Shape;6109;p83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110" name="Google Shape;6110;p83"/>
          <p:cNvSpPr txBox="1">
            <a:spLocks noGrp="1"/>
          </p:cNvSpPr>
          <p:nvPr>
            <p:ph type="title"/>
          </p:nvPr>
        </p:nvSpPr>
        <p:spPr>
          <a:xfrm>
            <a:off x="865162" y="722313"/>
            <a:ext cx="105591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#1">
  <p:cSld name="Title only #1">
    <p:spTree>
      <p:nvGrpSpPr>
        <p:cNvPr id="1" name="Shape 6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2" name="Google Shape;6112;p84"/>
          <p:cNvSpPr/>
          <p:nvPr/>
        </p:nvSpPr>
        <p:spPr>
          <a:xfrm>
            <a:off x="0" y="-367937"/>
            <a:ext cx="10419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Title only #1</a:t>
            </a:r>
            <a:endParaRPr sz="1500"/>
          </a:p>
        </p:txBody>
      </p:sp>
      <p:sp>
        <p:nvSpPr>
          <p:cNvPr id="6113" name="Google Shape;6113;p84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114" name="Google Shape;6114;p84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115" name="Google Shape;6115;p84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 1x + Image 2x">
  <p:cSld name="Column 1x + Image 2x">
    <p:spTree>
      <p:nvGrpSpPr>
        <p:cNvPr id="1" name="Shape 6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7" name="Google Shape;6117;p85"/>
          <p:cNvSpPr>
            <a:spLocks noGrp="1"/>
          </p:cNvSpPr>
          <p:nvPr>
            <p:ph type="pic" idx="2"/>
          </p:nvPr>
        </p:nvSpPr>
        <p:spPr>
          <a:xfrm>
            <a:off x="728694" y="1991183"/>
            <a:ext cx="3401700" cy="3814500"/>
          </a:xfrm>
          <a:prstGeom prst="roundRect">
            <a:avLst>
              <a:gd name="adj" fmla="val 4031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6118" name="Google Shape;6118;p85"/>
          <p:cNvSpPr txBox="1">
            <a:spLocks noGrp="1"/>
          </p:cNvSpPr>
          <p:nvPr>
            <p:ph type="body" idx="1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119" name="Google Shape;6119;p85"/>
          <p:cNvSpPr txBox="1">
            <a:spLocks noGrp="1"/>
          </p:cNvSpPr>
          <p:nvPr>
            <p:ph type="body" idx="3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120" name="Google Shape;6120;p85"/>
          <p:cNvSpPr txBox="1">
            <a:spLocks noGrp="1"/>
          </p:cNvSpPr>
          <p:nvPr>
            <p:ph type="body" idx="4"/>
          </p:nvPr>
        </p:nvSpPr>
        <p:spPr>
          <a:xfrm>
            <a:off x="4395228" y="722313"/>
            <a:ext cx="3398400" cy="50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>
            <a:endParaRPr/>
          </a:p>
        </p:txBody>
      </p:sp>
      <p:sp>
        <p:nvSpPr>
          <p:cNvPr id="6121" name="Google Shape;6121;p85"/>
          <p:cNvSpPr txBox="1">
            <a:spLocks noGrp="1"/>
          </p:cNvSpPr>
          <p:nvPr>
            <p:ph type="body" idx="5"/>
          </p:nvPr>
        </p:nvSpPr>
        <p:spPr>
          <a:xfrm>
            <a:off x="865163" y="722314"/>
            <a:ext cx="3260700" cy="1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3500"/>
              <a:buFont typeface="Calibri"/>
              <a:buNone/>
              <a:defRPr sz="3500" b="1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122" name="Google Shape;6122;p85"/>
          <p:cNvSpPr>
            <a:spLocks noGrp="1"/>
          </p:cNvSpPr>
          <p:nvPr>
            <p:ph type="pic" idx="6"/>
          </p:nvPr>
        </p:nvSpPr>
        <p:spPr>
          <a:xfrm>
            <a:off x="8061762" y="722313"/>
            <a:ext cx="3401700" cy="5083200"/>
          </a:xfrm>
          <a:prstGeom prst="roundRect">
            <a:avLst>
              <a:gd name="adj" fmla="val 4031"/>
            </a:avLst>
          </a:prstGeom>
          <a:solidFill>
            <a:srgbClr val="F2F2F2"/>
          </a:solidFill>
          <a:ln>
            <a:noFill/>
          </a:ln>
        </p:spPr>
      </p:sp>
      <p:grpSp>
        <p:nvGrpSpPr>
          <p:cNvPr id="6123" name="Google Shape;6123;p85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6124" name="Google Shape;6124;p85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6125" name="Google Shape;6125;p85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126" name="Google Shape;6126;p85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6127" name="Google Shape;6127;p85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128" name="Google Shape;6128;p85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6129" name="Google Shape;6129;p85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6130" name="Google Shape;6130;p85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131" name="Google Shape;6131;p85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6132" name="Google Shape;6132;p85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6133" name="Google Shape;6133;p85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6134" name="Google Shape;6134;p85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6135" name="Google Shape;6135;p85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6136" name="Google Shape;6136;p85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6137" name="Google Shape;6137;p85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6138" name="Google Shape;6138;p85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6139" name="Google Shape;6139;p85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6140" name="Google Shape;6140;p85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6141" name="Google Shape;6141;p85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6142" name="Google Shape;6142;p85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6143" name="Google Shape;6143;p85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6144" name="Google Shape;6144;p85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6145" name="Google Shape;6145;p85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6146" name="Google Shape;6146;p85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7" name="Google Shape;6147;p85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48" name="Google Shape;6148;p85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6149" name="Google Shape;6149;p85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6150" name="Google Shape;6150;p85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151" name="Google Shape;6151;p85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6152" name="Google Shape;6152;p85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6153" name="Google Shape;6153;p85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54" name="Google Shape;6154;p85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55" name="Google Shape;6155;p85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56" name="Google Shape;6156;p85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57" name="Google Shape;6157;p85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158" name="Google Shape;6158;p85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159" name="Google Shape;6159;p85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6160" name="Google Shape;6160;p85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6161" name="Google Shape;6161;p85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62" name="Google Shape;6162;p85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63" name="Google Shape;6163;p85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64" name="Google Shape;6164;p85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65" name="Google Shape;6165;p85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166" name="Google Shape;6166;p85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6167" name="Google Shape;6167;p85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6168" name="Google Shape;6168;p85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6169" name="Google Shape;6169;p85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6170" name="Google Shape;6170;p85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6171" name="Google Shape;6171;p85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6172" name="Google Shape;6172;p85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173" name="Google Shape;6173;p85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6174" name="Google Shape;6174;p85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75" name="Google Shape;6175;p85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76" name="Google Shape;6176;p85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77" name="Google Shape;6177;p85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78" name="Google Shape;6178;p85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179" name="Google Shape;6179;p85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180" name="Google Shape;6180;p85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6181" name="Google Shape;6181;p85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182" name="Google Shape;6182;p85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6183" name="Google Shape;6183;p85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84" name="Google Shape;6184;p85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85" name="Google Shape;6185;p85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86" name="Google Shape;6186;p85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87" name="Google Shape;6187;p85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188" name="Google Shape;6188;p85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189" name="Google Shape;6189;p85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6190" name="Google Shape;6190;p85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6191" name="Google Shape;6191;p85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192" name="Google Shape;6192;p85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193" name="Google Shape;6193;p85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6194" name="Google Shape;6194;p85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6195" name="Google Shape;6195;p85"/>
          <p:cNvSpPr txBox="1">
            <a:spLocks noGrp="1"/>
          </p:cNvSpPr>
          <p:nvPr>
            <p:ph type="dt" idx="10"/>
          </p:nvPr>
        </p:nvSpPr>
        <p:spPr>
          <a:xfrm>
            <a:off x="8317776" y="634385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6196" name="Google Shape;6196;p85"/>
          <p:cNvSpPr txBox="1">
            <a:spLocks noGrp="1"/>
          </p:cNvSpPr>
          <p:nvPr>
            <p:ph type="ftr" idx="11"/>
          </p:nvPr>
        </p:nvSpPr>
        <p:spPr>
          <a:xfrm>
            <a:off x="9801225" y="6343856"/>
            <a:ext cx="1658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6197" name="Google Shape;6197;p85"/>
          <p:cNvSpPr txBox="1">
            <a:spLocks noGrp="1"/>
          </p:cNvSpPr>
          <p:nvPr>
            <p:ph type="sldNum" idx="12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198" name="Google Shape;6198;p85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6199" name="Google Shape;6199;p85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6200" name="Google Shape;6200;p85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6201" name="Google Shape;6201;p85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202" name="Google Shape;6202;p85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3" name="Google Shape;6203;p85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204" name="Google Shape;6204;p85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205" name="Google Shape;6205;p85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6206" name="Google Shape;6206;p85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207" name="Google Shape;6207;p85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6208" name="Google Shape;6208;p85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6209" name="Google Shape;6209;p85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6210" name="Google Shape;6210;p85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6211" name="Google Shape;6211;p85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6212" name="Google Shape;6212;p85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213" name="Google Shape;6213;p85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214" name="Google Shape;6214;p85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6215" name="Google Shape;6215;p85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6216" name="Google Shape;6216;p85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6217" name="Google Shape;6217;p85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218" name="Google Shape;6218;p85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19" name="Google Shape;6219;p85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220" name="Google Shape;6220;p85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221" name="Google Shape;6221;p85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22" name="Google Shape;6222;p85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223" name="Google Shape;6223;p85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6224" name="Google Shape;6224;p85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25" name="Google Shape;6225;p85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6226" name="Google Shape;6226;p85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7" name="Google Shape;6227;p85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28" name="Google Shape;6228;p85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6229" name="Google Shape;6229;p85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6230" name="Google Shape;6230;p85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31" name="Google Shape;6231;p85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32" name="Google Shape;6232;p85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233" name="Google Shape;6233;p85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6234" name="Google Shape;6234;p85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6235" name="Google Shape;6235;p85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6236" name="Google Shape;6236;p85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237" name="Google Shape;6237;p85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6238" name="Google Shape;6238;p85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39" name="Google Shape;6239;p85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240" name="Google Shape;6240;p85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6241" name="Google Shape;6241;p85"/>
          <p:cNvSpPr txBox="1">
            <a:spLocks noGrp="1"/>
          </p:cNvSpPr>
          <p:nvPr>
            <p:ph type="title"/>
          </p:nvPr>
        </p:nvSpPr>
        <p:spPr>
          <a:xfrm>
            <a:off x="-1" y="-367937"/>
            <a:ext cx="26955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 (2x)">
  <p:cSld name="Text + Image (2x)">
    <p:spTree>
      <p:nvGrpSpPr>
        <p:cNvPr id="1" name="Shape 6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3" name="Google Shape;6243;p86"/>
          <p:cNvSpPr>
            <a:spLocks noGrp="1"/>
          </p:cNvSpPr>
          <p:nvPr>
            <p:ph type="pic" idx="2"/>
          </p:nvPr>
        </p:nvSpPr>
        <p:spPr>
          <a:xfrm>
            <a:off x="720001" y="1592264"/>
            <a:ext cx="5076000" cy="2442000"/>
          </a:xfrm>
          <a:prstGeom prst="roundRect">
            <a:avLst>
              <a:gd name="adj" fmla="val 9597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6244" name="Google Shape;6244;p86"/>
          <p:cNvSpPr/>
          <p:nvPr/>
        </p:nvSpPr>
        <p:spPr>
          <a:xfrm>
            <a:off x="0" y="-367937"/>
            <a:ext cx="14373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(2x)</a:t>
            </a:r>
            <a:endParaRPr sz="1500"/>
          </a:p>
        </p:txBody>
      </p:sp>
      <p:sp>
        <p:nvSpPr>
          <p:cNvPr id="6245" name="Google Shape;6245;p86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246" name="Google Shape;6246;p86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247" name="Google Shape;6247;p86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6248" name="Google Shape;6248;p86"/>
          <p:cNvSpPr>
            <a:spLocks noGrp="1"/>
          </p:cNvSpPr>
          <p:nvPr>
            <p:ph type="pic" idx="4"/>
          </p:nvPr>
        </p:nvSpPr>
        <p:spPr>
          <a:xfrm>
            <a:off x="6396001" y="1592264"/>
            <a:ext cx="5076000" cy="2442000"/>
          </a:xfrm>
          <a:prstGeom prst="roundRect">
            <a:avLst>
              <a:gd name="adj" fmla="val 9597"/>
            </a:avLst>
          </a:prstGeom>
          <a:solidFill>
            <a:srgbClr val="F2F2F2"/>
          </a:solidFill>
          <a:ln>
            <a:noFill/>
          </a:ln>
        </p:spPr>
      </p:sp>
      <p:grpSp>
        <p:nvGrpSpPr>
          <p:cNvPr id="6249" name="Google Shape;6249;p86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6250" name="Google Shape;6250;p86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6251" name="Google Shape;6251;p86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6252" name="Google Shape;6252;p86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253" name="Google Shape;6253;p86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4" name="Google Shape;6254;p86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255" name="Google Shape;6255;p86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256" name="Google Shape;6256;p86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6257" name="Google Shape;6257;p86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258" name="Google Shape;6258;p86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6259" name="Google Shape;6259;p86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6260" name="Google Shape;6260;p86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6261" name="Google Shape;6261;p86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6262" name="Google Shape;6262;p86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6263" name="Google Shape;6263;p86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264" name="Google Shape;6264;p86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265" name="Google Shape;6265;p86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6266" name="Google Shape;6266;p86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6267" name="Google Shape;6267;p86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6268" name="Google Shape;6268;p86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269" name="Google Shape;6269;p86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70" name="Google Shape;6270;p86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271" name="Google Shape;6271;p86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272" name="Google Shape;6272;p86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73" name="Google Shape;6273;p86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274" name="Google Shape;6274;p86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6275" name="Google Shape;6275;p86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76" name="Google Shape;6276;p86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6277" name="Google Shape;6277;p86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8" name="Google Shape;6278;p86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79" name="Google Shape;6279;p86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6280" name="Google Shape;6280;p86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6281" name="Google Shape;6281;p86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82" name="Google Shape;6282;p86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83" name="Google Shape;6283;p86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284" name="Google Shape;6284;p86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6285" name="Google Shape;6285;p86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6286" name="Google Shape;6286;p86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6287" name="Google Shape;6287;p86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288" name="Google Shape;6288;p86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6289" name="Google Shape;6289;p86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90" name="Google Shape;6290;p86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291" name="Google Shape;6291;p86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 (l)">
  <p:cSld name="Text + Image (l)">
    <p:spTree>
      <p:nvGrpSpPr>
        <p:cNvPr id="1" name="Shape 6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3" name="Google Shape;6293;p87"/>
          <p:cNvSpPr>
            <a:spLocks noGrp="1"/>
          </p:cNvSpPr>
          <p:nvPr>
            <p:ph type="pic" idx="2"/>
          </p:nvPr>
        </p:nvSpPr>
        <p:spPr>
          <a:xfrm>
            <a:off x="4329987" y="722312"/>
            <a:ext cx="7133100" cy="5083200"/>
          </a:xfrm>
          <a:prstGeom prst="roundRect">
            <a:avLst>
              <a:gd name="adj" fmla="val 3394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6294" name="Google Shape;6294;p87"/>
          <p:cNvSpPr/>
          <p:nvPr/>
        </p:nvSpPr>
        <p:spPr>
          <a:xfrm>
            <a:off x="0" y="-367937"/>
            <a:ext cx="12879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(l)</a:t>
            </a:r>
            <a:endParaRPr sz="1500"/>
          </a:p>
        </p:txBody>
      </p:sp>
      <p:sp>
        <p:nvSpPr>
          <p:cNvPr id="6295" name="Google Shape;6295;p87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296" name="Google Shape;6296;p87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297" name="Google Shape;6297;p87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28536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6298" name="Google Shape;6298;p87"/>
          <p:cNvSpPr txBox="1">
            <a:spLocks noGrp="1"/>
          </p:cNvSpPr>
          <p:nvPr>
            <p:ph type="body" idx="4"/>
          </p:nvPr>
        </p:nvSpPr>
        <p:spPr>
          <a:xfrm>
            <a:off x="728695" y="1991183"/>
            <a:ext cx="2990100" cy="3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grpSp>
        <p:nvGrpSpPr>
          <p:cNvPr id="6299" name="Google Shape;6299;p87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6300" name="Google Shape;6300;p87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6301" name="Google Shape;6301;p87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302" name="Google Shape;6302;p87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6303" name="Google Shape;6303;p87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304" name="Google Shape;6304;p87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6305" name="Google Shape;6305;p87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6306" name="Google Shape;6306;p87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307" name="Google Shape;6307;p87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6308" name="Google Shape;6308;p87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6309" name="Google Shape;6309;p87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6310" name="Google Shape;6310;p87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6311" name="Google Shape;6311;p87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6312" name="Google Shape;6312;p87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6313" name="Google Shape;6313;p87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6314" name="Google Shape;6314;p87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6315" name="Google Shape;6315;p87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6316" name="Google Shape;6316;p87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6317" name="Google Shape;6317;p87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6318" name="Google Shape;6318;p87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6319" name="Google Shape;6319;p87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6320" name="Google Shape;6320;p87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6321" name="Google Shape;6321;p87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6322" name="Google Shape;6322;p87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3" name="Google Shape;6323;p87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24" name="Google Shape;6324;p87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6325" name="Google Shape;6325;p87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6326" name="Google Shape;6326;p87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327" name="Google Shape;6327;p87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6328" name="Google Shape;6328;p87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6329" name="Google Shape;6329;p87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330" name="Google Shape;6330;p87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331" name="Google Shape;6331;p87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332" name="Google Shape;6332;p87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333" name="Google Shape;6333;p87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334" name="Google Shape;6334;p87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335" name="Google Shape;6335;p87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6336" name="Google Shape;6336;p87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6337" name="Google Shape;6337;p87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338" name="Google Shape;6338;p87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339" name="Google Shape;6339;p87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340" name="Google Shape;6340;p87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341" name="Google Shape;6341;p87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342" name="Google Shape;6342;p87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6343" name="Google Shape;6343;p87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6344" name="Google Shape;6344;p87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6345" name="Google Shape;6345;p87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6346" name="Google Shape;6346;p87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6347" name="Google Shape;6347;p87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6348" name="Google Shape;6348;p87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349" name="Google Shape;6349;p87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6350" name="Google Shape;6350;p87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351" name="Google Shape;6351;p87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352" name="Google Shape;6352;p87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353" name="Google Shape;6353;p87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354" name="Google Shape;6354;p87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355" name="Google Shape;6355;p87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356" name="Google Shape;6356;p87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6357" name="Google Shape;6357;p87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358" name="Google Shape;6358;p87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6359" name="Google Shape;6359;p87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360" name="Google Shape;6360;p87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361" name="Google Shape;6361;p87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362" name="Google Shape;6362;p87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363" name="Google Shape;6363;p87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364" name="Google Shape;6364;p87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365" name="Google Shape;6365;p87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6366" name="Google Shape;6366;p87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6367" name="Google Shape;6367;p87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368" name="Google Shape;6368;p87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369" name="Google Shape;6369;p87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6370" name="Google Shape;6370;p87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grpSp>
        <p:nvGrpSpPr>
          <p:cNvPr id="6371" name="Google Shape;6371;p87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6372" name="Google Shape;6372;p87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6373" name="Google Shape;6373;p87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6374" name="Google Shape;6374;p87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375" name="Google Shape;6375;p87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6" name="Google Shape;6376;p87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377" name="Google Shape;6377;p87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378" name="Google Shape;6378;p87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6379" name="Google Shape;6379;p87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380" name="Google Shape;6380;p87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6381" name="Google Shape;6381;p87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6382" name="Google Shape;6382;p87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6383" name="Google Shape;6383;p87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6384" name="Google Shape;6384;p87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6385" name="Google Shape;6385;p87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386" name="Google Shape;6386;p87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387" name="Google Shape;6387;p87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6388" name="Google Shape;6388;p8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6389" name="Google Shape;6389;p8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6390" name="Google Shape;6390;p87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391" name="Google Shape;6391;p87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92" name="Google Shape;6392;p87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393" name="Google Shape;6393;p87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394" name="Google Shape;6394;p87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95" name="Google Shape;6395;p87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396" name="Google Shape;6396;p87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6397" name="Google Shape;6397;p87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98" name="Google Shape;6398;p87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6399" name="Google Shape;6399;p87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0" name="Google Shape;6400;p87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01" name="Google Shape;6401;p87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6402" name="Google Shape;6402;p87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6403" name="Google Shape;6403;p87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04" name="Google Shape;6404;p87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05" name="Google Shape;6405;p87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406" name="Google Shape;6406;p87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6407" name="Google Shape;6407;p87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6408" name="Google Shape;6408;p87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6409" name="Google Shape;6409;p87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410" name="Google Shape;6410;p87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6411" name="Google Shape;6411;p87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12" name="Google Shape;6412;p87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413" name="Google Shape;6413;p87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Icon instruction">
  <p:cSld name="Title + Icon instruction">
    <p:spTree>
      <p:nvGrpSpPr>
        <p:cNvPr id="1" name="Shape 6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5" name="Google Shape;6415;p88"/>
          <p:cNvSpPr/>
          <p:nvPr/>
        </p:nvSpPr>
        <p:spPr>
          <a:xfrm>
            <a:off x="0" y="-367937"/>
            <a:ext cx="18996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Title + Icon instruction</a:t>
            </a:r>
            <a:endParaRPr sz="1500"/>
          </a:p>
        </p:txBody>
      </p:sp>
      <p:sp>
        <p:nvSpPr>
          <p:cNvPr id="6416" name="Google Shape;6416;p88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417" name="Google Shape;6417;p88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418" name="Google Shape;6418;p88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6419" name="Google Shape;6419;p88"/>
          <p:cNvGrpSpPr/>
          <p:nvPr/>
        </p:nvGrpSpPr>
        <p:grpSpPr>
          <a:xfrm>
            <a:off x="12377595" y="0"/>
            <a:ext cx="3693213" cy="6209710"/>
            <a:chOff x="-3786164" y="0"/>
            <a:chExt cx="3693213" cy="6209710"/>
          </a:xfrm>
        </p:grpSpPr>
        <p:sp>
          <p:nvSpPr>
            <p:cNvPr id="6420" name="Google Shape;6420;p88"/>
            <p:cNvSpPr/>
            <p:nvPr/>
          </p:nvSpPr>
          <p:spPr>
            <a:xfrm>
              <a:off x="-3786164" y="0"/>
              <a:ext cx="3593100" cy="55722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ICON</a:t>
              </a:r>
              <a:endParaRPr sz="1500"/>
            </a:p>
          </p:txBody>
        </p:sp>
        <p:sp>
          <p:nvSpPr>
            <p:cNvPr id="6421" name="Google Shape;6421;p88"/>
            <p:cNvSpPr/>
            <p:nvPr/>
          </p:nvSpPr>
          <p:spPr>
            <a:xfrm>
              <a:off x="-3786164" y="5381710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6422" name="Google Shape;6422;p88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423" name="Google Shape;6423;p88"/>
            <p:cNvSpPr/>
            <p:nvPr/>
          </p:nvSpPr>
          <p:spPr>
            <a:xfrm>
              <a:off x="-3319416" y="465323"/>
              <a:ext cx="29442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icon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Go to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‘Icons’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4" name="Google Shape;6424;p88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425" name="Google Shape;6425;p88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icon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426" name="Google Shape;6426;p88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6427" name="Google Shape;6427;p88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428" name="Google Shape;6428;p88"/>
            <p:cNvSpPr/>
            <p:nvPr/>
          </p:nvSpPr>
          <p:spPr>
            <a:xfrm>
              <a:off x="-3319415" y="2634835"/>
              <a:ext cx="2944800" cy="63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Drag the icon to the preferred position on the slide. To give the icon a different colour,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‘Drawing Tools’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-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‘Format’ 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‘Shape Fill’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grpSp>
          <p:nvGrpSpPr>
            <p:cNvPr id="6429" name="Google Shape;6429;p88"/>
            <p:cNvGrpSpPr/>
            <p:nvPr/>
          </p:nvGrpSpPr>
          <p:grpSpPr>
            <a:xfrm>
              <a:off x="-376743" y="5210740"/>
              <a:ext cx="283792" cy="283792"/>
              <a:chOff x="-510741" y="5913713"/>
              <a:chExt cx="267652" cy="267652"/>
            </a:xfrm>
          </p:grpSpPr>
          <p:sp>
            <p:nvSpPr>
              <p:cNvPr id="6430" name="Google Shape;6430;p88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1" name="Google Shape;6431;p88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32" name="Google Shape;6432;p88"/>
            <p:cNvGrpSpPr/>
            <p:nvPr/>
          </p:nvGrpSpPr>
          <p:grpSpPr>
            <a:xfrm>
              <a:off x="-938434" y="5519087"/>
              <a:ext cx="627900" cy="576654"/>
              <a:chOff x="-938434" y="4570310"/>
              <a:chExt cx="627900" cy="576654"/>
            </a:xfrm>
          </p:grpSpPr>
          <p:grpSp>
            <p:nvGrpSpPr>
              <p:cNvPr id="6433" name="Google Shape;6433;p88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6434" name="Google Shape;6434;p88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435" name="Google Shape;6435;p88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436" name="Google Shape;6436;p88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6437" name="Google Shape;6437;p88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6438" name="Google Shape;6438;p88"/>
            <p:cNvGrpSpPr/>
            <p:nvPr/>
          </p:nvGrpSpPr>
          <p:grpSpPr>
            <a:xfrm>
              <a:off x="-3398401" y="1222618"/>
              <a:ext cx="491700" cy="410742"/>
              <a:chOff x="-3241990" y="1222618"/>
              <a:chExt cx="491700" cy="410742"/>
            </a:xfrm>
          </p:grpSpPr>
          <p:sp>
            <p:nvSpPr>
              <p:cNvPr id="6439" name="Google Shape;6439;p88"/>
              <p:cNvSpPr txBox="1"/>
              <p:nvPr/>
            </p:nvSpPr>
            <p:spPr>
              <a:xfrm>
                <a:off x="-3241990" y="1489960"/>
                <a:ext cx="491700" cy="14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Icons</a:t>
                </a:r>
                <a:endParaRPr sz="1500"/>
              </a:p>
            </p:txBody>
          </p:sp>
          <p:grpSp>
            <p:nvGrpSpPr>
              <p:cNvPr id="6440" name="Google Shape;6440;p88"/>
              <p:cNvGrpSpPr/>
              <p:nvPr/>
            </p:nvGrpSpPr>
            <p:grpSpPr>
              <a:xfrm>
                <a:off x="-3119155" y="1222618"/>
                <a:ext cx="245953" cy="246687"/>
                <a:chOff x="1314120" y="4794393"/>
                <a:chExt cx="1787446" cy="1792784"/>
              </a:xfrm>
            </p:grpSpPr>
            <p:grpSp>
              <p:nvGrpSpPr>
                <p:cNvPr id="6441" name="Google Shape;6441;p88"/>
                <p:cNvGrpSpPr/>
                <p:nvPr/>
              </p:nvGrpSpPr>
              <p:grpSpPr>
                <a:xfrm>
                  <a:off x="1314120" y="4794393"/>
                  <a:ext cx="1787446" cy="1792784"/>
                  <a:chOff x="1314120" y="4794393"/>
                  <a:chExt cx="1787446" cy="1792784"/>
                </a:xfrm>
              </p:grpSpPr>
              <p:grpSp>
                <p:nvGrpSpPr>
                  <p:cNvPr id="6442" name="Google Shape;6442;p88"/>
                  <p:cNvGrpSpPr/>
                  <p:nvPr/>
                </p:nvGrpSpPr>
                <p:grpSpPr>
                  <a:xfrm>
                    <a:off x="1314120" y="4794393"/>
                    <a:ext cx="1787446" cy="1792784"/>
                    <a:chOff x="1314120" y="4794393"/>
                    <a:chExt cx="1787446" cy="1792784"/>
                  </a:xfrm>
                </p:grpSpPr>
                <p:sp>
                  <p:nvSpPr>
                    <p:cNvPr id="6443" name="Google Shape;6443;p88"/>
                    <p:cNvSpPr/>
                    <p:nvPr/>
                  </p:nvSpPr>
                  <p:spPr>
                    <a:xfrm>
                      <a:off x="1314120" y="4794393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6444" name="Google Shape;6444;p88"/>
                    <p:cNvSpPr/>
                    <p:nvPr/>
                  </p:nvSpPr>
                  <p:spPr>
                    <a:xfrm>
                      <a:off x="2247436" y="4794393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6445" name="Google Shape;6445;p88"/>
                    <p:cNvSpPr/>
                    <p:nvPr/>
                  </p:nvSpPr>
                  <p:spPr>
                    <a:xfrm>
                      <a:off x="1314120" y="5733047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6446" name="Google Shape;6446;p88"/>
                    <p:cNvSpPr/>
                    <p:nvPr/>
                  </p:nvSpPr>
                  <p:spPr>
                    <a:xfrm>
                      <a:off x="2247436" y="5733047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</p:grpSp>
              <p:grpSp>
                <p:nvGrpSpPr>
                  <p:cNvPr id="6447" name="Google Shape;6447;p88"/>
                  <p:cNvGrpSpPr/>
                  <p:nvPr/>
                </p:nvGrpSpPr>
                <p:grpSpPr>
                  <a:xfrm>
                    <a:off x="1544558" y="5023941"/>
                    <a:ext cx="1270519" cy="1329240"/>
                    <a:chOff x="1544558" y="5023941"/>
                    <a:chExt cx="1270519" cy="1329240"/>
                  </a:xfrm>
                </p:grpSpPr>
                <p:sp>
                  <p:nvSpPr>
                    <p:cNvPr id="6448" name="Google Shape;6448;p88"/>
                    <p:cNvSpPr/>
                    <p:nvPr/>
                  </p:nvSpPr>
                  <p:spPr>
                    <a:xfrm>
                      <a:off x="1544558" y="5033728"/>
                      <a:ext cx="391476" cy="391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91476" h="391476" extrusionOk="0">
                          <a:moveTo>
                            <a:pt x="338071" y="146781"/>
                          </a:moveTo>
                          <a:lnTo>
                            <a:pt x="338071" y="54251"/>
                          </a:lnTo>
                          <a:lnTo>
                            <a:pt x="290026" y="54251"/>
                          </a:lnTo>
                          <a:lnTo>
                            <a:pt x="290026" y="98737"/>
                          </a:lnTo>
                          <a:lnTo>
                            <a:pt x="197496" y="6206"/>
                          </a:lnTo>
                          <a:lnTo>
                            <a:pt x="6206" y="197496"/>
                          </a:lnTo>
                          <a:lnTo>
                            <a:pt x="7096" y="387896"/>
                          </a:lnTo>
                          <a:lnTo>
                            <a:pt x="146781" y="387896"/>
                          </a:lnTo>
                          <a:lnTo>
                            <a:pt x="242871" y="387896"/>
                          </a:lnTo>
                          <a:lnTo>
                            <a:pt x="388785" y="387896"/>
                          </a:lnTo>
                          <a:lnTo>
                            <a:pt x="388785" y="197496"/>
                          </a:lnTo>
                          <a:lnTo>
                            <a:pt x="338071" y="14678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6449" name="Google Shape;6449;p88"/>
                    <p:cNvSpPr/>
                    <p:nvPr/>
                  </p:nvSpPr>
                  <p:spPr>
                    <a:xfrm>
                      <a:off x="2530367" y="5023941"/>
                      <a:ext cx="284710" cy="391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4710" h="391476" extrusionOk="0">
                          <a:moveTo>
                            <a:pt x="208172" y="169914"/>
                          </a:moveTo>
                          <a:cubicBezTo>
                            <a:pt x="226856" y="153010"/>
                            <a:pt x="238423" y="128097"/>
                            <a:pt x="238423" y="100516"/>
                          </a:cubicBezTo>
                          <a:cubicBezTo>
                            <a:pt x="238423" y="48912"/>
                            <a:pt x="196606" y="6206"/>
                            <a:pt x="145892" y="6206"/>
                          </a:cubicBezTo>
                          <a:cubicBezTo>
                            <a:pt x="95178" y="6206"/>
                            <a:pt x="53361" y="48023"/>
                            <a:pt x="53361" y="100516"/>
                          </a:cubicBezTo>
                          <a:cubicBezTo>
                            <a:pt x="53361" y="128097"/>
                            <a:pt x="64927" y="152120"/>
                            <a:pt x="83611" y="169914"/>
                          </a:cubicBezTo>
                          <a:cubicBezTo>
                            <a:pt x="37346" y="187709"/>
                            <a:pt x="6206" y="224187"/>
                            <a:pt x="6206" y="272232"/>
                          </a:cubicBezTo>
                          <a:lnTo>
                            <a:pt x="6206" y="321167"/>
                          </a:lnTo>
                          <a:lnTo>
                            <a:pt x="6206" y="332733"/>
                          </a:lnTo>
                          <a:lnTo>
                            <a:pt x="6206" y="342520"/>
                          </a:lnTo>
                          <a:lnTo>
                            <a:pt x="6206" y="346079"/>
                          </a:lnTo>
                          <a:lnTo>
                            <a:pt x="6206" y="358535"/>
                          </a:lnTo>
                          <a:lnTo>
                            <a:pt x="6206" y="389675"/>
                          </a:lnTo>
                          <a:lnTo>
                            <a:pt x="287357" y="389675"/>
                          </a:lnTo>
                          <a:lnTo>
                            <a:pt x="287357" y="272232"/>
                          </a:lnTo>
                          <a:cubicBezTo>
                            <a:pt x="285578" y="224187"/>
                            <a:pt x="253548" y="186819"/>
                            <a:pt x="208172" y="169914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6450" name="Google Shape;6450;p88"/>
                    <p:cNvSpPr/>
                    <p:nvPr/>
                  </p:nvSpPr>
                  <p:spPr>
                    <a:xfrm>
                      <a:off x="1599720" y="5961705"/>
                      <a:ext cx="275813" cy="391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5813" h="391476" extrusionOk="0">
                          <a:moveTo>
                            <a:pt x="142333" y="388785"/>
                          </a:moveTo>
                          <a:cubicBezTo>
                            <a:pt x="217069" y="388785"/>
                            <a:pt x="278460" y="328284"/>
                            <a:pt x="278460" y="252658"/>
                          </a:cubicBezTo>
                          <a:cubicBezTo>
                            <a:pt x="278460" y="241092"/>
                            <a:pt x="276681" y="230415"/>
                            <a:pt x="274011" y="219738"/>
                          </a:cubicBezTo>
                          <a:cubicBezTo>
                            <a:pt x="273122" y="215290"/>
                            <a:pt x="271342" y="210841"/>
                            <a:pt x="269563" y="206393"/>
                          </a:cubicBezTo>
                          <a:lnTo>
                            <a:pt x="242871" y="161907"/>
                          </a:lnTo>
                          <a:lnTo>
                            <a:pt x="142333" y="6206"/>
                          </a:lnTo>
                          <a:lnTo>
                            <a:pt x="41795" y="161907"/>
                          </a:lnTo>
                          <a:lnTo>
                            <a:pt x="15103" y="206393"/>
                          </a:lnTo>
                          <a:cubicBezTo>
                            <a:pt x="13324" y="210841"/>
                            <a:pt x="12434" y="215290"/>
                            <a:pt x="10654" y="219738"/>
                          </a:cubicBezTo>
                          <a:cubicBezTo>
                            <a:pt x="7985" y="230415"/>
                            <a:pt x="6206" y="241092"/>
                            <a:pt x="6206" y="252658"/>
                          </a:cubicBezTo>
                          <a:cubicBezTo>
                            <a:pt x="6206" y="327395"/>
                            <a:pt x="67596" y="388785"/>
                            <a:pt x="142333" y="388785"/>
                          </a:cubicBezTo>
                          <a:lnTo>
                            <a:pt x="142333" y="38878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</p:grpSp>
            </p:grpSp>
            <p:sp>
              <p:nvSpPr>
                <p:cNvPr id="6451" name="Google Shape;6451;p88"/>
                <p:cNvSpPr/>
                <p:nvPr/>
              </p:nvSpPr>
              <p:spPr>
                <a:xfrm>
                  <a:off x="2476984" y="5962595"/>
                  <a:ext cx="391476" cy="3914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476" h="391476" extrusionOk="0">
                      <a:moveTo>
                        <a:pt x="43574" y="81832"/>
                      </a:moveTo>
                      <a:lnTo>
                        <a:pt x="10654" y="149451"/>
                      </a:lnTo>
                      <a:lnTo>
                        <a:pt x="65817" y="176142"/>
                      </a:lnTo>
                      <a:cubicBezTo>
                        <a:pt x="64038" y="185929"/>
                        <a:pt x="64038" y="195716"/>
                        <a:pt x="64038" y="205503"/>
                      </a:cubicBezTo>
                      <a:lnTo>
                        <a:pt x="6206" y="225966"/>
                      </a:lnTo>
                      <a:lnTo>
                        <a:pt x="31118" y="297144"/>
                      </a:lnTo>
                      <a:lnTo>
                        <a:pt x="88950" y="276680"/>
                      </a:lnTo>
                      <a:cubicBezTo>
                        <a:pt x="94288" y="284688"/>
                        <a:pt x="101406" y="291806"/>
                        <a:pt x="108524" y="298034"/>
                      </a:cubicBezTo>
                      <a:lnTo>
                        <a:pt x="81832" y="353196"/>
                      </a:lnTo>
                      <a:lnTo>
                        <a:pt x="149451" y="386116"/>
                      </a:lnTo>
                      <a:lnTo>
                        <a:pt x="176142" y="330953"/>
                      </a:lnTo>
                      <a:cubicBezTo>
                        <a:pt x="185929" y="332733"/>
                        <a:pt x="195716" y="332733"/>
                        <a:pt x="205503" y="332733"/>
                      </a:cubicBezTo>
                      <a:lnTo>
                        <a:pt x="225966" y="390565"/>
                      </a:lnTo>
                      <a:lnTo>
                        <a:pt x="297144" y="365652"/>
                      </a:lnTo>
                      <a:lnTo>
                        <a:pt x="276681" y="307821"/>
                      </a:lnTo>
                      <a:cubicBezTo>
                        <a:pt x="284688" y="302482"/>
                        <a:pt x="291806" y="295365"/>
                        <a:pt x="298034" y="288247"/>
                      </a:cubicBezTo>
                      <a:lnTo>
                        <a:pt x="353196" y="314938"/>
                      </a:lnTo>
                      <a:lnTo>
                        <a:pt x="386116" y="247320"/>
                      </a:lnTo>
                      <a:lnTo>
                        <a:pt x="330953" y="220628"/>
                      </a:lnTo>
                      <a:cubicBezTo>
                        <a:pt x="332733" y="210841"/>
                        <a:pt x="332733" y="201054"/>
                        <a:pt x="332733" y="191267"/>
                      </a:cubicBezTo>
                      <a:lnTo>
                        <a:pt x="390565" y="170804"/>
                      </a:lnTo>
                      <a:lnTo>
                        <a:pt x="365653" y="99626"/>
                      </a:lnTo>
                      <a:lnTo>
                        <a:pt x="307821" y="120090"/>
                      </a:lnTo>
                      <a:cubicBezTo>
                        <a:pt x="302482" y="112082"/>
                        <a:pt x="295365" y="104965"/>
                        <a:pt x="288247" y="98737"/>
                      </a:cubicBezTo>
                      <a:lnTo>
                        <a:pt x="314938" y="43574"/>
                      </a:lnTo>
                      <a:lnTo>
                        <a:pt x="247320" y="10654"/>
                      </a:lnTo>
                      <a:lnTo>
                        <a:pt x="220628" y="65817"/>
                      </a:lnTo>
                      <a:cubicBezTo>
                        <a:pt x="210841" y="64038"/>
                        <a:pt x="201054" y="64038"/>
                        <a:pt x="191267" y="64038"/>
                      </a:cubicBezTo>
                      <a:lnTo>
                        <a:pt x="170804" y="6206"/>
                      </a:lnTo>
                      <a:lnTo>
                        <a:pt x="99626" y="31118"/>
                      </a:lnTo>
                      <a:lnTo>
                        <a:pt x="120090" y="88950"/>
                      </a:lnTo>
                      <a:cubicBezTo>
                        <a:pt x="112082" y="94288"/>
                        <a:pt x="104965" y="101406"/>
                        <a:pt x="98737" y="108524"/>
                      </a:cubicBezTo>
                      <a:lnTo>
                        <a:pt x="43574" y="81832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81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</p:grpSp>
        <p:grpSp>
          <p:nvGrpSpPr>
            <p:cNvPr id="6452" name="Google Shape;6452;p88"/>
            <p:cNvGrpSpPr/>
            <p:nvPr/>
          </p:nvGrpSpPr>
          <p:grpSpPr>
            <a:xfrm>
              <a:off x="-3314820" y="3391746"/>
              <a:ext cx="1201200" cy="330010"/>
              <a:chOff x="-3314820" y="3391746"/>
              <a:chExt cx="1201200" cy="330010"/>
            </a:xfrm>
          </p:grpSpPr>
          <p:sp>
            <p:nvSpPr>
              <p:cNvPr id="6453" name="Google Shape;6453;p88"/>
              <p:cNvSpPr/>
              <p:nvPr/>
            </p:nvSpPr>
            <p:spPr>
              <a:xfrm>
                <a:off x="-3314820" y="3391746"/>
                <a:ext cx="1201200" cy="2724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4" name="Google Shape;6454;p88"/>
              <p:cNvSpPr/>
              <p:nvPr/>
            </p:nvSpPr>
            <p:spPr>
              <a:xfrm>
                <a:off x="-3304719" y="3404581"/>
                <a:ext cx="11817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5" name="Google Shape;6455;p88"/>
              <p:cNvSpPr txBox="1"/>
              <p:nvPr/>
            </p:nvSpPr>
            <p:spPr>
              <a:xfrm>
                <a:off x="-3069820" y="3472995"/>
                <a:ext cx="669300" cy="12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Shape Fill</a:t>
                </a:r>
                <a:endParaRPr sz="1500"/>
              </a:p>
            </p:txBody>
          </p:sp>
          <p:sp>
            <p:nvSpPr>
              <p:cNvPr id="6456" name="Google Shape;6456;p88"/>
              <p:cNvSpPr/>
              <p:nvPr/>
            </p:nvSpPr>
            <p:spPr>
              <a:xfrm>
                <a:off x="-2390883" y="3543107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457" name="Google Shape;6457;p88"/>
              <p:cNvGrpSpPr/>
              <p:nvPr/>
            </p:nvGrpSpPr>
            <p:grpSpPr>
              <a:xfrm>
                <a:off x="-3259490" y="3446621"/>
                <a:ext cx="173114" cy="167982"/>
                <a:chOff x="-916832" y="3037554"/>
                <a:chExt cx="193489" cy="187752"/>
              </a:xfrm>
            </p:grpSpPr>
            <p:sp>
              <p:nvSpPr>
                <p:cNvPr id="6458" name="Google Shape;6458;p88"/>
                <p:cNvSpPr/>
                <p:nvPr/>
              </p:nvSpPr>
              <p:spPr>
                <a:xfrm>
                  <a:off x="-804124" y="3081338"/>
                  <a:ext cx="80781" cy="121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781" h="121443" extrusionOk="0">
                      <a:moveTo>
                        <a:pt x="30217" y="50006"/>
                      </a:moveTo>
                      <a:lnTo>
                        <a:pt x="34979" y="121443"/>
                      </a:lnTo>
                      <a:lnTo>
                        <a:pt x="80222" y="52387"/>
                      </a:lnTo>
                      <a:cubicBezTo>
                        <a:pt x="84191" y="29368"/>
                        <a:pt x="66729" y="1588"/>
                        <a:pt x="37360" y="0"/>
                      </a:cubicBezTo>
                      <a:cubicBezTo>
                        <a:pt x="-43602" y="21431"/>
                        <a:pt x="32598" y="33337"/>
                        <a:pt x="30217" y="50006"/>
                      </a:cubicBezTo>
                      <a:close/>
                    </a:path>
                  </a:pathLst>
                </a:custGeom>
                <a:solidFill>
                  <a:srgbClr val="366FA8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900"/>
                    <a:buFont typeface="Calibri"/>
                    <a:buNone/>
                  </a:pPr>
                  <a:endParaRPr sz="900" b="1" i="0" u="none" strike="noStrike" cap="none">
                    <a:solidFill>
                      <a:srgbClr val="000000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459" name="Google Shape;6459;p88"/>
                <p:cNvSpPr/>
                <p:nvPr/>
              </p:nvSpPr>
              <p:spPr>
                <a:xfrm rot="2904560">
                  <a:off x="-887721" y="3085744"/>
                  <a:ext cx="99879" cy="122824"/>
                </a:xfrm>
                <a:prstGeom prst="roundRect">
                  <a:avLst>
                    <a:gd name="adj" fmla="val 2911"/>
                  </a:avLst>
                </a:prstGeom>
                <a:solidFill>
                  <a:srgbClr val="FFFFFF"/>
                </a:solidFill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60" name="Google Shape;6460;p88"/>
                <p:cNvSpPr/>
                <p:nvPr/>
              </p:nvSpPr>
              <p:spPr>
                <a:xfrm>
                  <a:off x="-894646" y="3037554"/>
                  <a:ext cx="64776" cy="858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22" h="78381" extrusionOk="0">
                      <a:moveTo>
                        <a:pt x="219" y="78381"/>
                      </a:moveTo>
                      <a:cubicBezTo>
                        <a:pt x="-1454" y="18717"/>
                        <a:pt x="6534" y="-324"/>
                        <a:pt x="20468" y="5"/>
                      </a:cubicBezTo>
                      <a:cubicBezTo>
                        <a:pt x="34402" y="334"/>
                        <a:pt x="43874" y="23658"/>
                        <a:pt x="39229" y="67295"/>
                      </a:cubicBezTo>
                    </a:path>
                  </a:pathLst>
                </a:custGeom>
                <a:noFill/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461" name="Google Shape;6461;p88"/>
              <p:cNvSpPr/>
              <p:nvPr/>
            </p:nvSpPr>
            <p:spPr>
              <a:xfrm rot="10800000">
                <a:off x="-2290665" y="3519085"/>
                <a:ext cx="94800" cy="504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sp>
          <p:nvSpPr>
            <p:cNvPr id="6462" name="Google Shape;6462;p88"/>
            <p:cNvSpPr/>
            <p:nvPr/>
          </p:nvSpPr>
          <p:spPr>
            <a:xfrm>
              <a:off x="-3603587" y="391614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6463" name="Google Shape;6463;p88"/>
            <p:cNvSpPr/>
            <p:nvPr/>
          </p:nvSpPr>
          <p:spPr>
            <a:xfrm>
              <a:off x="-3319415" y="391614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one of the theme colors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of the set colorpallet.</a:t>
              </a:r>
              <a:endParaRPr sz="1500"/>
            </a:p>
          </p:txBody>
        </p:sp>
        <p:grpSp>
          <p:nvGrpSpPr>
            <p:cNvPr id="6464" name="Google Shape;6464;p88"/>
            <p:cNvGrpSpPr/>
            <p:nvPr/>
          </p:nvGrpSpPr>
          <p:grpSpPr>
            <a:xfrm>
              <a:off x="-3333646" y="4635104"/>
              <a:ext cx="2012851" cy="490800"/>
              <a:chOff x="12731803" y="3562552"/>
              <a:chExt cx="2012851" cy="490800"/>
            </a:xfrm>
          </p:grpSpPr>
          <p:sp>
            <p:nvSpPr>
              <p:cNvPr id="6465" name="Google Shape;6465;p88"/>
              <p:cNvSpPr/>
              <p:nvPr/>
            </p:nvSpPr>
            <p:spPr>
              <a:xfrm>
                <a:off x="12747554" y="3562552"/>
                <a:ext cx="1997100" cy="4908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700"/>
                  <a:buFont typeface="Calibri"/>
                  <a:buNone/>
                </a:pPr>
                <a:endPara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6" name="Google Shape;6466;p88"/>
              <p:cNvSpPr/>
              <p:nvPr/>
            </p:nvSpPr>
            <p:spPr>
              <a:xfrm>
                <a:off x="12766168" y="3578469"/>
                <a:ext cx="1965300" cy="255000"/>
              </a:xfrm>
              <a:prstGeom prst="rect">
                <a:avLst/>
              </a:pr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6467" name="Google Shape;6467;p88"/>
              <p:cNvSpPr txBox="1"/>
              <p:nvPr/>
            </p:nvSpPr>
            <p:spPr>
              <a:xfrm>
                <a:off x="12731803" y="3591461"/>
                <a:ext cx="1053000" cy="21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900"/>
                  <a:buFont typeface="Calibri"/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Colours</a:t>
                </a:r>
                <a:endParaRPr sz="1500"/>
              </a:p>
            </p:txBody>
          </p:sp>
          <p:sp>
            <p:nvSpPr>
              <p:cNvPr id="6468" name="Google Shape;6468;p88"/>
              <p:cNvSpPr/>
              <p:nvPr/>
            </p:nvSpPr>
            <p:spPr>
              <a:xfrm>
                <a:off x="12814699" y="3874304"/>
                <a:ext cx="136500" cy="1365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6469" name="Google Shape;6469;p88"/>
              <p:cNvSpPr/>
              <p:nvPr/>
            </p:nvSpPr>
            <p:spPr>
              <a:xfrm>
                <a:off x="13007154" y="3870040"/>
                <a:ext cx="136500" cy="136500"/>
              </a:xfrm>
              <a:prstGeom prst="rect">
                <a:avLst/>
              </a:prstGeom>
              <a:solidFill>
                <a:srgbClr val="000000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6470" name="Google Shape;6470;p88"/>
              <p:cNvSpPr/>
              <p:nvPr/>
            </p:nvSpPr>
            <p:spPr>
              <a:xfrm>
                <a:off x="13199609" y="3870040"/>
                <a:ext cx="136500" cy="136500"/>
              </a:xfrm>
              <a:prstGeom prst="rect">
                <a:avLst/>
              </a:prstGeom>
              <a:solidFill>
                <a:schemeClr val="lt2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6471" name="Google Shape;6471;p88"/>
              <p:cNvSpPr/>
              <p:nvPr/>
            </p:nvSpPr>
            <p:spPr>
              <a:xfrm>
                <a:off x="13392064" y="3870040"/>
                <a:ext cx="136500" cy="136500"/>
              </a:xfrm>
              <a:prstGeom prst="rect">
                <a:avLst/>
              </a:prstGeom>
              <a:solidFill>
                <a:schemeClr val="dk2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6472" name="Google Shape;6472;p88"/>
              <p:cNvSpPr/>
              <p:nvPr/>
            </p:nvSpPr>
            <p:spPr>
              <a:xfrm>
                <a:off x="13776974" y="3870040"/>
                <a:ext cx="136500" cy="136500"/>
              </a:xfrm>
              <a:prstGeom prst="rect">
                <a:avLst/>
              </a:prstGeom>
              <a:solidFill>
                <a:schemeClr val="accent2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6473" name="Google Shape;6473;p88"/>
              <p:cNvSpPr/>
              <p:nvPr/>
            </p:nvSpPr>
            <p:spPr>
              <a:xfrm>
                <a:off x="13969429" y="3870040"/>
                <a:ext cx="136500" cy="136500"/>
              </a:xfrm>
              <a:prstGeom prst="rect">
                <a:avLst/>
              </a:prstGeom>
              <a:solidFill>
                <a:schemeClr val="accent3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6474" name="Google Shape;6474;p88"/>
              <p:cNvSpPr/>
              <p:nvPr/>
            </p:nvSpPr>
            <p:spPr>
              <a:xfrm>
                <a:off x="14161884" y="3870040"/>
                <a:ext cx="136500" cy="136500"/>
              </a:xfrm>
              <a:prstGeom prst="rect">
                <a:avLst/>
              </a:prstGeom>
              <a:solidFill>
                <a:schemeClr val="accent4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6475" name="Google Shape;6475;p88"/>
              <p:cNvSpPr/>
              <p:nvPr/>
            </p:nvSpPr>
            <p:spPr>
              <a:xfrm>
                <a:off x="14354339" y="3870040"/>
                <a:ext cx="136500" cy="136500"/>
              </a:xfrm>
              <a:prstGeom prst="rect">
                <a:avLst/>
              </a:prstGeom>
              <a:solidFill>
                <a:schemeClr val="accent5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6476" name="Google Shape;6476;p88"/>
              <p:cNvSpPr/>
              <p:nvPr/>
            </p:nvSpPr>
            <p:spPr>
              <a:xfrm>
                <a:off x="14546797" y="3870040"/>
                <a:ext cx="136500" cy="136500"/>
              </a:xfrm>
              <a:prstGeom prst="rect">
                <a:avLst/>
              </a:prstGeom>
              <a:solidFill>
                <a:schemeClr val="accent6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grpSp>
            <p:nvGrpSpPr>
              <p:cNvPr id="6477" name="Google Shape;6477;p88"/>
              <p:cNvGrpSpPr/>
              <p:nvPr/>
            </p:nvGrpSpPr>
            <p:grpSpPr>
              <a:xfrm>
                <a:off x="13580316" y="3865836"/>
                <a:ext cx="151500" cy="147900"/>
                <a:chOff x="13580316" y="3865836"/>
                <a:chExt cx="151500" cy="147900"/>
              </a:xfrm>
            </p:grpSpPr>
            <p:sp>
              <p:nvSpPr>
                <p:cNvPr id="6478" name="Google Shape;6478;p88"/>
                <p:cNvSpPr/>
                <p:nvPr/>
              </p:nvSpPr>
              <p:spPr>
                <a:xfrm>
                  <a:off x="13584519" y="3870040"/>
                  <a:ext cx="136500" cy="136500"/>
                </a:xfrm>
                <a:prstGeom prst="rect">
                  <a:avLst/>
                </a:prstGeom>
                <a:solidFill>
                  <a:schemeClr val="accent1"/>
                </a:solidFill>
                <a:ln w="12700" cap="flat" cmpd="sng">
                  <a:solidFill>
                    <a:srgbClr val="EBEBEB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44000" tIns="144000" rIns="144000" bIns="144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endParaRPr sz="1100" b="0" i="0" u="none" strike="noStrike" cap="non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479" name="Google Shape;6479;p88"/>
                <p:cNvSpPr/>
                <p:nvPr/>
              </p:nvSpPr>
              <p:spPr>
                <a:xfrm>
                  <a:off x="13580316" y="3865836"/>
                  <a:ext cx="151500" cy="147900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F29132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44000" tIns="144000" rIns="144000" bIns="144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endParaRPr sz="1100" b="0" i="0" u="none" strike="noStrike" cap="non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</p:grpSp>
        <p:grpSp>
          <p:nvGrpSpPr>
            <p:cNvPr id="6480" name="Google Shape;6480;p88"/>
            <p:cNvGrpSpPr/>
            <p:nvPr/>
          </p:nvGrpSpPr>
          <p:grpSpPr>
            <a:xfrm>
              <a:off x="-3314820" y="4363463"/>
              <a:ext cx="1201200" cy="834578"/>
              <a:chOff x="-3314820" y="3391746"/>
              <a:chExt cx="1201200" cy="834578"/>
            </a:xfrm>
          </p:grpSpPr>
          <p:sp>
            <p:nvSpPr>
              <p:cNvPr id="6481" name="Google Shape;6481;p88"/>
              <p:cNvSpPr/>
              <p:nvPr/>
            </p:nvSpPr>
            <p:spPr>
              <a:xfrm>
                <a:off x="-3314820" y="3391746"/>
                <a:ext cx="1201200" cy="2724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2" name="Google Shape;6482;p88"/>
              <p:cNvSpPr/>
              <p:nvPr/>
            </p:nvSpPr>
            <p:spPr>
              <a:xfrm>
                <a:off x="-3304719" y="3404581"/>
                <a:ext cx="11817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3" name="Google Shape;6483;p88"/>
              <p:cNvSpPr txBox="1"/>
              <p:nvPr/>
            </p:nvSpPr>
            <p:spPr>
              <a:xfrm>
                <a:off x="-3069820" y="3472995"/>
                <a:ext cx="7254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Shape Fill</a:t>
                </a:r>
                <a:endParaRPr sz="1500"/>
              </a:p>
            </p:txBody>
          </p:sp>
          <p:sp>
            <p:nvSpPr>
              <p:cNvPr id="6484" name="Google Shape;6484;p88"/>
              <p:cNvSpPr/>
              <p:nvPr/>
            </p:nvSpPr>
            <p:spPr>
              <a:xfrm>
                <a:off x="-2404225" y="4047675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485" name="Google Shape;6485;p88"/>
              <p:cNvGrpSpPr/>
              <p:nvPr/>
            </p:nvGrpSpPr>
            <p:grpSpPr>
              <a:xfrm>
                <a:off x="-3259490" y="3446621"/>
                <a:ext cx="173114" cy="167982"/>
                <a:chOff x="-916832" y="3037554"/>
                <a:chExt cx="193489" cy="187752"/>
              </a:xfrm>
            </p:grpSpPr>
            <p:sp>
              <p:nvSpPr>
                <p:cNvPr id="6486" name="Google Shape;6486;p88"/>
                <p:cNvSpPr/>
                <p:nvPr/>
              </p:nvSpPr>
              <p:spPr>
                <a:xfrm>
                  <a:off x="-804124" y="3081338"/>
                  <a:ext cx="80781" cy="121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781" h="121443" extrusionOk="0">
                      <a:moveTo>
                        <a:pt x="30217" y="50006"/>
                      </a:moveTo>
                      <a:lnTo>
                        <a:pt x="34979" y="121443"/>
                      </a:lnTo>
                      <a:lnTo>
                        <a:pt x="80222" y="52387"/>
                      </a:lnTo>
                      <a:cubicBezTo>
                        <a:pt x="84191" y="29368"/>
                        <a:pt x="66729" y="1588"/>
                        <a:pt x="37360" y="0"/>
                      </a:cubicBezTo>
                      <a:cubicBezTo>
                        <a:pt x="-43602" y="21431"/>
                        <a:pt x="32598" y="33337"/>
                        <a:pt x="30217" y="50006"/>
                      </a:cubicBezTo>
                      <a:close/>
                    </a:path>
                  </a:pathLst>
                </a:custGeom>
                <a:solidFill>
                  <a:srgbClr val="366FA8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900"/>
                    <a:buFont typeface="Calibri"/>
                    <a:buNone/>
                  </a:pPr>
                  <a:endParaRPr sz="900" b="1" i="0" u="none" strike="noStrike" cap="none">
                    <a:solidFill>
                      <a:srgbClr val="000000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487" name="Google Shape;6487;p88"/>
                <p:cNvSpPr/>
                <p:nvPr/>
              </p:nvSpPr>
              <p:spPr>
                <a:xfrm rot="2904560">
                  <a:off x="-887721" y="3085744"/>
                  <a:ext cx="99879" cy="122824"/>
                </a:xfrm>
                <a:prstGeom prst="roundRect">
                  <a:avLst>
                    <a:gd name="adj" fmla="val 2911"/>
                  </a:avLst>
                </a:prstGeom>
                <a:solidFill>
                  <a:srgbClr val="FFFFFF"/>
                </a:solidFill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88" name="Google Shape;6488;p88"/>
                <p:cNvSpPr/>
                <p:nvPr/>
              </p:nvSpPr>
              <p:spPr>
                <a:xfrm>
                  <a:off x="-894646" y="3037554"/>
                  <a:ext cx="64776" cy="858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22" h="78381" extrusionOk="0">
                      <a:moveTo>
                        <a:pt x="219" y="78381"/>
                      </a:moveTo>
                      <a:cubicBezTo>
                        <a:pt x="-1454" y="18717"/>
                        <a:pt x="6534" y="-324"/>
                        <a:pt x="20468" y="5"/>
                      </a:cubicBezTo>
                      <a:cubicBezTo>
                        <a:pt x="34402" y="334"/>
                        <a:pt x="43874" y="23658"/>
                        <a:pt x="39229" y="67295"/>
                      </a:cubicBezTo>
                    </a:path>
                  </a:pathLst>
                </a:custGeom>
                <a:noFill/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489" name="Google Shape;6489;p88"/>
              <p:cNvSpPr/>
              <p:nvPr/>
            </p:nvSpPr>
            <p:spPr>
              <a:xfrm rot="10800000">
                <a:off x="-2288388" y="3519085"/>
                <a:ext cx="94800" cy="504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#3">
  <p:cSld name="Text #3">
    <p:spTree>
      <p:nvGrpSpPr>
        <p:cNvPr id="1" name="Shape 6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1" name="Google Shape;6491;p89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name="adj" fmla="val 3563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6492" name="Google Shape;6492;p89"/>
          <p:cNvSpPr txBox="1">
            <a:spLocks noGrp="1"/>
          </p:cNvSpPr>
          <p:nvPr>
            <p:ph type="body" idx="1"/>
          </p:nvPr>
        </p:nvSpPr>
        <p:spPr>
          <a:xfrm>
            <a:off x="720000" y="1592263"/>
            <a:ext cx="7488000" cy="42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6493" name="Google Shape;6493;p89"/>
          <p:cNvSpPr/>
          <p:nvPr/>
        </p:nvSpPr>
        <p:spPr>
          <a:xfrm>
            <a:off x="0" y="-367937"/>
            <a:ext cx="6009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#3</a:t>
            </a:r>
            <a:endParaRPr sz="1500"/>
          </a:p>
        </p:txBody>
      </p:sp>
      <p:sp>
        <p:nvSpPr>
          <p:cNvPr id="6494" name="Google Shape;6494;p89"/>
          <p:cNvSpPr txBox="1">
            <a:spLocks noGrp="1"/>
          </p:cNvSpPr>
          <p:nvPr>
            <p:ph type="body" idx="2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495" name="Google Shape;6495;p89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496" name="Google Shape;6496;p89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6497" name="Google Shape;6497;p89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6498" name="Google Shape;6498;p89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6499" name="Google Shape;6499;p89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500" name="Google Shape;6500;p89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6501" name="Google Shape;6501;p89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502" name="Google Shape;6502;p89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6503" name="Google Shape;6503;p89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6504" name="Google Shape;6504;p89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505" name="Google Shape;6505;p89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6506" name="Google Shape;6506;p89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6507" name="Google Shape;6507;p89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6508" name="Google Shape;6508;p89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6509" name="Google Shape;6509;p89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6510" name="Google Shape;6510;p89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6511" name="Google Shape;6511;p89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6512" name="Google Shape;6512;p89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6513" name="Google Shape;6513;p89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6514" name="Google Shape;6514;p89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6515" name="Google Shape;6515;p89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6516" name="Google Shape;6516;p89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6517" name="Google Shape;6517;p89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6518" name="Google Shape;6518;p89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6519" name="Google Shape;6519;p89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6520" name="Google Shape;6520;p89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1" name="Google Shape;6521;p89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22" name="Google Shape;6522;p89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6523" name="Google Shape;6523;p89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6524" name="Google Shape;6524;p89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525" name="Google Shape;6525;p89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6526" name="Google Shape;6526;p89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6527" name="Google Shape;6527;p89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528" name="Google Shape;6528;p89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529" name="Google Shape;6529;p89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530" name="Google Shape;6530;p89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531" name="Google Shape;6531;p89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532" name="Google Shape;6532;p89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533" name="Google Shape;6533;p89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6534" name="Google Shape;6534;p89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6535" name="Google Shape;6535;p89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536" name="Google Shape;6536;p89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537" name="Google Shape;6537;p89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538" name="Google Shape;6538;p89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539" name="Google Shape;6539;p89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540" name="Google Shape;6540;p89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6541" name="Google Shape;6541;p89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6542" name="Google Shape;6542;p89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6543" name="Google Shape;6543;p89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6544" name="Google Shape;6544;p89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6545" name="Google Shape;6545;p89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6546" name="Google Shape;6546;p89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547" name="Google Shape;6547;p89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6548" name="Google Shape;6548;p89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549" name="Google Shape;6549;p89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550" name="Google Shape;6550;p89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551" name="Google Shape;6551;p89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552" name="Google Shape;6552;p89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553" name="Google Shape;6553;p89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554" name="Google Shape;6554;p89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6555" name="Google Shape;6555;p89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556" name="Google Shape;6556;p89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6557" name="Google Shape;6557;p89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558" name="Google Shape;6558;p89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559" name="Google Shape;6559;p89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560" name="Google Shape;6560;p89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561" name="Google Shape;6561;p89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562" name="Google Shape;6562;p89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563" name="Google Shape;6563;p89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6564" name="Google Shape;6564;p89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6565" name="Google Shape;6565;p89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566" name="Google Shape;6566;p89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567" name="Google Shape;6567;p89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6568" name="Google Shape;6568;p89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">
  <p:cSld name="Intro">
    <p:spTree>
      <p:nvGrpSpPr>
        <p:cNvPr id="1" name="Shape 6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0" name="Google Shape;6570;p90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213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571" name="Google Shape;6571;p90"/>
          <p:cNvSpPr txBox="1">
            <a:spLocks noGrp="1"/>
          </p:cNvSpPr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6572" name="Google Shape;6572;p90"/>
          <p:cNvSpPr txBox="1">
            <a:spLocks noGrp="1"/>
          </p:cNvSpPr>
          <p:nvPr>
            <p:ph type="body" idx="2"/>
          </p:nvPr>
        </p:nvSpPr>
        <p:spPr>
          <a:xfrm>
            <a:off x="3964934" y="2343150"/>
            <a:ext cx="4262100" cy="217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573" name="Google Shape;6573;p90"/>
          <p:cNvSpPr txBox="1">
            <a:spLocks noGrp="1"/>
          </p:cNvSpPr>
          <p:nvPr>
            <p:ph type="body" idx="3"/>
          </p:nvPr>
        </p:nvSpPr>
        <p:spPr>
          <a:xfrm>
            <a:off x="6252739" y="2704806"/>
            <a:ext cx="453300" cy="59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574" name="Google Shape;6574;p90"/>
          <p:cNvSpPr txBox="1">
            <a:spLocks noGrp="1"/>
          </p:cNvSpPr>
          <p:nvPr>
            <p:ph type="body" idx="4"/>
          </p:nvPr>
        </p:nvSpPr>
        <p:spPr>
          <a:xfrm>
            <a:off x="5625206" y="2704806"/>
            <a:ext cx="480000" cy="595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575" name="Google Shape;6575;p90"/>
          <p:cNvSpPr txBox="1">
            <a:spLocks noGrp="1"/>
          </p:cNvSpPr>
          <p:nvPr>
            <p:ph type="body" idx="5"/>
          </p:nvPr>
        </p:nvSpPr>
        <p:spPr>
          <a:xfrm>
            <a:off x="4932646" y="2704806"/>
            <a:ext cx="534900" cy="60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576" name="Google Shape;6576;p90"/>
          <p:cNvSpPr txBox="1">
            <a:spLocks noGrp="1"/>
          </p:cNvSpPr>
          <p:nvPr>
            <p:ph type="body" idx="6"/>
          </p:nvPr>
        </p:nvSpPr>
        <p:spPr>
          <a:xfrm>
            <a:off x="4329498" y="2704806"/>
            <a:ext cx="471900" cy="60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65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/>
                                        <p:tgtEl>
                                          <p:spTgt spid="65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/>
                                        <p:tgtEl>
                                          <p:spTgt spid="6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/>
                                        <p:tgtEl>
                                          <p:spTgt spid="6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/>
                                        <p:tgtEl>
                                          <p:spTgt spid="6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/>
                                        <p:tgtEl>
                                          <p:spTgt spid="6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/>
                                        <p:tgtEl>
                                          <p:spTgt spid="6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/>
                                        <p:tgtEl>
                                          <p:spTgt spid="6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/>
                                        <p:tgtEl>
                                          <p:spTgt spid="6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/>
                                        <p:tgtEl>
                                          <p:spTgt spid="6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/>
                                        <p:tgtEl>
                                          <p:spTgt spid="65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/>
                                        <p:tgtEl>
                                          <p:spTgt spid="65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/>
                                        <p:tgtEl>
                                          <p:spTgt spid="65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/>
                                        <p:tgtEl>
                                          <p:spTgt spid="65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/>
                                        <p:tgtEl>
                                          <p:spTgt spid="65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/>
                                        <p:tgtEl>
                                          <p:spTgt spid="65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/>
                                        <p:tgtEl>
                                          <p:spTgt spid="65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/>
                                        <p:tgtEl>
                                          <p:spTgt spid="65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5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6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6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6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50"/>
                                        <p:tgtEl>
                                          <p:spTgt spid="6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8" name="Google Shape;6578;p9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579" name="Google Shape;6579;p9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92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Font typeface="Calibri"/>
              <a:buChar char="●"/>
              <a:defRPr/>
            </a:lvl1pPr>
            <a:lvl2pPr marL="914400" lvl="1" indent="-3238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■"/>
              <a:defRPr/>
            </a:lvl3pPr>
            <a:lvl4pPr marL="1828800" lvl="3" indent="-3238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/>
            </a:lvl4pPr>
            <a:lvl5pPr marL="2286000" lvl="4" indent="-3238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Char char="○"/>
              <a:defRPr/>
            </a:lvl5pPr>
            <a:lvl6pPr marL="2743200" lvl="5" indent="-3238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  <a:defRPr/>
            </a:lvl7pPr>
            <a:lvl8pPr marL="3657600" lvl="7" indent="-3238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○"/>
              <a:defRPr/>
            </a:lvl8pPr>
            <a:lvl9pPr marL="4114800" lvl="8" indent="-3238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■"/>
              <a:defRPr/>
            </a:lvl9pPr>
          </a:lstStyle>
          <a:p>
            <a:endParaRPr/>
          </a:p>
        </p:txBody>
      </p:sp>
      <p:sp>
        <p:nvSpPr>
          <p:cNvPr id="6580" name="Google Shape;6580;p9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lvl="0" indent="0" algn="r">
              <a:buClr>
                <a:schemeClr val="dk1"/>
              </a:buClr>
              <a:buSzPts val="1100"/>
              <a:buFont typeface="Calibri"/>
              <a:buNone/>
              <a:defRPr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buClr>
                <a:schemeClr val="dk1"/>
              </a:buClr>
              <a:buSzPts val="1100"/>
              <a:buFont typeface="Calibri"/>
              <a:buNone/>
              <a:defRPr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buClr>
                <a:schemeClr val="dk1"/>
              </a:buClr>
              <a:buSzPts val="1100"/>
              <a:buFont typeface="Calibri"/>
              <a:buNone/>
              <a:defRPr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buClr>
                <a:schemeClr val="dk1"/>
              </a:buClr>
              <a:buSzPts val="1100"/>
              <a:buFont typeface="Calibri"/>
              <a:buNone/>
              <a:defRPr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buClr>
                <a:schemeClr val="dk1"/>
              </a:buClr>
              <a:buSzPts val="1100"/>
              <a:buFont typeface="Calibri"/>
              <a:buNone/>
              <a:defRPr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buClr>
                <a:schemeClr val="dk1"/>
              </a:buClr>
              <a:buSzPts val="1100"/>
              <a:buFont typeface="Calibri"/>
              <a:buNone/>
              <a:defRPr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buClr>
                <a:schemeClr val="dk1"/>
              </a:buClr>
              <a:buSzPts val="1100"/>
              <a:buFont typeface="Calibri"/>
              <a:buNone/>
              <a:defRPr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buClr>
                <a:schemeClr val="dk1"/>
              </a:buClr>
              <a:buSzPts val="1100"/>
              <a:buFont typeface="Calibri"/>
              <a:buNone/>
              <a:defRPr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buClr>
                <a:schemeClr val="dk1"/>
              </a:buClr>
              <a:buSzPts val="1100"/>
              <a:buFont typeface="Calibri"/>
              <a:buNone/>
              <a:defRPr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 + Image">
  <p:cSld name="Intro + Image">
    <p:spTree>
      <p:nvGrpSpPr>
        <p:cNvPr id="1" name="Shape 6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2" name="Google Shape;6582;p92"/>
          <p:cNvSpPr>
            <a:spLocks noGrp="1"/>
          </p:cNvSpPr>
          <p:nvPr>
            <p:ph type="pic" idx="2"/>
          </p:nvPr>
        </p:nvSpPr>
        <p:spPr>
          <a:xfrm>
            <a:off x="0" y="-367937"/>
            <a:ext cx="12192000" cy="72261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583" name="Google Shape;6583;p92"/>
          <p:cNvSpPr txBox="1">
            <a:spLocks noGrp="1"/>
          </p:cNvSpPr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6584" name="Google Shape;6584;p92"/>
          <p:cNvSpPr txBox="1">
            <a:spLocks noGrp="1"/>
          </p:cNvSpPr>
          <p:nvPr>
            <p:ph type="body" idx="1"/>
          </p:nvPr>
        </p:nvSpPr>
        <p:spPr>
          <a:xfrm>
            <a:off x="3964934" y="2343150"/>
            <a:ext cx="4262100" cy="217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6585" name="Google Shape;6585;p92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6586" name="Google Shape;6586;p92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6587" name="Google Shape;6587;p92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588" name="Google Shape;6588;p92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9" name="Google Shape;6589;p92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590" name="Google Shape;6590;p92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591" name="Google Shape;6591;p92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6592" name="Google Shape;6592;p92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6593" name="Google Shape;6593;p92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6594" name="Google Shape;6594;p92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5" name="Google Shape;6595;p92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6" name="Google Shape;6596;p92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6597" name="Google Shape;6597;p92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6598" name="Google Shape;6598;p92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9" name="Google Shape;6599;p92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600" name="Google Shape;6600;p92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6601" name="Google Shape;6601;p92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02" name="Google Shape;6602;p92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03" name="Google Shape;6603;p92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604" name="Google Shape;6604;p92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6605" name="Google Shape;6605;p92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06" name="Google Shape;6606;p92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07" name="Google Shape;6607;p92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6608" name="Google Shape;6608;p92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609" name="Google Shape;6609;p92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610" name="Google Shape;6610;p92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6611" name="Google Shape;6611;p92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6612" name="Google Shape;6612;p92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6613" name="Google Shape;6613;p92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6614" name="Google Shape;6614;p92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6615" name="Google Shape;6615;p92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616" name="Google Shape;6616;p92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617" name="Google Shape;6617;p92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6618" name="Google Shape;6618;p92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6619" name="Google Shape;6619;p92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6620" name="Google Shape;6620;p92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621" name="Google Shape;6621;p92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22" name="Google Shape;6622;p92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623" name="Google Shape;6623;p92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624" name="Google Shape;6624;p92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25" name="Google Shape;6625;p92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626" name="Google Shape;6626;p92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6627" name="Google Shape;6627;p92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628" name="Google Shape;6628;p92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6629" name="Google Shape;6629;p92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6630" name="Google Shape;6630;p92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31" name="Google Shape;6631;p92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32" name="Google Shape;6632;p92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6633" name="Google Shape;6633;p92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6634" name="Google Shape;6634;p92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635" name="Google Shape;6635;p92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636" name="Google Shape;6636;p92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6637" name="Google Shape;6637;p92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6638" name="Google Shape;6638;p92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6639" name="Google Shape;6639;p92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6640" name="Google Shape;6640;p92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6641" name="Google Shape;6641;p92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6642" name="Google Shape;6642;p92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6643" name="Google Shape;6643;p92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6644" name="Google Shape;6644;p92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6645" name="Google Shape;6645;p92"/>
          <p:cNvSpPr txBox="1">
            <a:spLocks noGrp="1"/>
          </p:cNvSpPr>
          <p:nvPr>
            <p:ph type="body" idx="3"/>
          </p:nvPr>
        </p:nvSpPr>
        <p:spPr>
          <a:xfrm>
            <a:off x="6252739" y="2704806"/>
            <a:ext cx="453300" cy="59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646" name="Google Shape;6646;p92"/>
          <p:cNvSpPr txBox="1">
            <a:spLocks noGrp="1"/>
          </p:cNvSpPr>
          <p:nvPr>
            <p:ph type="body" idx="4"/>
          </p:nvPr>
        </p:nvSpPr>
        <p:spPr>
          <a:xfrm>
            <a:off x="5625206" y="2704806"/>
            <a:ext cx="480000" cy="595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647" name="Google Shape;6647;p92"/>
          <p:cNvSpPr txBox="1">
            <a:spLocks noGrp="1"/>
          </p:cNvSpPr>
          <p:nvPr>
            <p:ph type="body" idx="5"/>
          </p:nvPr>
        </p:nvSpPr>
        <p:spPr>
          <a:xfrm>
            <a:off x="4932646" y="2704806"/>
            <a:ext cx="534900" cy="60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648" name="Google Shape;6648;p92"/>
          <p:cNvSpPr txBox="1">
            <a:spLocks noGrp="1"/>
          </p:cNvSpPr>
          <p:nvPr>
            <p:ph type="body" idx="6"/>
          </p:nvPr>
        </p:nvSpPr>
        <p:spPr>
          <a:xfrm>
            <a:off x="4329498" y="2704806"/>
            <a:ext cx="471900" cy="60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6649" name="Google Shape;6649;p92"/>
          <p:cNvGrpSpPr/>
          <p:nvPr/>
        </p:nvGrpSpPr>
        <p:grpSpPr>
          <a:xfrm>
            <a:off x="12274716" y="-1581150"/>
            <a:ext cx="3695979" cy="1397400"/>
            <a:chOff x="-3889316" y="-1581150"/>
            <a:chExt cx="3695979" cy="1397400"/>
          </a:xfrm>
        </p:grpSpPr>
        <p:sp>
          <p:nvSpPr>
            <p:cNvPr id="6650" name="Google Shape;6650;p92"/>
            <p:cNvSpPr/>
            <p:nvPr/>
          </p:nvSpPr>
          <p:spPr>
            <a:xfrm>
              <a:off x="-3786437" y="-1581150"/>
              <a:ext cx="3593100" cy="13974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 AN IMAGE</a:t>
              </a:r>
              <a:endParaRPr sz="1500"/>
            </a:p>
          </p:txBody>
        </p:sp>
        <p:sp>
          <p:nvSpPr>
            <p:cNvPr id="6651" name="Google Shape;6651;p92"/>
            <p:cNvSpPr/>
            <p:nvPr/>
          </p:nvSpPr>
          <p:spPr>
            <a:xfrm>
              <a:off x="-3603859" y="-1143000"/>
              <a:ext cx="3229200" cy="80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frame of the image by clicking on the tag alongside this instruction. If necessary, delete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existing image 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click 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select the preferred image and click 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652" name="Google Shape;6652;p92"/>
            <p:cNvSpPr/>
            <p:nvPr/>
          </p:nvSpPr>
          <p:spPr>
            <a:xfrm rot="-5400000" flipH="1">
              <a:off x="-3925466" y="-351934"/>
              <a:ext cx="175200" cy="102900"/>
            </a:xfrm>
            <a:prstGeom prst="triangle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80000" tIns="180000" rIns="180000" bIns="180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65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/>
                                        <p:tgtEl>
                                          <p:spTgt spid="65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/>
                                        <p:tgtEl>
                                          <p:spTgt spid="65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/>
                                        <p:tgtEl>
                                          <p:spTgt spid="65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/>
                                        <p:tgtEl>
                                          <p:spTgt spid="65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/>
                                        <p:tgtEl>
                                          <p:spTgt spid="65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/>
                                        <p:tgtEl>
                                          <p:spTgt spid="65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/>
                                        <p:tgtEl>
                                          <p:spTgt spid="65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/>
                                        <p:tgtEl>
                                          <p:spTgt spid="65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/>
                                        <p:tgtEl>
                                          <p:spTgt spid="65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/>
                                        <p:tgtEl>
                                          <p:spTgt spid="65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/>
                                        <p:tgtEl>
                                          <p:spTgt spid="65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/>
                                        <p:tgtEl>
                                          <p:spTgt spid="65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/>
                                        <p:tgtEl>
                                          <p:spTgt spid="65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/>
                                        <p:tgtEl>
                                          <p:spTgt spid="65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/>
                                        <p:tgtEl>
                                          <p:spTgt spid="65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/>
                                        <p:tgtEl>
                                          <p:spTgt spid="65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/>
                                        <p:tgtEl>
                                          <p:spTgt spid="65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5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6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6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6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50"/>
                                        <p:tgtEl>
                                          <p:spTgt spid="6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#2">
  <p:cSld name="Title slide #2">
    <p:spTree>
      <p:nvGrpSpPr>
        <p:cNvPr id="1" name="Shape 6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4" name="Google Shape;6654;p93"/>
          <p:cNvSpPr>
            <a:spLocks noGrp="1"/>
          </p:cNvSpPr>
          <p:nvPr>
            <p:ph type="pic" idx="2"/>
          </p:nvPr>
        </p:nvSpPr>
        <p:spPr>
          <a:xfrm>
            <a:off x="193040" y="225425"/>
            <a:ext cx="11805900" cy="6424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655" name="Google Shape;6655;p93"/>
          <p:cNvSpPr txBox="1">
            <a:spLocks noGrp="1"/>
          </p:cNvSpPr>
          <p:nvPr>
            <p:ph type="body" idx="1"/>
          </p:nvPr>
        </p:nvSpPr>
        <p:spPr>
          <a:xfrm rot="5400000">
            <a:off x="8170670" y="2772809"/>
            <a:ext cx="3204000" cy="388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656" name="Google Shape;6656;p93"/>
          <p:cNvSpPr txBox="1">
            <a:spLocks noGrp="1"/>
          </p:cNvSpPr>
          <p:nvPr>
            <p:ph type="subTitle" idx="3"/>
          </p:nvPr>
        </p:nvSpPr>
        <p:spPr>
          <a:xfrm>
            <a:off x="8097680" y="5384402"/>
            <a:ext cx="32400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 sz="2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sz="1900"/>
            </a:lvl3pPr>
            <a:lvl4pPr lvl="3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/>
            </a:lvl7pPr>
            <a:lvl8pPr lvl="7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/>
            </a:lvl8pPr>
            <a:lvl9pPr lvl="8" algn="ctr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 sz="1600"/>
            </a:lvl9pPr>
          </a:lstStyle>
          <a:p>
            <a:endParaRPr/>
          </a:p>
        </p:txBody>
      </p:sp>
      <p:grpSp>
        <p:nvGrpSpPr>
          <p:cNvPr id="6657" name="Google Shape;6657;p93"/>
          <p:cNvGrpSpPr/>
          <p:nvPr/>
        </p:nvGrpSpPr>
        <p:grpSpPr>
          <a:xfrm>
            <a:off x="-3786165" y="0"/>
            <a:ext cx="3693214" cy="6236923"/>
            <a:chOff x="-3786165" y="0"/>
            <a:chExt cx="3693214" cy="6236923"/>
          </a:xfrm>
        </p:grpSpPr>
        <p:sp>
          <p:nvSpPr>
            <p:cNvPr id="6658" name="Google Shape;6658;p93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6659" name="Google Shape;6659;p93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660" name="Google Shape;6660;p93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1" name="Google Shape;6661;p93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662" name="Google Shape;6662;p93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663" name="Google Shape;6663;p93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6664" name="Google Shape;6664;p93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6665" name="Google Shape;6665;p93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6666" name="Google Shape;6666;p93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7" name="Google Shape;6667;p93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8" name="Google Shape;6668;p93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6669" name="Google Shape;6669;p93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6670" name="Google Shape;6670;p93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1" name="Google Shape;6671;p93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672" name="Google Shape;6672;p93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6673" name="Google Shape;6673;p93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74" name="Google Shape;6674;p93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75" name="Google Shape;6675;p93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676" name="Google Shape;6676;p93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6677" name="Google Shape;6677;p93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78" name="Google Shape;6678;p93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79" name="Google Shape;6679;p93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6680" name="Google Shape;6680;p93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681" name="Google Shape;6681;p93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682" name="Google Shape;6682;p93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6683" name="Google Shape;6683;p93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6684" name="Google Shape;6684;p93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6685" name="Google Shape;6685;p93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6686" name="Google Shape;6686;p93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6687" name="Google Shape;6687;p93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688" name="Google Shape;6688;p93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689" name="Google Shape;6689;p93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6690" name="Google Shape;6690;p93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6691" name="Google Shape;6691;p93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6692" name="Google Shape;6692;p93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693" name="Google Shape;6693;p93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94" name="Google Shape;6694;p93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695" name="Google Shape;6695;p93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696" name="Google Shape;6696;p93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97" name="Google Shape;6697;p93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698" name="Google Shape;6698;p93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6699" name="Google Shape;6699;p93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700" name="Google Shape;6700;p93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6701" name="Google Shape;6701;p93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6702" name="Google Shape;6702;p93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03" name="Google Shape;6703;p93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04" name="Google Shape;6704;p93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6705" name="Google Shape;6705;p93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6706" name="Google Shape;6706;p93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707" name="Google Shape;6707;p93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708" name="Google Shape;6708;p93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6709" name="Google Shape;6709;p93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6710" name="Google Shape;6710;p93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6711" name="Google Shape;6711;p93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6712" name="Google Shape;6712;p93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6713" name="Google Shape;6713;p93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6714" name="Google Shape;6714;p93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6715" name="Google Shape;6715;p93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6716" name="Google Shape;6716;p93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6717" name="Google Shape;6717;p93"/>
          <p:cNvSpPr txBox="1">
            <a:spLocks noGrp="1"/>
          </p:cNvSpPr>
          <p:nvPr>
            <p:ph type="body" idx="4"/>
          </p:nvPr>
        </p:nvSpPr>
        <p:spPr>
          <a:xfrm>
            <a:off x="718947" y="722313"/>
            <a:ext cx="1594500" cy="812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718" name="Google Shape;6718;p93"/>
          <p:cNvSpPr txBox="1">
            <a:spLocks noGrp="1"/>
          </p:cNvSpPr>
          <p:nvPr>
            <p:ph type="dt" idx="10"/>
          </p:nvPr>
        </p:nvSpPr>
        <p:spPr>
          <a:xfrm>
            <a:off x="8097679" y="5669589"/>
            <a:ext cx="2338500" cy="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6719" name="Google Shape;6719;p93"/>
          <p:cNvSpPr txBox="1">
            <a:spLocks noGrp="1"/>
          </p:cNvSpPr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6720" name="Google Shape;6720;p93"/>
          <p:cNvSpPr txBox="1">
            <a:spLocks noGrp="1"/>
          </p:cNvSpPr>
          <p:nvPr>
            <p:ph type="body" idx="5"/>
          </p:nvPr>
        </p:nvSpPr>
        <p:spPr>
          <a:xfrm>
            <a:off x="8097680" y="3446120"/>
            <a:ext cx="3240000" cy="17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4700"/>
              <a:buFont typeface="Calibri"/>
              <a:buNone/>
              <a:defRPr sz="4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/>
                                        <p:tgtEl>
                                          <p:spTgt spid="66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250"/>
                                        <p:tgtEl>
                                          <p:spTgt spid="66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250"/>
                                        <p:tgtEl>
                                          <p:spTgt spid="66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250"/>
                                        <p:tgtEl>
                                          <p:spTgt spid="66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250"/>
                                        <p:tgtEl>
                                          <p:spTgt spid="66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250"/>
                                        <p:tgtEl>
                                          <p:spTgt spid="66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250"/>
                                        <p:tgtEl>
                                          <p:spTgt spid="66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250"/>
                                        <p:tgtEl>
                                          <p:spTgt spid="66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250"/>
                                        <p:tgtEl>
                                          <p:spTgt spid="66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5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5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6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25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66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25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6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25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66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25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66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25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66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825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66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925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66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25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66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125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6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25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67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325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67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425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67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525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67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6250"/>
                            </p:stCondLst>
                            <p:childTnLst>
                              <p:par>
                                <p:cTn id="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67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7250"/>
                            </p:stCondLst>
                            <p:childTnLst>
                              <p:par>
                                <p:cTn id="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67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8250"/>
                            </p:stCondLst>
                            <p:childTnLst>
                              <p:par>
                                <p:cTn id="10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67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9250"/>
                            </p:stCondLst>
                            <p:childTnLst>
                              <p:par>
                                <p:cTn id="1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67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 1x">
  <p:cSld name="Introduction 1x">
    <p:spTree>
      <p:nvGrpSpPr>
        <p:cNvPr id="1" name="Shape 6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2" name="Google Shape;6722;p94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name="adj" fmla="val 3563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6723" name="Google Shape;6723;p94"/>
          <p:cNvSpPr>
            <a:spLocks noGrp="1"/>
          </p:cNvSpPr>
          <p:nvPr>
            <p:ph type="pic" idx="2"/>
          </p:nvPr>
        </p:nvSpPr>
        <p:spPr>
          <a:xfrm>
            <a:off x="708207" y="1592263"/>
            <a:ext cx="3939300" cy="4213200"/>
          </a:xfrm>
          <a:prstGeom prst="roundRect">
            <a:avLst>
              <a:gd name="adj" fmla="val 3549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6724" name="Google Shape;6724;p94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725" name="Google Shape;6725;p94"/>
          <p:cNvSpPr/>
          <p:nvPr/>
        </p:nvSpPr>
        <p:spPr>
          <a:xfrm>
            <a:off x="0" y="-367937"/>
            <a:ext cx="13101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Introduction 1x</a:t>
            </a:r>
            <a:endParaRPr sz="1500"/>
          </a:p>
        </p:txBody>
      </p:sp>
      <p:sp>
        <p:nvSpPr>
          <p:cNvPr id="6726" name="Google Shape;6726;p94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727" name="Google Shape;6727;p94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6728" name="Google Shape;6728;p94"/>
          <p:cNvSpPr txBox="1">
            <a:spLocks noGrp="1"/>
          </p:cNvSpPr>
          <p:nvPr>
            <p:ph type="body" idx="4"/>
          </p:nvPr>
        </p:nvSpPr>
        <p:spPr>
          <a:xfrm>
            <a:off x="5271109" y="2106637"/>
            <a:ext cx="5400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 sz="20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729" name="Google Shape;6729;p94"/>
          <p:cNvSpPr txBox="1">
            <a:spLocks noGrp="1"/>
          </p:cNvSpPr>
          <p:nvPr>
            <p:ph type="body" idx="5"/>
          </p:nvPr>
        </p:nvSpPr>
        <p:spPr>
          <a:xfrm>
            <a:off x="5271109" y="3437571"/>
            <a:ext cx="5400000" cy="20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730" name="Google Shape;6730;p94"/>
          <p:cNvSpPr txBox="1">
            <a:spLocks noGrp="1"/>
          </p:cNvSpPr>
          <p:nvPr>
            <p:ph type="body" idx="6"/>
          </p:nvPr>
        </p:nvSpPr>
        <p:spPr>
          <a:xfrm>
            <a:off x="5271108" y="2600252"/>
            <a:ext cx="54000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731" name="Google Shape;6731;p94"/>
          <p:cNvSpPr txBox="1">
            <a:spLocks noGrp="1"/>
          </p:cNvSpPr>
          <p:nvPr>
            <p:ph type="body" idx="7"/>
          </p:nvPr>
        </p:nvSpPr>
        <p:spPr>
          <a:xfrm>
            <a:off x="5271109" y="2862061"/>
            <a:ext cx="54000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732" name="Google Shape;6732;p94"/>
          <p:cNvSpPr txBox="1">
            <a:spLocks noGrp="1"/>
          </p:cNvSpPr>
          <p:nvPr>
            <p:ph type="body" idx="8"/>
          </p:nvPr>
        </p:nvSpPr>
        <p:spPr>
          <a:xfrm>
            <a:off x="5271109" y="1696003"/>
            <a:ext cx="5400000" cy="4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3200"/>
              <a:buFont typeface="Calibri"/>
              <a:buNone/>
              <a:defRPr sz="3200" b="1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733" name="Google Shape;6733;p94"/>
          <p:cNvSpPr txBox="1">
            <a:spLocks noGrp="1"/>
          </p:cNvSpPr>
          <p:nvPr>
            <p:ph type="body" idx="9"/>
          </p:nvPr>
        </p:nvSpPr>
        <p:spPr>
          <a:xfrm rot="-5400000">
            <a:off x="5656309" y="2089997"/>
            <a:ext cx="21600" cy="7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6734" name="Google Shape;6734;p94"/>
          <p:cNvGrpSpPr/>
          <p:nvPr/>
        </p:nvGrpSpPr>
        <p:grpSpPr>
          <a:xfrm>
            <a:off x="-3786164" y="0"/>
            <a:ext cx="3693213" cy="5054643"/>
            <a:chOff x="-3786164" y="0"/>
            <a:chExt cx="3693213" cy="5054643"/>
          </a:xfrm>
        </p:grpSpPr>
        <p:sp>
          <p:nvSpPr>
            <p:cNvPr id="6735" name="Google Shape;6735;p94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6736" name="Google Shape;6736;p94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6737" name="Google Shape;6737;p94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738" name="Google Shape;6738;p94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9" name="Google Shape;6739;p94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740" name="Google Shape;6740;p94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741" name="Google Shape;6741;p94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6742" name="Google Shape;6742;p94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743" name="Google Shape;6743;p94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6744" name="Google Shape;6744;p94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6745" name="Google Shape;6745;p94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6746" name="Google Shape;6746;p94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6747" name="Google Shape;6747;p94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6748" name="Google Shape;6748;p94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749" name="Google Shape;6749;p94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750" name="Google Shape;6750;p94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6751" name="Google Shape;6751;p94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6752" name="Google Shape;6752;p94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6753" name="Google Shape;6753;p94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754" name="Google Shape;6754;p94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55" name="Google Shape;6755;p94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756" name="Google Shape;6756;p94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757" name="Google Shape;6757;p94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58" name="Google Shape;6758;p94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759" name="Google Shape;6759;p94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6760" name="Google Shape;6760;p94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61" name="Google Shape;6761;p94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6762" name="Google Shape;6762;p94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3" name="Google Shape;6763;p94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64" name="Google Shape;6764;p94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6765" name="Google Shape;6765;p94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6766" name="Google Shape;6766;p94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67" name="Google Shape;6767;p94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68" name="Google Shape;6768;p94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769" name="Google Shape;6769;p94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6770" name="Google Shape;6770;p94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6771" name="Google Shape;6771;p94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6772" name="Google Shape;6772;p94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773" name="Google Shape;6773;p94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6774" name="Google Shape;6774;p94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75" name="Google Shape;6775;p94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776" name="Google Shape;6776;p94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 2x">
  <p:cSld name="Introduction 2x">
    <p:spTree>
      <p:nvGrpSpPr>
        <p:cNvPr id="1" name="Shape 6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8" name="Google Shape;6778;p95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name="adj" fmla="val 3563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6779" name="Google Shape;6779;p95"/>
          <p:cNvSpPr>
            <a:spLocks noGrp="1"/>
          </p:cNvSpPr>
          <p:nvPr>
            <p:ph type="pic" idx="2"/>
          </p:nvPr>
        </p:nvSpPr>
        <p:spPr>
          <a:xfrm>
            <a:off x="708207" y="1592264"/>
            <a:ext cx="1725300" cy="1845300"/>
          </a:xfrm>
          <a:prstGeom prst="roundRect">
            <a:avLst>
              <a:gd name="adj" fmla="val 8502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6780" name="Google Shape;6780;p95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781" name="Google Shape;6781;p95"/>
          <p:cNvSpPr/>
          <p:nvPr/>
        </p:nvSpPr>
        <p:spPr>
          <a:xfrm>
            <a:off x="0" y="-367937"/>
            <a:ext cx="13101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Introduction 2x</a:t>
            </a:r>
            <a:endParaRPr sz="1500"/>
          </a:p>
        </p:txBody>
      </p:sp>
      <p:sp>
        <p:nvSpPr>
          <p:cNvPr id="6782" name="Google Shape;6782;p95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783" name="Google Shape;6783;p95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6784" name="Google Shape;6784;p95"/>
          <p:cNvSpPr txBox="1">
            <a:spLocks noGrp="1"/>
          </p:cNvSpPr>
          <p:nvPr>
            <p:ph type="body" idx="4"/>
          </p:nvPr>
        </p:nvSpPr>
        <p:spPr>
          <a:xfrm>
            <a:off x="2676150" y="1993933"/>
            <a:ext cx="30960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sz="19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785" name="Google Shape;6785;p95"/>
          <p:cNvSpPr txBox="1">
            <a:spLocks noGrp="1"/>
          </p:cNvSpPr>
          <p:nvPr>
            <p:ph type="body" idx="5"/>
          </p:nvPr>
        </p:nvSpPr>
        <p:spPr>
          <a:xfrm>
            <a:off x="2676150" y="3081427"/>
            <a:ext cx="3096000" cy="25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786" name="Google Shape;6786;p95"/>
          <p:cNvSpPr txBox="1">
            <a:spLocks noGrp="1"/>
          </p:cNvSpPr>
          <p:nvPr>
            <p:ph type="body" idx="6"/>
          </p:nvPr>
        </p:nvSpPr>
        <p:spPr>
          <a:xfrm>
            <a:off x="2676149" y="2395251"/>
            <a:ext cx="30960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787" name="Google Shape;6787;p95"/>
          <p:cNvSpPr txBox="1">
            <a:spLocks noGrp="1"/>
          </p:cNvSpPr>
          <p:nvPr>
            <p:ph type="body" idx="7"/>
          </p:nvPr>
        </p:nvSpPr>
        <p:spPr>
          <a:xfrm>
            <a:off x="2676150" y="2657060"/>
            <a:ext cx="30960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788" name="Google Shape;6788;p95"/>
          <p:cNvSpPr txBox="1">
            <a:spLocks noGrp="1"/>
          </p:cNvSpPr>
          <p:nvPr>
            <p:ph type="body" idx="8"/>
          </p:nvPr>
        </p:nvSpPr>
        <p:spPr>
          <a:xfrm>
            <a:off x="2676150" y="1696003"/>
            <a:ext cx="30960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400"/>
              <a:buFont typeface="Calibri"/>
              <a:buNone/>
              <a:defRPr sz="2400" b="1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789" name="Google Shape;6789;p95"/>
          <p:cNvSpPr txBox="1">
            <a:spLocks noGrp="1"/>
          </p:cNvSpPr>
          <p:nvPr>
            <p:ph type="body" idx="9"/>
          </p:nvPr>
        </p:nvSpPr>
        <p:spPr>
          <a:xfrm rot="-5400000">
            <a:off x="3061350" y="1912706"/>
            <a:ext cx="21600" cy="7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790" name="Google Shape;6790;p95"/>
          <p:cNvSpPr>
            <a:spLocks noGrp="1"/>
          </p:cNvSpPr>
          <p:nvPr>
            <p:ph type="pic" idx="13"/>
          </p:nvPr>
        </p:nvSpPr>
        <p:spPr>
          <a:xfrm>
            <a:off x="6383338" y="1592264"/>
            <a:ext cx="1725300" cy="1845300"/>
          </a:xfrm>
          <a:prstGeom prst="roundRect">
            <a:avLst>
              <a:gd name="adj" fmla="val 8502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6791" name="Google Shape;6791;p95"/>
          <p:cNvSpPr txBox="1">
            <a:spLocks noGrp="1"/>
          </p:cNvSpPr>
          <p:nvPr>
            <p:ph type="body" idx="14"/>
          </p:nvPr>
        </p:nvSpPr>
        <p:spPr>
          <a:xfrm>
            <a:off x="8351281" y="1993933"/>
            <a:ext cx="30960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sz="19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792" name="Google Shape;6792;p95"/>
          <p:cNvSpPr txBox="1">
            <a:spLocks noGrp="1"/>
          </p:cNvSpPr>
          <p:nvPr>
            <p:ph type="body" idx="15"/>
          </p:nvPr>
        </p:nvSpPr>
        <p:spPr>
          <a:xfrm>
            <a:off x="8351281" y="3081427"/>
            <a:ext cx="3096000" cy="29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793" name="Google Shape;6793;p95"/>
          <p:cNvSpPr txBox="1">
            <a:spLocks noGrp="1"/>
          </p:cNvSpPr>
          <p:nvPr>
            <p:ph type="body" idx="16"/>
          </p:nvPr>
        </p:nvSpPr>
        <p:spPr>
          <a:xfrm>
            <a:off x="8351280" y="2395251"/>
            <a:ext cx="30960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794" name="Google Shape;6794;p95"/>
          <p:cNvSpPr txBox="1">
            <a:spLocks noGrp="1"/>
          </p:cNvSpPr>
          <p:nvPr>
            <p:ph type="body" idx="17"/>
          </p:nvPr>
        </p:nvSpPr>
        <p:spPr>
          <a:xfrm>
            <a:off x="8351281" y="2657060"/>
            <a:ext cx="30960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795" name="Google Shape;6795;p95"/>
          <p:cNvSpPr txBox="1">
            <a:spLocks noGrp="1"/>
          </p:cNvSpPr>
          <p:nvPr>
            <p:ph type="body" idx="18"/>
          </p:nvPr>
        </p:nvSpPr>
        <p:spPr>
          <a:xfrm>
            <a:off x="8351281" y="1696003"/>
            <a:ext cx="30960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400"/>
              <a:buFont typeface="Calibri"/>
              <a:buNone/>
              <a:defRPr sz="2400" b="1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796" name="Google Shape;6796;p95"/>
          <p:cNvSpPr txBox="1">
            <a:spLocks noGrp="1"/>
          </p:cNvSpPr>
          <p:nvPr>
            <p:ph type="body" idx="19"/>
          </p:nvPr>
        </p:nvSpPr>
        <p:spPr>
          <a:xfrm rot="-5400000">
            <a:off x="8736481" y="1912706"/>
            <a:ext cx="21600" cy="7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6797" name="Google Shape;6797;p95"/>
          <p:cNvGrpSpPr/>
          <p:nvPr/>
        </p:nvGrpSpPr>
        <p:grpSpPr>
          <a:xfrm>
            <a:off x="-3786164" y="0"/>
            <a:ext cx="3693213" cy="5054643"/>
            <a:chOff x="-3786164" y="0"/>
            <a:chExt cx="3693213" cy="5054643"/>
          </a:xfrm>
        </p:grpSpPr>
        <p:sp>
          <p:nvSpPr>
            <p:cNvPr id="6798" name="Google Shape;6798;p95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6799" name="Google Shape;6799;p95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6800" name="Google Shape;6800;p95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801" name="Google Shape;6801;p95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2" name="Google Shape;6802;p95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803" name="Google Shape;6803;p95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804" name="Google Shape;6804;p95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6805" name="Google Shape;6805;p95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806" name="Google Shape;6806;p95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6807" name="Google Shape;6807;p95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6808" name="Google Shape;6808;p95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6809" name="Google Shape;6809;p95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6810" name="Google Shape;6810;p95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6811" name="Google Shape;6811;p95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812" name="Google Shape;6812;p95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813" name="Google Shape;6813;p95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6814" name="Google Shape;6814;p95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6815" name="Google Shape;6815;p95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6816" name="Google Shape;6816;p95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817" name="Google Shape;6817;p95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18" name="Google Shape;6818;p95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819" name="Google Shape;6819;p95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820" name="Google Shape;6820;p95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21" name="Google Shape;6821;p95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822" name="Google Shape;6822;p95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6823" name="Google Shape;6823;p95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24" name="Google Shape;6824;p95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6825" name="Google Shape;6825;p95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6" name="Google Shape;6826;p95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27" name="Google Shape;6827;p95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6828" name="Google Shape;6828;p95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6829" name="Google Shape;6829;p95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30" name="Google Shape;6830;p95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31" name="Google Shape;6831;p95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832" name="Google Shape;6832;p95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6833" name="Google Shape;6833;p95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6834" name="Google Shape;6834;p95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6835" name="Google Shape;6835;p95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836" name="Google Shape;6836;p95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6837" name="Google Shape;6837;p95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38" name="Google Shape;6838;p95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839" name="Google Shape;6839;p95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6x">
  <p:cSld name="Agenda 6x">
    <p:spTree>
      <p:nvGrpSpPr>
        <p:cNvPr id="1" name="Shape 6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1" name="Google Shape;6841;p96"/>
          <p:cNvSpPr>
            <a:spLocks noGrp="1"/>
          </p:cNvSpPr>
          <p:nvPr>
            <p:ph type="pic" idx="2"/>
          </p:nvPr>
        </p:nvSpPr>
        <p:spPr>
          <a:xfrm>
            <a:off x="193040" y="208280"/>
            <a:ext cx="11805900" cy="644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842" name="Google Shape;6842;p96"/>
          <p:cNvSpPr/>
          <p:nvPr/>
        </p:nvSpPr>
        <p:spPr>
          <a:xfrm>
            <a:off x="0" y="-367937"/>
            <a:ext cx="8907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Agenda 6x</a:t>
            </a:r>
            <a:endParaRPr sz="2400" b="1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43" name="Google Shape;6843;p96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6844" name="Google Shape;6844;p96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6845" name="Google Shape;6845;p96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846" name="Google Shape;6846;p96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7" name="Google Shape;6847;p96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848" name="Google Shape;6848;p96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849" name="Google Shape;6849;p96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6850" name="Google Shape;6850;p96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6851" name="Google Shape;6851;p96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6852" name="Google Shape;6852;p96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3" name="Google Shape;6853;p96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4" name="Google Shape;6854;p96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6855" name="Google Shape;6855;p96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6856" name="Google Shape;6856;p96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7" name="Google Shape;6857;p96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858" name="Google Shape;6858;p96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6859" name="Google Shape;6859;p96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60" name="Google Shape;6860;p96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61" name="Google Shape;6861;p96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862" name="Google Shape;6862;p96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6863" name="Google Shape;6863;p96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64" name="Google Shape;6864;p96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65" name="Google Shape;6865;p96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6866" name="Google Shape;6866;p96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867" name="Google Shape;6867;p96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868" name="Google Shape;6868;p96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6869" name="Google Shape;6869;p96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6870" name="Google Shape;6870;p96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6871" name="Google Shape;6871;p96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6872" name="Google Shape;6872;p96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6873" name="Google Shape;6873;p96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874" name="Google Shape;6874;p96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875" name="Google Shape;6875;p96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6876" name="Google Shape;6876;p96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6877" name="Google Shape;6877;p96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6878" name="Google Shape;6878;p96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879" name="Google Shape;6879;p96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80" name="Google Shape;6880;p96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881" name="Google Shape;6881;p96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882" name="Google Shape;6882;p96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83" name="Google Shape;6883;p96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884" name="Google Shape;6884;p96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6885" name="Google Shape;6885;p96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886" name="Google Shape;6886;p96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6887" name="Google Shape;6887;p96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6888" name="Google Shape;6888;p96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9" name="Google Shape;6889;p96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90" name="Google Shape;6890;p96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6891" name="Google Shape;6891;p96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6892" name="Google Shape;6892;p96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893" name="Google Shape;6893;p96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894" name="Google Shape;6894;p96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6895" name="Google Shape;6895;p96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6896" name="Google Shape;6896;p96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6897" name="Google Shape;6897;p96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6898" name="Google Shape;6898;p96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6899" name="Google Shape;6899;p96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6900" name="Google Shape;6900;p96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6901" name="Google Shape;6901;p96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6902" name="Google Shape;6902;p96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6903" name="Google Shape;6903;p96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904" name="Google Shape;6904;p96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905" name="Google Shape;6905;p96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7x">
  <p:cSld name="Agenda 7x">
    <p:spTree>
      <p:nvGrpSpPr>
        <p:cNvPr id="1" name="Shape 6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7" name="Google Shape;6907;p97"/>
          <p:cNvSpPr>
            <a:spLocks noGrp="1"/>
          </p:cNvSpPr>
          <p:nvPr>
            <p:ph type="pic" idx="2"/>
          </p:nvPr>
        </p:nvSpPr>
        <p:spPr>
          <a:xfrm>
            <a:off x="193040" y="208280"/>
            <a:ext cx="11805900" cy="644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908" name="Google Shape;6908;p97"/>
          <p:cNvSpPr/>
          <p:nvPr/>
        </p:nvSpPr>
        <p:spPr>
          <a:xfrm>
            <a:off x="0" y="-367937"/>
            <a:ext cx="8907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Agenda 7x</a:t>
            </a:r>
            <a:endParaRPr sz="2400" b="1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909" name="Google Shape;6909;p97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6910" name="Google Shape;6910;p97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6911" name="Google Shape;6911;p97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912" name="Google Shape;6912;p97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13" name="Google Shape;6913;p97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914" name="Google Shape;6914;p97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915" name="Google Shape;6915;p97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6916" name="Google Shape;6916;p97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6917" name="Google Shape;6917;p97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6918" name="Google Shape;6918;p97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9" name="Google Shape;6919;p97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0" name="Google Shape;6920;p97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6921" name="Google Shape;6921;p97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6922" name="Google Shape;6922;p97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3" name="Google Shape;6923;p97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924" name="Google Shape;6924;p97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6925" name="Google Shape;6925;p97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26" name="Google Shape;6926;p97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27" name="Google Shape;6927;p97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928" name="Google Shape;6928;p97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6929" name="Google Shape;6929;p97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30" name="Google Shape;6930;p97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31" name="Google Shape;6931;p97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6932" name="Google Shape;6932;p97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933" name="Google Shape;6933;p97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934" name="Google Shape;6934;p97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6935" name="Google Shape;6935;p97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6936" name="Google Shape;6936;p97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6937" name="Google Shape;6937;p97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6938" name="Google Shape;6938;p97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6939" name="Google Shape;6939;p97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940" name="Google Shape;6940;p97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941" name="Google Shape;6941;p97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6942" name="Google Shape;6942;p97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6943" name="Google Shape;6943;p97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6944" name="Google Shape;6944;p97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945" name="Google Shape;6945;p97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46" name="Google Shape;6946;p97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947" name="Google Shape;6947;p97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948" name="Google Shape;6948;p97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49" name="Google Shape;6949;p97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950" name="Google Shape;6950;p97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6951" name="Google Shape;6951;p97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952" name="Google Shape;6952;p97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6953" name="Google Shape;6953;p97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6954" name="Google Shape;6954;p97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5" name="Google Shape;6955;p97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56" name="Google Shape;6956;p97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6957" name="Google Shape;6957;p97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6958" name="Google Shape;6958;p97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959" name="Google Shape;6959;p97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960" name="Google Shape;6960;p97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6961" name="Google Shape;6961;p97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6962" name="Google Shape;6962;p97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6963" name="Google Shape;6963;p97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6964" name="Google Shape;6964;p97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6965" name="Google Shape;6965;p97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6966" name="Google Shape;6966;p97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6967" name="Google Shape;6967;p97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6968" name="Google Shape;6968;p97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6969" name="Google Shape;6969;p97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970" name="Google Shape;6970;p97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971" name="Google Shape;6971;p97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">
  <p:cSld name="Closing slide">
    <p:spTree>
      <p:nvGrpSpPr>
        <p:cNvPr id="1" name="Shape 6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3" name="Google Shape;6973;p98"/>
          <p:cNvSpPr>
            <a:spLocks noGrp="1"/>
          </p:cNvSpPr>
          <p:nvPr>
            <p:ph type="pic" idx="2"/>
          </p:nvPr>
        </p:nvSpPr>
        <p:spPr>
          <a:xfrm>
            <a:off x="193040" y="208280"/>
            <a:ext cx="11805900" cy="644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974" name="Google Shape;6974;p98"/>
          <p:cNvSpPr txBox="1">
            <a:spLocks noGrp="1"/>
          </p:cNvSpPr>
          <p:nvPr>
            <p:ph type="title"/>
          </p:nvPr>
        </p:nvSpPr>
        <p:spPr>
          <a:xfrm>
            <a:off x="0" y="-342024"/>
            <a:ext cx="12471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6975" name="Google Shape;6975;p98"/>
          <p:cNvSpPr txBox="1">
            <a:spLocks noGrp="1"/>
          </p:cNvSpPr>
          <p:nvPr>
            <p:ph type="ftr" idx="11"/>
          </p:nvPr>
        </p:nvSpPr>
        <p:spPr>
          <a:xfrm>
            <a:off x="2266793" y="7267316"/>
            <a:ext cx="41148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6976" name="Google Shape;6976;p98"/>
          <p:cNvSpPr txBox="1">
            <a:spLocks noGrp="1"/>
          </p:cNvSpPr>
          <p:nvPr>
            <p:ph type="sldNum" idx="12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77" name="Google Shape;6977;p98"/>
          <p:cNvSpPr txBox="1">
            <a:spLocks noGrp="1"/>
          </p:cNvSpPr>
          <p:nvPr>
            <p:ph type="body" idx="1"/>
          </p:nvPr>
        </p:nvSpPr>
        <p:spPr>
          <a:xfrm>
            <a:off x="8070226" y="2675331"/>
            <a:ext cx="3402900" cy="314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978" name="Google Shape;6978;p98"/>
          <p:cNvSpPr txBox="1">
            <a:spLocks noGrp="1"/>
          </p:cNvSpPr>
          <p:nvPr>
            <p:ph type="body" idx="3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6979" name="Google Shape;6979;p98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6980" name="Google Shape;6980;p98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6981" name="Google Shape;6981;p98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982" name="Google Shape;6982;p98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3" name="Google Shape;6983;p98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984" name="Google Shape;6984;p98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985" name="Google Shape;6985;p98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6986" name="Google Shape;6986;p98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6987" name="Google Shape;6987;p98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6988" name="Google Shape;6988;p98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9" name="Google Shape;6989;p98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0" name="Google Shape;6990;p98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6991" name="Google Shape;6991;p98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6992" name="Google Shape;6992;p98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3" name="Google Shape;6993;p98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994" name="Google Shape;6994;p98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6995" name="Google Shape;6995;p98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96" name="Google Shape;6996;p98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97" name="Google Shape;6997;p98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998" name="Google Shape;6998;p98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6999" name="Google Shape;6999;p98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00" name="Google Shape;7000;p98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01" name="Google Shape;7001;p98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7002" name="Google Shape;7002;p98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7003" name="Google Shape;7003;p98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7004" name="Google Shape;7004;p98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7005" name="Google Shape;7005;p98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7006" name="Google Shape;7006;p98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7007" name="Google Shape;7007;p98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7008" name="Google Shape;7008;p98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7009" name="Google Shape;7009;p98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010" name="Google Shape;7010;p98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011" name="Google Shape;7011;p98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7012" name="Google Shape;7012;p98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7013" name="Google Shape;7013;p98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7014" name="Google Shape;7014;p98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7015" name="Google Shape;7015;p98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16" name="Google Shape;7016;p98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017" name="Google Shape;7017;p98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7018" name="Google Shape;7018;p98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19" name="Google Shape;7019;p98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7020" name="Google Shape;7020;p98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7021" name="Google Shape;7021;p98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022" name="Google Shape;7022;p98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7023" name="Google Shape;7023;p98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7024" name="Google Shape;7024;p98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5" name="Google Shape;7025;p98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26" name="Google Shape;7026;p98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7027" name="Google Shape;7027;p98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7028" name="Google Shape;7028;p98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7029" name="Google Shape;7029;p98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7030" name="Google Shape;7030;p98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7031" name="Google Shape;7031;p98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7032" name="Google Shape;7032;p98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7033" name="Google Shape;7033;p98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7034" name="Google Shape;7034;p98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7035" name="Google Shape;7035;p98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7036" name="Google Shape;7036;p98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7037" name="Google Shape;7037;p98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7038" name="Google Shape;7038;p98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4.xml"/><Relationship Id="rId21" Type="http://schemas.openxmlformats.org/officeDocument/2006/relationships/slideLayout" Target="../slideLayouts/slideLayout22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20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Relationship Id="rId2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26" Type="http://schemas.openxmlformats.org/officeDocument/2006/relationships/slideLayout" Target="../slideLayouts/slideLayout48.xml"/><Relationship Id="rId39" Type="http://schemas.openxmlformats.org/officeDocument/2006/relationships/slideLayout" Target="../slideLayouts/slideLayout61.xml"/><Relationship Id="rId21" Type="http://schemas.openxmlformats.org/officeDocument/2006/relationships/slideLayout" Target="../slideLayouts/slideLayout43.xml"/><Relationship Id="rId34" Type="http://schemas.openxmlformats.org/officeDocument/2006/relationships/slideLayout" Target="../slideLayouts/slideLayout56.xml"/><Relationship Id="rId42" Type="http://schemas.openxmlformats.org/officeDocument/2006/relationships/slideLayout" Target="../slideLayouts/slideLayout64.xml"/><Relationship Id="rId47" Type="http://schemas.openxmlformats.org/officeDocument/2006/relationships/slideLayout" Target="../slideLayouts/slideLayout69.xml"/><Relationship Id="rId50" Type="http://schemas.openxmlformats.org/officeDocument/2006/relationships/slideLayout" Target="../slideLayouts/slideLayout72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33.xml"/><Relationship Id="rId24" Type="http://schemas.openxmlformats.org/officeDocument/2006/relationships/slideLayout" Target="../slideLayouts/slideLayout46.xml"/><Relationship Id="rId32" Type="http://schemas.openxmlformats.org/officeDocument/2006/relationships/slideLayout" Target="../slideLayouts/slideLayout54.xml"/><Relationship Id="rId37" Type="http://schemas.openxmlformats.org/officeDocument/2006/relationships/slideLayout" Target="../slideLayouts/slideLayout59.xml"/><Relationship Id="rId40" Type="http://schemas.openxmlformats.org/officeDocument/2006/relationships/slideLayout" Target="../slideLayouts/slideLayout62.xml"/><Relationship Id="rId45" Type="http://schemas.openxmlformats.org/officeDocument/2006/relationships/slideLayout" Target="../slideLayouts/slideLayout67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23" Type="http://schemas.openxmlformats.org/officeDocument/2006/relationships/slideLayout" Target="../slideLayouts/slideLayout45.xml"/><Relationship Id="rId28" Type="http://schemas.openxmlformats.org/officeDocument/2006/relationships/slideLayout" Target="../slideLayouts/slideLayout50.xml"/><Relationship Id="rId36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31" Type="http://schemas.openxmlformats.org/officeDocument/2006/relationships/slideLayout" Target="../slideLayouts/slideLayout53.xml"/><Relationship Id="rId44" Type="http://schemas.openxmlformats.org/officeDocument/2006/relationships/slideLayout" Target="../slideLayouts/slideLayout66.xml"/><Relationship Id="rId52" Type="http://schemas.openxmlformats.org/officeDocument/2006/relationships/theme" Target="../theme/theme3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44.xml"/><Relationship Id="rId27" Type="http://schemas.openxmlformats.org/officeDocument/2006/relationships/slideLayout" Target="../slideLayouts/slideLayout49.xml"/><Relationship Id="rId30" Type="http://schemas.openxmlformats.org/officeDocument/2006/relationships/slideLayout" Target="../slideLayouts/slideLayout52.xml"/><Relationship Id="rId35" Type="http://schemas.openxmlformats.org/officeDocument/2006/relationships/slideLayout" Target="../slideLayouts/slideLayout57.xml"/><Relationship Id="rId43" Type="http://schemas.openxmlformats.org/officeDocument/2006/relationships/slideLayout" Target="../slideLayouts/slideLayout65.xml"/><Relationship Id="rId48" Type="http://schemas.openxmlformats.org/officeDocument/2006/relationships/slideLayout" Target="../slideLayouts/slideLayout70.xml"/><Relationship Id="rId8" Type="http://schemas.openxmlformats.org/officeDocument/2006/relationships/slideLayout" Target="../slideLayouts/slideLayout30.xml"/><Relationship Id="rId51" Type="http://schemas.openxmlformats.org/officeDocument/2006/relationships/slideLayout" Target="../slideLayouts/slideLayout73.xml"/><Relationship Id="rId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5" Type="http://schemas.openxmlformats.org/officeDocument/2006/relationships/slideLayout" Target="../slideLayouts/slideLayout47.xml"/><Relationship Id="rId33" Type="http://schemas.openxmlformats.org/officeDocument/2006/relationships/slideLayout" Target="../slideLayouts/slideLayout55.xml"/><Relationship Id="rId38" Type="http://schemas.openxmlformats.org/officeDocument/2006/relationships/slideLayout" Target="../slideLayouts/slideLayout60.xml"/><Relationship Id="rId46" Type="http://schemas.openxmlformats.org/officeDocument/2006/relationships/slideLayout" Target="../slideLayouts/slideLayout68.xml"/><Relationship Id="rId20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63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1.xml"/><Relationship Id="rId13" Type="http://schemas.openxmlformats.org/officeDocument/2006/relationships/slideLayout" Target="../slideLayouts/slideLayout86.xml"/><Relationship Id="rId18" Type="http://schemas.openxmlformats.org/officeDocument/2006/relationships/slideLayout" Target="../slideLayouts/slideLayout91.xml"/><Relationship Id="rId3" Type="http://schemas.openxmlformats.org/officeDocument/2006/relationships/slideLayout" Target="../slideLayouts/slideLayout76.xml"/><Relationship Id="rId21" Type="http://schemas.openxmlformats.org/officeDocument/2006/relationships/slideLayout" Target="../slideLayouts/slideLayout94.xml"/><Relationship Id="rId7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85.xml"/><Relationship Id="rId17" Type="http://schemas.openxmlformats.org/officeDocument/2006/relationships/slideLayout" Target="../slideLayouts/slideLayout90.xml"/><Relationship Id="rId2" Type="http://schemas.openxmlformats.org/officeDocument/2006/relationships/slideLayout" Target="../slideLayouts/slideLayout75.xml"/><Relationship Id="rId16" Type="http://schemas.openxmlformats.org/officeDocument/2006/relationships/slideLayout" Target="../slideLayouts/slideLayout89.xml"/><Relationship Id="rId20" Type="http://schemas.openxmlformats.org/officeDocument/2006/relationships/slideLayout" Target="../slideLayouts/slideLayout93.xml"/><Relationship Id="rId1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84.xml"/><Relationship Id="rId5" Type="http://schemas.openxmlformats.org/officeDocument/2006/relationships/slideLayout" Target="../slideLayouts/slideLayout78.xml"/><Relationship Id="rId15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83.xml"/><Relationship Id="rId19" Type="http://schemas.openxmlformats.org/officeDocument/2006/relationships/slideLayout" Target="../slideLayouts/slideLayout92.xml"/><Relationship Id="rId4" Type="http://schemas.openxmlformats.org/officeDocument/2006/relationships/slideLayout" Target="../slideLayouts/slideLayout77.xml"/><Relationship Id="rId9" Type="http://schemas.openxmlformats.org/officeDocument/2006/relationships/slideLayout" Target="../slideLayouts/slideLayout82.xml"/><Relationship Id="rId14" Type="http://schemas.openxmlformats.org/officeDocument/2006/relationships/slideLayout" Target="../slideLayouts/slideLayout87.xml"/><Relationship Id="rId2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"/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>
          <p:nvSpPr>
            <p:cNvPr id="12" name="Google Shape;12;p1"/>
            <p:cNvSpPr/>
            <p:nvPr/>
          </p:nvSpPr>
          <p:spPr>
            <a:xfrm>
              <a:off x="0" y="0"/>
              <a:ext cx="12191760" cy="261000"/>
            </a:xfrm>
            <a:prstGeom prst="rect">
              <a:avLst/>
            </a:prstGeom>
            <a:solidFill>
              <a:srgbClr val="EA7600"/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0" y="6596640"/>
              <a:ext cx="12191760" cy="261000"/>
            </a:xfrm>
            <a:prstGeom prst="rect">
              <a:avLst/>
            </a:prstGeom>
            <a:solidFill>
              <a:srgbClr val="EA7600"/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0" y="0"/>
              <a:ext cx="262440" cy="6857640"/>
            </a:xfrm>
            <a:prstGeom prst="rect">
              <a:avLst/>
            </a:prstGeom>
            <a:solidFill>
              <a:srgbClr val="EA7600"/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11929320" y="0"/>
              <a:ext cx="262440" cy="6857640"/>
            </a:xfrm>
            <a:prstGeom prst="rect">
              <a:avLst/>
            </a:prstGeom>
            <a:solidFill>
              <a:srgbClr val="EA7600"/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0" y="262440"/>
              <a:ext cx="12191760" cy="261000"/>
            </a:xfrm>
            <a:prstGeom prst="rect">
              <a:avLst/>
            </a:prstGeom>
            <a:solidFill>
              <a:srgbClr val="FEAC59">
                <a:alpha val="49803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259200" y="0"/>
              <a:ext cx="262440" cy="6857640"/>
            </a:xfrm>
            <a:prstGeom prst="rect">
              <a:avLst/>
            </a:prstGeom>
            <a:solidFill>
              <a:srgbClr val="FEAC59">
                <a:alpha val="49803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11667960" y="0"/>
              <a:ext cx="262440" cy="6857640"/>
            </a:xfrm>
            <a:prstGeom prst="rect">
              <a:avLst/>
            </a:prstGeom>
            <a:solidFill>
              <a:srgbClr val="FEAC59">
                <a:alpha val="49803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0" y="6337440"/>
              <a:ext cx="12191760" cy="261000"/>
            </a:xfrm>
            <a:prstGeom prst="rect">
              <a:avLst/>
            </a:prstGeom>
            <a:solidFill>
              <a:srgbClr val="FEAC59">
                <a:alpha val="49803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9491400" y="0"/>
              <a:ext cx="262440" cy="6857640"/>
            </a:xfrm>
            <a:prstGeom prst="rect">
              <a:avLst/>
            </a:prstGeom>
            <a:solidFill>
              <a:srgbClr val="FEAC59">
                <a:alpha val="49803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0" y="1132920"/>
              <a:ext cx="12191760" cy="261000"/>
            </a:xfrm>
            <a:prstGeom prst="rect">
              <a:avLst/>
            </a:prstGeom>
            <a:solidFill>
              <a:srgbClr val="FEAC59">
                <a:alpha val="49803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0" y="5859000"/>
              <a:ext cx="12191760" cy="261000"/>
            </a:xfrm>
            <a:prstGeom prst="rect">
              <a:avLst/>
            </a:prstGeom>
            <a:solidFill>
              <a:srgbClr val="FEAC59">
                <a:alpha val="49803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" name="Google Shape;23;p1"/>
          <p:cNvGrpSpPr/>
          <p:nvPr/>
        </p:nvGrpSpPr>
        <p:grpSpPr>
          <a:xfrm>
            <a:off x="-355680" y="-212220"/>
            <a:ext cx="12894120" cy="7257240"/>
            <a:chOff x="-355680" y="-212220"/>
            <a:chExt cx="12894120" cy="7257240"/>
          </a:xfrm>
        </p:grpSpPr>
        <p:sp>
          <p:nvSpPr>
            <p:cNvPr id="24" name="Google Shape;24;p1"/>
            <p:cNvSpPr/>
            <p:nvPr/>
          </p:nvSpPr>
          <p:spPr>
            <a:xfrm rot="-5400000">
              <a:off x="8438760" y="3287880"/>
              <a:ext cx="7257240" cy="257040"/>
            </a:xfrm>
            <a:prstGeom prst="rect">
              <a:avLst/>
            </a:prstGeom>
            <a:solidFill>
              <a:srgbClr val="EA76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1"/>
            <p:cNvSpPr/>
            <p:nvPr/>
          </p:nvSpPr>
          <p:spPr>
            <a:xfrm rot="-5400000">
              <a:off x="-3498840" y="3287880"/>
              <a:ext cx="7257240" cy="257040"/>
            </a:xfrm>
            <a:prstGeom prst="rect">
              <a:avLst/>
            </a:prstGeom>
            <a:solidFill>
              <a:srgbClr val="EA76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-355680" y="-5760"/>
              <a:ext cx="12894120" cy="257040"/>
            </a:xfrm>
            <a:prstGeom prst="rect">
              <a:avLst/>
            </a:prstGeom>
            <a:solidFill>
              <a:srgbClr val="EA76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-355680" y="6604560"/>
              <a:ext cx="12894120" cy="257040"/>
            </a:xfrm>
            <a:prstGeom prst="rect">
              <a:avLst/>
            </a:prstGeom>
            <a:solidFill>
              <a:schemeClr val="accent3">
                <a:alpha val="4666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8" name="Google Shape;28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15280" y="-1395360"/>
            <a:ext cx="952200" cy="48204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1"/>
          <p:cNvSpPr/>
          <p:nvPr/>
        </p:nvSpPr>
        <p:spPr>
          <a:xfrm>
            <a:off x="10325160" y="5688360"/>
            <a:ext cx="1866600" cy="11692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 txBox="1">
            <a:spLocks noGrp="1"/>
          </p:cNvSpPr>
          <p:nvPr>
            <p:ph type="dt" idx="10"/>
          </p:nvPr>
        </p:nvSpPr>
        <p:spPr>
          <a:xfrm>
            <a:off x="7645680" y="7004160"/>
            <a:ext cx="3139920" cy="21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1" name="Google Shape;31;p1"/>
          <p:cNvSpPr txBox="1">
            <a:spLocks noGrp="1"/>
          </p:cNvSpPr>
          <p:nvPr>
            <p:ph type="ftr" idx="11"/>
          </p:nvPr>
        </p:nvSpPr>
        <p:spPr>
          <a:xfrm>
            <a:off x="927000" y="7004160"/>
            <a:ext cx="6718320" cy="21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2" name="Google Shape;32;p1"/>
          <p:cNvSpPr txBox="1">
            <a:spLocks noGrp="1"/>
          </p:cNvSpPr>
          <p:nvPr>
            <p:ph type="body" idx="1"/>
          </p:nvPr>
        </p:nvSpPr>
        <p:spPr>
          <a:xfrm>
            <a:off x="259200" y="261360"/>
            <a:ext cx="11669760" cy="6343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6480000" tIns="0" rIns="90000" bIns="45000" anchor="ctr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grpSp>
        <p:nvGrpSpPr>
          <p:cNvPr id="33" name="Google Shape;33;p1"/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>
          <p:nvSpPr>
            <p:cNvPr id="34" name="Google Shape;34;p1"/>
            <p:cNvSpPr/>
            <p:nvPr/>
          </p:nvSpPr>
          <p:spPr>
            <a:xfrm>
              <a:off x="0" y="0"/>
              <a:ext cx="12191760" cy="261000"/>
            </a:xfrm>
            <a:prstGeom prst="rect">
              <a:avLst/>
            </a:prstGeom>
            <a:solidFill>
              <a:srgbClr val="EA7600"/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0" y="6596640"/>
              <a:ext cx="12191760" cy="261000"/>
            </a:xfrm>
            <a:prstGeom prst="rect">
              <a:avLst/>
            </a:prstGeom>
            <a:solidFill>
              <a:srgbClr val="EA7600"/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1"/>
            <p:cNvSpPr/>
            <p:nvPr/>
          </p:nvSpPr>
          <p:spPr>
            <a:xfrm>
              <a:off x="0" y="0"/>
              <a:ext cx="262440" cy="6857640"/>
            </a:xfrm>
            <a:prstGeom prst="rect">
              <a:avLst/>
            </a:prstGeom>
            <a:solidFill>
              <a:srgbClr val="EA7600"/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1"/>
            <p:cNvSpPr/>
            <p:nvPr/>
          </p:nvSpPr>
          <p:spPr>
            <a:xfrm>
              <a:off x="11929320" y="0"/>
              <a:ext cx="262440" cy="6857640"/>
            </a:xfrm>
            <a:prstGeom prst="rect">
              <a:avLst/>
            </a:prstGeom>
            <a:solidFill>
              <a:srgbClr val="EA7600"/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1"/>
            <p:cNvSpPr/>
            <p:nvPr/>
          </p:nvSpPr>
          <p:spPr>
            <a:xfrm>
              <a:off x="0" y="262440"/>
              <a:ext cx="12191760" cy="261000"/>
            </a:xfrm>
            <a:prstGeom prst="rect">
              <a:avLst/>
            </a:prstGeom>
            <a:solidFill>
              <a:srgbClr val="FEAC59">
                <a:alpha val="49803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1"/>
            <p:cNvSpPr/>
            <p:nvPr/>
          </p:nvSpPr>
          <p:spPr>
            <a:xfrm>
              <a:off x="259200" y="0"/>
              <a:ext cx="262440" cy="6857640"/>
            </a:xfrm>
            <a:prstGeom prst="rect">
              <a:avLst/>
            </a:prstGeom>
            <a:solidFill>
              <a:srgbClr val="FEAC59">
                <a:alpha val="49803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1"/>
            <p:cNvSpPr/>
            <p:nvPr/>
          </p:nvSpPr>
          <p:spPr>
            <a:xfrm>
              <a:off x="11667960" y="0"/>
              <a:ext cx="262440" cy="6857640"/>
            </a:xfrm>
            <a:prstGeom prst="rect">
              <a:avLst/>
            </a:prstGeom>
            <a:solidFill>
              <a:srgbClr val="FEAC59">
                <a:alpha val="49803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1"/>
            <p:cNvSpPr/>
            <p:nvPr/>
          </p:nvSpPr>
          <p:spPr>
            <a:xfrm>
              <a:off x="0" y="6337440"/>
              <a:ext cx="12191760" cy="261000"/>
            </a:xfrm>
            <a:prstGeom prst="rect">
              <a:avLst/>
            </a:prstGeom>
            <a:solidFill>
              <a:srgbClr val="FEAC59">
                <a:alpha val="49803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" name="Google Shape;42;p1"/>
          <p:cNvSpPr/>
          <p:nvPr/>
        </p:nvSpPr>
        <p:spPr>
          <a:xfrm>
            <a:off x="5441040" y="-885600"/>
            <a:ext cx="1309320" cy="3661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360000" tIns="91800" rIns="360000" bIns="918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Titelblad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" name="Google Shape;43;p1"/>
          <p:cNvGrpSpPr/>
          <p:nvPr/>
        </p:nvGrpSpPr>
        <p:grpSpPr>
          <a:xfrm>
            <a:off x="12391560" y="0"/>
            <a:ext cx="3183840" cy="6589800"/>
            <a:chOff x="12391560" y="0"/>
            <a:chExt cx="3183840" cy="6589800"/>
          </a:xfrm>
        </p:grpSpPr>
        <p:grpSp>
          <p:nvGrpSpPr>
            <p:cNvPr id="44" name="Google Shape;44;p1"/>
            <p:cNvGrpSpPr/>
            <p:nvPr/>
          </p:nvGrpSpPr>
          <p:grpSpPr>
            <a:xfrm>
              <a:off x="12757320" y="3099960"/>
              <a:ext cx="1499040" cy="678240"/>
              <a:chOff x="12757320" y="3099960"/>
              <a:chExt cx="1499040" cy="678240"/>
            </a:xfrm>
          </p:grpSpPr>
          <p:sp>
            <p:nvSpPr>
              <p:cNvPr id="45" name="Google Shape;45;p1"/>
              <p:cNvSpPr/>
              <p:nvPr/>
            </p:nvSpPr>
            <p:spPr>
              <a:xfrm>
                <a:off x="12757320" y="3099960"/>
                <a:ext cx="1499040" cy="580680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1"/>
              <p:cNvSpPr/>
              <p:nvPr/>
            </p:nvSpPr>
            <p:spPr>
              <a:xfrm>
                <a:off x="12762000" y="3411360"/>
                <a:ext cx="1478520" cy="25704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1"/>
              <p:cNvSpPr/>
              <p:nvPr/>
            </p:nvSpPr>
            <p:spPr>
              <a:xfrm>
                <a:off x="12997800" y="3139200"/>
                <a:ext cx="957600" cy="19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000" tIns="45000" rIns="90000" bIns="4500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Naar voorgrond</a:t>
                </a:r>
                <a:endParaRPr sz="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1"/>
              <p:cNvSpPr/>
              <p:nvPr/>
            </p:nvSpPr>
            <p:spPr>
              <a:xfrm>
                <a:off x="12984120" y="3460320"/>
                <a:ext cx="1165320" cy="19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000" tIns="45000" rIns="90000" bIns="4500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Naar achtergrond</a:t>
                </a:r>
                <a:endParaRPr sz="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9" name="Google Shape;49;p1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13938840" y="3547080"/>
                <a:ext cx="142560" cy="2311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0" name="Google Shape;50;p1"/>
              <p:cNvSpPr/>
              <p:nvPr/>
            </p:nvSpPr>
            <p:spPr>
              <a:xfrm rot="5400000">
                <a:off x="14094360" y="3528000"/>
                <a:ext cx="86400" cy="5076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1" name="Google Shape;51;p1"/>
              <p:cNvGrpSpPr/>
              <p:nvPr/>
            </p:nvGrpSpPr>
            <p:grpSpPr>
              <a:xfrm>
                <a:off x="12822480" y="3157920"/>
                <a:ext cx="181800" cy="163440"/>
                <a:chOff x="12822480" y="3157920"/>
                <a:chExt cx="181800" cy="163440"/>
              </a:xfrm>
            </p:grpSpPr>
            <p:sp>
              <p:nvSpPr>
                <p:cNvPr id="52" name="Google Shape;52;p1"/>
                <p:cNvSpPr/>
                <p:nvPr/>
              </p:nvSpPr>
              <p:spPr>
                <a:xfrm>
                  <a:off x="12822480" y="3157920"/>
                  <a:ext cx="67320" cy="6732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0000" tIns="22675" rIns="90000" bIns="226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" name="Google Shape;53;p1"/>
                <p:cNvSpPr/>
                <p:nvPr/>
              </p:nvSpPr>
              <p:spPr>
                <a:xfrm>
                  <a:off x="12936960" y="3254040"/>
                  <a:ext cx="67320" cy="6732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0000" tIns="22675" rIns="90000" bIns="226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" name="Google Shape;54;p1"/>
                <p:cNvSpPr/>
                <p:nvPr/>
              </p:nvSpPr>
              <p:spPr>
                <a:xfrm>
                  <a:off x="12856320" y="3182400"/>
                  <a:ext cx="114120" cy="11412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rgbClr val="FFFFF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0000" tIns="45000" rIns="90000" bIns="45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5" name="Google Shape;55;p1"/>
              <p:cNvGrpSpPr/>
              <p:nvPr/>
            </p:nvGrpSpPr>
            <p:grpSpPr>
              <a:xfrm>
                <a:off x="12822480" y="3459600"/>
                <a:ext cx="181800" cy="163440"/>
                <a:chOff x="12822480" y="3459600"/>
                <a:chExt cx="181800" cy="163440"/>
              </a:xfrm>
            </p:grpSpPr>
            <p:sp>
              <p:nvSpPr>
                <p:cNvPr id="56" name="Google Shape;56;p1"/>
                <p:cNvSpPr/>
                <p:nvPr/>
              </p:nvSpPr>
              <p:spPr>
                <a:xfrm>
                  <a:off x="12856320" y="3484440"/>
                  <a:ext cx="114120" cy="11412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rgbClr val="FFFFF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0000" tIns="45000" rIns="90000" bIns="45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" name="Google Shape;57;p1"/>
                <p:cNvSpPr/>
                <p:nvPr/>
              </p:nvSpPr>
              <p:spPr>
                <a:xfrm>
                  <a:off x="12822480" y="3459600"/>
                  <a:ext cx="67320" cy="6732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0000" tIns="22675" rIns="90000" bIns="226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" name="Google Shape;58;p1"/>
                <p:cNvSpPr/>
                <p:nvPr/>
              </p:nvSpPr>
              <p:spPr>
                <a:xfrm>
                  <a:off x="12936960" y="3555720"/>
                  <a:ext cx="67320" cy="6732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0000" tIns="22675" rIns="90000" bIns="226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9" name="Google Shape;59;p1"/>
            <p:cNvGrpSpPr/>
            <p:nvPr/>
          </p:nvGrpSpPr>
          <p:grpSpPr>
            <a:xfrm>
              <a:off x="12396600" y="5806440"/>
              <a:ext cx="3178800" cy="783360"/>
              <a:chOff x="12396600" y="5806440"/>
              <a:chExt cx="3178800" cy="783360"/>
            </a:xfrm>
          </p:grpSpPr>
          <p:sp>
            <p:nvSpPr>
              <p:cNvPr id="60" name="Google Shape;60;p1"/>
              <p:cNvSpPr/>
              <p:nvPr/>
            </p:nvSpPr>
            <p:spPr>
              <a:xfrm>
                <a:off x="12396600" y="5806440"/>
                <a:ext cx="255240" cy="255240"/>
              </a:xfrm>
              <a:custGeom>
                <a:avLst/>
                <a:gdLst/>
                <a:ahLst/>
                <a:cxnLst/>
                <a:rect l="l" t="t" r="r" b="b"/>
                <a:pathLst>
                  <a:path w="292" h="292" extrusionOk="0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1"/>
              <p:cNvSpPr/>
              <p:nvPr/>
            </p:nvSpPr>
            <p:spPr>
              <a:xfrm>
                <a:off x="12757320" y="5878440"/>
                <a:ext cx="2817720" cy="591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Meer weten?</a:t>
                </a:r>
                <a:br>
                  <a:rPr lang="en-US" sz="1100" b="0" i="0" u="none" strike="noStrike" cap="none"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Ga naar dia </a:t>
                </a:r>
                <a:r>
                  <a:rPr lang="en-US" sz="11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‘Instructie dia: YouTube links’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, open deze in de diavoorstelling en klik op de gewenste video link.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62" name="Google Shape;62;p1"/>
              <p:cNvCxnSpPr/>
              <p:nvPr/>
            </p:nvCxnSpPr>
            <p:spPr>
              <a:xfrm>
                <a:off x="12396960" y="6589440"/>
                <a:ext cx="3178440" cy="36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A76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63" name="Google Shape;63;p1"/>
            <p:cNvSpPr/>
            <p:nvPr/>
          </p:nvSpPr>
          <p:spPr>
            <a:xfrm>
              <a:off x="12397320" y="0"/>
              <a:ext cx="3177720" cy="1911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AFBEELDING INVOEGEN/VERANDEREN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12391560" y="366480"/>
              <a:ext cx="260640" cy="259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5" name="Google Shape;65;p1"/>
            <p:cNvCxnSpPr/>
            <p:nvPr/>
          </p:nvCxnSpPr>
          <p:spPr>
            <a:xfrm>
              <a:off x="12396960" y="241560"/>
              <a:ext cx="3178440" cy="360"/>
            </a:xfrm>
            <a:prstGeom prst="straightConnector1">
              <a:avLst/>
            </a:prstGeom>
            <a:noFill/>
            <a:ln w="9525" cap="flat" cmpd="sng">
              <a:solidFill>
                <a:srgbClr val="EA76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6" name="Google Shape;66;p1"/>
            <p:cNvCxnSpPr/>
            <p:nvPr/>
          </p:nvCxnSpPr>
          <p:spPr>
            <a:xfrm>
              <a:off x="12396960" y="1577880"/>
              <a:ext cx="3178440" cy="360"/>
            </a:xfrm>
            <a:prstGeom prst="straightConnector1">
              <a:avLst/>
            </a:prstGeom>
            <a:noFill/>
            <a:ln w="9525" cap="flat" cmpd="sng">
              <a:solidFill>
                <a:srgbClr val="EA76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7" name="Google Shape;67;p1"/>
            <p:cNvSpPr/>
            <p:nvPr/>
          </p:nvSpPr>
          <p:spPr>
            <a:xfrm>
              <a:off x="12757320" y="432720"/>
              <a:ext cx="2817720" cy="5950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Wanneer nodig, verwijder de bestaande afbeelding d.m.v. de </a:t>
              </a:r>
              <a:r>
                <a:rPr lang="en-US" sz="11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‘Delete’-knop</a:t>
              </a:r>
              <a:r>
                <a:rPr lang="en-US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Klik op het pictogram om een nieuwe afbeelding in te voegen. </a:t>
              </a:r>
              <a:r>
                <a:rPr lang="en-US" sz="11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(zie onderstaand voorbeeld).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8" name="Google Shape;68;p1"/>
            <p:cNvCxnSpPr/>
            <p:nvPr/>
          </p:nvCxnSpPr>
          <p:spPr>
            <a:xfrm>
              <a:off x="12396960" y="5688360"/>
              <a:ext cx="3178440" cy="360"/>
            </a:xfrm>
            <a:prstGeom prst="straightConnector1">
              <a:avLst/>
            </a:prstGeom>
            <a:noFill/>
            <a:ln w="9525" cap="flat" cmpd="sng">
              <a:solidFill>
                <a:srgbClr val="EA76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9" name="Google Shape;69;p1"/>
            <p:cNvSpPr/>
            <p:nvPr/>
          </p:nvSpPr>
          <p:spPr>
            <a:xfrm>
              <a:off x="12391560" y="1706400"/>
              <a:ext cx="260640" cy="259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12757320" y="1772640"/>
              <a:ext cx="2817720" cy="3175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Selecteer de gewenste afbeelding</a:t>
              </a:r>
              <a:br>
                <a:rPr lang="en-US" sz="1100" b="0" i="0" u="none" strike="noStrike" cap="none"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en klik op </a:t>
              </a:r>
              <a:r>
                <a:rPr lang="en-US" sz="11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‘Invoegen’</a:t>
              </a:r>
              <a:r>
                <a:rPr lang="en-US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1" name="Google Shape;71;p1"/>
            <p:cNvGrpSpPr/>
            <p:nvPr/>
          </p:nvGrpSpPr>
          <p:grpSpPr>
            <a:xfrm>
              <a:off x="12757320" y="2184480"/>
              <a:ext cx="825120" cy="209160"/>
              <a:chOff x="12757320" y="2184480"/>
              <a:chExt cx="825120" cy="209160"/>
            </a:xfrm>
          </p:grpSpPr>
          <p:sp>
            <p:nvSpPr>
              <p:cNvPr id="72" name="Google Shape;72;p1"/>
              <p:cNvSpPr/>
              <p:nvPr/>
            </p:nvSpPr>
            <p:spPr>
              <a:xfrm>
                <a:off x="12757320" y="2184480"/>
                <a:ext cx="825120" cy="209160"/>
              </a:xfrm>
              <a:prstGeom prst="rect">
                <a:avLst/>
              </a:prstGeom>
              <a:solidFill>
                <a:srgbClr val="E5F1FB"/>
              </a:solidFill>
              <a:ln w="12700" cap="flat" cmpd="sng">
                <a:solidFill>
                  <a:srgbClr val="0B7ED9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Invoegen</a:t>
                </a:r>
                <a:endParaRPr sz="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3" name="Google Shape;73;p1"/>
              <p:cNvCxnSpPr/>
              <p:nvPr/>
            </p:nvCxnSpPr>
            <p:spPr>
              <a:xfrm>
                <a:off x="13407840" y="2216880"/>
                <a:ext cx="360" cy="14292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4546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74" name="Google Shape;74;p1"/>
              <p:cNvSpPr/>
              <p:nvPr/>
            </p:nvSpPr>
            <p:spPr>
              <a:xfrm rot="10800000">
                <a:off x="13449240" y="2269080"/>
                <a:ext cx="86400" cy="5076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" name="Google Shape;75;p1"/>
            <p:cNvGrpSpPr/>
            <p:nvPr/>
          </p:nvGrpSpPr>
          <p:grpSpPr>
            <a:xfrm>
              <a:off x="12757320" y="1141560"/>
              <a:ext cx="294120" cy="345944"/>
              <a:chOff x="12757320" y="1141560"/>
              <a:chExt cx="294120" cy="345944"/>
            </a:xfrm>
          </p:grpSpPr>
          <p:sp>
            <p:nvSpPr>
              <p:cNvPr id="76" name="Google Shape;76;p1"/>
              <p:cNvSpPr/>
              <p:nvPr/>
            </p:nvSpPr>
            <p:spPr>
              <a:xfrm>
                <a:off x="12757320" y="1141560"/>
                <a:ext cx="261360" cy="257400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rgbClr val="C0C0C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1"/>
              <p:cNvSpPr/>
              <p:nvPr/>
            </p:nvSpPr>
            <p:spPr>
              <a:xfrm>
                <a:off x="12916800" y="1174320"/>
                <a:ext cx="72000" cy="72000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1"/>
              <p:cNvSpPr/>
              <p:nvPr/>
            </p:nvSpPr>
            <p:spPr>
              <a:xfrm rot="2700000">
                <a:off x="12790440" y="1299960"/>
                <a:ext cx="170640" cy="149040"/>
              </a:xfrm>
              <a:custGeom>
                <a:avLst/>
                <a:gdLst/>
                <a:ahLst/>
                <a:cxnLst/>
                <a:rect l="l" t="t" r="r" b="b"/>
                <a:pathLst>
                  <a:path w="168558" h="147459" extrusionOk="0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1"/>
              <p:cNvSpPr/>
              <p:nvPr/>
            </p:nvSpPr>
            <p:spPr>
              <a:xfrm>
                <a:off x="12893760" y="1287360"/>
                <a:ext cx="157680" cy="118080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 w="19050" cap="flat" cmpd="sng">
                <a:solidFill>
                  <a:srgbClr val="8AADD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0" name="Google Shape;80;p1"/>
              <p:cNvCxnSpPr/>
              <p:nvPr/>
            </p:nvCxnSpPr>
            <p:spPr>
              <a:xfrm>
                <a:off x="12930480" y="1452960"/>
                <a:ext cx="84960" cy="36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8AADD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1" name="Google Shape;81;p1"/>
              <p:cNvCxnSpPr/>
              <p:nvPr/>
            </p:nvCxnSpPr>
            <p:spPr>
              <a:xfrm flipH="1">
                <a:off x="12972240" y="1405800"/>
                <a:ext cx="1080" cy="4464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8AADD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82" name="Google Shape;82;p1"/>
            <p:cNvSpPr/>
            <p:nvPr/>
          </p:nvSpPr>
          <p:spPr>
            <a:xfrm>
              <a:off x="12391560" y="2617920"/>
              <a:ext cx="260640" cy="259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12757320" y="2684160"/>
              <a:ext cx="2817720" cy="3160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Klik met de rechter muisknop op de afbeelding en kies </a:t>
              </a:r>
              <a:r>
                <a:rPr lang="en-US" sz="11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´Naar achtergrond´</a:t>
              </a:r>
              <a:r>
                <a:rPr lang="en-US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4" name="Google Shape;84;p1"/>
            <p:cNvCxnSpPr/>
            <p:nvPr/>
          </p:nvCxnSpPr>
          <p:spPr>
            <a:xfrm>
              <a:off x="12396960" y="2499480"/>
              <a:ext cx="3178440" cy="360"/>
            </a:xfrm>
            <a:prstGeom prst="straightConnector1">
              <a:avLst/>
            </a:prstGeom>
            <a:noFill/>
            <a:ln w="9525" cap="flat" cmpd="sng">
              <a:solidFill>
                <a:srgbClr val="EA76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85" name="Google Shape;85;p1"/>
            <p:cNvGrpSpPr/>
            <p:nvPr/>
          </p:nvGrpSpPr>
          <p:grpSpPr>
            <a:xfrm>
              <a:off x="12757320" y="4966920"/>
              <a:ext cx="1499040" cy="580680"/>
              <a:chOff x="12757320" y="4966920"/>
              <a:chExt cx="1499040" cy="580680"/>
            </a:xfrm>
          </p:grpSpPr>
          <p:sp>
            <p:nvSpPr>
              <p:cNvPr id="86" name="Google Shape;86;p1"/>
              <p:cNvSpPr/>
              <p:nvPr/>
            </p:nvSpPr>
            <p:spPr>
              <a:xfrm>
                <a:off x="12757320" y="4966920"/>
                <a:ext cx="1499040" cy="580680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1"/>
              <p:cNvSpPr/>
              <p:nvPr/>
            </p:nvSpPr>
            <p:spPr>
              <a:xfrm>
                <a:off x="12762000" y="4992840"/>
                <a:ext cx="1478520" cy="25704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1"/>
              <p:cNvSpPr/>
              <p:nvPr/>
            </p:nvSpPr>
            <p:spPr>
              <a:xfrm>
                <a:off x="12997800" y="5019840"/>
                <a:ext cx="957600" cy="19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000" tIns="45000" rIns="90000" bIns="4500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Naar voorgrond</a:t>
                </a:r>
                <a:endParaRPr sz="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1"/>
              <p:cNvSpPr/>
              <p:nvPr/>
            </p:nvSpPr>
            <p:spPr>
              <a:xfrm>
                <a:off x="12984120" y="5327280"/>
                <a:ext cx="1165320" cy="19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000" tIns="45000" rIns="90000" bIns="4500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Naar achtergrond</a:t>
                </a:r>
                <a:endParaRPr sz="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90" name="Google Shape;90;p1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13938840" y="5090040"/>
                <a:ext cx="142560" cy="2311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1" name="Google Shape;91;p1"/>
              <p:cNvSpPr/>
              <p:nvPr/>
            </p:nvSpPr>
            <p:spPr>
              <a:xfrm rot="5400000">
                <a:off x="14094360" y="5090400"/>
                <a:ext cx="86400" cy="5076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" name="Google Shape;92;p1"/>
              <p:cNvGrpSpPr/>
              <p:nvPr/>
            </p:nvGrpSpPr>
            <p:grpSpPr>
              <a:xfrm>
                <a:off x="12822480" y="5024880"/>
                <a:ext cx="181800" cy="163440"/>
                <a:chOff x="12822480" y="5024880"/>
                <a:chExt cx="181800" cy="163440"/>
              </a:xfrm>
            </p:grpSpPr>
            <p:sp>
              <p:nvSpPr>
                <p:cNvPr id="93" name="Google Shape;93;p1"/>
                <p:cNvSpPr/>
                <p:nvPr/>
              </p:nvSpPr>
              <p:spPr>
                <a:xfrm>
                  <a:off x="12822480" y="5024880"/>
                  <a:ext cx="67320" cy="6732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0000" tIns="22675" rIns="90000" bIns="226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" name="Google Shape;94;p1"/>
                <p:cNvSpPr/>
                <p:nvPr/>
              </p:nvSpPr>
              <p:spPr>
                <a:xfrm>
                  <a:off x="12936960" y="5121000"/>
                  <a:ext cx="67320" cy="6732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0000" tIns="22675" rIns="90000" bIns="226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" name="Google Shape;95;p1"/>
                <p:cNvSpPr/>
                <p:nvPr/>
              </p:nvSpPr>
              <p:spPr>
                <a:xfrm>
                  <a:off x="12856320" y="5049360"/>
                  <a:ext cx="114120" cy="11412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rgbClr val="FFFFF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0000" tIns="45000" rIns="90000" bIns="45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6" name="Google Shape;96;p1"/>
              <p:cNvGrpSpPr/>
              <p:nvPr/>
            </p:nvGrpSpPr>
            <p:grpSpPr>
              <a:xfrm>
                <a:off x="12822480" y="5326560"/>
                <a:ext cx="181800" cy="163440"/>
                <a:chOff x="12822480" y="5326560"/>
                <a:chExt cx="181800" cy="163440"/>
              </a:xfrm>
            </p:grpSpPr>
            <p:sp>
              <p:nvSpPr>
                <p:cNvPr id="97" name="Google Shape;97;p1"/>
                <p:cNvSpPr/>
                <p:nvPr/>
              </p:nvSpPr>
              <p:spPr>
                <a:xfrm>
                  <a:off x="12856320" y="5351400"/>
                  <a:ext cx="114120" cy="11412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rgbClr val="FFFFF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0000" tIns="45000" rIns="90000" bIns="45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" name="Google Shape;98;p1"/>
                <p:cNvSpPr/>
                <p:nvPr/>
              </p:nvSpPr>
              <p:spPr>
                <a:xfrm>
                  <a:off x="12822480" y="5326560"/>
                  <a:ext cx="67320" cy="6732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0000" tIns="22675" rIns="90000" bIns="226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" name="Google Shape;99;p1"/>
                <p:cNvSpPr/>
                <p:nvPr/>
              </p:nvSpPr>
              <p:spPr>
                <a:xfrm>
                  <a:off x="12936960" y="5422680"/>
                  <a:ext cx="67320" cy="6732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0000" tIns="22675" rIns="90000" bIns="226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00" name="Google Shape;100;p1"/>
            <p:cNvSpPr/>
            <p:nvPr/>
          </p:nvSpPr>
          <p:spPr>
            <a:xfrm>
              <a:off x="12391560" y="4027680"/>
              <a:ext cx="260640" cy="259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"/>
            <p:cNvSpPr/>
            <p:nvPr/>
          </p:nvSpPr>
          <p:spPr>
            <a:xfrm>
              <a:off x="12757320" y="4093560"/>
              <a:ext cx="2817720" cy="62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Staat het invoegvenster achter de oranje lijn? Klik dan op de rechtermuisknop en kies </a:t>
              </a:r>
              <a:br>
                <a:rPr lang="en-US" sz="1100" b="0" i="0" u="none" strike="noStrike" cap="none"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</a:t>
              </a:r>
              <a:r>
                <a:rPr lang="en-US" sz="11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naar voorgrond</a:t>
              </a:r>
              <a:r>
                <a:rPr lang="en-US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’ om deze naar voren </a:t>
              </a:r>
              <a:br>
                <a:rPr lang="en-US" sz="1100" b="0" i="0" u="none" strike="noStrike" cap="none"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te halen. Klik na het invoegen op </a:t>
              </a:r>
              <a:br>
                <a:rPr lang="en-US" sz="1100" b="0" i="0" u="none" strike="noStrike" cap="none"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</a:t>
              </a:r>
              <a:r>
                <a:rPr lang="en-US" sz="11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Naar achtergrond</a:t>
              </a:r>
              <a:r>
                <a:rPr lang="en-US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’.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2" name="Google Shape;102;p1"/>
            <p:cNvCxnSpPr/>
            <p:nvPr/>
          </p:nvCxnSpPr>
          <p:spPr>
            <a:xfrm>
              <a:off x="12396960" y="3909240"/>
              <a:ext cx="3178440" cy="360"/>
            </a:xfrm>
            <a:prstGeom prst="straightConnector1">
              <a:avLst/>
            </a:prstGeom>
            <a:noFill/>
            <a:ln w="9525" cap="flat" cmpd="sng">
              <a:solidFill>
                <a:srgbClr val="EA76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03" name="Google Shape;103;p1"/>
          <p:cNvSpPr txBox="1">
            <a:spLocks noGrp="1"/>
          </p:cNvSpPr>
          <p:nvPr>
            <p:ph type="body" idx="2"/>
          </p:nvPr>
        </p:nvSpPr>
        <p:spPr>
          <a:xfrm>
            <a:off x="423360" y="524520"/>
            <a:ext cx="5556240" cy="2644920"/>
          </a:xfrm>
          <a:prstGeom prst="rect">
            <a:avLst/>
          </a:prstGeom>
          <a:blipFill rotWithShape="1">
            <a:blip r:embed="rId6">
              <a:alphaModFix amt="90000"/>
            </a:blip>
            <a:stretch>
              <a:fillRect l="1575" t="-5" r="1576" b="-5"/>
            </a:stretch>
          </a:blipFill>
          <a:ln>
            <a:noFill/>
          </a:ln>
        </p:spPr>
        <p:txBody>
          <a:bodyPr spcFirstLastPara="1" wrap="square" lIns="900000" tIns="720000" rIns="288000" bIns="18000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4" name="Google Shape;104;p1"/>
          <p:cNvSpPr txBox="1">
            <a:spLocks noGrp="1"/>
          </p:cNvSpPr>
          <p:nvPr>
            <p:ph type="body" idx="3"/>
          </p:nvPr>
        </p:nvSpPr>
        <p:spPr>
          <a:xfrm>
            <a:off x="1013040" y="2183760"/>
            <a:ext cx="4875120" cy="9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4000" tIns="0" rIns="25200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5" name="Google Shape;105;p1"/>
          <p:cNvSpPr txBox="1">
            <a:spLocks noGrp="1"/>
          </p:cNvSpPr>
          <p:nvPr>
            <p:ph type="body" idx="4"/>
          </p:nvPr>
        </p:nvSpPr>
        <p:spPr>
          <a:xfrm>
            <a:off x="10692000" y="5852160"/>
            <a:ext cx="991440" cy="48636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1578" t="-36" r="1578" b="-35"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6" name="Google Shape;106;p1"/>
          <p:cNvSpPr txBox="1">
            <a:spLocks noGrp="1"/>
          </p:cNvSpPr>
          <p:nvPr>
            <p:ph type="body" idx="5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7" name="Google Shape;107;p1"/>
          <p:cNvSpPr txBox="1">
            <a:spLocks noGrp="1"/>
          </p:cNvSpPr>
          <p:nvPr>
            <p:ph type="sldNum" idx="12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582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  <a:defRPr sz="3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>
            <a:endParaRPr/>
          </a:p>
        </p:txBody>
      </p:sp>
      <p:sp>
        <p:nvSpPr>
          <p:cNvPr id="115" name="Google Shape;115;p3"/>
          <p:cNvSpPr txBox="1">
            <a:spLocks noGrp="1"/>
          </p:cNvSpPr>
          <p:nvPr>
            <p:ph type="body" idx="1"/>
          </p:nvPr>
        </p:nvSpPr>
        <p:spPr>
          <a:xfrm>
            <a:off x="720000" y="1592262"/>
            <a:ext cx="10752000" cy="42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Calibri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Clr>
                <a:schemeClr val="dk2"/>
              </a:buClr>
              <a:buSzPts val="16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6" name="Google Shape;116;p3"/>
          <p:cNvSpPr txBox="1">
            <a:spLocks noGrp="1"/>
          </p:cNvSpPr>
          <p:nvPr>
            <p:ph type="ftr" idx="11"/>
          </p:nvPr>
        </p:nvSpPr>
        <p:spPr>
          <a:xfrm>
            <a:off x="2266793" y="7267316"/>
            <a:ext cx="41148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7" name="Google Shape;117;p3"/>
          <p:cNvSpPr txBox="1">
            <a:spLocks noGrp="1"/>
          </p:cNvSpPr>
          <p:nvPr>
            <p:ph type="sldNum" idx="12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-12032" y="-542026"/>
            <a:ext cx="21291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 OF THE LAYOUT</a:t>
            </a:r>
            <a:endParaRPr sz="1500"/>
          </a:p>
        </p:txBody>
      </p:sp>
      <p:sp>
        <p:nvSpPr>
          <p:cNvPr id="119" name="Google Shape;119;p3"/>
          <p:cNvSpPr txBox="1">
            <a:spLocks noGrp="1"/>
          </p:cNvSpPr>
          <p:nvPr>
            <p:ph type="dt" idx="10"/>
          </p:nvPr>
        </p:nvSpPr>
        <p:spPr>
          <a:xfrm>
            <a:off x="720000" y="726731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03">
          <p15:clr>
            <a:srgbClr val="F26B43"/>
          </p15:clr>
        </p15:guide>
        <p15:guide id="2" pos="450">
          <p15:clr>
            <a:srgbClr val="F26B43"/>
          </p15:clr>
        </p15:guide>
        <p15:guide id="3" orient="horz" pos="3657">
          <p15:clr>
            <a:srgbClr val="F26B43"/>
          </p15:clr>
        </p15:guide>
        <p15:guide id="4" orient="horz" pos="3997">
          <p15:clr>
            <a:srgbClr val="A4A3A4"/>
          </p15:clr>
        </p15:guide>
        <p15:guide id="5" orient="horz" pos="4092">
          <p15:clr>
            <a:srgbClr val="A4A3A4"/>
          </p15:clr>
        </p15:guide>
        <p15:guide id="6" pos="7219">
          <p15:clr>
            <a:srgbClr val="F26B43"/>
          </p15:clr>
        </p15:guide>
        <p15:guide id="7" orient="horz" pos="669">
          <p15:clr>
            <a:srgbClr val="A4A3A4"/>
          </p15:clr>
        </p15:guide>
        <p15:guide id="8" orient="horz" pos="455">
          <p15:clr>
            <a:srgbClr val="A4A3A4"/>
          </p15:clr>
        </p15:guide>
        <p15:guide id="9" orient="horz" pos="2160">
          <p15:clr>
            <a:srgbClr val="F26B43"/>
          </p15:clr>
        </p15:guide>
        <p15:guide id="10" orient="horz" pos="142">
          <p15:clr>
            <a:srgbClr val="5ACBF0"/>
          </p15:clr>
        </p15:guide>
        <p15:guide id="11" orient="horz" pos="4178">
          <p15:clr>
            <a:srgbClr val="5ACBF0"/>
          </p15:clr>
        </p15:guide>
        <p15:guide id="12" pos="3840">
          <p15:clr>
            <a:srgbClr val="F26B43"/>
          </p15:clr>
        </p15:guide>
        <p15:guide id="13" pos="121">
          <p15:clr>
            <a:srgbClr val="5ACBF0"/>
          </p15:clr>
        </p15:guide>
        <p15:guide id="14" pos="7559">
          <p15:clr>
            <a:srgbClr val="5ACBF0"/>
          </p15:clr>
        </p15:guide>
        <p15:guide id="15" orient="horz">
          <p15:clr>
            <a:srgbClr val="FDE53C"/>
          </p15:clr>
        </p15:guide>
        <p15:guide id="16" pos="7680">
          <p15:clr>
            <a:srgbClr val="FDE53C"/>
          </p15:clr>
        </p15:guide>
        <p15:guide id="17">
          <p15:clr>
            <a:srgbClr val="FDE53C"/>
          </p15:clr>
        </p15:guide>
        <p15:guide id="18" orient="horz" pos="4320">
          <p15:clr>
            <a:srgbClr val="FDE53C"/>
          </p15:clr>
        </p15:guide>
        <p15:guide id="19" pos="4021">
          <p15:clr>
            <a:srgbClr val="F26B43"/>
          </p15:clr>
        </p15:guide>
        <p15:guide id="20" pos="363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25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582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  <a:defRPr sz="3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>
            <a:endParaRPr/>
          </a:p>
        </p:txBody>
      </p:sp>
      <p:sp>
        <p:nvSpPr>
          <p:cNvPr id="1569" name="Google Shape;1569;p25"/>
          <p:cNvSpPr txBox="1">
            <a:spLocks noGrp="1"/>
          </p:cNvSpPr>
          <p:nvPr>
            <p:ph type="body" idx="1"/>
          </p:nvPr>
        </p:nvSpPr>
        <p:spPr>
          <a:xfrm>
            <a:off x="720000" y="1592262"/>
            <a:ext cx="10752000" cy="42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Calibri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Clr>
                <a:schemeClr val="dk2"/>
              </a:buClr>
              <a:buSzPts val="16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70" name="Google Shape;1570;p25"/>
          <p:cNvSpPr txBox="1">
            <a:spLocks noGrp="1"/>
          </p:cNvSpPr>
          <p:nvPr>
            <p:ph type="ftr" idx="11"/>
          </p:nvPr>
        </p:nvSpPr>
        <p:spPr>
          <a:xfrm>
            <a:off x="2266793" y="7267316"/>
            <a:ext cx="41148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71" name="Google Shape;1571;p25"/>
          <p:cNvSpPr txBox="1">
            <a:spLocks noGrp="1"/>
          </p:cNvSpPr>
          <p:nvPr>
            <p:ph type="sldNum" idx="12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2" name="Google Shape;1572;p25"/>
          <p:cNvSpPr txBox="1"/>
          <p:nvPr/>
        </p:nvSpPr>
        <p:spPr>
          <a:xfrm>
            <a:off x="-12032" y="-542026"/>
            <a:ext cx="21291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 OF THE LAYOUT</a:t>
            </a:r>
            <a:endParaRPr sz="1500"/>
          </a:p>
        </p:txBody>
      </p:sp>
      <p:sp>
        <p:nvSpPr>
          <p:cNvPr id="1573" name="Google Shape;1573;p25"/>
          <p:cNvSpPr txBox="1">
            <a:spLocks noGrp="1"/>
          </p:cNvSpPr>
          <p:nvPr>
            <p:ph type="dt" idx="10"/>
          </p:nvPr>
        </p:nvSpPr>
        <p:spPr>
          <a:xfrm>
            <a:off x="720000" y="726731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  <p:sldLayoutId id="2147483690" r:id="rId21"/>
    <p:sldLayoutId id="2147483691" r:id="rId22"/>
    <p:sldLayoutId id="2147483692" r:id="rId23"/>
    <p:sldLayoutId id="2147483693" r:id="rId24"/>
    <p:sldLayoutId id="2147483694" r:id="rId25"/>
    <p:sldLayoutId id="2147483695" r:id="rId26"/>
    <p:sldLayoutId id="2147483696" r:id="rId27"/>
    <p:sldLayoutId id="2147483697" r:id="rId28"/>
    <p:sldLayoutId id="2147483698" r:id="rId29"/>
    <p:sldLayoutId id="2147483699" r:id="rId30"/>
    <p:sldLayoutId id="2147483700" r:id="rId31"/>
    <p:sldLayoutId id="2147483701" r:id="rId32"/>
    <p:sldLayoutId id="2147483702" r:id="rId33"/>
    <p:sldLayoutId id="2147483703" r:id="rId34"/>
    <p:sldLayoutId id="2147483704" r:id="rId35"/>
    <p:sldLayoutId id="2147483705" r:id="rId36"/>
    <p:sldLayoutId id="2147483706" r:id="rId37"/>
    <p:sldLayoutId id="2147483707" r:id="rId38"/>
    <p:sldLayoutId id="2147483708" r:id="rId39"/>
    <p:sldLayoutId id="2147483709" r:id="rId40"/>
    <p:sldLayoutId id="2147483710" r:id="rId41"/>
    <p:sldLayoutId id="2147483711" r:id="rId42"/>
    <p:sldLayoutId id="2147483712" r:id="rId43"/>
    <p:sldLayoutId id="2147483713" r:id="rId44"/>
    <p:sldLayoutId id="2147483714" r:id="rId45"/>
    <p:sldLayoutId id="2147483715" r:id="rId46"/>
    <p:sldLayoutId id="2147483716" r:id="rId47"/>
    <p:sldLayoutId id="2147483717" r:id="rId48"/>
    <p:sldLayoutId id="2147483718" r:id="rId49"/>
    <p:sldLayoutId id="2147483719" r:id="rId50"/>
    <p:sldLayoutId id="2147483720" r:id="rId5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03">
          <p15:clr>
            <a:srgbClr val="F26B43"/>
          </p15:clr>
        </p15:guide>
        <p15:guide id="2" pos="450">
          <p15:clr>
            <a:srgbClr val="F26B43"/>
          </p15:clr>
        </p15:guide>
        <p15:guide id="3" orient="horz" pos="3657">
          <p15:clr>
            <a:srgbClr val="F26B43"/>
          </p15:clr>
        </p15:guide>
        <p15:guide id="4" orient="horz" pos="3997">
          <p15:clr>
            <a:srgbClr val="A4A3A4"/>
          </p15:clr>
        </p15:guide>
        <p15:guide id="5" orient="horz" pos="4092">
          <p15:clr>
            <a:srgbClr val="A4A3A4"/>
          </p15:clr>
        </p15:guide>
        <p15:guide id="6" pos="7219">
          <p15:clr>
            <a:srgbClr val="F26B43"/>
          </p15:clr>
        </p15:guide>
        <p15:guide id="7" orient="horz" pos="669">
          <p15:clr>
            <a:srgbClr val="A4A3A4"/>
          </p15:clr>
        </p15:guide>
        <p15:guide id="8" orient="horz" pos="455">
          <p15:clr>
            <a:srgbClr val="A4A3A4"/>
          </p15:clr>
        </p15:guide>
        <p15:guide id="9" orient="horz" pos="2160">
          <p15:clr>
            <a:srgbClr val="F26B43"/>
          </p15:clr>
        </p15:guide>
        <p15:guide id="10" orient="horz" pos="142">
          <p15:clr>
            <a:srgbClr val="5ACBF0"/>
          </p15:clr>
        </p15:guide>
        <p15:guide id="11" orient="horz" pos="4178">
          <p15:clr>
            <a:srgbClr val="5ACBF0"/>
          </p15:clr>
        </p15:guide>
        <p15:guide id="12" pos="3840">
          <p15:clr>
            <a:srgbClr val="F26B43"/>
          </p15:clr>
        </p15:guide>
        <p15:guide id="13" pos="121">
          <p15:clr>
            <a:srgbClr val="5ACBF0"/>
          </p15:clr>
        </p15:guide>
        <p15:guide id="14" pos="7559">
          <p15:clr>
            <a:srgbClr val="5ACBF0"/>
          </p15:clr>
        </p15:guide>
        <p15:guide id="15" orient="horz">
          <p15:clr>
            <a:srgbClr val="FDE53C"/>
          </p15:clr>
        </p15:guide>
        <p15:guide id="16" pos="7680">
          <p15:clr>
            <a:srgbClr val="FDE53C"/>
          </p15:clr>
        </p15:guide>
        <p15:guide id="17">
          <p15:clr>
            <a:srgbClr val="FDE53C"/>
          </p15:clr>
        </p15:guide>
        <p15:guide id="18" orient="horz" pos="4320">
          <p15:clr>
            <a:srgbClr val="FDE53C"/>
          </p15:clr>
        </p15:guide>
        <p15:guide id="19" pos="4021">
          <p15:clr>
            <a:srgbClr val="F26B43"/>
          </p15:clr>
        </p15:guide>
        <p15:guide id="20" pos="3636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6" name="Google Shape;5586;p77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582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  <a:defRPr sz="3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>
            <a:endParaRPr/>
          </a:p>
        </p:txBody>
      </p:sp>
      <p:sp>
        <p:nvSpPr>
          <p:cNvPr id="5587" name="Google Shape;5587;p77"/>
          <p:cNvSpPr txBox="1">
            <a:spLocks noGrp="1"/>
          </p:cNvSpPr>
          <p:nvPr>
            <p:ph type="body" idx="1"/>
          </p:nvPr>
        </p:nvSpPr>
        <p:spPr>
          <a:xfrm>
            <a:off x="720000" y="1592262"/>
            <a:ext cx="10752000" cy="42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Calibri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Clr>
                <a:schemeClr val="dk2"/>
              </a:buClr>
              <a:buSzPts val="16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88" name="Google Shape;5588;p77"/>
          <p:cNvSpPr txBox="1">
            <a:spLocks noGrp="1"/>
          </p:cNvSpPr>
          <p:nvPr>
            <p:ph type="ftr" idx="11"/>
          </p:nvPr>
        </p:nvSpPr>
        <p:spPr>
          <a:xfrm>
            <a:off x="2266793" y="7267316"/>
            <a:ext cx="41148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89" name="Google Shape;5589;p77"/>
          <p:cNvSpPr txBox="1">
            <a:spLocks noGrp="1"/>
          </p:cNvSpPr>
          <p:nvPr>
            <p:ph type="sldNum" idx="12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90" name="Google Shape;5590;p77"/>
          <p:cNvSpPr txBox="1"/>
          <p:nvPr/>
        </p:nvSpPr>
        <p:spPr>
          <a:xfrm>
            <a:off x="-12032" y="-542026"/>
            <a:ext cx="21291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 OF THE LAYOUT</a:t>
            </a:r>
            <a:endParaRPr sz="1500"/>
          </a:p>
        </p:txBody>
      </p:sp>
      <p:sp>
        <p:nvSpPr>
          <p:cNvPr id="5591" name="Google Shape;5591;p77"/>
          <p:cNvSpPr txBox="1">
            <a:spLocks noGrp="1"/>
          </p:cNvSpPr>
          <p:nvPr>
            <p:ph type="dt" idx="10"/>
          </p:nvPr>
        </p:nvSpPr>
        <p:spPr>
          <a:xfrm>
            <a:off x="720000" y="726731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  <p:sldLayoutId id="2147483739" r:id="rId19"/>
    <p:sldLayoutId id="2147483740" r:id="rId20"/>
    <p:sldLayoutId id="2147483741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03">
          <p15:clr>
            <a:srgbClr val="F26B43"/>
          </p15:clr>
        </p15:guide>
        <p15:guide id="2" pos="450">
          <p15:clr>
            <a:srgbClr val="F26B43"/>
          </p15:clr>
        </p15:guide>
        <p15:guide id="3" orient="horz" pos="3657">
          <p15:clr>
            <a:srgbClr val="F26B43"/>
          </p15:clr>
        </p15:guide>
        <p15:guide id="4" orient="horz" pos="3997">
          <p15:clr>
            <a:srgbClr val="A4A3A4"/>
          </p15:clr>
        </p15:guide>
        <p15:guide id="5" orient="horz" pos="4092">
          <p15:clr>
            <a:srgbClr val="A4A3A4"/>
          </p15:clr>
        </p15:guide>
        <p15:guide id="6" pos="7219">
          <p15:clr>
            <a:srgbClr val="F26B43"/>
          </p15:clr>
        </p15:guide>
        <p15:guide id="7" orient="horz" pos="669">
          <p15:clr>
            <a:srgbClr val="A4A3A4"/>
          </p15:clr>
        </p15:guide>
        <p15:guide id="8" orient="horz" pos="455">
          <p15:clr>
            <a:srgbClr val="A4A3A4"/>
          </p15:clr>
        </p15:guide>
        <p15:guide id="9" orient="horz" pos="2160">
          <p15:clr>
            <a:srgbClr val="F26B43"/>
          </p15:clr>
        </p15:guide>
        <p15:guide id="10" orient="horz" pos="142">
          <p15:clr>
            <a:srgbClr val="5ACBF0"/>
          </p15:clr>
        </p15:guide>
        <p15:guide id="11" orient="horz" pos="4178">
          <p15:clr>
            <a:srgbClr val="5ACBF0"/>
          </p15:clr>
        </p15:guide>
        <p15:guide id="12" pos="3840">
          <p15:clr>
            <a:srgbClr val="F26B43"/>
          </p15:clr>
        </p15:guide>
        <p15:guide id="13" pos="121">
          <p15:clr>
            <a:srgbClr val="5ACBF0"/>
          </p15:clr>
        </p15:guide>
        <p15:guide id="14" pos="7559">
          <p15:clr>
            <a:srgbClr val="5ACBF0"/>
          </p15:clr>
        </p15:guide>
        <p15:guide id="15" orient="horz">
          <p15:clr>
            <a:srgbClr val="FDE53C"/>
          </p15:clr>
        </p15:guide>
        <p15:guide id="16" pos="7680">
          <p15:clr>
            <a:srgbClr val="FDE53C"/>
          </p15:clr>
        </p15:guide>
        <p15:guide id="17">
          <p15:clr>
            <a:srgbClr val="FDE53C"/>
          </p15:clr>
        </p15:guide>
        <p15:guide id="18" orient="horz" pos="4320">
          <p15:clr>
            <a:srgbClr val="FDE53C"/>
          </p15:clr>
        </p15:guide>
        <p15:guide id="19" pos="4021">
          <p15:clr>
            <a:srgbClr val="F26B43"/>
          </p15:clr>
        </p15:guide>
        <p15:guide id="20" pos="36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3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3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3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3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6.xml"/><Relationship Id="rId5" Type="http://schemas.openxmlformats.org/officeDocument/2006/relationships/hyperlink" Target="https://github.com/sara-nl/Packed-Data-Formats" TargetMode="External"/><Relationship Id="rId4" Type="http://schemas.openxmlformats.org/officeDocument/2006/relationships/hyperlink" Target="https://servicedesk.surf.nl/wiki/display/WIKI/Best+Practice+for+Data+Formats+in+Deep+Learning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4" name="Google Shape;7044;p99"/>
          <p:cNvSpPr txBox="1">
            <a:spLocks noGrp="1"/>
          </p:cNvSpPr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lang="en-US"/>
              <a:t>Chapter yellow</a:t>
            </a:r>
            <a:endParaRPr/>
          </a:p>
        </p:txBody>
      </p:sp>
      <p:sp>
        <p:nvSpPr>
          <p:cNvPr id="7045" name="Google Shape;7045;p99"/>
          <p:cNvSpPr/>
          <p:nvPr/>
        </p:nvSpPr>
        <p:spPr>
          <a:xfrm>
            <a:off x="193040" y="216852"/>
            <a:ext cx="11805900" cy="6424500"/>
          </a:xfrm>
          <a:prstGeom prst="roundRect">
            <a:avLst>
              <a:gd name="adj" fmla="val 3563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DA44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046" name="Google Shape;7046;p99"/>
          <p:cNvSpPr txBox="1"/>
          <p:nvPr/>
        </p:nvSpPr>
        <p:spPr>
          <a:xfrm>
            <a:off x="1523541" y="3203542"/>
            <a:ext cx="9144900" cy="9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9145E"/>
              </a:buClr>
              <a:buSzPts val="5500"/>
              <a:buFont typeface="Nunito"/>
              <a:buNone/>
            </a:pPr>
            <a:r>
              <a:rPr lang="en-US" sz="5500" b="1">
                <a:solidFill>
                  <a:srgbClr val="A9145E"/>
                </a:solidFill>
                <a:latin typeface="Nunito"/>
                <a:ea typeface="Nunito"/>
                <a:cs typeface="Nunito"/>
                <a:sym typeface="Nunito"/>
              </a:rPr>
              <a:t>HPC Filesystem &amp; Packed Data Format </a:t>
            </a:r>
            <a:endParaRPr sz="1500"/>
          </a:p>
        </p:txBody>
      </p:sp>
      <p:sp>
        <p:nvSpPr>
          <p:cNvPr id="7047" name="Google Shape;7047;p99"/>
          <p:cNvSpPr/>
          <p:nvPr/>
        </p:nvSpPr>
        <p:spPr>
          <a:xfrm>
            <a:off x="708207" y="3122999"/>
            <a:ext cx="36000" cy="612810"/>
          </a:xfrm>
          <a:custGeom>
            <a:avLst/>
            <a:gdLst/>
            <a:ahLst/>
            <a:cxnLst/>
            <a:rect l="l" t="t" r="r" b="b"/>
            <a:pathLst>
              <a:path w="36000" h="396000" extrusionOk="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048" name="Google Shape;7048;p99"/>
          <p:cNvSpPr txBox="1"/>
          <p:nvPr/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049" name="Google Shape;7049;p99"/>
          <p:cNvSpPr txBox="1"/>
          <p:nvPr/>
        </p:nvSpPr>
        <p:spPr>
          <a:xfrm>
            <a:off x="3262184" y="67715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0" name="Google Shape;7050;p99"/>
          <p:cNvSpPr txBox="1"/>
          <p:nvPr/>
        </p:nvSpPr>
        <p:spPr>
          <a:xfrm>
            <a:off x="1522683" y="5045890"/>
            <a:ext cx="5400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Calibri"/>
              <a:buNone/>
            </a:pPr>
            <a:r>
              <a:rPr lang="en-US" sz="19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Bryan Cardenas</a:t>
            </a:r>
            <a:endParaRPr sz="1900" b="1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Calibri"/>
              <a:buNone/>
            </a:pPr>
            <a:r>
              <a:rPr lang="en-US" sz="19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Lars Veefkind</a:t>
            </a:r>
            <a:br>
              <a:rPr lang="en-US" sz="19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Performance Machine Learning</a:t>
            </a:r>
            <a:endParaRPr sz="15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5" name="Google Shape;7055;p100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>
                <a:solidFill>
                  <a:srgbClr val="A9145E"/>
                </a:solidFill>
              </a:rPr>
              <a:t>HPC File System</a:t>
            </a:r>
            <a:endParaRPr sz="3700" b="1">
              <a:solidFill>
                <a:srgbClr val="A9145E"/>
              </a:solidFill>
            </a:endParaRPr>
          </a:p>
        </p:txBody>
      </p:sp>
      <p:sp>
        <p:nvSpPr>
          <p:cNvPr id="7056" name="Google Shape;7056;p100"/>
          <p:cNvSpPr/>
          <p:nvPr/>
        </p:nvSpPr>
        <p:spPr>
          <a:xfrm>
            <a:off x="720007" y="580399"/>
            <a:ext cx="36000" cy="612810"/>
          </a:xfrm>
          <a:custGeom>
            <a:avLst/>
            <a:gdLst/>
            <a:ahLst/>
            <a:cxnLst/>
            <a:rect l="l" t="t" r="r" b="b"/>
            <a:pathLst>
              <a:path w="36000" h="396000" extrusionOk="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057" name="Google Shape;7057;p100"/>
          <p:cNvSpPr txBox="1">
            <a:spLocks noGrp="1"/>
          </p:cNvSpPr>
          <p:nvPr>
            <p:ph type="body" idx="4294967295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058" name="Google Shape;7058;p100"/>
          <p:cNvSpPr txBox="1">
            <a:spLocks noGrp="1"/>
          </p:cNvSpPr>
          <p:nvPr>
            <p:ph type="body" idx="1"/>
          </p:nvPr>
        </p:nvSpPr>
        <p:spPr>
          <a:xfrm>
            <a:off x="1308540" y="1592285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HPC systems typically use parallel shared file systems.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1" i="0" u="none" strike="noStrike" cap="none">
                <a:solidFill>
                  <a:srgbClr val="434343"/>
                </a:solidFill>
              </a:rPr>
              <a:t>Parallel file system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one file can be distributed over many physical disks, to increase I/O bandwidth.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59" name="Google Shape;7059;p10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4740" y="3334685"/>
            <a:ext cx="6137280" cy="2714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4" name="Google Shape;7064;p101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>
                <a:solidFill>
                  <a:srgbClr val="A9145E"/>
                </a:solidFill>
              </a:rPr>
              <a:t>HPC File System</a:t>
            </a:r>
            <a:endParaRPr sz="3700" b="1">
              <a:solidFill>
                <a:srgbClr val="A9145E"/>
              </a:solidFill>
            </a:endParaRPr>
          </a:p>
        </p:txBody>
      </p:sp>
      <p:sp>
        <p:nvSpPr>
          <p:cNvPr id="7065" name="Google Shape;7065;p101"/>
          <p:cNvSpPr/>
          <p:nvPr/>
        </p:nvSpPr>
        <p:spPr>
          <a:xfrm>
            <a:off x="720007" y="580399"/>
            <a:ext cx="36000" cy="612810"/>
          </a:xfrm>
          <a:custGeom>
            <a:avLst/>
            <a:gdLst/>
            <a:ahLst/>
            <a:cxnLst/>
            <a:rect l="l" t="t" r="r" b="b"/>
            <a:pathLst>
              <a:path w="36000" h="396000" extrusionOk="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066" name="Google Shape;7066;p101"/>
          <p:cNvSpPr txBox="1">
            <a:spLocks noGrp="1"/>
          </p:cNvSpPr>
          <p:nvPr>
            <p:ph type="body" idx="4294967295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067" name="Google Shape;7067;p101"/>
          <p:cNvSpPr txBox="1">
            <a:spLocks noGrp="1"/>
          </p:cNvSpPr>
          <p:nvPr>
            <p:ph type="body" idx="1"/>
          </p:nvPr>
        </p:nvSpPr>
        <p:spPr>
          <a:xfrm>
            <a:off x="999640" y="1592285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main types of parallel filesystems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826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434343"/>
              </a:buClr>
              <a:buSzPts val="2200"/>
              <a:buChar char="•"/>
            </a:pPr>
            <a:r>
              <a:rPr lang="en-US" sz="2200" b="1" i="0" u="none" strike="noStrike" cap="none">
                <a:solidFill>
                  <a:srgbClr val="434343"/>
                </a:solidFill>
              </a:rPr>
              <a:t>Lustre</a:t>
            </a:r>
            <a:endParaRPr sz="2200" b="1" i="0" u="none" strike="noStrike" cap="none">
              <a:solidFill>
                <a:srgbClr val="434343"/>
              </a:solidFill>
            </a:endParaRPr>
          </a:p>
          <a:p>
            <a:pPr marL="52056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Metadata (filename, size, location, etc) stored on separate server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2056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 Storage Target (OST) stores actual file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2056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Striping over multiple OSTs can be managed by user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434343"/>
              </a:buClr>
              <a:buSzPts val="2000"/>
              <a:buChar char="•"/>
            </a:pPr>
            <a:r>
              <a:rPr lang="en-US" sz="2000" b="1" i="0" u="none" strike="noStrike" cap="none">
                <a:solidFill>
                  <a:srgbClr val="434343"/>
                </a:solidFill>
              </a:rPr>
              <a:t>GPFS (Snellius)</a:t>
            </a:r>
            <a:endParaRPr sz="2000" b="1" i="0" u="none" strike="noStrike" cap="none">
              <a:solidFill>
                <a:srgbClr val="434343"/>
              </a:solidFill>
            </a:endParaRPr>
          </a:p>
          <a:p>
            <a:pPr marL="52056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Metadata and actual file stored on the same server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2056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Striping is managed automatically, by file system. User has no control.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2" name="Google Shape;7072;p102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>
                <a:solidFill>
                  <a:srgbClr val="A9145E"/>
                </a:solidFill>
              </a:rPr>
              <a:t>HPC File System</a:t>
            </a:r>
            <a:endParaRPr sz="3700" b="1">
              <a:solidFill>
                <a:srgbClr val="A9145E"/>
              </a:solidFill>
            </a:endParaRPr>
          </a:p>
        </p:txBody>
      </p:sp>
      <p:sp>
        <p:nvSpPr>
          <p:cNvPr id="7073" name="Google Shape;7073;p102"/>
          <p:cNvSpPr/>
          <p:nvPr/>
        </p:nvSpPr>
        <p:spPr>
          <a:xfrm>
            <a:off x="720007" y="580399"/>
            <a:ext cx="36000" cy="612810"/>
          </a:xfrm>
          <a:custGeom>
            <a:avLst/>
            <a:gdLst/>
            <a:ahLst/>
            <a:cxnLst/>
            <a:rect l="l" t="t" r="r" b="b"/>
            <a:pathLst>
              <a:path w="36000" h="396000" extrusionOk="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074" name="Google Shape;7074;p102"/>
          <p:cNvSpPr txBox="1">
            <a:spLocks noGrp="1"/>
          </p:cNvSpPr>
          <p:nvPr>
            <p:ph type="body" idx="4294967295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075" name="Google Shape;7075;p102"/>
          <p:cNvSpPr txBox="1">
            <a:spLocks noGrp="1"/>
          </p:cNvSpPr>
          <p:nvPr>
            <p:ph type="body" idx="1"/>
          </p:nvPr>
        </p:nvSpPr>
        <p:spPr>
          <a:xfrm>
            <a:off x="953750" y="1652700"/>
            <a:ext cx="103152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HPC file systems are optimized for </a:t>
            </a:r>
            <a:r>
              <a:rPr lang="en-US" sz="2400" b="1" i="1" u="none" strike="noStrike" cap="none">
                <a:solidFill>
                  <a:schemeClr val="dk1"/>
                </a:solidFill>
              </a:rPr>
              <a:t>bandwidth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not I/O operations per second (IOPS)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 Snellius GPFS: up to 10 GB/s write, 20 GB/s read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 when e.g. a 100 node job needs to start from the same 20 GB input file…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HPC file systems are typically </a:t>
            </a:r>
            <a:r>
              <a:rPr lang="en-US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good at AI / data science workloads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workloads are generally: reading lots of small files / parts of a file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0" name="Google Shape;7080;p103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>
                <a:solidFill>
                  <a:srgbClr val="A9145E"/>
                </a:solidFill>
              </a:rPr>
              <a:t>HPC File System</a:t>
            </a:r>
            <a:endParaRPr sz="3700" b="1">
              <a:solidFill>
                <a:srgbClr val="A9145E"/>
              </a:solidFill>
            </a:endParaRPr>
          </a:p>
        </p:txBody>
      </p:sp>
      <p:sp>
        <p:nvSpPr>
          <p:cNvPr id="7081" name="Google Shape;7081;p103"/>
          <p:cNvSpPr/>
          <p:nvPr/>
        </p:nvSpPr>
        <p:spPr>
          <a:xfrm>
            <a:off x="720007" y="580399"/>
            <a:ext cx="36000" cy="612810"/>
          </a:xfrm>
          <a:custGeom>
            <a:avLst/>
            <a:gdLst/>
            <a:ahLst/>
            <a:cxnLst/>
            <a:rect l="l" t="t" r="r" b="b"/>
            <a:pathLst>
              <a:path w="36000" h="396000" extrusionOk="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082" name="Google Shape;7082;p103"/>
          <p:cNvSpPr txBox="1">
            <a:spLocks noGrp="1"/>
          </p:cNvSpPr>
          <p:nvPr>
            <p:ph type="body" idx="4294967295"/>
          </p:nvPr>
        </p:nvSpPr>
        <p:spPr>
          <a:xfrm>
            <a:off x="10911350" y="610768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083" name="Google Shape;7083;p103"/>
          <p:cNvSpPr txBox="1">
            <a:spLocks noGrp="1"/>
          </p:cNvSpPr>
          <p:nvPr>
            <p:ph type="body" idx="1"/>
          </p:nvPr>
        </p:nvSpPr>
        <p:spPr>
          <a:xfrm>
            <a:off x="907165" y="1467410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69999" marR="0" lvl="0" indent="-26999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inode stores all information about a linux file </a:t>
            </a:r>
            <a:r>
              <a:rPr lang="en-US" sz="2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except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its name and data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size, last change date, file permissions, etc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most HPC systems, you’ll have an inode quota, in addition to a size quota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Like total size, each filesystem has a (fixed) maximum number of inodes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</a:t>
            </a:r>
            <a:r>
              <a:rPr lang="en-US" sz="2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also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way to discourage doing to many IOPS 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8" name="Google Shape;7088;p104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>
                <a:solidFill>
                  <a:srgbClr val="A9145E"/>
                </a:solidFill>
              </a:rPr>
              <a:t>HPC File System</a:t>
            </a:r>
            <a:endParaRPr sz="3700" b="1">
              <a:solidFill>
                <a:srgbClr val="A9145E"/>
              </a:solidFill>
            </a:endParaRPr>
          </a:p>
        </p:txBody>
      </p:sp>
      <p:sp>
        <p:nvSpPr>
          <p:cNvPr id="7089" name="Google Shape;7089;p104"/>
          <p:cNvSpPr/>
          <p:nvPr/>
        </p:nvSpPr>
        <p:spPr>
          <a:xfrm>
            <a:off x="720007" y="580399"/>
            <a:ext cx="36000" cy="612810"/>
          </a:xfrm>
          <a:custGeom>
            <a:avLst/>
            <a:gdLst/>
            <a:ahLst/>
            <a:cxnLst/>
            <a:rect l="l" t="t" r="r" b="b"/>
            <a:pathLst>
              <a:path w="36000" h="396000" extrusionOk="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090" name="Google Shape;7090;p104"/>
          <p:cNvSpPr txBox="1">
            <a:spLocks noGrp="1"/>
          </p:cNvSpPr>
          <p:nvPr>
            <p:ph type="body" idx="4294967295"/>
          </p:nvPr>
        </p:nvSpPr>
        <p:spPr>
          <a:xfrm>
            <a:off x="10911350" y="610768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091" name="Google Shape;7091;p104"/>
          <p:cNvSpPr txBox="1">
            <a:spLocks noGrp="1"/>
          </p:cNvSpPr>
          <p:nvPr>
            <p:ph type="body" idx="1"/>
          </p:nvPr>
        </p:nvSpPr>
        <p:spPr>
          <a:xfrm>
            <a:off x="907165" y="1388388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69999" marR="0" lvl="0" indent="-26999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inode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stores all information about a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linux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file 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except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its name and data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size, last change date, file permissions,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etc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most HPC systems, you’ll have an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inode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quota, in addition to a size quota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Like total size, each filesystem has a (fixed) maximum number of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inodes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also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way to discourage doing to many IOPS 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Seems we’ll run out of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inodes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before we run out of space on e.g. our home1 filesystem: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-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ih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/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gpfs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/home1/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Filesystem    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Inodes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IUsed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IFree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IUse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% Mounted on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home1            287M  161M  126M   57% /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gpfs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/home1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-h /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gpfs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/home1/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Filesystem      Size  Used Avail Use% Mounted on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home1           121T   62T   59T  52% /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gpfs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/home1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6" name="Google Shape;7096;p105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>
                <a:solidFill>
                  <a:srgbClr val="A9145E"/>
                </a:solidFill>
              </a:rPr>
              <a:t>HPC File System</a:t>
            </a:r>
            <a:endParaRPr sz="3700" b="1">
              <a:solidFill>
                <a:srgbClr val="A9145E"/>
              </a:solidFill>
            </a:endParaRPr>
          </a:p>
        </p:txBody>
      </p:sp>
      <p:sp>
        <p:nvSpPr>
          <p:cNvPr id="7097" name="Google Shape;7097;p105"/>
          <p:cNvSpPr/>
          <p:nvPr/>
        </p:nvSpPr>
        <p:spPr>
          <a:xfrm>
            <a:off x="720007" y="580399"/>
            <a:ext cx="36000" cy="612810"/>
          </a:xfrm>
          <a:custGeom>
            <a:avLst/>
            <a:gdLst/>
            <a:ahLst/>
            <a:cxnLst/>
            <a:rect l="l" t="t" r="r" b="b"/>
            <a:pathLst>
              <a:path w="36000" h="396000" extrusionOk="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098" name="Google Shape;7098;p105"/>
          <p:cNvSpPr txBox="1">
            <a:spLocks noGrp="1"/>
          </p:cNvSpPr>
          <p:nvPr>
            <p:ph type="body" idx="4294967295"/>
          </p:nvPr>
        </p:nvSpPr>
        <p:spPr>
          <a:xfrm>
            <a:off x="10911350" y="610768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099" name="Google Shape;7099;p105"/>
          <p:cNvSpPr txBox="1">
            <a:spLocks noGrp="1"/>
          </p:cNvSpPr>
          <p:nvPr>
            <p:ph type="body" idx="1"/>
          </p:nvPr>
        </p:nvSpPr>
        <p:spPr>
          <a:xfrm>
            <a:off x="714365" y="1652635"/>
            <a:ext cx="64065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your dataset is 10k png files of 2k each…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Home1: 121TB, 287M inodes, so 421k per inode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everyone does this, the filesystem will be full of inodes, with 99.5% / 120 TB (!) storage still available…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00" name="Google Shape;7100;p105"/>
          <p:cNvPicPr preferRelativeResize="0"/>
          <p:nvPr/>
        </p:nvPicPr>
        <p:blipFill rotWithShape="1">
          <a:blip r:embed="rId4">
            <a:alphaModFix/>
          </a:blip>
          <a:srcRect r="60955"/>
          <a:stretch/>
        </p:blipFill>
        <p:spPr>
          <a:xfrm>
            <a:off x="6745754" y="678662"/>
            <a:ext cx="3818200" cy="550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5" name="Google Shape;7105;p106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>
                <a:solidFill>
                  <a:srgbClr val="A9145E"/>
                </a:solidFill>
              </a:rPr>
              <a:t>HPC File System</a:t>
            </a:r>
            <a:endParaRPr sz="3700" b="1">
              <a:solidFill>
                <a:srgbClr val="A9145E"/>
              </a:solidFill>
            </a:endParaRPr>
          </a:p>
        </p:txBody>
      </p:sp>
      <p:sp>
        <p:nvSpPr>
          <p:cNvPr id="7106" name="Google Shape;7106;p106"/>
          <p:cNvSpPr/>
          <p:nvPr/>
        </p:nvSpPr>
        <p:spPr>
          <a:xfrm>
            <a:off x="720007" y="580399"/>
            <a:ext cx="36000" cy="612810"/>
          </a:xfrm>
          <a:custGeom>
            <a:avLst/>
            <a:gdLst/>
            <a:ahLst/>
            <a:cxnLst/>
            <a:rect l="l" t="t" r="r" b="b"/>
            <a:pathLst>
              <a:path w="36000" h="396000" extrusionOk="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107" name="Google Shape;7107;p106"/>
          <p:cNvSpPr txBox="1">
            <a:spLocks noGrp="1"/>
          </p:cNvSpPr>
          <p:nvPr>
            <p:ph type="body" idx="4294967295"/>
          </p:nvPr>
        </p:nvSpPr>
        <p:spPr>
          <a:xfrm>
            <a:off x="10911350" y="610768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108" name="Google Shape;7108;p106"/>
          <p:cNvSpPr txBox="1">
            <a:spLocks noGrp="1"/>
          </p:cNvSpPr>
          <p:nvPr>
            <p:ph type="body" idx="1"/>
          </p:nvPr>
        </p:nvSpPr>
        <p:spPr>
          <a:xfrm>
            <a:off x="714365" y="1652635"/>
            <a:ext cx="64065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your dataset is 10k png files of 2k each…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Home1: 121TB, 287M inodes, so 421k per inode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everyone does this, the filesystem will be full of inodes, with 99.5% / 120 TB (!) storage still available…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run 100 epochs, you’ll do 1M I/O operations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sysadmin won’t like you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fellow users won’t like you: everyone suffers slow I/O because of your job!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shouldn’t like you: your I/O might be holding back your training performance…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09" name="Google Shape;7109;p106"/>
          <p:cNvPicPr preferRelativeResize="0"/>
          <p:nvPr/>
        </p:nvPicPr>
        <p:blipFill rotWithShape="1">
          <a:blip r:embed="rId4">
            <a:alphaModFix/>
          </a:blip>
          <a:srcRect r="60955"/>
          <a:stretch/>
        </p:blipFill>
        <p:spPr>
          <a:xfrm>
            <a:off x="6745754" y="678662"/>
            <a:ext cx="3818200" cy="550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4" name="Google Shape;7114;p107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>
                <a:solidFill>
                  <a:srgbClr val="A9145E"/>
                </a:solidFill>
              </a:rPr>
              <a:t>Packed Data Format</a:t>
            </a:r>
            <a:endParaRPr sz="3700" b="1">
              <a:solidFill>
                <a:srgbClr val="A9145E"/>
              </a:solidFill>
            </a:endParaRPr>
          </a:p>
        </p:txBody>
      </p:sp>
      <p:sp>
        <p:nvSpPr>
          <p:cNvPr id="7115" name="Google Shape;7115;p107"/>
          <p:cNvSpPr/>
          <p:nvPr/>
        </p:nvSpPr>
        <p:spPr>
          <a:xfrm>
            <a:off x="720007" y="580399"/>
            <a:ext cx="36000" cy="612810"/>
          </a:xfrm>
          <a:custGeom>
            <a:avLst/>
            <a:gdLst/>
            <a:ahLst/>
            <a:cxnLst/>
            <a:rect l="l" t="t" r="r" b="b"/>
            <a:pathLst>
              <a:path w="36000" h="396000" extrusionOk="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116" name="Google Shape;7116;p107"/>
          <p:cNvSpPr txBox="1">
            <a:spLocks noGrp="1"/>
          </p:cNvSpPr>
          <p:nvPr>
            <p:ph type="body" idx="4294967295"/>
          </p:nvPr>
        </p:nvSpPr>
        <p:spPr>
          <a:xfrm>
            <a:off x="10911350" y="610768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117" name="Google Shape;7117;p107"/>
          <p:cNvSpPr txBox="1">
            <a:spLocks noGrp="1"/>
          </p:cNvSpPr>
          <p:nvPr>
            <p:ph type="body" idx="1"/>
          </p:nvPr>
        </p:nvSpPr>
        <p:spPr>
          <a:xfrm>
            <a:off x="714365" y="1291935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a ‘packed data format’?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Group multiple individual files together in a single ‘packed’/archive file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18" name="Google Shape;7118;p10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98975" y="2054375"/>
            <a:ext cx="8052348" cy="452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3" name="Google Shape;7123;p108"/>
          <p:cNvSpPr/>
          <p:nvPr/>
        </p:nvSpPr>
        <p:spPr>
          <a:xfrm>
            <a:off x="720007" y="580399"/>
            <a:ext cx="36000" cy="612810"/>
          </a:xfrm>
          <a:custGeom>
            <a:avLst/>
            <a:gdLst/>
            <a:ahLst/>
            <a:cxnLst/>
            <a:rect l="l" t="t" r="r" b="b"/>
            <a:pathLst>
              <a:path w="36000" h="396000" extrusionOk="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124" name="Google Shape;7124;p108"/>
          <p:cNvSpPr txBox="1">
            <a:spLocks noGrp="1"/>
          </p:cNvSpPr>
          <p:nvPr>
            <p:ph type="body" idx="4294967295"/>
          </p:nvPr>
        </p:nvSpPr>
        <p:spPr>
          <a:xfrm>
            <a:off x="10911350" y="610768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125" name="Google Shape;7125;p108"/>
          <p:cNvSpPr txBox="1">
            <a:spLocks noGrp="1"/>
          </p:cNvSpPr>
          <p:nvPr>
            <p:ph type="body" idx="1"/>
          </p:nvPr>
        </p:nvSpPr>
        <p:spPr>
          <a:xfrm>
            <a:off x="657215" y="1753410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</a:rPr>
              <a:t>What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a ‘packed data format’?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Group multiple individual files together in a single ‘packed’/archive file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Examples of packed data formats → ZIP, TAR, LMDB, HDF5, PARQUET,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zarr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etc.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Does not necessarily involve compression!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69879" marR="0" lvl="1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Compression is possible, but often runs on single process, so can be slow to decompress </a:t>
            </a: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26" name="Google Shape;7126;p1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225" y="3975450"/>
            <a:ext cx="5124525" cy="2882551"/>
          </a:xfrm>
          <a:prstGeom prst="rect">
            <a:avLst/>
          </a:prstGeom>
          <a:noFill/>
          <a:ln>
            <a:noFill/>
          </a:ln>
        </p:spPr>
      </p:pic>
      <p:sp>
        <p:nvSpPr>
          <p:cNvPr id="7127" name="Google Shape;7127;p108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>
                <a:solidFill>
                  <a:srgbClr val="A9145E"/>
                </a:solidFill>
              </a:rPr>
              <a:t>Packed Data Format</a:t>
            </a:r>
            <a:endParaRPr sz="3700" b="1">
              <a:solidFill>
                <a:srgbClr val="A9145E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2" name="Google Shape;7132;p109"/>
          <p:cNvSpPr/>
          <p:nvPr/>
        </p:nvSpPr>
        <p:spPr>
          <a:xfrm>
            <a:off x="720007" y="580399"/>
            <a:ext cx="36000" cy="612810"/>
          </a:xfrm>
          <a:custGeom>
            <a:avLst/>
            <a:gdLst/>
            <a:ahLst/>
            <a:cxnLst/>
            <a:rect l="l" t="t" r="r" b="b"/>
            <a:pathLst>
              <a:path w="36000" h="396000" extrusionOk="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133" name="Google Shape;7133;p109"/>
          <p:cNvSpPr txBox="1">
            <a:spLocks noGrp="1"/>
          </p:cNvSpPr>
          <p:nvPr>
            <p:ph type="body" idx="4294967295"/>
          </p:nvPr>
        </p:nvSpPr>
        <p:spPr>
          <a:xfrm>
            <a:off x="10911350" y="610768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134" name="Google Shape;7134;p109"/>
          <p:cNvSpPr txBox="1">
            <a:spLocks noGrp="1"/>
          </p:cNvSpPr>
          <p:nvPr>
            <p:ph type="body" idx="1"/>
          </p:nvPr>
        </p:nvSpPr>
        <p:spPr>
          <a:xfrm>
            <a:off x="657215" y="1753410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</a:rPr>
              <a:t>What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a ‘packed data format’?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Group multiple individual files together in a single ‘packed’/archive file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Examples of packed data formats → ZIP, TAR, LMDB, HDF5, PARQUET, etc.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Does not necessarily involve compression!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69879" marR="0" lvl="1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Compression is possible, but often runs on single process, so slow to decompress 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5" name="Google Shape;7135;p109"/>
          <p:cNvSpPr txBox="1">
            <a:spLocks noGrp="1"/>
          </p:cNvSpPr>
          <p:nvPr>
            <p:ph type="body" idx="1"/>
          </p:nvPr>
        </p:nvSpPr>
        <p:spPr>
          <a:xfrm>
            <a:off x="606865" y="4177460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400" b="1"/>
              <a:t>Why </a:t>
            </a:r>
            <a:r>
              <a:rPr lang="en-US" sz="2000"/>
              <a:t>packed data format</a:t>
            </a:r>
            <a:br>
              <a:rPr lang="en-US" sz="2000"/>
            </a:br>
            <a:endParaRPr sz="200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HPC systems use a </a:t>
            </a:r>
            <a:r>
              <a:rPr lang="en-US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shared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filesystem. Packed data formats…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Reduces inode consumption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Reduces number of I/O operations/s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Reduces slowdown for yourself </a:t>
            </a:r>
            <a:r>
              <a:rPr lang="en-US" sz="20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other users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6" name="Google Shape;7136;p109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>
                <a:solidFill>
                  <a:srgbClr val="A9145E"/>
                </a:solidFill>
              </a:rPr>
              <a:t>Packed Data Format</a:t>
            </a:r>
            <a:endParaRPr sz="3700" b="1">
              <a:solidFill>
                <a:srgbClr val="A9145E"/>
              </a:solidFill>
            </a:endParaRPr>
          </a:p>
        </p:txBody>
      </p:sp>
      <p:sp>
        <p:nvSpPr>
          <p:cNvPr id="7137" name="Google Shape;7137;p109"/>
          <p:cNvSpPr txBox="1"/>
          <p:nvPr/>
        </p:nvSpPr>
        <p:spPr>
          <a:xfrm>
            <a:off x="7488575" y="5585875"/>
            <a:ext cx="32163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/>
              <a:t>https://servicedesk.surf.nl/wiki/spaces/WIKI/pages/56295498/Best+Practice+for+Data+Formats+in+Deep+Learning</a:t>
            </a:r>
            <a:endParaRPr i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2" name="Google Shape;7142;p110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>
                <a:solidFill>
                  <a:srgbClr val="A9145E"/>
                </a:solidFill>
              </a:rPr>
              <a:t>Local Scratch Disks</a:t>
            </a:r>
            <a:endParaRPr sz="3700" b="1">
              <a:solidFill>
                <a:srgbClr val="A9145E"/>
              </a:solidFill>
            </a:endParaRPr>
          </a:p>
        </p:txBody>
      </p:sp>
      <p:sp>
        <p:nvSpPr>
          <p:cNvPr id="7143" name="Google Shape;7143;p110"/>
          <p:cNvSpPr/>
          <p:nvPr/>
        </p:nvSpPr>
        <p:spPr>
          <a:xfrm>
            <a:off x="720007" y="580399"/>
            <a:ext cx="36000" cy="612810"/>
          </a:xfrm>
          <a:custGeom>
            <a:avLst/>
            <a:gdLst/>
            <a:ahLst/>
            <a:cxnLst/>
            <a:rect l="l" t="t" r="r" b="b"/>
            <a:pathLst>
              <a:path w="36000" h="396000" extrusionOk="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144" name="Google Shape;7144;p110"/>
          <p:cNvSpPr txBox="1">
            <a:spLocks noGrp="1"/>
          </p:cNvSpPr>
          <p:nvPr>
            <p:ph type="body" idx="4294967295"/>
          </p:nvPr>
        </p:nvSpPr>
        <p:spPr>
          <a:xfrm>
            <a:off x="10911350" y="610768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145" name="Google Shape;7145;p110"/>
          <p:cNvSpPr txBox="1">
            <a:spLocks noGrp="1"/>
          </p:cNvSpPr>
          <p:nvPr>
            <p:ph type="body" idx="1"/>
          </p:nvPr>
        </p:nvSpPr>
        <p:spPr>
          <a:xfrm>
            <a:off x="445740" y="1759460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HPC systems have </a:t>
            </a:r>
            <a:r>
              <a:rPr lang="en-US" sz="2000" b="1" i="0" u="none" strike="noStrike" cap="none" dirty="0">
                <a:solidFill>
                  <a:srgbClr val="000000"/>
                </a:solidFill>
              </a:rPr>
              <a:t>local disks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the nodes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Snellius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these can be requested by adding </a:t>
            </a:r>
            <a:br>
              <a:rPr lang="en-US" sz="2000" b="0" i="0" u="none" strike="noStrike" cap="none" dirty="0"/>
            </a:br>
            <a:r>
              <a:rPr lang="en-US" sz="20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#SBATCH –constraint=scratch-node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your batch script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lang="en-US" sz="2000" dirty="0">
                <a:solidFill>
                  <a:srgbClr val="000000"/>
                </a:solidFill>
              </a:rPr>
              <a:t>about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half of our </a:t>
            </a:r>
            <a:r>
              <a:rPr lang="en-US" sz="2000" dirty="0">
                <a:solidFill>
                  <a:srgbClr val="000000"/>
                </a:solidFill>
              </a:rPr>
              <a:t>A100 and ¼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our H100 nodes (currently reserved) have local scratch disk. You might be in the queue longer if you request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scratch-node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so only do it if you think you benefit from it</a:t>
            </a: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H100s have 7TB, A100 5.6TB of local scratch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0" name="Google Shape;7150;p111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>
                <a:solidFill>
                  <a:srgbClr val="A9145E"/>
                </a:solidFill>
              </a:rPr>
              <a:t>Local Scratch Disks</a:t>
            </a:r>
            <a:endParaRPr sz="3700" b="1">
              <a:solidFill>
                <a:srgbClr val="A9145E"/>
              </a:solidFill>
            </a:endParaRPr>
          </a:p>
        </p:txBody>
      </p:sp>
      <p:sp>
        <p:nvSpPr>
          <p:cNvPr id="7151" name="Google Shape;7151;p111"/>
          <p:cNvSpPr/>
          <p:nvPr/>
        </p:nvSpPr>
        <p:spPr>
          <a:xfrm>
            <a:off x="720007" y="580399"/>
            <a:ext cx="36000" cy="612810"/>
          </a:xfrm>
          <a:custGeom>
            <a:avLst/>
            <a:gdLst/>
            <a:ahLst/>
            <a:cxnLst/>
            <a:rect l="l" t="t" r="r" b="b"/>
            <a:pathLst>
              <a:path w="36000" h="396000" extrusionOk="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152" name="Google Shape;7152;p111"/>
          <p:cNvSpPr txBox="1">
            <a:spLocks noGrp="1"/>
          </p:cNvSpPr>
          <p:nvPr>
            <p:ph type="body" idx="4294967295"/>
          </p:nvPr>
        </p:nvSpPr>
        <p:spPr>
          <a:xfrm>
            <a:off x="10911350" y="610768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153" name="Google Shape;7153;p111"/>
          <p:cNvSpPr txBox="1">
            <a:spLocks noGrp="1"/>
          </p:cNvSpPr>
          <p:nvPr>
            <p:ph type="body" idx="1"/>
          </p:nvPr>
        </p:nvSpPr>
        <p:spPr>
          <a:xfrm>
            <a:off x="445740" y="1759460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HPC systems have </a:t>
            </a:r>
            <a:r>
              <a:rPr lang="en-US" sz="2000" b="1" i="0" u="none" strike="noStrike" cap="none" dirty="0">
                <a:solidFill>
                  <a:srgbClr val="000000"/>
                </a:solidFill>
              </a:rPr>
              <a:t>local disks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the nodes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Snellius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these can be requested by adding </a:t>
            </a:r>
            <a:br>
              <a:rPr lang="en-US" sz="2000" b="0" i="0" u="none" strike="noStrike" cap="none" dirty="0"/>
            </a:br>
            <a:r>
              <a:rPr lang="en-US" sz="20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#SBATCH –constraint=scratch-node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your batch script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lvl="1" indent="-270000">
              <a:lnSpc>
                <a:spcPct val="100000"/>
              </a:lnSpc>
              <a:spcBef>
                <a:spcPts val="1202"/>
              </a:spcBef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Note: about half of our A100 and ¼  of our H100 nodes (currently reserved) have local scratch disk. You might be in the queue longer if you request </a:t>
            </a:r>
            <a:r>
              <a:rPr lang="en-US" sz="20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scratch-node</a:t>
            </a:r>
            <a:r>
              <a:rPr lang="en-US" sz="2000" dirty="0">
                <a:solidFill>
                  <a:srgbClr val="000000"/>
                </a:solidFill>
              </a:rPr>
              <a:t>, so only do it if you think you benefit from it</a:t>
            </a:r>
          </a:p>
          <a:p>
            <a:pPr marL="512640" lvl="1" indent="-270000">
              <a:lnSpc>
                <a:spcPct val="100000"/>
              </a:lnSpc>
              <a:spcBef>
                <a:spcPts val="1202"/>
              </a:spcBef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H100s have 7TB, A100 5.6TB of local scratch</a:t>
            </a:r>
            <a:endParaRPr lang="en-US" sz="2000" dirty="0"/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scratch disks can usually handle much more IOPs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scratch disks are </a:t>
            </a:r>
            <a:r>
              <a:rPr lang="en-US" sz="2000" b="1" i="0" u="none" strike="noStrike" cap="none" dirty="0">
                <a:solidFill>
                  <a:srgbClr val="000000"/>
                </a:solidFill>
              </a:rPr>
              <a:t>shared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between all users in a node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Users on the same node </a:t>
            </a:r>
            <a:r>
              <a:rPr lang="en-US" sz="20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may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still experience some effects when you ‘hammer’ local scratch with I/O, </a:t>
            </a:r>
            <a:r>
              <a:rPr lang="en-US" sz="20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but it’s way less bad than on a shared filesystem!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8" name="Google Shape;7158;p112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 dirty="0">
                <a:solidFill>
                  <a:srgbClr val="A9145E"/>
                </a:solidFill>
              </a:rPr>
              <a:t>Local Scratch Disks</a:t>
            </a:r>
            <a:endParaRPr sz="3700" b="1" dirty="0">
              <a:solidFill>
                <a:srgbClr val="A9145E"/>
              </a:solidFill>
            </a:endParaRPr>
          </a:p>
        </p:txBody>
      </p:sp>
      <p:sp>
        <p:nvSpPr>
          <p:cNvPr id="7159" name="Google Shape;7159;p112"/>
          <p:cNvSpPr/>
          <p:nvPr/>
        </p:nvSpPr>
        <p:spPr>
          <a:xfrm>
            <a:off x="720007" y="580399"/>
            <a:ext cx="36000" cy="612810"/>
          </a:xfrm>
          <a:custGeom>
            <a:avLst/>
            <a:gdLst/>
            <a:ahLst/>
            <a:cxnLst/>
            <a:rect l="l" t="t" r="r" b="b"/>
            <a:pathLst>
              <a:path w="36000" h="396000" extrusionOk="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160" name="Google Shape;7160;p112"/>
          <p:cNvSpPr txBox="1">
            <a:spLocks noGrp="1"/>
          </p:cNvSpPr>
          <p:nvPr>
            <p:ph type="body" idx="4294967295"/>
          </p:nvPr>
        </p:nvSpPr>
        <p:spPr>
          <a:xfrm>
            <a:off x="10911350" y="610768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161" name="Google Shape;7161;p112"/>
          <p:cNvSpPr txBox="1">
            <a:spLocks noGrp="1"/>
          </p:cNvSpPr>
          <p:nvPr>
            <p:ph type="body" idx="1"/>
          </p:nvPr>
        </p:nvSpPr>
        <p:spPr>
          <a:xfrm>
            <a:off x="719990" y="1537910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HPC systems have local disks </a:t>
            </a:r>
            <a:r>
              <a:rPr lang="en-US" sz="20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the nodes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you really need to use </a:t>
            </a:r>
            <a:r>
              <a:rPr lang="en-US" sz="20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individual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files instead of a packed file format, use local scratch disks in the following way: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2" name="Google Shape;7162;p112"/>
          <p:cNvSpPr txBox="1"/>
          <p:nvPr/>
        </p:nvSpPr>
        <p:spPr>
          <a:xfrm>
            <a:off x="2497450" y="3429000"/>
            <a:ext cx="5800500" cy="1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Store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zip/tar on shared parallel Filesystem. 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start of job: 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extract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local scratch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(for every node, if you use multiple)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further I/O from that local scratch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</a:t>
            </a:r>
            <a:endParaRPr sz="1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7">
          <a:extLst>
            <a:ext uri="{FF2B5EF4-FFF2-40B4-BE49-F238E27FC236}">
              <a16:creationId xmlns:a16="http://schemas.microsoft.com/office/drawing/2014/main" id="{0061D923-582B-8B3F-1F0F-2D8A9E187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8" name="Google Shape;7158;p112">
            <a:extLst>
              <a:ext uri="{FF2B5EF4-FFF2-40B4-BE49-F238E27FC236}">
                <a16:creationId xmlns:a16="http://schemas.microsoft.com/office/drawing/2014/main" id="{FD4D700E-E757-D38A-809E-CF8C315BFAC3}"/>
              </a:ext>
            </a:extLst>
          </p:cNvPr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 dirty="0">
                <a:solidFill>
                  <a:srgbClr val="A9145E"/>
                </a:solidFill>
              </a:rPr>
              <a:t>Local RAM Disks</a:t>
            </a:r>
            <a:endParaRPr sz="3700" b="1" dirty="0">
              <a:solidFill>
                <a:srgbClr val="A9145E"/>
              </a:solidFill>
            </a:endParaRPr>
          </a:p>
        </p:txBody>
      </p:sp>
      <p:sp>
        <p:nvSpPr>
          <p:cNvPr id="7159" name="Google Shape;7159;p112">
            <a:extLst>
              <a:ext uri="{FF2B5EF4-FFF2-40B4-BE49-F238E27FC236}">
                <a16:creationId xmlns:a16="http://schemas.microsoft.com/office/drawing/2014/main" id="{1838450C-19CD-48D9-1675-28771FE6E543}"/>
              </a:ext>
            </a:extLst>
          </p:cNvPr>
          <p:cNvSpPr/>
          <p:nvPr/>
        </p:nvSpPr>
        <p:spPr>
          <a:xfrm>
            <a:off x="720007" y="580399"/>
            <a:ext cx="36000" cy="612810"/>
          </a:xfrm>
          <a:custGeom>
            <a:avLst/>
            <a:gdLst/>
            <a:ahLst/>
            <a:cxnLst/>
            <a:rect l="l" t="t" r="r" b="b"/>
            <a:pathLst>
              <a:path w="36000" h="396000" extrusionOk="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160" name="Google Shape;7160;p112">
            <a:extLst>
              <a:ext uri="{FF2B5EF4-FFF2-40B4-BE49-F238E27FC236}">
                <a16:creationId xmlns:a16="http://schemas.microsoft.com/office/drawing/2014/main" id="{366E63B4-3C0F-7E60-432D-05C0B8C7E79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911350" y="610768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161" name="Google Shape;7161;p112">
            <a:extLst>
              <a:ext uri="{FF2B5EF4-FFF2-40B4-BE49-F238E27FC236}">
                <a16:creationId xmlns:a16="http://schemas.microsoft.com/office/drawing/2014/main" id="{17E8C675-F645-5803-EBC4-7537056FB7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9990" y="1537910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Snellius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nodes have system RAM (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duhh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 can access this as a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ramdisk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 /dev/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shm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(shared memory)</a:t>
            </a: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RAM is extremely fast (bandwidth &amp; IO)</a:t>
            </a:r>
          </a:p>
          <a:p>
            <a:pPr marL="727199" lvl="1" indent="-269999">
              <a:lnSpc>
                <a:spcPct val="100000"/>
              </a:lnSpc>
              <a:spcBef>
                <a:spcPts val="1202"/>
              </a:spcBef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dirty="0">
                <a:solidFill>
                  <a:srgbClr val="000000"/>
                </a:solidFill>
              </a:rPr>
              <a:t>+- 25GB/s (A100) to 38GB/s</a:t>
            </a:r>
          </a:p>
          <a:p>
            <a:pPr marL="727199" lvl="1" indent="-269999">
              <a:lnSpc>
                <a:spcPct val="100000"/>
              </a:lnSpc>
              <a:spcBef>
                <a:spcPts val="1202"/>
              </a:spcBef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dirty="0">
                <a:solidFill>
                  <a:srgbClr val="000000"/>
                </a:solidFill>
              </a:rPr>
              <a:t>Orders of magnitude better IOPS</a:t>
            </a:r>
            <a:endParaRPr lang="en-US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your data fits on RAM, there is no reason not to load your data there before training</a:t>
            </a:r>
          </a:p>
          <a:p>
            <a:pPr marL="727199" lvl="1" indent="-269999">
              <a:lnSpc>
                <a:spcPct val="100000"/>
              </a:lnSpc>
              <a:spcBef>
                <a:spcPts val="1202"/>
              </a:spcBef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H100:  768GB/node, 192GB/GPU</a:t>
            </a:r>
          </a:p>
          <a:p>
            <a:pPr marL="727199" lvl="1" indent="-269999">
              <a:lnSpc>
                <a:spcPct val="100000"/>
              </a:lnSpc>
              <a:spcBef>
                <a:spcPts val="1202"/>
              </a:spcBef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A100:  512GB/node, 128GB/GPU</a:t>
            </a:r>
            <a:endParaRPr lang="en-US" sz="17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2" name="Google Shape;7162;p112">
            <a:extLst>
              <a:ext uri="{FF2B5EF4-FFF2-40B4-BE49-F238E27FC236}">
                <a16:creationId xmlns:a16="http://schemas.microsoft.com/office/drawing/2014/main" id="{44D34798-6801-9EE9-66EE-6061B9F49679}"/>
              </a:ext>
            </a:extLst>
          </p:cNvPr>
          <p:cNvSpPr txBox="1"/>
          <p:nvPr/>
        </p:nvSpPr>
        <p:spPr>
          <a:xfrm>
            <a:off x="2452294" y="4691796"/>
            <a:ext cx="5800500" cy="1891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Store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zip/tar on shared parallel Filesystem. 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start of job: 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extract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/dev/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shm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(for every node, if you use multiple)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further I/O from /dev/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shm</a:t>
            </a:r>
            <a:endParaRPr sz="1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081917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" name="Google Shape;7168;p113"/>
          <p:cNvSpPr txBox="1">
            <a:spLocks noGrp="1"/>
          </p:cNvSpPr>
          <p:nvPr>
            <p:ph type="body" idx="2"/>
          </p:nvPr>
        </p:nvSpPr>
        <p:spPr>
          <a:xfrm>
            <a:off x="960000" y="8080715"/>
            <a:ext cx="1243200" cy="633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169" name="Google Shape;7169;p113"/>
          <p:cNvSpPr txBox="1">
            <a:spLocks noGrp="1"/>
          </p:cNvSpPr>
          <p:nvPr>
            <p:ph type="body" idx="3"/>
          </p:nvPr>
        </p:nvSpPr>
        <p:spPr>
          <a:xfrm>
            <a:off x="944276" y="943727"/>
            <a:ext cx="48000" cy="52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170" name="Google Shape;7170;p113"/>
          <p:cNvSpPr txBox="1">
            <a:spLocks noGrp="1"/>
          </p:cNvSpPr>
          <p:nvPr>
            <p:ph type="title"/>
          </p:nvPr>
        </p:nvSpPr>
        <p:spPr>
          <a:xfrm>
            <a:off x="1153551" y="963084"/>
            <a:ext cx="141423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lang="en-US"/>
              <a:t>Want to learn more? </a:t>
            </a:r>
            <a:endParaRPr/>
          </a:p>
        </p:txBody>
      </p:sp>
      <p:sp>
        <p:nvSpPr>
          <p:cNvPr id="7171" name="Google Shape;7171;p113"/>
          <p:cNvSpPr txBox="1">
            <a:spLocks noGrp="1"/>
          </p:cNvSpPr>
          <p:nvPr>
            <p:ph type="body" idx="1"/>
          </p:nvPr>
        </p:nvSpPr>
        <p:spPr>
          <a:xfrm>
            <a:off x="714375" y="1752875"/>
            <a:ext cx="89736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More info </a:t>
            </a:r>
            <a:r>
              <a:rPr lang="en-US" sz="2000" b="0" i="0" u="sng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https://servicedesk.surf.nl/wiki/display/WIKI/Best+Practice+for+Data+Formats+in+Deep+Learning</a:t>
            </a:r>
            <a:endParaRPr sz="2000" b="0" i="0" u="none" strike="noStrike" cap="non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lang="en-US" sz="2000" b="0" i="0" u="sng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https://github.com/sara-nl/Packed-Data-Formats</a:t>
            </a:r>
            <a:endParaRPr sz="2000" b="0" i="0" u="none" strike="noStrike" cap="non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7" name="Google Shape;7177;p114"/>
          <p:cNvSpPr/>
          <p:nvPr/>
        </p:nvSpPr>
        <p:spPr>
          <a:xfrm>
            <a:off x="193040" y="216852"/>
            <a:ext cx="11805900" cy="6424500"/>
          </a:xfrm>
          <a:prstGeom prst="roundRect">
            <a:avLst>
              <a:gd name="adj" fmla="val 3563"/>
            </a:avLst>
          </a:prstGeom>
          <a:solidFill>
            <a:schemeClr val="accent3">
              <a:alpha val="4667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67200" lvl="0" indent="609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lang="en-US" sz="4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r>
              <a:rPr lang="en-US" sz="3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900"/>
          </a:p>
        </p:txBody>
      </p:sp>
      <p:sp>
        <p:nvSpPr>
          <p:cNvPr id="7178" name="Google Shape;7178;p114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179" name="Google Shape;7179;p114"/>
          <p:cNvSpPr txBox="1">
            <a:spLocks noGrp="1"/>
          </p:cNvSpPr>
          <p:nvPr>
            <p:ph type="body" idx="2"/>
          </p:nvPr>
        </p:nvSpPr>
        <p:spPr>
          <a:xfrm>
            <a:off x="804332" y="3033012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180" name="Google Shape;7180;p114"/>
          <p:cNvSpPr txBox="1">
            <a:spLocks noGrp="1"/>
          </p:cNvSpPr>
          <p:nvPr>
            <p:ph type="title"/>
          </p:nvPr>
        </p:nvSpPr>
        <p:spPr>
          <a:xfrm>
            <a:off x="1086473" y="3059850"/>
            <a:ext cx="1099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Using and benchmarking a packed file format dataloader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URF">
  <a:themeElements>
    <a:clrScheme name="Aangepast 5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plate Slidebuilder - SURF">
  <a:themeElements>
    <a:clrScheme name="SURF">
      <a:dk1>
        <a:srgbClr val="000000"/>
      </a:dk1>
      <a:lt1>
        <a:srgbClr val="FFFFFF"/>
      </a:lt1>
      <a:dk2>
        <a:srgbClr val="070809"/>
      </a:dk2>
      <a:lt2>
        <a:srgbClr val="FFFFFF"/>
      </a:lt2>
      <a:accent1>
        <a:srgbClr val="EE7628"/>
      </a:accent1>
      <a:accent2>
        <a:srgbClr val="F6DA44"/>
      </a:accent2>
      <a:accent3>
        <a:srgbClr val="177ABF"/>
      </a:accent3>
      <a:accent4>
        <a:srgbClr val="2CA055"/>
      </a:accent4>
      <a:accent5>
        <a:srgbClr val="7B2882"/>
      </a:accent5>
      <a:accent6>
        <a:srgbClr val="E7303A"/>
      </a:accent6>
      <a:hlink>
        <a:srgbClr val="CCCBCB"/>
      </a:hlink>
      <a:folHlink>
        <a:srgbClr val="211F2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plate Slidebuilder - SURF">
  <a:themeElements>
    <a:clrScheme name="SURF">
      <a:dk1>
        <a:srgbClr val="000000"/>
      </a:dk1>
      <a:lt1>
        <a:srgbClr val="FFFFFF"/>
      </a:lt1>
      <a:dk2>
        <a:srgbClr val="070809"/>
      </a:dk2>
      <a:lt2>
        <a:srgbClr val="FFFFFF"/>
      </a:lt2>
      <a:accent1>
        <a:srgbClr val="EE7628"/>
      </a:accent1>
      <a:accent2>
        <a:srgbClr val="F6DA44"/>
      </a:accent2>
      <a:accent3>
        <a:srgbClr val="177ABF"/>
      </a:accent3>
      <a:accent4>
        <a:srgbClr val="2CA055"/>
      </a:accent4>
      <a:accent5>
        <a:srgbClr val="7B2882"/>
      </a:accent5>
      <a:accent6>
        <a:srgbClr val="E7303A"/>
      </a:accent6>
      <a:hlink>
        <a:srgbClr val="CCCBCB"/>
      </a:hlink>
      <a:folHlink>
        <a:srgbClr val="211F2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plate Slidebuilder - SURF">
  <a:themeElements>
    <a:clrScheme name="SURF">
      <a:dk1>
        <a:srgbClr val="000000"/>
      </a:dk1>
      <a:lt1>
        <a:srgbClr val="FFFFFF"/>
      </a:lt1>
      <a:dk2>
        <a:srgbClr val="070809"/>
      </a:dk2>
      <a:lt2>
        <a:srgbClr val="FFFFFF"/>
      </a:lt2>
      <a:accent1>
        <a:srgbClr val="EE7628"/>
      </a:accent1>
      <a:accent2>
        <a:srgbClr val="F6DA44"/>
      </a:accent2>
      <a:accent3>
        <a:srgbClr val="177ABF"/>
      </a:accent3>
      <a:accent4>
        <a:srgbClr val="2CA055"/>
      </a:accent4>
      <a:accent5>
        <a:srgbClr val="7B2882"/>
      </a:accent5>
      <a:accent6>
        <a:srgbClr val="E7303A"/>
      </a:accent6>
      <a:hlink>
        <a:srgbClr val="CCCBCB"/>
      </a:hlink>
      <a:folHlink>
        <a:srgbClr val="211F2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1322</Words>
  <Application>Microsoft Macintosh PowerPoint</Application>
  <PresentationFormat>Widescreen</PresentationFormat>
  <Paragraphs>164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Calibri</vt:lpstr>
      <vt:lpstr>Noto Sans Symbols</vt:lpstr>
      <vt:lpstr>Courier New</vt:lpstr>
      <vt:lpstr>Quattrocento Sans</vt:lpstr>
      <vt:lpstr>Nunito</vt:lpstr>
      <vt:lpstr>Arial</vt:lpstr>
      <vt:lpstr>Times New Roman</vt:lpstr>
      <vt:lpstr>SURF</vt:lpstr>
      <vt:lpstr>Template Slidebuilder - SURF</vt:lpstr>
      <vt:lpstr>Template Slidebuilder - SURF</vt:lpstr>
      <vt:lpstr>Template Slidebuilder - SURF</vt:lpstr>
      <vt:lpstr>Chapter yellow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Want to learn more? </vt:lpstr>
      <vt:lpstr>Using and benchmarking a packed file format dataloader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Lars Veefkind</cp:lastModifiedBy>
  <cp:revision>3</cp:revision>
  <dcterms:modified xsi:type="dcterms:W3CDTF">2025-07-02T16:27:57Z</dcterms:modified>
</cp:coreProperties>
</file>