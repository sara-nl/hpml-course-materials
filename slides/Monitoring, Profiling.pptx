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22"/>
  </p:notesMasterIdLst>
  <p:sldIdLst>
    <p:sldId id="327" r:id="rId2"/>
    <p:sldId id="2076136801" r:id="rId3"/>
    <p:sldId id="369" r:id="rId4"/>
    <p:sldId id="2076136818" r:id="rId5"/>
    <p:sldId id="2076136820" r:id="rId6"/>
    <p:sldId id="2076136815" r:id="rId7"/>
    <p:sldId id="2076136816" r:id="rId8"/>
    <p:sldId id="2076136817" r:id="rId9"/>
    <p:sldId id="2076136825" r:id="rId10"/>
    <p:sldId id="284" r:id="rId11"/>
    <p:sldId id="2076136827" r:id="rId12"/>
    <p:sldId id="2076136828" r:id="rId13"/>
    <p:sldId id="529" r:id="rId14"/>
    <p:sldId id="526" r:id="rId15"/>
    <p:sldId id="292" r:id="rId16"/>
    <p:sldId id="533" r:id="rId17"/>
    <p:sldId id="293" r:id="rId18"/>
    <p:sldId id="294" r:id="rId19"/>
    <p:sldId id="2076136822" r:id="rId20"/>
    <p:sldId id="2076136824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6E202A-49AF-485F-B6F0-4593203464F0}">
          <p14:sldIdLst>
            <p14:sldId id="327"/>
            <p14:sldId id="2076136801"/>
            <p14:sldId id="369"/>
            <p14:sldId id="2076136818"/>
            <p14:sldId id="2076136820"/>
            <p14:sldId id="2076136815"/>
            <p14:sldId id="2076136816"/>
            <p14:sldId id="2076136817"/>
            <p14:sldId id="2076136825"/>
            <p14:sldId id="284"/>
            <p14:sldId id="2076136827"/>
            <p14:sldId id="2076136828"/>
            <p14:sldId id="529"/>
            <p14:sldId id="526"/>
            <p14:sldId id="292"/>
            <p14:sldId id="533"/>
            <p14:sldId id="293"/>
            <p14:sldId id="294"/>
            <p14:sldId id="2076136822"/>
            <p14:sldId id="20761368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380" userDrawn="1">
          <p15:clr>
            <a:srgbClr val="A4A3A4"/>
          </p15:clr>
        </p15:guide>
        <p15:guide id="4" orient="horz" pos="240" userDrawn="1">
          <p15:clr>
            <a:srgbClr val="A4A3A4"/>
          </p15:clr>
        </p15:guide>
        <p15:guide id="5" orient="horz" pos="40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472A"/>
    <a:srgbClr val="FFFFFF"/>
    <a:srgbClr val="F3F3F3"/>
    <a:srgbClr val="211F26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837FCA-BA3B-47B5-9E21-332D52DE920C}" v="3" dt="2025-11-14T10:26:51.362"/>
    <p1510:client id="{E64A489E-D682-44A7-BDC1-8C588C34F852}" v="7" dt="2025-11-14T11:46:44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4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360" y="162"/>
      </p:cViewPr>
      <p:guideLst>
        <p:guide orient="horz" pos="2160"/>
        <p:guide pos="257"/>
        <p:guide pos="7380"/>
        <p:guide orient="horz" pos="240"/>
        <p:guide orient="horz" pos="40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Jan Schlimbach" userId="0c94c441-ce93-4d43-a528-96b08e01ed9e" providerId="ADAL" clId="{CD79E3D5-A23E-45B6-900C-CE8933DA8460}"/>
    <pc:docChg chg="undo custSel addSld delSld modSld modSection">
      <pc:chgData name="Robert Jan Schlimbach" userId="0c94c441-ce93-4d43-a528-96b08e01ed9e" providerId="ADAL" clId="{CD79E3D5-A23E-45B6-900C-CE8933DA8460}" dt="2025-11-14T11:57:56.895" v="140" actId="47"/>
      <pc:docMkLst>
        <pc:docMk/>
      </pc:docMkLst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57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5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59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0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1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2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3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4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5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6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7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0" sldId="269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410731867" sldId="278"/>
        </pc:sldMkLst>
      </pc:sldChg>
      <pc:sldChg chg="del">
        <pc:chgData name="Robert Jan Schlimbach" userId="0c94c441-ce93-4d43-a528-96b08e01ed9e" providerId="ADAL" clId="{CD79E3D5-A23E-45B6-900C-CE8933DA8460}" dt="2025-11-14T11:45:16.616" v="106" actId="47"/>
        <pc:sldMkLst>
          <pc:docMk/>
          <pc:sldMk cId="1607420476" sldId="282"/>
        </pc:sldMkLst>
      </pc:sldChg>
      <pc:sldChg chg="del">
        <pc:chgData name="Robert Jan Schlimbach" userId="0c94c441-ce93-4d43-a528-96b08e01ed9e" providerId="ADAL" clId="{CD79E3D5-A23E-45B6-900C-CE8933DA8460}" dt="2025-11-14T11:44:17.110" v="103" actId="47"/>
        <pc:sldMkLst>
          <pc:docMk/>
          <pc:sldMk cId="4056994034" sldId="285"/>
        </pc:sldMkLst>
      </pc:sldChg>
      <pc:sldChg chg="del">
        <pc:chgData name="Robert Jan Schlimbach" userId="0c94c441-ce93-4d43-a528-96b08e01ed9e" providerId="ADAL" clId="{CD79E3D5-A23E-45B6-900C-CE8933DA8460}" dt="2025-11-14T11:44:14.023" v="102" actId="47"/>
        <pc:sldMkLst>
          <pc:docMk/>
          <pc:sldMk cId="3205582245" sldId="286"/>
        </pc:sldMkLst>
      </pc:sldChg>
      <pc:sldChg chg="addSp modSp del mod">
        <pc:chgData name="Robert Jan Schlimbach" userId="0c94c441-ce93-4d43-a528-96b08e01ed9e" providerId="ADAL" clId="{CD79E3D5-A23E-45B6-900C-CE8933DA8460}" dt="2025-11-14T11:44:12.554" v="101" actId="47"/>
        <pc:sldMkLst>
          <pc:docMk/>
          <pc:sldMk cId="1025912297" sldId="287"/>
        </pc:sldMkLst>
        <pc:spChg chg="mod">
          <ac:chgData name="Robert Jan Schlimbach" userId="0c94c441-ce93-4d43-a528-96b08e01ed9e" providerId="ADAL" clId="{CD79E3D5-A23E-45B6-900C-CE8933DA8460}" dt="2025-11-14T10:27:30.670" v="92" actId="20577"/>
          <ac:spMkLst>
            <pc:docMk/>
            <pc:sldMk cId="1025912297" sldId="287"/>
            <ac:spMk id="939" creationId="{00000000-0000-0000-0000-000000000000}"/>
          </ac:spMkLst>
        </pc:spChg>
        <pc:picChg chg="add mod">
          <ac:chgData name="Robert Jan Schlimbach" userId="0c94c441-ce93-4d43-a528-96b08e01ed9e" providerId="ADAL" clId="{CD79E3D5-A23E-45B6-900C-CE8933DA8460}" dt="2025-11-14T10:27:00.274" v="60" actId="1076"/>
          <ac:picMkLst>
            <pc:docMk/>
            <pc:sldMk cId="1025912297" sldId="287"/>
            <ac:picMk id="4" creationId="{0E4C0BE0-EFD0-A3FD-5614-30CB5F308C10}"/>
          </ac:picMkLst>
        </pc:picChg>
      </pc:sldChg>
      <pc:sldChg chg="del">
        <pc:chgData name="Robert Jan Schlimbach" userId="0c94c441-ce93-4d43-a528-96b08e01ed9e" providerId="ADAL" clId="{CD79E3D5-A23E-45B6-900C-CE8933DA8460}" dt="2025-11-14T11:44:05.110" v="99" actId="47"/>
        <pc:sldMkLst>
          <pc:docMk/>
          <pc:sldMk cId="3754355075" sldId="28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875884679" sldId="289"/>
        </pc:sldMkLst>
      </pc:sldChg>
      <pc:sldChg chg="del">
        <pc:chgData name="Robert Jan Schlimbach" userId="0c94c441-ce93-4d43-a528-96b08e01ed9e" providerId="ADAL" clId="{CD79E3D5-A23E-45B6-900C-CE8933DA8460}" dt="2025-11-14T11:45:12.988" v="105" actId="47"/>
        <pc:sldMkLst>
          <pc:docMk/>
          <pc:sldMk cId="1827233461" sldId="291"/>
        </pc:sldMkLst>
      </pc:sldChg>
      <pc:sldChg chg="del">
        <pc:chgData name="Robert Jan Schlimbach" userId="0c94c441-ce93-4d43-a528-96b08e01ed9e" providerId="ADAL" clId="{CD79E3D5-A23E-45B6-900C-CE8933DA8460}" dt="2025-11-14T11:43:33.433" v="96" actId="47"/>
        <pc:sldMkLst>
          <pc:docMk/>
          <pc:sldMk cId="1834884858" sldId="295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831375748" sldId="29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267973849" sldId="299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434099146" sldId="300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162400621" sldId="301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728565322" sldId="302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396477937" sldId="303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215315564" sldId="30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383729992" sldId="310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511210703" sldId="311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208075725" sldId="312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37002641" sldId="313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968347135" sldId="314"/>
        </pc:sldMkLst>
      </pc:sldChg>
      <pc:sldChg chg="del">
        <pc:chgData name="Robert Jan Schlimbach" userId="0c94c441-ce93-4d43-a528-96b08e01ed9e" providerId="ADAL" clId="{CD79E3D5-A23E-45B6-900C-CE8933DA8460}" dt="2025-11-14T11:44:31.827" v="104" actId="47"/>
        <pc:sldMkLst>
          <pc:docMk/>
          <pc:sldMk cId="3627053909" sldId="317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284037762" sldId="320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851183192" sldId="321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4033813933" sldId="322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460479026" sldId="323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646452663" sldId="324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69616811" sldId="325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082890480" sldId="326"/>
        </pc:sldMkLst>
      </pc:sldChg>
      <pc:sldChg chg="delSp mod">
        <pc:chgData name="Robert Jan Schlimbach" userId="0c94c441-ce93-4d43-a528-96b08e01ed9e" providerId="ADAL" clId="{CD79E3D5-A23E-45B6-900C-CE8933DA8460}" dt="2025-11-13T15:25:37.506" v="0" actId="478"/>
        <pc:sldMkLst>
          <pc:docMk/>
          <pc:sldMk cId="2212955866" sldId="327"/>
        </pc:sldMkLst>
        <pc:picChg chg="del">
          <ac:chgData name="Robert Jan Schlimbach" userId="0c94c441-ce93-4d43-a528-96b08e01ed9e" providerId="ADAL" clId="{CD79E3D5-A23E-45B6-900C-CE8933DA8460}" dt="2025-11-13T15:25:37.506" v="0" actId="478"/>
          <ac:picMkLst>
            <pc:docMk/>
            <pc:sldMk cId="2212955866" sldId="327"/>
            <ac:picMk id="7" creationId="{CB55209D-5D5A-741A-D86D-8D951C022096}"/>
          </ac:picMkLst>
        </pc:picChg>
      </pc:sldChg>
      <pc:sldChg chg="del">
        <pc:chgData name="Robert Jan Schlimbach" userId="0c94c441-ce93-4d43-a528-96b08e01ed9e" providerId="ADAL" clId="{CD79E3D5-A23E-45B6-900C-CE8933DA8460}" dt="2025-11-14T11:41:07.893" v="93" actId="47"/>
        <pc:sldMkLst>
          <pc:docMk/>
          <pc:sldMk cId="3370552800" sldId="331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3780074420" sldId="422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2137005440" sldId="423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3550771876" sldId="425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3850946127" sldId="426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2847122767" sldId="427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3349078009" sldId="429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1721256623" sldId="430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2891110826" sldId="431"/>
        </pc:sldMkLst>
      </pc:sldChg>
      <pc:sldChg chg="del">
        <pc:chgData name="Robert Jan Schlimbach" userId="0c94c441-ce93-4d43-a528-96b08e01ed9e" providerId="ADAL" clId="{CD79E3D5-A23E-45B6-900C-CE8933DA8460}" dt="2025-11-14T11:41:07.893" v="93" actId="47"/>
        <pc:sldMkLst>
          <pc:docMk/>
          <pc:sldMk cId="3140085251" sldId="432"/>
        </pc:sldMkLst>
      </pc:sldChg>
      <pc:sldChg chg="del">
        <pc:chgData name="Robert Jan Schlimbach" userId="0c94c441-ce93-4d43-a528-96b08e01ed9e" providerId="ADAL" clId="{CD79E3D5-A23E-45B6-900C-CE8933DA8460}" dt="2025-11-14T11:41:07.893" v="93" actId="47"/>
        <pc:sldMkLst>
          <pc:docMk/>
          <pc:sldMk cId="488713709" sldId="434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196572063" sldId="435"/>
        </pc:sldMkLst>
      </pc:sldChg>
      <pc:sldChg chg="del">
        <pc:chgData name="Robert Jan Schlimbach" userId="0c94c441-ce93-4d43-a528-96b08e01ed9e" providerId="ADAL" clId="{CD79E3D5-A23E-45B6-900C-CE8933DA8460}" dt="2025-11-14T11:41:07.893" v="93" actId="47"/>
        <pc:sldMkLst>
          <pc:docMk/>
          <pc:sldMk cId="621693420" sldId="436"/>
        </pc:sldMkLst>
      </pc:sldChg>
      <pc:sldChg chg="del">
        <pc:chgData name="Robert Jan Schlimbach" userId="0c94c441-ce93-4d43-a528-96b08e01ed9e" providerId="ADAL" clId="{CD79E3D5-A23E-45B6-900C-CE8933DA8460}" dt="2025-11-14T11:41:07.893" v="93" actId="47"/>
        <pc:sldMkLst>
          <pc:docMk/>
          <pc:sldMk cId="163971024" sldId="437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636006915" sldId="46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775635136" sldId="469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788184298" sldId="472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602144769" sldId="513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734736231" sldId="514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165959614" sldId="515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492154898" sldId="516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88345604" sldId="51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646770872" sldId="519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992203940" sldId="520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426974936" sldId="523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750118576" sldId="524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998460765" sldId="525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699725898" sldId="527"/>
        </pc:sldMkLst>
      </pc:sldChg>
      <pc:sldChg chg="del">
        <pc:chgData name="Robert Jan Schlimbach" userId="0c94c441-ce93-4d43-a528-96b08e01ed9e" providerId="ADAL" clId="{CD79E3D5-A23E-45B6-900C-CE8933DA8460}" dt="2025-11-14T11:43:46.132" v="98" actId="47"/>
        <pc:sldMkLst>
          <pc:docMk/>
          <pc:sldMk cId="1774373410" sldId="530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192733244" sldId="531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960307578" sldId="532"/>
        </pc:sldMkLst>
      </pc:sldChg>
      <pc:sldChg chg="del">
        <pc:chgData name="Robert Jan Schlimbach" userId="0c94c441-ce93-4d43-a528-96b08e01ed9e" providerId="ADAL" clId="{CD79E3D5-A23E-45B6-900C-CE8933DA8460}" dt="2025-11-14T11:43:35.139" v="97" actId="47"/>
        <pc:sldMkLst>
          <pc:docMk/>
          <pc:sldMk cId="295156466" sldId="534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617579631" sldId="536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339845051" sldId="537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566362338" sldId="538"/>
        </pc:sldMkLst>
      </pc:sldChg>
      <pc:sldChg chg="del">
        <pc:chgData name="Robert Jan Schlimbach" userId="0c94c441-ce93-4d43-a528-96b08e01ed9e" providerId="ADAL" clId="{CD79E3D5-A23E-45B6-900C-CE8933DA8460}" dt="2025-11-13T15:25:48.676" v="1" actId="47"/>
        <pc:sldMkLst>
          <pc:docMk/>
          <pc:sldMk cId="0" sldId="2076136791"/>
        </pc:sldMkLst>
      </pc:sldChg>
      <pc:sldChg chg="del">
        <pc:chgData name="Robert Jan Schlimbach" userId="0c94c441-ce93-4d43-a528-96b08e01ed9e" providerId="ADAL" clId="{CD79E3D5-A23E-45B6-900C-CE8933DA8460}" dt="2025-11-13T15:25:51.579" v="2" actId="47"/>
        <pc:sldMkLst>
          <pc:docMk/>
          <pc:sldMk cId="4137850083" sldId="2076136792"/>
        </pc:sldMkLst>
      </pc:sldChg>
      <pc:sldChg chg="modSp del mod">
        <pc:chgData name="Robert Jan Schlimbach" userId="0c94c441-ce93-4d43-a528-96b08e01ed9e" providerId="ADAL" clId="{CD79E3D5-A23E-45B6-900C-CE8933DA8460}" dt="2025-11-14T11:41:07.893" v="93" actId="47"/>
        <pc:sldMkLst>
          <pc:docMk/>
          <pc:sldMk cId="1295815359" sldId="2076136794"/>
        </pc:sldMkLst>
        <pc:spChg chg="mod">
          <ac:chgData name="Robert Jan Schlimbach" userId="0c94c441-ce93-4d43-a528-96b08e01ed9e" providerId="ADAL" clId="{CD79E3D5-A23E-45B6-900C-CE8933DA8460}" dt="2025-11-13T15:26:30.631" v="16" actId="20577"/>
          <ac:spMkLst>
            <pc:docMk/>
            <pc:sldMk cId="1295815359" sldId="2076136794"/>
            <ac:spMk id="939" creationId="{1953AEC7-999F-FC31-BD90-ADD05B3FE9DE}"/>
          </ac:spMkLst>
        </pc:spChg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3320478910" sldId="2076136796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2088478625" sldId="2076136797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4131673076" sldId="207613679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677395787" sldId="2076136799"/>
        </pc:sldMkLst>
      </pc:sldChg>
      <pc:sldChg chg="del">
        <pc:chgData name="Robert Jan Schlimbach" userId="0c94c441-ce93-4d43-a528-96b08e01ed9e" providerId="ADAL" clId="{CD79E3D5-A23E-45B6-900C-CE8933DA8460}" dt="2025-11-14T11:44:07.304" v="100" actId="47"/>
        <pc:sldMkLst>
          <pc:docMk/>
          <pc:sldMk cId="1288609945" sldId="2076136800"/>
        </pc:sldMkLst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3217048590" sldId="2076136802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392418730" sldId="2076136805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381069248" sldId="2076136806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658602132" sldId="2076136807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651509067" sldId="2076136808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672694476" sldId="2076136809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566638135" sldId="2076136810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891249875" sldId="2076136811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4266054150" sldId="2076136812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349418028" sldId="2076136813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689377996" sldId="2076136814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3822930267" sldId="2076136821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320989492" sldId="2076136823"/>
        </pc:sldMkLst>
      </pc:sldChg>
      <pc:sldChg chg="modSp mod">
        <pc:chgData name="Robert Jan Schlimbach" userId="0c94c441-ce93-4d43-a528-96b08e01ed9e" providerId="ADAL" clId="{CD79E3D5-A23E-45B6-900C-CE8933DA8460}" dt="2025-11-14T11:46:48.058" v="139" actId="20577"/>
        <pc:sldMkLst>
          <pc:docMk/>
          <pc:sldMk cId="4128602466" sldId="2076136824"/>
        </pc:sldMkLst>
        <pc:spChg chg="mod">
          <ac:chgData name="Robert Jan Schlimbach" userId="0c94c441-ce93-4d43-a528-96b08e01ed9e" providerId="ADAL" clId="{CD79E3D5-A23E-45B6-900C-CE8933DA8460}" dt="2025-11-14T11:46:48.058" v="139" actId="20577"/>
          <ac:spMkLst>
            <pc:docMk/>
            <pc:sldMk cId="4128602466" sldId="2076136824"/>
            <ac:spMk id="939" creationId="{EE6DF855-2CD5-8A1A-8BFE-6A76E1A9A38C}"/>
          </ac:spMkLst>
        </pc:spChg>
      </pc:sldChg>
      <pc:sldChg chg="modSp mod">
        <pc:chgData name="Robert Jan Schlimbach" userId="0c94c441-ce93-4d43-a528-96b08e01ed9e" providerId="ADAL" clId="{CD79E3D5-A23E-45B6-900C-CE8933DA8460}" dt="2025-11-14T11:41:59.785" v="95" actId="20577"/>
        <pc:sldMkLst>
          <pc:docMk/>
          <pc:sldMk cId="250787124" sldId="2076136825"/>
        </pc:sldMkLst>
        <pc:spChg chg="mod">
          <ac:chgData name="Robert Jan Schlimbach" userId="0c94c441-ce93-4d43-a528-96b08e01ed9e" providerId="ADAL" clId="{CD79E3D5-A23E-45B6-900C-CE8933DA8460}" dt="2025-11-14T11:41:59.785" v="95" actId="20577"/>
          <ac:spMkLst>
            <pc:docMk/>
            <pc:sldMk cId="250787124" sldId="2076136825"/>
            <ac:spMk id="10" creationId="{4C9CC45D-5D7D-D10F-C652-0A938967F284}"/>
          </ac:spMkLst>
        </pc:spChg>
      </pc:sldChg>
      <pc:sldChg chg="del">
        <pc:chgData name="Robert Jan Schlimbach" userId="0c94c441-ce93-4d43-a528-96b08e01ed9e" providerId="ADAL" clId="{CD79E3D5-A23E-45B6-900C-CE8933DA8460}" dt="2025-11-14T11:57:56.895" v="140" actId="47"/>
        <pc:sldMkLst>
          <pc:docMk/>
          <pc:sldMk cId="1872608305" sldId="2076136826"/>
        </pc:sldMkLst>
      </pc:sldChg>
      <pc:sldChg chg="del">
        <pc:chgData name="Robert Jan Schlimbach" userId="0c94c441-ce93-4d43-a528-96b08e01ed9e" providerId="ADAL" clId="{CD79E3D5-A23E-45B6-900C-CE8933DA8460}" dt="2025-11-14T11:41:07.893" v="93" actId="47"/>
        <pc:sldMkLst>
          <pc:docMk/>
          <pc:sldMk cId="3335696747" sldId="2076136829"/>
        </pc:sldMkLst>
      </pc:sldChg>
      <pc:sldChg chg="del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1834773480" sldId="2076136830"/>
        </pc:sldMkLst>
      </pc:sldChg>
      <pc:sldChg chg="modSp add del mod">
        <pc:chgData name="Robert Jan Schlimbach" userId="0c94c441-ce93-4d43-a528-96b08e01ed9e" providerId="ADAL" clId="{CD79E3D5-A23E-45B6-900C-CE8933DA8460}" dt="2025-11-14T11:41:46.967" v="94" actId="47"/>
        <pc:sldMkLst>
          <pc:docMk/>
          <pc:sldMk cId="2786179834" sldId="2076136831"/>
        </pc:sldMkLst>
        <pc:spChg chg="mod">
          <ac:chgData name="Robert Jan Schlimbach" userId="0c94c441-ce93-4d43-a528-96b08e01ed9e" providerId="ADAL" clId="{CD79E3D5-A23E-45B6-900C-CE8933DA8460}" dt="2025-11-13T15:27:40.585" v="26" actId="20577"/>
          <ac:spMkLst>
            <pc:docMk/>
            <pc:sldMk cId="2786179834" sldId="2076136831"/>
            <ac:spMk id="10" creationId="{A476C87D-9F68-5230-40AD-99DE247A74F9}"/>
          </ac:spMkLst>
        </pc:spChg>
      </pc:sldChg>
      <pc:sldMasterChg chg="delSldLayout">
        <pc:chgData name="Robert Jan Schlimbach" userId="0c94c441-ce93-4d43-a528-96b08e01ed9e" providerId="ADAL" clId="{CD79E3D5-A23E-45B6-900C-CE8933DA8460}" dt="2025-11-14T11:57:56.895" v="140" actId="47"/>
        <pc:sldMasterMkLst>
          <pc:docMk/>
          <pc:sldMasterMk cId="1405780546" sldId="2147483656"/>
        </pc:sldMasterMkLst>
        <pc:sldLayoutChg chg="del">
          <pc:chgData name="Robert Jan Schlimbach" userId="0c94c441-ce93-4d43-a528-96b08e01ed9e" providerId="ADAL" clId="{CD79E3D5-A23E-45B6-900C-CE8933DA8460}" dt="2025-11-14T11:57:56.895" v="140" actId="47"/>
          <pc:sldLayoutMkLst>
            <pc:docMk/>
            <pc:sldMasterMk cId="1405780546" sldId="2147483656"/>
            <pc:sldLayoutMk cId="2444733491" sldId="2147483660"/>
          </pc:sldLayoutMkLst>
        </pc:sldLayoutChg>
        <pc:sldLayoutChg chg="del">
          <pc:chgData name="Robert Jan Schlimbach" userId="0c94c441-ce93-4d43-a528-96b08e01ed9e" providerId="ADAL" clId="{CD79E3D5-A23E-45B6-900C-CE8933DA8460}" dt="2025-11-14T11:41:46.967" v="94" actId="47"/>
          <pc:sldLayoutMkLst>
            <pc:docMk/>
            <pc:sldMasterMk cId="1405780546" sldId="2147483656"/>
            <pc:sldLayoutMk cId="3224136929" sldId="2147483665"/>
          </pc:sldLayoutMkLst>
        </pc:sldLayoutChg>
        <pc:sldLayoutChg chg="del">
          <pc:chgData name="Robert Jan Schlimbach" userId="0c94c441-ce93-4d43-a528-96b08e01ed9e" providerId="ADAL" clId="{CD79E3D5-A23E-45B6-900C-CE8933DA8460}" dt="2025-11-14T11:41:46.967" v="94" actId="47"/>
          <pc:sldLayoutMkLst>
            <pc:docMk/>
            <pc:sldMasterMk cId="1405780546" sldId="2147483656"/>
            <pc:sldLayoutMk cId="1272626947" sldId="2147483666"/>
          </pc:sldLayoutMkLst>
        </pc:sldLayoutChg>
        <pc:sldLayoutChg chg="del">
          <pc:chgData name="Robert Jan Schlimbach" userId="0c94c441-ce93-4d43-a528-96b08e01ed9e" providerId="ADAL" clId="{CD79E3D5-A23E-45B6-900C-CE8933DA8460}" dt="2025-11-14T11:41:46.967" v="94" actId="47"/>
          <pc:sldLayoutMkLst>
            <pc:docMk/>
            <pc:sldMasterMk cId="1405780546" sldId="2147483656"/>
            <pc:sldLayoutMk cId="2008023562" sldId="214748366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9A05A-C030-404F-84CE-DF89B2719958}" type="datetimeFigureOut">
              <a:rPr lang="en-NL" smtClean="0"/>
              <a:t>14/11/2025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E3CD5-403F-42A1-A26B-48E265B3963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928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10BC492-4473-4B0E-93D5-D38953E1EC75}" type="slidenum">
              <a:rPr lang="en-GB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629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26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D846-F3E5-5EFD-5985-26221750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299901A-9EB0-031A-619F-78094BF03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D1C6A13-C4C1-5AE2-04C0-5C10469B832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CA213F67-371D-F0E9-9210-56EBE712F1BA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2704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5869-2E02-11FC-7004-B1A1C262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0DB4EDD-0320-8777-DF50-35900983A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3B929CC1-877B-C861-6F70-6F7BCDD08F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F2481B0-D760-CC76-A133-F497AC8B3EC7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8431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15DC-E38F-749C-41C8-46974424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795DCAE8-2833-F28C-258B-1776FBA23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E6F720CB-35A1-B0C0-2E32-A8781F9BE3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D83516A-1345-A5C2-8274-67EADE7C039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0316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1037-46EF-F647-F369-BCD10FA6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A068FDC-AC1D-9519-35AB-5A4B30F7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734C13F-9AC1-3F86-4233-C70BA0B7C6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85A7FCBD-03D0-F144-3EDB-85AEC28AFB27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889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0740B-9408-00B3-61BB-A45EF6DD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0826FE58-8472-0162-DB0D-0735D7B2E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6B046DFC-31F3-3B89-166C-7680F4EBED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1CFCC31-CA06-0F52-C685-61AF2D8F568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8292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4CCD-6345-2EF5-EC57-B4FB76D3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85909C1-4555-7C90-B4A1-A84125B58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2EEDA53-C4BE-6F39-C4C5-0443B42B0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9C94E6-6F82-7DA7-02DC-98AA5AD04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902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4168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8525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82B7-ADD2-F2BA-CD97-EEE6E5E7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493340BA-FB7C-C69E-1A16-58D7B52C6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0280CF6B-E5B7-77AD-A602-FFDCE886CC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896FFF3-FF0A-4726-A7D5-62F08A2D8C15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7946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4845-059E-E129-F7C0-84ABAE7F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26ACA935-9802-B5DD-86DD-73BA3046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8195796C-2455-ED59-A059-933CA57673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73189C1-A766-3C3C-195B-94DF57BD4B5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8807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3D06-A37B-C00E-7C6B-445803C0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4BED263-B719-4EFF-CFCF-E19CACD5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404ADE15-5A2D-F184-5D65-32F92A2977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3787B4DD-C181-EE66-F08C-D2F347A280B8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6043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8700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2D71-BB6E-AED5-0BC6-7F6586B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3DFD432-E8AE-2800-05A5-EB29F2E08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A8188AAD-26E8-25E6-5863-EBA103DD6F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489ED2F-A0C2-5C57-0B40-4EDD3BF51D4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9190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73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876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6B26B-19A9-76AA-20CA-BDEC5CA25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9C79BA-9518-10B0-2E0F-7EC21415D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E4D399D-80AB-157C-FF43-0F94536A3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ADD49EC-3FC9-21B9-9E6A-C0D894000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36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5DED-2D91-4C0E-8D91-9F431318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2E52DCC-11C7-18A9-F92B-AE1972FBA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60936480-744B-867B-4CA9-DCDF297FB3B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FFC9738-8C74-094D-012F-FAE6D56D7346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600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jdelijke aanduiding voor titel 1">
            <a:extLst>
              <a:ext uri="{FF2B5EF4-FFF2-40B4-BE49-F238E27FC236}">
                <a16:creationId xmlns:a16="http://schemas.microsoft.com/office/drawing/2014/main" id="{6487721E-6D8E-22A6-150E-48B5B7398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67937"/>
            <a:ext cx="2086708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305486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54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Background ligh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0">
            <a:extLst>
              <a:ext uri="{FF2B5EF4-FFF2-40B4-BE49-F238E27FC236}">
                <a16:creationId xmlns:a16="http://schemas.microsoft.com/office/drawing/2014/main" id="{EC75E586-75E4-9F58-629C-42972F2C3D7A}"/>
              </a:ext>
            </a:extLst>
          </p:cNvPr>
          <p:cNvSpPr txBox="1">
            <a:spLocks/>
          </p:cNvSpPr>
          <p:nvPr userDrawn="1"/>
        </p:nvSpPr>
        <p:spPr>
          <a:xfrm>
            <a:off x="193040" y="225424"/>
            <a:ext cx="11805920" cy="6424295"/>
          </a:xfrm>
          <a:prstGeom prst="roundRect">
            <a:avLst>
              <a:gd name="adj" fmla="val 3563"/>
            </a:avLst>
          </a:prstGeom>
          <a:solidFill>
            <a:srgbClr val="FCE4D4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E7628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EE82F239-2B35-4039-9A61-4FB8C953EA19}"/>
              </a:ext>
            </a:extLst>
          </p:cNvPr>
          <p:cNvSpPr/>
          <p:nvPr userDrawn="1"/>
        </p:nvSpPr>
        <p:spPr>
          <a:xfrm>
            <a:off x="0" y="-367937"/>
            <a:ext cx="2906373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EE76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Title only Background light orange</a:t>
            </a:r>
          </a:p>
        </p:txBody>
      </p:sp>
      <p:sp>
        <p:nvSpPr>
          <p:cNvPr id="5" name="Tijdelijke aanduiding voor tekst 15">
            <a:extLst>
              <a:ext uri="{FF2B5EF4-FFF2-40B4-BE49-F238E27FC236}">
                <a16:creationId xmlns:a16="http://schemas.microsoft.com/office/drawing/2014/main" id="{1573DD9B-8FD8-C1EC-787F-42558CEE97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6060536"/>
            <a:ext cx="932400" cy="475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8" name="Tijdelijke aanduiding voor tekst 12">
            <a:extLst>
              <a:ext uri="{FF2B5EF4-FFF2-40B4-BE49-F238E27FC236}">
                <a16:creationId xmlns:a16="http://schemas.microsoft.com/office/drawing/2014/main" id="{FBA7C0EF-C85B-4505-8107-015B15633D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207" y="707795"/>
            <a:ext cx="36000" cy="396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66DDD4FA-5C0A-526B-A5D0-BD4D9C52D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163" y="722313"/>
            <a:ext cx="10606838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</p:spTree>
    <p:extLst>
      <p:ext uri="{BB962C8B-B14F-4D97-AF65-F5344CB8AC3E}">
        <p14:creationId xmlns:p14="http://schemas.microsoft.com/office/powerpoint/2010/main" val="286700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65163" y="722313"/>
            <a:ext cx="10582630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720000" y="1592262"/>
            <a:ext cx="10752000" cy="42139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 err="1"/>
              <a:t>Tekst</a:t>
            </a:r>
            <a:endParaRPr lang="en-GB" noProof="0" dirty="0"/>
          </a:p>
          <a:p>
            <a:pPr lvl="4"/>
            <a:r>
              <a:rPr lang="en-GB" noProof="0" dirty="0"/>
              <a:t>Heading #1</a:t>
            </a:r>
          </a:p>
          <a:p>
            <a:pPr lvl="5"/>
            <a:r>
              <a:rPr lang="en-GB" noProof="0" dirty="0"/>
              <a:t>Heading #2</a:t>
            </a:r>
          </a:p>
          <a:p>
            <a:pPr lvl="6"/>
            <a:r>
              <a:rPr lang="en-GB" noProof="0" dirty="0"/>
              <a:t>Numbers</a:t>
            </a:r>
          </a:p>
          <a:p>
            <a:pPr lvl="7"/>
            <a:r>
              <a:rPr lang="en-GB" noProof="0" dirty="0"/>
              <a:t>Letters</a:t>
            </a:r>
          </a:p>
          <a:p>
            <a:pPr marL="0" marR="0" lvl="8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GB" noProof="0" dirty="0" err="1"/>
              <a:t>Bronvermelding</a:t>
            </a:r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3B2B64-2362-45C8-9E78-5ECAAAF3478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266793" y="7267316"/>
            <a:ext cx="4114800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|  Published under cc-by licence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175566" y="7255814"/>
            <a:ext cx="284597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 b="1">
                <a:solidFill>
                  <a:schemeClr val="tx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chemeClr val="tx1">
              <a:alpha val="20000"/>
            </a:schemeClr>
          </a:solidFill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0" y="0"/>
              <a:ext cx="12192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-12032" y="-542026"/>
            <a:ext cx="2129051" cy="1501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000" b="0" cap="all" baseline="0" noProof="0" dirty="0">
                <a:latin typeface="+mj-lt"/>
              </a:rPr>
              <a:t>Name of the layout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E8839A4-EDB3-CD18-65F6-1247F05B0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00" y="7267317"/>
            <a:ext cx="1451700" cy="1517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35A72ECF-8B84-41B2-B55D-F6FF3126552C}" type="datetime3">
              <a:rPr lang="en-GB" smtClean="0"/>
              <a:t>14 November,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78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7" r:id="rId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 typeface="Aptos" panose="020B0004020202020204" pitchFamily="34" charset="0"/>
        <a:buChar char="−"/>
        <a:defRPr sz="18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ptos" panose="020B0004020202020204" pitchFamily="34" charset="0"/>
        <a:buNone/>
        <a:defRPr sz="18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ptos" panose="020B0004020202020204" pitchFamily="34" charset="0"/>
        <a:buNone/>
        <a:defRPr sz="2000" b="1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ptos" panose="020B0004020202020204" pitchFamily="34" charset="0"/>
        <a:buNone/>
        <a:defRPr sz="2000" b="1" i="0" kern="1200" cap="none" baseline="0">
          <a:solidFill>
            <a:schemeClr val="accent4"/>
          </a:solidFill>
          <a:latin typeface="+mj-lt"/>
          <a:ea typeface="+mn-ea"/>
          <a:cs typeface="+mn-cs"/>
        </a:defRPr>
      </a:lvl6pPr>
      <a:lvl7pPr marL="342900" indent="-3429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3429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Tx/>
        <a:buNone/>
        <a:tabLst/>
        <a:defRPr sz="1400" i="1" kern="120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notes/cuda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docs.nvidia.com/deeplearning/performance/index.html" TargetMode="External"/><Relationship Id="rId4" Type="http://schemas.openxmlformats.org/officeDocument/2006/relationships/hyperlink" Target="https://docs.nvidia.com/deeplearning/performance/dl-performance-memory-limited/index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URF-ML/HPML-course-materials.git" TargetMode="External"/><Relationship Id="rId4" Type="http://schemas.openxmlformats.org/officeDocument/2006/relationships/hyperlink" Target="https://github.com/SURF-ML/HPML-course-materials/blob/august2025/Day2/notebooks/PyTorch_profiling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0">
            <a:blip r:embed="rId3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>
              <a:lnSpc>
                <a:spcPct val="114999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GB" sz="2500" b="1" spc="-1" dirty="0">
                <a:solidFill>
                  <a:srgbClr val="000000"/>
                </a:solidFill>
                <a:latin typeface="Arial"/>
              </a:rPr>
              <a:t>High-Performance</a:t>
            </a:r>
            <a:br>
              <a:rPr lang="en-GB" sz="2500" b="1" spc="-1" dirty="0">
                <a:solidFill>
                  <a:srgbClr val="000000"/>
                </a:solidFill>
                <a:latin typeface="Arial"/>
              </a:rPr>
            </a:br>
            <a:r>
              <a:rPr lang="en-GB" sz="2500" b="1" spc="-1" dirty="0">
                <a:solidFill>
                  <a:srgbClr val="000000"/>
                </a:solidFill>
                <a:latin typeface="Arial"/>
              </a:rPr>
              <a:t>Machine-Learning</a:t>
            </a:r>
            <a:endParaRPr lang="nl-NL" dirty="0"/>
          </a:p>
        </p:txBody>
      </p:sp>
      <p:sp>
        <p:nvSpPr>
          <p:cNvPr id="931" name="PlaceHolder 2"/>
          <p:cNvSpPr>
            <a:spLocks noGrp="1"/>
          </p:cNvSpPr>
          <p:nvPr>
            <p:ph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 w="0">
            <a:noFill/>
          </a:ln>
        </p:spPr>
        <p:txBody>
          <a:bodyPr lIns="324000" tIns="0" rIns="252000" bIns="0" anchor="t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lang="en-GB" sz="1800" spc="-1" dirty="0">
                <a:solidFill>
                  <a:srgbClr val="000000"/>
                </a:solidFill>
                <a:latin typeface="Calibri"/>
              </a:rPr>
              <a:t>Robert Jan Schlimbach</a:t>
            </a:r>
            <a:endParaRPr lang="en-US" sz="1800" spc="-1" dirty="0" err="1">
              <a:solidFill>
                <a:srgbClr val="000000"/>
              </a:solidFill>
              <a:latin typeface="Arial"/>
            </a:endParaRPr>
          </a:p>
          <a:p>
            <a:pPr>
              <a:buNone/>
              <a:tabLst>
                <a:tab pos="0" algn="l"/>
              </a:tabLst>
            </a:pPr>
            <a:r>
              <a:rPr lang="en-GB" sz="1800" spc="-1" dirty="0">
                <a:solidFill>
                  <a:srgbClr val="000000"/>
                </a:solidFill>
                <a:latin typeface="Calibri"/>
              </a:rPr>
              <a:t>Team High-Performance Machine-Learning</a:t>
            </a:r>
            <a:endParaRPr lang="en-GB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Google Shape;226;p23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4" name="Google Shape;227;p23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5" name="Google Shape;228;p23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6" name="Google Shape;229;p23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7" name="Google Shape;230;p23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Afbeelding 1" descr="Afbeelding met overdekt, muur&#10;&#10;Automatisch gegenereerde beschrijving">
            <a:extLst>
              <a:ext uri="{FF2B5EF4-FFF2-40B4-BE49-F238E27FC236}">
                <a16:creationId xmlns:a16="http://schemas.microsoft.com/office/drawing/2014/main" id="{5E179440-CA2A-E3A5-961A-432D77DB3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176" y="-1587"/>
            <a:ext cx="6343650" cy="4757738"/>
          </a:xfrm>
          <a:prstGeom prst="rect">
            <a:avLst/>
          </a:prstGeom>
        </p:spPr>
      </p:pic>
      <p:pic>
        <p:nvPicPr>
          <p:cNvPr id="3" name="Afbeelding 2" descr="Afbeelding met elektronica, Elektrische bedrading, server, Elektronische engineering&#10;&#10;Automatisch gegenereerde beschrijving">
            <a:extLst>
              <a:ext uri="{FF2B5EF4-FFF2-40B4-BE49-F238E27FC236}">
                <a16:creationId xmlns:a16="http://schemas.microsoft.com/office/drawing/2014/main" id="{2731C261-ABC9-5567-C5BA-58F99BC4F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175" y="3038474"/>
            <a:ext cx="2863850" cy="3821113"/>
          </a:xfrm>
          <a:prstGeom prst="rect">
            <a:avLst/>
          </a:prstGeom>
        </p:spPr>
      </p:pic>
      <p:pic>
        <p:nvPicPr>
          <p:cNvPr id="4" name="Afbeelding 3" descr="Afbeelding met elektronica, Elektronische engineering, Computeronderdeel, Elektrische bedrading&#10;&#10;Automatisch gegenereerde beschrijving">
            <a:extLst>
              <a:ext uri="{FF2B5EF4-FFF2-40B4-BE49-F238E27FC236}">
                <a16:creationId xmlns:a16="http://schemas.microsoft.com/office/drawing/2014/main" id="{AA44F28F-FC9A-23BE-5E7B-72FDFE0B9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700" y="3038474"/>
            <a:ext cx="2863850" cy="38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5586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Monitoring!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959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EEE66043-85EF-D548-6EA3-FC5096CA14BD}"/>
              </a:ext>
            </a:extLst>
          </p:cNvPr>
          <p:cNvSpPr txBox="1">
            <a:spLocks/>
          </p:cNvSpPr>
          <p:nvPr/>
        </p:nvSpPr>
        <p:spPr>
          <a:xfrm>
            <a:off x="193040" y="225424"/>
            <a:ext cx="11805920" cy="6424295"/>
          </a:xfrm>
          <a:prstGeom prst="roundRect">
            <a:avLst>
              <a:gd name="adj" fmla="val 3563"/>
            </a:avLst>
          </a:prstGeom>
          <a:solidFill>
            <a:srgbClr val="FCE4D4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E7628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25" name="Vorm 6">
            <a:extLst>
              <a:ext uri="{FF2B5EF4-FFF2-40B4-BE49-F238E27FC236}">
                <a16:creationId xmlns:a16="http://schemas.microsoft.com/office/drawing/2014/main" id="{997B0FE5-06F0-A9B5-FF11-8428FEFC98AC}"/>
              </a:ext>
            </a:extLst>
          </p:cNvPr>
          <p:cNvSpPr txBox="1"/>
          <p:nvPr/>
        </p:nvSpPr>
        <p:spPr>
          <a:xfrm>
            <a:off x="4753972" y="4786172"/>
            <a:ext cx="5359746" cy="1026000"/>
          </a:xfrm>
          <a:prstGeom prst="rect">
            <a:avLst/>
          </a:prstGeom>
          <a:solidFill>
            <a:srgbClr val="D5ECD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Vorm 6">
            <a:extLst>
              <a:ext uri="{FF2B5EF4-FFF2-40B4-BE49-F238E27FC236}">
                <a16:creationId xmlns:a16="http://schemas.microsoft.com/office/drawing/2014/main" id="{71CB7B59-BFCD-A4F5-E149-E9A046A81117}"/>
              </a:ext>
            </a:extLst>
          </p:cNvPr>
          <p:cNvSpPr txBox="1"/>
          <p:nvPr/>
        </p:nvSpPr>
        <p:spPr>
          <a:xfrm>
            <a:off x="4753972" y="3725517"/>
            <a:ext cx="5359746" cy="1026000"/>
          </a:xfrm>
          <a:prstGeom prst="rect">
            <a:avLst/>
          </a:prstGeom>
          <a:solidFill>
            <a:srgbClr val="D1E4F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Vorm 6">
            <a:extLst>
              <a:ext uri="{FF2B5EF4-FFF2-40B4-BE49-F238E27FC236}">
                <a16:creationId xmlns:a16="http://schemas.microsoft.com/office/drawing/2014/main" id="{A462DA75-4D75-A95A-27DA-6E74FA9166DA}"/>
              </a:ext>
            </a:extLst>
          </p:cNvPr>
          <p:cNvSpPr txBox="1"/>
          <p:nvPr/>
        </p:nvSpPr>
        <p:spPr>
          <a:xfrm>
            <a:off x="4753972" y="2670575"/>
            <a:ext cx="5359746" cy="1026000"/>
          </a:xfrm>
          <a:prstGeom prst="rect">
            <a:avLst/>
          </a:prstGeom>
          <a:solidFill>
            <a:srgbClr val="FDF8DA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Vorm 4">
            <a:extLst>
              <a:ext uri="{FF2B5EF4-FFF2-40B4-BE49-F238E27FC236}">
                <a16:creationId xmlns:a16="http://schemas.microsoft.com/office/drawing/2014/main" id="{0618E69C-0048-0238-23A2-CD45C57A7A70}"/>
              </a:ext>
            </a:extLst>
          </p:cNvPr>
          <p:cNvSpPr txBox="1"/>
          <p:nvPr/>
        </p:nvSpPr>
        <p:spPr>
          <a:xfrm>
            <a:off x="4753973" y="1578320"/>
            <a:ext cx="5359746" cy="1060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2DA2214-1EA4-E3F1-C026-15DCB2448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F0A341-5EC5-5383-B842-A265DDD526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8A3DDFD-9D1A-59E0-9C60-B0504FFF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Monitoring pyramid</a:t>
            </a:r>
          </a:p>
        </p:txBody>
      </p:sp>
      <p:sp>
        <p:nvSpPr>
          <p:cNvPr id="5" name="Trapezium 4">
            <a:extLst>
              <a:ext uri="{FF2B5EF4-FFF2-40B4-BE49-F238E27FC236}">
                <a16:creationId xmlns:a16="http://schemas.microsoft.com/office/drawing/2014/main" id="{BB547A6C-21E0-B4F6-70FA-6B2EB89F64F1}"/>
              </a:ext>
            </a:extLst>
          </p:cNvPr>
          <p:cNvSpPr txBox="1"/>
          <p:nvPr/>
        </p:nvSpPr>
        <p:spPr>
          <a:xfrm>
            <a:off x="2332401" y="1441115"/>
            <a:ext cx="1957324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Kernel-level profiling</a:t>
            </a:r>
          </a:p>
        </p:txBody>
      </p:sp>
      <p:sp>
        <p:nvSpPr>
          <p:cNvPr id="6" name="Trapezium 6">
            <a:extLst>
              <a:ext uri="{FF2B5EF4-FFF2-40B4-BE49-F238E27FC236}">
                <a16:creationId xmlns:a16="http://schemas.microsoft.com/office/drawing/2014/main" id="{F5E941E2-AAD4-A55C-92B5-6B04961281EA}"/>
              </a:ext>
            </a:extLst>
          </p:cNvPr>
          <p:cNvSpPr txBox="1"/>
          <p:nvPr/>
        </p:nvSpPr>
        <p:spPr>
          <a:xfrm>
            <a:off x="601744" y="2507491"/>
            <a:ext cx="3042206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Job-level </a:t>
            </a:r>
            <a:r>
              <a:rPr kumimoji="0" lang="en-GB" sz="1499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Profiling</a:t>
            </a:r>
          </a:p>
        </p:txBody>
      </p:sp>
      <p:sp>
        <p:nvSpPr>
          <p:cNvPr id="7" name="Trapezium 8">
            <a:extLst>
              <a:ext uri="{FF2B5EF4-FFF2-40B4-BE49-F238E27FC236}">
                <a16:creationId xmlns:a16="http://schemas.microsoft.com/office/drawing/2014/main" id="{DEBCCE6C-AD2E-BE5C-EFF4-D5FE6D9C8485}"/>
              </a:ext>
            </a:extLst>
          </p:cNvPr>
          <p:cNvSpPr txBox="1"/>
          <p:nvPr/>
        </p:nvSpPr>
        <p:spPr>
          <a:xfrm>
            <a:off x="137498" y="3573866"/>
            <a:ext cx="2833970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Performance metric collection</a:t>
            </a:r>
            <a:endParaRPr kumimoji="0" lang="en-GB" sz="1499" b="1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A70BCFE-909E-1A83-C281-959146F35F25}"/>
              </a:ext>
            </a:extLst>
          </p:cNvPr>
          <p:cNvSpPr/>
          <p:nvPr/>
        </p:nvSpPr>
        <p:spPr>
          <a:xfrm rot="5400000" flipH="1" flipV="1">
            <a:off x="9057310" y="3402635"/>
            <a:ext cx="4213225" cy="592482"/>
          </a:xfrm>
          <a:custGeom>
            <a:avLst/>
            <a:gdLst>
              <a:gd name="connsiteX0" fmla="*/ 4213225 w 4213225"/>
              <a:gd name="connsiteY0" fmla="*/ 296242 h 592482"/>
              <a:gd name="connsiteX1" fmla="*/ 4198659 w 4213225"/>
              <a:gd name="connsiteY1" fmla="*/ 322816 h 592482"/>
              <a:gd name="connsiteX2" fmla="*/ 3885242 w 4213225"/>
              <a:gd name="connsiteY2" fmla="*/ 575446 h 592482"/>
              <a:gd name="connsiteX3" fmla="*/ 3829491 w 4213225"/>
              <a:gd name="connsiteY3" fmla="*/ 592482 h 592482"/>
              <a:gd name="connsiteX4" fmla="*/ 2702737 w 4213225"/>
              <a:gd name="connsiteY4" fmla="*/ 592482 h 592482"/>
              <a:gd name="connsiteX5" fmla="*/ 2702741 w 4213225"/>
              <a:gd name="connsiteY5" fmla="*/ 592479 h 592482"/>
              <a:gd name="connsiteX6" fmla="*/ 0 w 4213225"/>
              <a:gd name="connsiteY6" fmla="*/ 592479 h 592482"/>
              <a:gd name="connsiteX7" fmla="*/ 0 w 4213225"/>
              <a:gd name="connsiteY7" fmla="*/ 0 h 592482"/>
              <a:gd name="connsiteX8" fmla="*/ 3779781 w 4213225"/>
              <a:gd name="connsiteY8" fmla="*/ 0 h 592482"/>
              <a:gd name="connsiteX9" fmla="*/ 3779783 w 4213225"/>
              <a:gd name="connsiteY9" fmla="*/ 2 h 592482"/>
              <a:gd name="connsiteX10" fmla="*/ 3829491 w 4213225"/>
              <a:gd name="connsiteY10" fmla="*/ 2 h 592482"/>
              <a:gd name="connsiteX11" fmla="*/ 3885242 w 4213225"/>
              <a:gd name="connsiteY11" fmla="*/ 17039 h 592482"/>
              <a:gd name="connsiteX12" fmla="*/ 4198659 w 4213225"/>
              <a:gd name="connsiteY12" fmla="*/ 269668 h 592482"/>
              <a:gd name="connsiteX13" fmla="*/ 4213225 w 4213225"/>
              <a:gd name="connsiteY13" fmla="*/ 296242 h 59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13225" h="592482">
                <a:moveTo>
                  <a:pt x="4213225" y="296242"/>
                </a:moveTo>
                <a:cubicBezTo>
                  <a:pt x="4213225" y="305612"/>
                  <a:pt x="4208369" y="314983"/>
                  <a:pt x="4198659" y="322816"/>
                </a:cubicBezTo>
                <a:lnTo>
                  <a:pt x="3885242" y="575446"/>
                </a:lnTo>
                <a:cubicBezTo>
                  <a:pt x="3871917" y="586186"/>
                  <a:pt x="3851301" y="592482"/>
                  <a:pt x="3829491" y="592482"/>
                </a:cubicBezTo>
                <a:lnTo>
                  <a:pt x="2702737" y="592482"/>
                </a:lnTo>
                <a:lnTo>
                  <a:pt x="2702741" y="592479"/>
                </a:lnTo>
                <a:lnTo>
                  <a:pt x="0" y="592479"/>
                </a:lnTo>
                <a:lnTo>
                  <a:pt x="0" y="0"/>
                </a:lnTo>
                <a:lnTo>
                  <a:pt x="3779781" y="0"/>
                </a:lnTo>
                <a:lnTo>
                  <a:pt x="3779783" y="2"/>
                </a:lnTo>
                <a:lnTo>
                  <a:pt x="3829491" y="2"/>
                </a:lnTo>
                <a:cubicBezTo>
                  <a:pt x="3851301" y="2"/>
                  <a:pt x="3871917" y="6298"/>
                  <a:pt x="3885242" y="17039"/>
                </a:cubicBezTo>
                <a:lnTo>
                  <a:pt x="4198659" y="269668"/>
                </a:lnTo>
                <a:cubicBezTo>
                  <a:pt x="4208369" y="277502"/>
                  <a:pt x="4213225" y="286872"/>
                  <a:pt x="4213225" y="2962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tIns="71972" bIns="71972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Time investment</a:t>
            </a:r>
          </a:p>
        </p:txBody>
      </p:sp>
      <p:sp>
        <p:nvSpPr>
          <p:cNvPr id="9" name="Vorm 4">
            <a:extLst>
              <a:ext uri="{FF2B5EF4-FFF2-40B4-BE49-F238E27FC236}">
                <a16:creationId xmlns:a16="http://schemas.microsoft.com/office/drawing/2014/main" id="{6FD8C71D-9E10-30A4-D2E5-9F09B9CD630A}"/>
              </a:ext>
            </a:extLst>
          </p:cNvPr>
          <p:cNvSpPr txBox="1"/>
          <p:nvPr/>
        </p:nvSpPr>
        <p:spPr>
          <a:xfrm>
            <a:off x="5588539" y="1578320"/>
            <a:ext cx="4525180" cy="1060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lvl="0" algn="r" defTabSz="88864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GB" sz="1400" b="1" dirty="0">
                <a:solidFill>
                  <a:srgbClr val="070809"/>
                </a:solidFill>
              </a:rPr>
              <a:t>Nsight compute</a:t>
            </a:r>
          </a:p>
        </p:txBody>
      </p:sp>
      <p:sp>
        <p:nvSpPr>
          <p:cNvPr id="10" name="Vorm 6">
            <a:extLst>
              <a:ext uri="{FF2B5EF4-FFF2-40B4-BE49-F238E27FC236}">
                <a16:creationId xmlns:a16="http://schemas.microsoft.com/office/drawing/2014/main" id="{36A3F4B0-D3EF-0D96-679E-BDAACF46E802}"/>
              </a:ext>
            </a:extLst>
          </p:cNvPr>
          <p:cNvSpPr txBox="1"/>
          <p:nvPr/>
        </p:nvSpPr>
        <p:spPr>
          <a:xfrm>
            <a:off x="6257478" y="2670575"/>
            <a:ext cx="3856240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lvl="1" algn="r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defRPr/>
            </a:pPr>
            <a:r>
              <a:rPr lang="en-GB" sz="1400" b="1" dirty="0" err="1">
                <a:solidFill>
                  <a:srgbClr val="070809"/>
                </a:solidFill>
              </a:rPr>
              <a:t>PyTorch</a:t>
            </a:r>
            <a:r>
              <a:rPr lang="en-GB" sz="1400" b="1" dirty="0">
                <a:solidFill>
                  <a:srgbClr val="070809"/>
                </a:solidFill>
              </a:rPr>
              <a:t> profiler, </a:t>
            </a:r>
            <a:r>
              <a:rPr lang="en-GB" sz="1400" b="1" dirty="0" err="1">
                <a:solidFill>
                  <a:srgbClr val="070809"/>
                </a:solidFill>
              </a:rPr>
              <a:t>nsight</a:t>
            </a:r>
            <a:r>
              <a:rPr lang="en-GB" sz="1400" b="1" dirty="0">
                <a:solidFill>
                  <a:srgbClr val="070809"/>
                </a:solidFill>
              </a:rPr>
              <a:t> systems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Vorm 8">
            <a:extLst>
              <a:ext uri="{FF2B5EF4-FFF2-40B4-BE49-F238E27FC236}">
                <a16:creationId xmlns:a16="http://schemas.microsoft.com/office/drawing/2014/main" id="{995C4980-E012-A8C9-0B65-D30F2667B7F4}"/>
              </a:ext>
            </a:extLst>
          </p:cNvPr>
          <p:cNvSpPr txBox="1"/>
          <p:nvPr/>
        </p:nvSpPr>
        <p:spPr>
          <a:xfrm>
            <a:off x="6386255" y="3725517"/>
            <a:ext cx="3727464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Wandb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Tensorboard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perf metric logging</a:t>
            </a:r>
            <a:b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(e.g. iterations per second, %watts over time)</a:t>
            </a:r>
          </a:p>
        </p:txBody>
      </p:sp>
      <p:sp>
        <p:nvSpPr>
          <p:cNvPr id="12" name="Vorm 10">
            <a:extLst>
              <a:ext uri="{FF2B5EF4-FFF2-40B4-BE49-F238E27FC236}">
                <a16:creationId xmlns:a16="http://schemas.microsoft.com/office/drawing/2014/main" id="{A2330634-E15A-976C-4092-EFE5F05D2990}"/>
              </a:ext>
            </a:extLst>
          </p:cNvPr>
          <p:cNvSpPr txBox="1"/>
          <p:nvPr/>
        </p:nvSpPr>
        <p:spPr>
          <a:xfrm>
            <a:off x="7210097" y="4786172"/>
            <a:ext cx="2903621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lvl="0" algn="r" defTabSz="88864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GB" sz="1499" b="1" dirty="0" err="1">
                <a:solidFill>
                  <a:srgbClr val="070809"/>
                </a:solidFill>
              </a:rPr>
              <a:t>Htop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nvtop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nvidia-smi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dcgmi</a:t>
            </a:r>
            <a:endParaRPr lang="en-GB" sz="1499" b="1" dirty="0">
              <a:solidFill>
                <a:srgbClr val="070809"/>
              </a:solidFill>
            </a:endParaRPr>
          </a:p>
        </p:txBody>
      </p:sp>
      <p:sp>
        <p:nvSpPr>
          <p:cNvPr id="13" name="Trapezium 12">
            <a:extLst>
              <a:ext uri="{FF2B5EF4-FFF2-40B4-BE49-F238E27FC236}">
                <a16:creationId xmlns:a16="http://schemas.microsoft.com/office/drawing/2014/main" id="{B5A13D25-8D17-86B0-6DE8-405DEC198C2B}"/>
              </a:ext>
            </a:extLst>
          </p:cNvPr>
          <p:cNvSpPr/>
          <p:nvPr/>
        </p:nvSpPr>
        <p:spPr>
          <a:xfrm>
            <a:off x="4108197" y="1573011"/>
            <a:ext cx="1337879" cy="1060232"/>
          </a:xfrm>
          <a:prstGeom prst="trapezoid">
            <a:avLst>
              <a:gd name="adj" fmla="val 630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Trapezium 13">
            <a:extLst>
              <a:ext uri="{FF2B5EF4-FFF2-40B4-BE49-F238E27FC236}">
                <a16:creationId xmlns:a16="http://schemas.microsoft.com/office/drawing/2014/main" id="{E103301D-12A0-A977-671D-B1F23C6EA6D9}"/>
              </a:ext>
            </a:extLst>
          </p:cNvPr>
          <p:cNvSpPr/>
          <p:nvPr/>
        </p:nvSpPr>
        <p:spPr>
          <a:xfrm>
            <a:off x="3439257" y="2631475"/>
            <a:ext cx="2675759" cy="1060232"/>
          </a:xfrm>
          <a:prstGeom prst="trapezoid">
            <a:avLst>
              <a:gd name="adj" fmla="val 6309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13333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13333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rapezium 14">
            <a:extLst>
              <a:ext uri="{FF2B5EF4-FFF2-40B4-BE49-F238E27FC236}">
                <a16:creationId xmlns:a16="http://schemas.microsoft.com/office/drawing/2014/main" id="{47EECC8C-70A6-BB27-5A8E-6091427B2DD8}"/>
              </a:ext>
            </a:extLst>
          </p:cNvPr>
          <p:cNvSpPr/>
          <p:nvPr/>
        </p:nvSpPr>
        <p:spPr>
          <a:xfrm>
            <a:off x="2770317" y="3691708"/>
            <a:ext cx="4013637" cy="1060232"/>
          </a:xfrm>
          <a:prstGeom prst="trapezoid">
            <a:avLst>
              <a:gd name="adj" fmla="val 630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26667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26667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Trapezium 15">
            <a:extLst>
              <a:ext uri="{FF2B5EF4-FFF2-40B4-BE49-F238E27FC236}">
                <a16:creationId xmlns:a16="http://schemas.microsoft.com/office/drawing/2014/main" id="{94113037-6234-A9B8-B644-31C3A10A3589}"/>
              </a:ext>
            </a:extLst>
          </p:cNvPr>
          <p:cNvSpPr/>
          <p:nvPr/>
        </p:nvSpPr>
        <p:spPr>
          <a:xfrm>
            <a:off x="2101378" y="4751940"/>
            <a:ext cx="5351517" cy="1060232"/>
          </a:xfrm>
          <a:prstGeom prst="trapezoid">
            <a:avLst>
              <a:gd name="adj" fmla="val 6309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40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Trapezium 8">
            <a:extLst>
              <a:ext uri="{FF2B5EF4-FFF2-40B4-BE49-F238E27FC236}">
                <a16:creationId xmlns:a16="http://schemas.microsoft.com/office/drawing/2014/main" id="{B5CB78C1-6172-2EF2-1A09-5D14016D0152}"/>
              </a:ext>
            </a:extLst>
          </p:cNvPr>
          <p:cNvSpPr txBox="1"/>
          <p:nvPr/>
        </p:nvSpPr>
        <p:spPr>
          <a:xfrm>
            <a:off x="427101" y="4721636"/>
            <a:ext cx="1800686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99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112412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43DB-7BCB-E88B-D7ED-379EB208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A1C017F-9208-9005-6A7B-01970FC1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spc="-1" dirty="0" err="1">
                <a:solidFill>
                  <a:srgbClr val="000000"/>
                </a:solidFill>
                <a:latin typeface="Calibri"/>
              </a:rPr>
              <a:t>n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vidia-smi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4031700A-B425-9911-E38A-EA587B5D70C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53E81A7-5314-8F9C-3F53-588C2E103393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DF920C5-3EE2-A61D-AD7E-A828FCEE7CDC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8480D28-DEAF-3336-7BB6-3BE958FDD93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6D219D25-30F8-8E6A-29D8-DBDA7747D97D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EDCC7B7C-77DD-D862-7291-527DC386FC93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6E0370A-CA54-D5AB-0CD7-2809ADE13868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49FBF-44B5-4429-FCC2-5C7653CC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480" y="0"/>
            <a:ext cx="8638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17719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A531-0A43-A2A2-49D3-6A8B711D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07BD4C69-4B38-E827-B718-F3E6ED38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spc="-1" dirty="0" err="1">
                <a:solidFill>
                  <a:srgbClr val="000000"/>
                </a:solidFill>
                <a:latin typeface="Calibri"/>
              </a:rPr>
              <a:t>n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vidia-smi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B5039949-63BF-FB9E-5C94-048CBE3386F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C2772D0-1823-94A8-C579-25DE122969AD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C8A65508-BF7F-8169-FD22-6CA9C7996CA8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1A2AF73-A736-8670-EB4C-3E7C22BE447B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6BA5A5C-9956-C70D-5969-63CD0120BC1D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72528AE8-4F0B-431C-06E2-C73103DE8B67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0CF34769-1CFC-3521-51BE-0A7D8AAAC38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60364-6E6E-1111-B9F5-6CD3B2996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3344"/>
            <a:ext cx="12192000" cy="605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10719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92F0-84AA-0861-79C3-A3412477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A20E9EE4-A092-6AC3-1837-8825D1C5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0" y="-7794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nvtop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DA880F9D-C954-E0AB-2DBB-2F2FDBF7D8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3CBA9BB0-C061-D1B3-056E-473616E38B1C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A754A3D7-A141-4CF6-2776-9202680D4288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464261CA-2CEE-1085-5E12-070953873628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1F345902-D5E1-E375-4DF3-3509C16A28C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132BA60-FCB6-E544-8C97-73F69A06753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762EC892-BF42-13AE-3AB1-BBCD8BF46902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4CA060-689B-C55E-5383-E0D6516BDFCF}"/>
              </a:ext>
            </a:extLst>
          </p:cNvPr>
          <p:cNvSpPr/>
          <p:nvPr/>
        </p:nvSpPr>
        <p:spPr>
          <a:xfrm>
            <a:off x="386862" y="5700027"/>
            <a:ext cx="520698" cy="445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577B85-913B-BB40-78C1-05810F6ADEE5}"/>
              </a:ext>
            </a:extLst>
          </p:cNvPr>
          <p:cNvSpPr/>
          <p:nvPr/>
        </p:nvSpPr>
        <p:spPr>
          <a:xfrm>
            <a:off x="3982452" y="5700028"/>
            <a:ext cx="8209187" cy="3868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5CF323-5F48-293C-F3E7-6A8BDEA1B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116"/>
            <a:ext cx="12192000" cy="654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353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17DA-82C3-C609-AFA9-58579D08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69357F11-D76D-EAB3-A185-40F71F58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8" y="-27537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htop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3EFACA7-50FF-81BF-45E4-B5B3FD773E0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FB601BB-BC4E-095A-76FE-50AE399B3747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7FAB625-E116-E547-3DEB-A231ED3760A1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9BC245BA-DC0B-EB1A-A5D2-754AC3893BE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4873925-9CBF-2ED0-36A2-BEA827E0A244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02B0B7A9-C458-BF49-C16F-7E04FFB906ED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65C63A39-9322-3E4E-3175-72936FB4A15C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2FFDD-AF67-9D76-D872-05E112141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22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5153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EE46-E0B7-EF67-042C-081D3B84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9457188E-65C3-6B0F-5BAF-56C7D074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92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dcgmi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D0F0F8C7-387C-54D7-BBFE-EECA1BB2D60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9931A83-017C-89CE-1E2F-FC6FE0B1D89D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3AEE1F76-38E8-3EEA-2157-A5B14586117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1F26BA5-7740-54F5-1929-7088ABD8A3A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54999432-FF5F-B958-C34B-25C38293D3D6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801CB3D0-4F9B-1201-A27C-FF121D780C2A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8A9B29DC-4437-D523-9EBA-275AEE31B32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A76D8-D3B3-90FC-9E46-0C23825E4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5560"/>
            <a:ext cx="12192000" cy="62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03627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9755-C525-B476-AF2C-234C3261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8EA1CC2-615C-58D7-359E-CFF44BCC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ABD336CE-22BB-6E84-DDA0-03223E10734D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C9CC45D-5D7D-D10F-C652-0A938967F284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Profiling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68ACCAC-EF50-D980-A840-7B6084280A9D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3FC85B9B-A4F2-63DF-4BDE-C15E8DB8FC07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78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Some useful resources: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https://pytorch.org/docs/stable/notes/cuda.html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cs typeface="Arial"/>
                <a:hlinkClick r:id="rId4"/>
              </a:rPr>
              <a:t>https</a:t>
            </a:r>
            <a:r>
              <a:rPr lang="en-GB" sz="1600" spc="-1" dirty="0">
                <a:solidFill>
                  <a:srgbClr val="0077C8"/>
                </a:solidFill>
                <a:cs typeface="Arial"/>
                <a:hlinkClick r:id="rId4"/>
              </a:rPr>
              <a:t>://docs.nvidia.com/deeplearning/performance/dl-performance-memory-limited/index.html</a:t>
            </a:r>
            <a:endParaRPr lang="en-GB" sz="1600" spc="-1" dirty="0">
              <a:solidFill>
                <a:srgbClr val="0077C8"/>
              </a:solidFill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solidFill>
                  <a:srgbClr val="0077C8"/>
                </a:solidFill>
                <a:cs typeface="Arial"/>
                <a:hlinkClick r:id="rId5"/>
              </a:rPr>
              <a:t>https://docs.nvidia.com/deeplearning/performance/index.html</a:t>
            </a:r>
            <a:endParaRPr lang="en-US" sz="1600" spc="-1" dirty="0"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Duncan: </a:t>
            </a:r>
            <a:r>
              <a:rPr lang="en-GB" sz="2000" i="1" spc="-1" dirty="0">
                <a:solidFill>
                  <a:srgbClr val="000000"/>
                </a:solidFill>
                <a:latin typeface="Arial"/>
                <a:cs typeface="Arial"/>
              </a:rPr>
              <a:t>"You can take any piece of code, spend 6 months optimizing it, and then write a paper about it"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88460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torch.amp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4508" y="573352"/>
            <a:ext cx="9507316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If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mixed precision isn’t working, probably you are doing something wrong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Gives you a free 2x+ speed boost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FP16 is probably better, BF16 is easier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FP8 is coming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475C9-CED3-5189-4B99-5512539D3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769" y="3638386"/>
            <a:ext cx="6047553" cy="2646262"/>
          </a:xfrm>
          <a:prstGeom prst="rect">
            <a:avLst/>
          </a:prstGeom>
        </p:spPr>
      </p:pic>
      <p:pic>
        <p:nvPicPr>
          <p:cNvPr id="4" name="Picture 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EDEDB78E-6E84-8BFB-4D35-646C303CC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0930"/>
            <a:ext cx="5935098" cy="334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2211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E8EC-A57F-8314-2F92-67E5DA38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4D14ED34-F5F5-F0DD-3B35-FB6D25C8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torch.compile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73ABB89-AE67-F418-9537-3E4AD139CA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4508" y="573352"/>
            <a:ext cx="8983012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1 CPU core is pinned to 1 GPU (used to be worse)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CPU cannot keep up with the giant that is the GPU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Still (somewhat) need to know the magic incantation: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2DABA9B-CCB1-D431-DD42-9D6B6224B82F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6632C83-094C-5C04-69E5-08FE6859F0C4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F5339C71-9DCB-B6A3-A5C6-15EA7C748C9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BA35D25-606C-9ACF-E671-9CCFA6967C8E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1DFEF66-4086-C994-2471-78C722A169D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9A4CB3A-3545-AA2A-0CBE-2D2EF42CA45D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Afbeelding 1" descr="Shadow of the Colossus review – a game of majesty and melancholy steps back  into the light | Games | The Guardian">
            <a:extLst>
              <a:ext uri="{FF2B5EF4-FFF2-40B4-BE49-F238E27FC236}">
                <a16:creationId xmlns:a16="http://schemas.microsoft.com/office/drawing/2014/main" id="{36BE5178-ADF3-6E3D-53CF-6D11E0C7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951" y="88977"/>
            <a:ext cx="4083901" cy="3046606"/>
          </a:xfrm>
          <a:prstGeom prst="rect">
            <a:avLst/>
          </a:prstGeom>
        </p:spPr>
      </p:pic>
      <p:pic>
        <p:nvPicPr>
          <p:cNvPr id="6" name="Afbeelding 5" descr="factory">
            <a:extLst>
              <a:ext uri="{FF2B5EF4-FFF2-40B4-BE49-F238E27FC236}">
                <a16:creationId xmlns:a16="http://schemas.microsoft.com/office/drawing/2014/main" id="{BC1395AE-170C-7310-D60A-ED2FE1F3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449" y="3130431"/>
            <a:ext cx="4081345" cy="3626550"/>
          </a:xfrm>
          <a:prstGeom prst="rect">
            <a:avLst/>
          </a:prstGeom>
        </p:spPr>
      </p:pic>
      <p:pic>
        <p:nvPicPr>
          <p:cNvPr id="8" name="Afbeelding 7" descr="factory">
            <a:extLst>
              <a:ext uri="{FF2B5EF4-FFF2-40B4-BE49-F238E27FC236}">
                <a16:creationId xmlns:a16="http://schemas.microsoft.com/office/drawing/2014/main" id="{65D54FB2-1E98-C888-60EF-F4D97C9F7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229" y="3127237"/>
            <a:ext cx="4016297" cy="3651525"/>
          </a:xfrm>
          <a:prstGeom prst="rect">
            <a:avLst/>
          </a:prstGeom>
        </p:spPr>
      </p:pic>
      <p:pic>
        <p:nvPicPr>
          <p:cNvPr id="9" name="Afbeelding 8" descr="chart">
            <a:extLst>
              <a:ext uri="{FF2B5EF4-FFF2-40B4-BE49-F238E27FC236}">
                <a16:creationId xmlns:a16="http://schemas.microsoft.com/office/drawing/2014/main" id="{886599FB-9B3F-B5AE-E63C-60C4CDC3D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" y="2981848"/>
            <a:ext cx="4248613" cy="3793620"/>
          </a:xfrm>
          <a:prstGeom prst="rect">
            <a:avLst/>
          </a:prstGeom>
        </p:spPr>
      </p:pic>
      <p:pic>
        <p:nvPicPr>
          <p:cNvPr id="10" name="Afbeelding 9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E264643D-5720-A308-98A1-FB5AF5BF0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93" y="2349075"/>
            <a:ext cx="84391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03034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E404-6D2C-1D60-1408-92A39E0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E0031383-D852-7545-9692-C1C508F2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A739DF4-58B9-57C9-E708-FEBEEF8574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Avoid CPU-GPU sync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Create tensors directly on the device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C1092067-89A1-0876-000E-FB1FE369E9F9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F1FD4F1-E1A5-4243-62DB-A1FC6F3516D5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EE1D38C-0D75-83A5-6958-2BBB9D34509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E813371-2B12-85FC-F76C-5653839D61E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8C90004-E7EE-46FA-88D6-1C9D47EA943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4487F0D-80CA-B4B7-69F1-0CC43A416D55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>
            <a:extLst>
              <a:ext uri="{FF2B5EF4-FFF2-40B4-BE49-F238E27FC236}">
                <a16:creationId xmlns:a16="http://schemas.microsoft.com/office/drawing/2014/main" id="{2C016500-D03F-0FAD-317F-933A968A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66"/>
          <a:stretch/>
        </p:blipFill>
        <p:spPr>
          <a:xfrm>
            <a:off x="330426" y="5278945"/>
            <a:ext cx="8236941" cy="145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38F1A5-AF4A-D438-5FBA-24858DAAA101}"/>
              </a:ext>
            </a:extLst>
          </p:cNvPr>
          <p:cNvSpPr txBox="1"/>
          <p:nvPr/>
        </p:nvSpPr>
        <p:spPr>
          <a:xfrm>
            <a:off x="6534670" y="2782474"/>
            <a:ext cx="824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✅ </a:t>
            </a:r>
          </a:p>
        </p:txBody>
      </p:sp>
      <p:pic>
        <p:nvPicPr>
          <p:cNvPr id="3" name="Picture 2" descr="Bad idea / Good idea Meme Generator - Imgflip">
            <a:extLst>
              <a:ext uri="{FF2B5EF4-FFF2-40B4-BE49-F238E27FC236}">
                <a16:creationId xmlns:a16="http://schemas.microsoft.com/office/drawing/2014/main" id="{AD1D36D8-1DC4-D760-DD69-505BBE258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" b="2017"/>
          <a:stretch/>
        </p:blipFill>
        <p:spPr bwMode="auto">
          <a:xfrm>
            <a:off x="4721995" y="952034"/>
            <a:ext cx="6396726" cy="492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 up of a word&#10;&#10;AI-generated content may be incorrect.">
            <a:extLst>
              <a:ext uri="{FF2B5EF4-FFF2-40B4-BE49-F238E27FC236}">
                <a16:creationId xmlns:a16="http://schemas.microsoft.com/office/drawing/2014/main" id="{7E1DC08D-C0CC-BBAD-6E81-6092D839C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288" y="1977701"/>
            <a:ext cx="2838632" cy="785902"/>
          </a:xfrm>
          <a:prstGeom prst="rect">
            <a:avLst/>
          </a:prstGeom>
        </p:spPr>
      </p:pic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EAABF550-4A33-BDFC-4D38-6DC677962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399" y="4189176"/>
            <a:ext cx="3667947" cy="13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4746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7BF4-AC7E-D76A-B2C3-A3497E5B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8440FBE-9F59-47A0-96AA-FFCBE708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001AD3E8-A9ED-AE26-A525-E901E9397EF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2556" y="1143604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Avoid doing these inside a training loop if possible:</a:t>
            </a:r>
            <a:br>
              <a:rPr lang="en-GB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F0F06E18-B143-B140-2DE2-21C69E7D7FD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FF2A9145-947B-A5A1-6587-31A8A43C109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4F3A042-9B02-4E5C-CFB1-A62828A289B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9BB8F131-225A-3CE8-5C6D-BF9CCB92F54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31FABE60-D209-2885-1B01-1FF31248256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F536526-60EF-2247-F21F-8954EA4EA66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3665F321-F656-9ACA-A354-CC4F1982B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40" y="2349875"/>
            <a:ext cx="9957647" cy="3629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42DC7-D802-CBF9-F94F-55A7E22DDA79}"/>
              </a:ext>
            </a:extLst>
          </p:cNvPr>
          <p:cNvSpPr txBox="1"/>
          <p:nvPr/>
        </p:nvSpPr>
        <p:spPr>
          <a:xfrm>
            <a:off x="5959040" y="5958023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This forces </a:t>
            </a:r>
            <a:r>
              <a:rPr lang="en-GB" sz="1400" dirty="0" err="1"/>
              <a:t>PyTorch</a:t>
            </a:r>
            <a:r>
              <a:rPr lang="en-GB" sz="1400" dirty="0"/>
              <a:t> to copy data from GPU to CPU, slowing performance.</a:t>
            </a:r>
            <a:endParaRPr lang="en-NL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2C645D-FE97-9FB5-EE2D-BF1CED8780DD}"/>
              </a:ext>
            </a:extLst>
          </p:cNvPr>
          <p:cNvCxnSpPr>
            <a:cxnSpLocks/>
          </p:cNvCxnSpPr>
          <p:nvPr/>
        </p:nvCxnSpPr>
        <p:spPr>
          <a:xfrm flipH="1" flipV="1">
            <a:off x="5582667" y="5681618"/>
            <a:ext cx="376373" cy="38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1786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Or: Change your model</a:t>
            </a: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Worst case scenario: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60664DDD-B0AA-0BAC-77E4-652D5830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" y="2022455"/>
            <a:ext cx="12165013" cy="1701838"/>
          </a:xfrm>
          <a:prstGeom prst="rect">
            <a:avLst/>
          </a:prstGeom>
        </p:spPr>
      </p:pic>
      <p:pic>
        <p:nvPicPr>
          <p:cNvPr id="4" name="Afbeelding 4">
            <a:extLst>
              <a:ext uri="{FF2B5EF4-FFF2-40B4-BE49-F238E27FC236}">
                <a16:creationId xmlns:a16="http://schemas.microsoft.com/office/drawing/2014/main" id="{21FFE97D-BE6E-9AAC-991D-03EC04688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088" y="3161692"/>
            <a:ext cx="8902699" cy="34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68654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716F-DE4D-7677-D20C-465CA7AB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81F951FC-A7FF-FB15-2895-9180D45D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Or: Change your model</a:t>
            </a: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4C2000A-EF03-1431-79EF-07ECDD3575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2437" y="970926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Change model architecture to improve performance characteristics, e.g.: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Use </a:t>
            </a: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LoRA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for fine-tuning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Use pre-trained model aka zero shot (@train VAE for latent space creation or use pre-trained model)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E.g. Llama, DINOv2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Incorporate </a:t>
            </a: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dataloading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operations into the model instead of CPU pipeline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ViT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vs CNN vs GNN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Change non-linearities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Multiples of 2,8,1024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Channels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Hidden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Vocab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Batch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Input resolution/sequence length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Everything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For transformers: 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Patching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Masked attention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E859C55-D5DC-31E1-DF64-276D364B3E9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B5DA00F-6A37-690A-60FA-98FC580117EE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FCA34F8-8417-FCC7-0F15-DA2B967A25B3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E0D72F69-ABA9-3D35-A13A-379C4FB8ACD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439A953F-FDBC-C3EC-92B3-EEA96823A1B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48D71EA-AE8D-C84A-860C-746B4584BC5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45BD415B-0503-1652-91B9-0C2285BE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5" name="Picture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5194710C-8C79-4873-01DD-EDDF106D65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271" y="2518200"/>
            <a:ext cx="8298249" cy="43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14548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Always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Have a baseline</a:t>
            </a:r>
            <a:endParaRPr lang="nl-NL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Check convergence statistics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2" name="Afbeelding 2" descr="Afbeelding met grafiek&#10;&#10;Automatisch gegenereerde beschrijving">
            <a:extLst>
              <a:ext uri="{FF2B5EF4-FFF2-40B4-BE49-F238E27FC236}">
                <a16:creationId xmlns:a16="http://schemas.microsoft.com/office/drawing/2014/main" id="{9313A08F-5E86-B1D2-6626-505D0D8B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5" y="2495662"/>
            <a:ext cx="5783263" cy="35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74145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Profile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Get a grip on your model’s performance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Profile</a:t>
            </a:r>
            <a:endParaRPr lang="nl-NL" dirty="0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Profile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Profile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wiel&#10;&#10;Automatisch gegenereerde beschrijving">
            <a:extLst>
              <a:ext uri="{FF2B5EF4-FFF2-40B4-BE49-F238E27FC236}">
                <a16:creationId xmlns:a16="http://schemas.microsoft.com/office/drawing/2014/main" id="{990048BE-1D46-0CDB-88C9-F4FB31A52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650" y="5357721"/>
            <a:ext cx="2743200" cy="142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12013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7204-C478-6CF8-2D9A-B71AABBA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AE8607C-C392-2EB5-F656-CF9E9D83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87B89263-AC10-5925-0218-94FA3565CA9D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7638A75-00E2-DD1F-828E-DCFA25184CFC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b="1" dirty="0">
                <a:solidFill>
                  <a:srgbClr val="FFFFFF"/>
                </a:solidFill>
                <a:latin typeface="Aptos"/>
              </a:rPr>
              <a:t>On that note: Profiling!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99B5521B-C6BE-43F5-A73D-903E587569FB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9EB54BF-32F8-E858-55B8-4C60104C8734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779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2F21-6207-5954-4BD6-68C930E7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2" descr="Afbeelding met wiel&#10;&#10;Automatisch gegenereerde beschrijving">
            <a:extLst>
              <a:ext uri="{FF2B5EF4-FFF2-40B4-BE49-F238E27FC236}">
                <a16:creationId xmlns:a16="http://schemas.microsoft.com/office/drawing/2014/main" id="{628423C9-D829-5811-848A-5D96B93CA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666" y="5333657"/>
            <a:ext cx="2743200" cy="1428934"/>
          </a:xfrm>
          <a:prstGeom prst="rect">
            <a:avLst/>
          </a:prstGeom>
        </p:spPr>
      </p:pic>
      <p:sp>
        <p:nvSpPr>
          <p:cNvPr id="938" name="PlaceHolder 1">
            <a:extLst>
              <a:ext uri="{FF2B5EF4-FFF2-40B4-BE49-F238E27FC236}">
                <a16:creationId xmlns:a16="http://schemas.microsoft.com/office/drawing/2014/main" id="{CC5DA91E-2155-30E4-4895-380836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Profile</a:t>
            </a:r>
            <a:endParaRPr lang="nl-NL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EE6DF855-2CD5-8A1A-8BFE-6A76E1A9A3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Notebook available at 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  <a:hlinkClick r:id="rId4"/>
              </a:rPr>
              <a:t>https://github.com/SURF-ML/HPML-course-materials/blob/august2025/Day2/notebooks/PyTorch_profiling.ipynb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Reference traces are in https://github.com/SURF-ML/HPML-course-materials/tree/2025-11/hands-on/profiling/logs</a:t>
            </a: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```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python3 -m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source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/bin/activate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pip install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git+https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://github.com/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kineto.git#subdirectory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tb_plugin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git clone --depth=1 </a:t>
            </a:r>
            <a:r>
              <a:rPr lang="en-GB" sz="2000" spc="-1" dirty="0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https://github.com/SURF-ML/HPML-course-materials.git</a:t>
            </a:r>
            <a:br>
              <a:rPr lang="en-GB" sz="2000" spc="-1" dirty="0">
                <a:latin typeface="Arial"/>
                <a:cs typeface="Arial"/>
              </a:rPr>
            </a:br>
            <a:r>
              <a:rPr lang="en-GB" sz="2000" spc="-1" dirty="0" err="1">
                <a:latin typeface="Arial"/>
                <a:cs typeface="Arial"/>
              </a:rPr>
              <a:t>tensorboard</a:t>
            </a:r>
            <a:r>
              <a:rPr lang="en-GB" sz="2000" spc="-1" dirty="0">
                <a:latin typeface="Arial"/>
                <a:cs typeface="Arial"/>
              </a:rPr>
              <a:t> --</a:t>
            </a:r>
            <a:r>
              <a:rPr lang="en-GB" sz="2000" spc="-1" dirty="0" err="1">
                <a:latin typeface="Arial"/>
                <a:cs typeface="Arial"/>
              </a:rPr>
              <a:t>logdir</a:t>
            </a:r>
            <a:r>
              <a:rPr lang="en-GB" sz="2000" spc="-1" dirty="0">
                <a:latin typeface="Arial"/>
                <a:cs typeface="Arial"/>
              </a:rPr>
              <a:t> HPML-course-materials/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hands-on/profiling/logs</a:t>
            </a:r>
            <a:br>
              <a:rPr lang="en-GB" sz="2000" spc="-1" dirty="0">
                <a:latin typeface="Arial"/>
                <a:cs typeface="Arial"/>
              </a:rPr>
            </a:br>
            <a:r>
              <a:rPr lang="en-GB" sz="2000" spc="-1" dirty="0">
                <a:latin typeface="Arial"/>
                <a:cs typeface="Arial"/>
              </a:rPr>
              <a:t>```</a:t>
            </a:r>
            <a:br>
              <a:rPr lang="en-GB" sz="2000" spc="-1" dirty="0">
                <a:latin typeface="Arial"/>
                <a:cs typeface="Arial"/>
              </a:rPr>
            </a:br>
            <a:endParaRPr lang="en-GB" sz="2000" spc="-1" dirty="0"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E00228E6-A0AF-35E9-0876-FA464E1D493B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0D5459BD-C153-2099-50D9-DD597B8F0F4C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FC92CA4-371B-53AE-5232-3AF391AE283A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6515E3BE-3D45-607E-A1A7-B7F1E20E7E0B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48CC3998-876B-B75C-FD5C-CCA0A8CD02F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16A1926-09F3-5763-7943-4D287A3B0C3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2466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44e48b3bafe6335c8658b98a8833334aa899c4"/>
</p:tagLst>
</file>

<file path=ppt/theme/theme1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SURF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190F0B-833F-43B9-8FDD-EFC0F7B49B29}">
  <we:reference id="5b784de7-d1ba-46fc-b40c-e70ff4de9d93" version="1.0.0.3" store="\\PPTDC\Shared Folders\Documenten\Ferry\Opdrachtgevers\Slidebuilder" storeType="Filesystem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7809</TotalTime>
  <Words>577</Words>
  <Application>Microsoft Office PowerPoint</Application>
  <PresentationFormat>Widescreen</PresentationFormat>
  <Paragraphs>138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Calibri,Sans-Serif</vt:lpstr>
      <vt:lpstr>Times New Roman</vt:lpstr>
      <vt:lpstr>Template Slidebuilder - SURF</vt:lpstr>
      <vt:lpstr>PowerPoint Presentation</vt:lpstr>
      <vt:lpstr>Chapter orange</vt:lpstr>
      <vt:lpstr>Monitoring pyramid</vt:lpstr>
      <vt:lpstr>nvidia-smi</vt:lpstr>
      <vt:lpstr>nvidia-smi</vt:lpstr>
      <vt:lpstr>nvtop</vt:lpstr>
      <vt:lpstr>htop</vt:lpstr>
      <vt:lpstr>dcgmi</vt:lpstr>
      <vt:lpstr>Chapter orange</vt:lpstr>
      <vt:lpstr>Rapidfire: implementation details</vt:lpstr>
      <vt:lpstr>Level 0: "oh my god": torch.amp</vt:lpstr>
      <vt:lpstr>Level 0: "oh my god": torch.compile</vt:lpstr>
      <vt:lpstr>Level 1: Shouldn't impact model convergence:</vt:lpstr>
      <vt:lpstr>Level 1: Shouldn't impact model convergence:</vt:lpstr>
      <vt:lpstr>Or: Change your model</vt:lpstr>
      <vt:lpstr>Or: Change your model</vt:lpstr>
      <vt:lpstr>Always</vt:lpstr>
      <vt:lpstr>Profile</vt:lpstr>
      <vt:lpstr>Chapter orange</vt:lpstr>
      <vt:lpstr>Profile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PowerMockup</dc:title>
  <dc:creator>PPT Solutions</dc:creator>
  <cp:lastModifiedBy>Robert Jan Schlimbach</cp:lastModifiedBy>
  <cp:revision>31</cp:revision>
  <dcterms:created xsi:type="dcterms:W3CDTF">2015-03-11T15:56:36Z</dcterms:created>
  <dcterms:modified xsi:type="dcterms:W3CDTF">2025-11-14T11:58:07Z</dcterms:modified>
</cp:coreProperties>
</file>